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9813" y="2980404"/>
              <a:ext cx="6570133" cy="2094903"/>
            </a:xfrm>
            <a:custGeom>
              <a:avLst/>
              <a:pathLst>
                <a:path w="6570133" h="2094903">
                  <a:moveTo>
                    <a:pt x="0" y="2094903"/>
                  </a:moveTo>
                  <a:lnTo>
                    <a:pt x="821266" y="2081823"/>
                  </a:lnTo>
                  <a:lnTo>
                    <a:pt x="1642533" y="2055161"/>
                  </a:lnTo>
                  <a:lnTo>
                    <a:pt x="2463799" y="2014014"/>
                  </a:lnTo>
                  <a:lnTo>
                    <a:pt x="3285066" y="1951889"/>
                  </a:lnTo>
                  <a:lnTo>
                    <a:pt x="4106333" y="1850162"/>
                  </a:lnTo>
                  <a:lnTo>
                    <a:pt x="4927600" y="1687737"/>
                  </a:lnTo>
                  <a:lnTo>
                    <a:pt x="5748866" y="1473589"/>
                  </a:ln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701713" y="5193474"/>
              <a:ext cx="4927600" cy="0"/>
            </a:xfrm>
            <a:custGeom>
              <a:avLst/>
              <a:pathLst>
                <a:path w="4927600" h="0">
                  <a:moveTo>
                    <a:pt x="0" y="0"/>
                  </a:moveTo>
                  <a:lnTo>
                    <a:pt x="492760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7017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3442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59867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6293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>
              <a:off x="2532049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174582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5817115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7459649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1207008" y="2610194"/>
              <a:ext cx="0" cy="2477966"/>
            </a:xfrm>
            <a:custGeom>
              <a:avLst/>
              <a:pathLst>
                <a:path w="0" h="2477966">
                  <a:moveTo>
                    <a:pt x="0" y="247796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115567" y="446866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15567" y="384917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115567" y="322968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261019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 rot="-5400000">
              <a:off x="881437" y="5030527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 rot="-5400000">
              <a:off x="832956" y="4411035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23" name="tx22"/>
            <p:cNvSpPr/>
            <p:nvPr/>
          </p:nvSpPr>
          <p:spPr>
            <a:xfrm rot="-5400000">
              <a:off x="832956" y="3791544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24" name="tx23"/>
            <p:cNvSpPr/>
            <p:nvPr/>
          </p:nvSpPr>
          <p:spPr>
            <a:xfrm rot="-5400000">
              <a:off x="832956" y="3172052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832956" y="2552560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26" name="pg25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4642626" y="5773151"/>
              <a:ext cx="224507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-93959" y="3712768"/>
              <a:ext cx="1313557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mean H3k27me3</a:t>
              </a:r>
            </a:p>
          </p:txBody>
        </p:sp>
        <p:sp>
          <p:nvSpPr>
            <p:cNvPr id="29" name="pl28"/>
            <p:cNvSpPr/>
            <p:nvPr/>
          </p:nvSpPr>
          <p:spPr>
            <a:xfrm>
              <a:off x="1561238" y="5060741"/>
              <a:ext cx="638417" cy="11634"/>
            </a:xfrm>
            <a:custGeom>
              <a:avLst/>
              <a:pathLst>
                <a:path w="638417" h="11634">
                  <a:moveTo>
                    <a:pt x="0" y="11634"/>
                  </a:moveTo>
                  <a:lnTo>
                    <a:pt x="638417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382454" y="5031500"/>
              <a:ext cx="638517" cy="24123"/>
            </a:xfrm>
            <a:custGeom>
              <a:avLst/>
              <a:pathLst>
                <a:path w="638517" h="24123">
                  <a:moveTo>
                    <a:pt x="0" y="24123"/>
                  </a:moveTo>
                  <a:lnTo>
                    <a:pt x="638517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203641" y="4986841"/>
              <a:ext cx="638677" cy="36053"/>
            </a:xfrm>
            <a:custGeom>
              <a:avLst/>
              <a:pathLst>
                <a:path w="638677" h="36053">
                  <a:moveTo>
                    <a:pt x="0" y="36053"/>
                  </a:moveTo>
                  <a:lnTo>
                    <a:pt x="638677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024780" y="4925194"/>
              <a:ext cx="638931" cy="49438"/>
            </a:xfrm>
            <a:custGeom>
              <a:avLst/>
              <a:pathLst>
                <a:path w="638931" h="49438">
                  <a:moveTo>
                    <a:pt x="0" y="49438"/>
                  </a:moveTo>
                  <a:lnTo>
                    <a:pt x="638931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845713" y="4833619"/>
              <a:ext cx="639598" cy="74009"/>
            </a:xfrm>
            <a:custGeom>
              <a:avLst/>
              <a:pathLst>
                <a:path w="639598" h="74009">
                  <a:moveTo>
                    <a:pt x="0" y="74009"/>
                  </a:moveTo>
                  <a:lnTo>
                    <a:pt x="639598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666257" y="4697048"/>
              <a:ext cx="641045" cy="110525"/>
            </a:xfrm>
            <a:custGeom>
              <a:avLst/>
              <a:pathLst>
                <a:path w="641045" h="110525">
                  <a:moveTo>
                    <a:pt x="0" y="110525"/>
                  </a:moveTo>
                  <a:lnTo>
                    <a:pt x="641045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6486398" y="4508304"/>
              <a:ext cx="643297" cy="152159"/>
            </a:xfrm>
            <a:custGeom>
              <a:avLst/>
              <a:pathLst>
                <a:path w="643297" h="152159">
                  <a:moveTo>
                    <a:pt x="0" y="152159"/>
                  </a:moveTo>
                  <a:lnTo>
                    <a:pt x="643297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7260300" y="2962080"/>
              <a:ext cx="738026" cy="1443757"/>
            </a:xfrm>
            <a:custGeom>
              <a:avLst/>
              <a:pathLst>
                <a:path w="738026" h="1443757">
                  <a:moveTo>
                    <a:pt x="0" y="1443757"/>
                  </a:moveTo>
                  <a:lnTo>
                    <a:pt x="738026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1435523" y="5039752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256790" y="5024785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3078056" y="4993758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3899323" y="4947397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4720590" y="4883850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5541856" y="4788819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6363123" y="4647221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7184390" y="4452967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8005656" y="2846371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2026-03-10T15:30:33Z</dcterms:modified>
  <cp:category/>
</cp:coreProperties>
</file>