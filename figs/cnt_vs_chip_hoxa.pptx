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90734" y="120199"/>
              <a:ext cx="8533066" cy="31422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07585" y="3030384"/>
              <a:ext cx="37247" cy="232093"/>
            </a:xfrm>
            <a:custGeom>
              <a:avLst/>
              <a:pathLst>
                <a:path w="37247" h="232093">
                  <a:moveTo>
                    <a:pt x="0" y="232093"/>
                  </a:moveTo>
                  <a:lnTo>
                    <a:pt x="502" y="221232"/>
                  </a:lnTo>
                  <a:lnTo>
                    <a:pt x="1152" y="207209"/>
                  </a:lnTo>
                  <a:lnTo>
                    <a:pt x="1802" y="193349"/>
                  </a:lnTo>
                  <a:lnTo>
                    <a:pt x="2452" y="179623"/>
                  </a:lnTo>
                  <a:lnTo>
                    <a:pt x="3102" y="166112"/>
                  </a:lnTo>
                  <a:lnTo>
                    <a:pt x="3752" y="152925"/>
                  </a:lnTo>
                  <a:lnTo>
                    <a:pt x="4402" y="140176"/>
                  </a:lnTo>
                  <a:lnTo>
                    <a:pt x="5052" y="127894"/>
                  </a:lnTo>
                  <a:lnTo>
                    <a:pt x="5702" y="116101"/>
                  </a:lnTo>
                  <a:lnTo>
                    <a:pt x="6351" y="104862"/>
                  </a:lnTo>
                  <a:lnTo>
                    <a:pt x="7001" y="94169"/>
                  </a:lnTo>
                  <a:lnTo>
                    <a:pt x="7651" y="84026"/>
                  </a:lnTo>
                  <a:lnTo>
                    <a:pt x="8301" y="74469"/>
                  </a:lnTo>
                  <a:lnTo>
                    <a:pt x="8951" y="65481"/>
                  </a:lnTo>
                  <a:lnTo>
                    <a:pt x="9601" y="57040"/>
                  </a:lnTo>
                  <a:lnTo>
                    <a:pt x="10251" y="49159"/>
                  </a:lnTo>
                  <a:lnTo>
                    <a:pt x="10901" y="41781"/>
                  </a:lnTo>
                  <a:lnTo>
                    <a:pt x="11551" y="34913"/>
                  </a:lnTo>
                  <a:lnTo>
                    <a:pt x="12201" y="28619"/>
                  </a:lnTo>
                  <a:lnTo>
                    <a:pt x="12851" y="22834"/>
                  </a:lnTo>
                  <a:lnTo>
                    <a:pt x="13501" y="17535"/>
                  </a:lnTo>
                  <a:lnTo>
                    <a:pt x="14151" y="12815"/>
                  </a:lnTo>
                  <a:lnTo>
                    <a:pt x="14801" y="8774"/>
                  </a:lnTo>
                  <a:lnTo>
                    <a:pt x="15451" y="5425"/>
                  </a:lnTo>
                  <a:lnTo>
                    <a:pt x="16101" y="2847"/>
                  </a:lnTo>
                  <a:lnTo>
                    <a:pt x="16750" y="1098"/>
                  </a:lnTo>
                  <a:lnTo>
                    <a:pt x="17400" y="155"/>
                  </a:lnTo>
                  <a:lnTo>
                    <a:pt x="18050" y="0"/>
                  </a:lnTo>
                  <a:lnTo>
                    <a:pt x="18700" y="627"/>
                  </a:lnTo>
                  <a:lnTo>
                    <a:pt x="19350" y="1989"/>
                  </a:lnTo>
                  <a:lnTo>
                    <a:pt x="20000" y="3993"/>
                  </a:lnTo>
                  <a:lnTo>
                    <a:pt x="20650" y="6640"/>
                  </a:lnTo>
                  <a:lnTo>
                    <a:pt x="21300" y="9871"/>
                  </a:lnTo>
                  <a:lnTo>
                    <a:pt x="21950" y="13717"/>
                  </a:lnTo>
                  <a:lnTo>
                    <a:pt x="22600" y="18116"/>
                  </a:lnTo>
                  <a:lnTo>
                    <a:pt x="23250" y="23134"/>
                  </a:lnTo>
                  <a:lnTo>
                    <a:pt x="23900" y="28787"/>
                  </a:lnTo>
                  <a:lnTo>
                    <a:pt x="24550" y="35046"/>
                  </a:lnTo>
                  <a:lnTo>
                    <a:pt x="25200" y="41942"/>
                  </a:lnTo>
                  <a:lnTo>
                    <a:pt x="25850" y="49350"/>
                  </a:lnTo>
                  <a:lnTo>
                    <a:pt x="26499" y="57193"/>
                  </a:lnTo>
                  <a:lnTo>
                    <a:pt x="27149" y="65548"/>
                  </a:lnTo>
                  <a:lnTo>
                    <a:pt x="27799" y="74400"/>
                  </a:lnTo>
                  <a:lnTo>
                    <a:pt x="28449" y="83695"/>
                  </a:lnTo>
                  <a:lnTo>
                    <a:pt x="29099" y="93444"/>
                  </a:lnTo>
                  <a:lnTo>
                    <a:pt x="29749" y="103637"/>
                  </a:lnTo>
                  <a:lnTo>
                    <a:pt x="30399" y="114283"/>
                  </a:lnTo>
                  <a:lnTo>
                    <a:pt x="31049" y="125339"/>
                  </a:lnTo>
                  <a:lnTo>
                    <a:pt x="31699" y="136754"/>
                  </a:lnTo>
                  <a:lnTo>
                    <a:pt x="32349" y="148442"/>
                  </a:lnTo>
                  <a:lnTo>
                    <a:pt x="32999" y="160282"/>
                  </a:lnTo>
                  <a:lnTo>
                    <a:pt x="33649" y="172115"/>
                  </a:lnTo>
                  <a:lnTo>
                    <a:pt x="34299" y="183780"/>
                  </a:lnTo>
                  <a:lnTo>
                    <a:pt x="34949" y="195166"/>
                  </a:lnTo>
                  <a:lnTo>
                    <a:pt x="35599" y="206209"/>
                  </a:lnTo>
                  <a:lnTo>
                    <a:pt x="36249" y="216848"/>
                  </a:lnTo>
                  <a:lnTo>
                    <a:pt x="36898" y="226962"/>
                  </a:lnTo>
                  <a:lnTo>
                    <a:pt x="37247" y="232093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61" y="3105399"/>
              <a:ext cx="35699" cy="157077"/>
            </a:xfrm>
            <a:custGeom>
              <a:avLst/>
              <a:pathLst>
                <a:path w="35699" h="157077">
                  <a:moveTo>
                    <a:pt x="0" y="157077"/>
                  </a:moveTo>
                  <a:lnTo>
                    <a:pt x="570" y="148195"/>
                  </a:lnTo>
                  <a:lnTo>
                    <a:pt x="1220" y="137917"/>
                  </a:lnTo>
                  <a:lnTo>
                    <a:pt x="1870" y="127695"/>
                  </a:lnTo>
                  <a:lnTo>
                    <a:pt x="2520" y="117569"/>
                  </a:lnTo>
                  <a:lnTo>
                    <a:pt x="3170" y="107742"/>
                  </a:lnTo>
                  <a:lnTo>
                    <a:pt x="3820" y="98244"/>
                  </a:lnTo>
                  <a:lnTo>
                    <a:pt x="4470" y="89168"/>
                  </a:lnTo>
                  <a:lnTo>
                    <a:pt x="5120" y="80611"/>
                  </a:lnTo>
                  <a:lnTo>
                    <a:pt x="5769" y="72664"/>
                  </a:lnTo>
                  <a:lnTo>
                    <a:pt x="6419" y="65388"/>
                  </a:lnTo>
                  <a:lnTo>
                    <a:pt x="7069" y="58723"/>
                  </a:lnTo>
                  <a:lnTo>
                    <a:pt x="7719" y="52677"/>
                  </a:lnTo>
                  <a:lnTo>
                    <a:pt x="8369" y="47242"/>
                  </a:lnTo>
                  <a:lnTo>
                    <a:pt x="9019" y="42356"/>
                  </a:lnTo>
                  <a:lnTo>
                    <a:pt x="9669" y="37914"/>
                  </a:lnTo>
                  <a:lnTo>
                    <a:pt x="10319" y="33852"/>
                  </a:lnTo>
                  <a:lnTo>
                    <a:pt x="10969" y="30063"/>
                  </a:lnTo>
                  <a:lnTo>
                    <a:pt x="11619" y="26435"/>
                  </a:lnTo>
                  <a:lnTo>
                    <a:pt x="12269" y="22894"/>
                  </a:lnTo>
                  <a:lnTo>
                    <a:pt x="12919" y="19454"/>
                  </a:lnTo>
                  <a:lnTo>
                    <a:pt x="13569" y="16166"/>
                  </a:lnTo>
                  <a:lnTo>
                    <a:pt x="14219" y="13070"/>
                  </a:lnTo>
                  <a:lnTo>
                    <a:pt x="14869" y="10222"/>
                  </a:lnTo>
                  <a:lnTo>
                    <a:pt x="15518" y="7710"/>
                  </a:lnTo>
                  <a:lnTo>
                    <a:pt x="16168" y="5577"/>
                  </a:lnTo>
                  <a:lnTo>
                    <a:pt x="16818" y="3777"/>
                  </a:lnTo>
                  <a:lnTo>
                    <a:pt x="17468" y="2318"/>
                  </a:lnTo>
                  <a:lnTo>
                    <a:pt x="18118" y="1203"/>
                  </a:lnTo>
                  <a:lnTo>
                    <a:pt x="18768" y="430"/>
                  </a:lnTo>
                  <a:lnTo>
                    <a:pt x="19418" y="10"/>
                  </a:lnTo>
                  <a:lnTo>
                    <a:pt x="20068" y="0"/>
                  </a:lnTo>
                  <a:lnTo>
                    <a:pt x="20718" y="408"/>
                  </a:lnTo>
                  <a:lnTo>
                    <a:pt x="21368" y="1173"/>
                  </a:lnTo>
                  <a:lnTo>
                    <a:pt x="22018" y="2460"/>
                  </a:lnTo>
                  <a:lnTo>
                    <a:pt x="22668" y="4299"/>
                  </a:lnTo>
                  <a:lnTo>
                    <a:pt x="23318" y="6667"/>
                  </a:lnTo>
                  <a:lnTo>
                    <a:pt x="23968" y="9449"/>
                  </a:lnTo>
                  <a:lnTo>
                    <a:pt x="24618" y="12655"/>
                  </a:lnTo>
                  <a:lnTo>
                    <a:pt x="25268" y="16257"/>
                  </a:lnTo>
                  <a:lnTo>
                    <a:pt x="25917" y="20263"/>
                  </a:lnTo>
                  <a:lnTo>
                    <a:pt x="26567" y="24803"/>
                  </a:lnTo>
                  <a:lnTo>
                    <a:pt x="27217" y="29924"/>
                  </a:lnTo>
                  <a:lnTo>
                    <a:pt x="27867" y="35748"/>
                  </a:lnTo>
                  <a:lnTo>
                    <a:pt x="28517" y="42280"/>
                  </a:lnTo>
                  <a:lnTo>
                    <a:pt x="29167" y="49535"/>
                  </a:lnTo>
                  <a:lnTo>
                    <a:pt x="29817" y="57532"/>
                  </a:lnTo>
                  <a:lnTo>
                    <a:pt x="30467" y="66229"/>
                  </a:lnTo>
                  <a:lnTo>
                    <a:pt x="31117" y="75606"/>
                  </a:lnTo>
                  <a:lnTo>
                    <a:pt x="31767" y="85614"/>
                  </a:lnTo>
                  <a:lnTo>
                    <a:pt x="32417" y="96161"/>
                  </a:lnTo>
                  <a:lnTo>
                    <a:pt x="33067" y="107219"/>
                  </a:lnTo>
                  <a:lnTo>
                    <a:pt x="33717" y="118831"/>
                  </a:lnTo>
                  <a:lnTo>
                    <a:pt x="34367" y="130933"/>
                  </a:lnTo>
                  <a:lnTo>
                    <a:pt x="35017" y="143471"/>
                  </a:lnTo>
                  <a:lnTo>
                    <a:pt x="35666" y="156412"/>
                  </a:lnTo>
                  <a:lnTo>
                    <a:pt x="35699" y="157077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62596" y="3260702"/>
              <a:ext cx="5082" cy="1774"/>
            </a:xfrm>
            <a:custGeom>
              <a:avLst/>
              <a:pathLst>
                <a:path w="5082" h="1774">
                  <a:moveTo>
                    <a:pt x="0" y="1774"/>
                  </a:moveTo>
                  <a:lnTo>
                    <a:pt x="176" y="1525"/>
                  </a:lnTo>
                  <a:lnTo>
                    <a:pt x="826" y="790"/>
                  </a:lnTo>
                  <a:lnTo>
                    <a:pt x="1476" y="292"/>
                  </a:lnTo>
                  <a:lnTo>
                    <a:pt x="2126" y="26"/>
                  </a:lnTo>
                  <a:lnTo>
                    <a:pt x="2776" y="0"/>
                  </a:lnTo>
                  <a:lnTo>
                    <a:pt x="3426" y="183"/>
                  </a:lnTo>
                  <a:lnTo>
                    <a:pt x="4076" y="577"/>
                  </a:lnTo>
                  <a:lnTo>
                    <a:pt x="4726" y="1250"/>
                  </a:lnTo>
                  <a:lnTo>
                    <a:pt x="5082" y="1774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3171" y="3246087"/>
              <a:ext cx="14964" cy="16389"/>
            </a:xfrm>
            <a:custGeom>
              <a:avLst/>
              <a:pathLst>
                <a:path w="14964" h="16389">
                  <a:moveTo>
                    <a:pt x="0" y="16389"/>
                  </a:moveTo>
                  <a:lnTo>
                    <a:pt x="444" y="14652"/>
                  </a:lnTo>
                  <a:lnTo>
                    <a:pt x="1094" y="12159"/>
                  </a:lnTo>
                  <a:lnTo>
                    <a:pt x="1744" y="9821"/>
                  </a:lnTo>
                  <a:lnTo>
                    <a:pt x="2394" y="7769"/>
                  </a:lnTo>
                  <a:lnTo>
                    <a:pt x="3043" y="6022"/>
                  </a:lnTo>
                  <a:lnTo>
                    <a:pt x="3693" y="4577"/>
                  </a:lnTo>
                  <a:lnTo>
                    <a:pt x="4343" y="3420"/>
                  </a:lnTo>
                  <a:lnTo>
                    <a:pt x="4993" y="2464"/>
                  </a:lnTo>
                  <a:lnTo>
                    <a:pt x="5643" y="1662"/>
                  </a:lnTo>
                  <a:lnTo>
                    <a:pt x="6293" y="1014"/>
                  </a:lnTo>
                  <a:lnTo>
                    <a:pt x="6943" y="497"/>
                  </a:lnTo>
                  <a:lnTo>
                    <a:pt x="7593" y="141"/>
                  </a:lnTo>
                  <a:lnTo>
                    <a:pt x="8243" y="0"/>
                  </a:lnTo>
                  <a:lnTo>
                    <a:pt x="8893" y="152"/>
                  </a:lnTo>
                  <a:lnTo>
                    <a:pt x="9543" y="696"/>
                  </a:lnTo>
                  <a:lnTo>
                    <a:pt x="10193" y="1648"/>
                  </a:lnTo>
                  <a:lnTo>
                    <a:pt x="10843" y="2980"/>
                  </a:lnTo>
                  <a:lnTo>
                    <a:pt x="11493" y="4604"/>
                  </a:lnTo>
                  <a:lnTo>
                    <a:pt x="12143" y="6426"/>
                  </a:lnTo>
                  <a:lnTo>
                    <a:pt x="12793" y="8418"/>
                  </a:lnTo>
                  <a:lnTo>
                    <a:pt x="13442" y="10553"/>
                  </a:lnTo>
                  <a:lnTo>
                    <a:pt x="14092" y="12877"/>
                  </a:lnTo>
                  <a:lnTo>
                    <a:pt x="14742" y="15448"/>
                  </a:lnTo>
                  <a:lnTo>
                    <a:pt x="14964" y="16389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97796" y="3246267"/>
              <a:ext cx="14164" cy="16209"/>
            </a:xfrm>
            <a:custGeom>
              <a:avLst/>
              <a:pathLst>
                <a:path w="14164" h="16209">
                  <a:moveTo>
                    <a:pt x="0" y="16209"/>
                  </a:moveTo>
                  <a:lnTo>
                    <a:pt x="162" y="15699"/>
                  </a:lnTo>
                  <a:lnTo>
                    <a:pt x="812" y="13718"/>
                  </a:lnTo>
                  <a:lnTo>
                    <a:pt x="1462" y="11794"/>
                  </a:lnTo>
                  <a:lnTo>
                    <a:pt x="2112" y="9901"/>
                  </a:lnTo>
                  <a:lnTo>
                    <a:pt x="2762" y="8040"/>
                  </a:lnTo>
                  <a:lnTo>
                    <a:pt x="3412" y="6299"/>
                  </a:lnTo>
                  <a:lnTo>
                    <a:pt x="4062" y="4768"/>
                  </a:lnTo>
                  <a:lnTo>
                    <a:pt x="4712" y="3440"/>
                  </a:lnTo>
                  <a:lnTo>
                    <a:pt x="5362" y="2318"/>
                  </a:lnTo>
                  <a:lnTo>
                    <a:pt x="6012" y="1396"/>
                  </a:lnTo>
                  <a:lnTo>
                    <a:pt x="6662" y="652"/>
                  </a:lnTo>
                  <a:lnTo>
                    <a:pt x="7312" y="161"/>
                  </a:lnTo>
                  <a:lnTo>
                    <a:pt x="7962" y="0"/>
                  </a:lnTo>
                  <a:lnTo>
                    <a:pt x="8611" y="168"/>
                  </a:lnTo>
                  <a:lnTo>
                    <a:pt x="9261" y="667"/>
                  </a:lnTo>
                  <a:lnTo>
                    <a:pt x="9911" y="1522"/>
                  </a:lnTo>
                  <a:lnTo>
                    <a:pt x="10561" y="2762"/>
                  </a:lnTo>
                  <a:lnTo>
                    <a:pt x="11211" y="4393"/>
                  </a:lnTo>
                  <a:lnTo>
                    <a:pt x="11861" y="6410"/>
                  </a:lnTo>
                  <a:lnTo>
                    <a:pt x="12511" y="8815"/>
                  </a:lnTo>
                  <a:lnTo>
                    <a:pt x="13161" y="11530"/>
                  </a:lnTo>
                  <a:lnTo>
                    <a:pt x="13811" y="14479"/>
                  </a:lnTo>
                  <a:lnTo>
                    <a:pt x="14164" y="16209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24380" y="2746693"/>
              <a:ext cx="273765" cy="515783"/>
            </a:xfrm>
            <a:custGeom>
              <a:avLst/>
              <a:pathLst>
                <a:path w="273765" h="515783">
                  <a:moveTo>
                    <a:pt x="0" y="515783"/>
                  </a:moveTo>
                  <a:lnTo>
                    <a:pt x="316" y="512177"/>
                  </a:lnTo>
                  <a:lnTo>
                    <a:pt x="966" y="504765"/>
                  </a:lnTo>
                  <a:lnTo>
                    <a:pt x="1616" y="497397"/>
                  </a:lnTo>
                  <a:lnTo>
                    <a:pt x="2265" y="490060"/>
                  </a:lnTo>
                  <a:lnTo>
                    <a:pt x="2915" y="482718"/>
                  </a:lnTo>
                  <a:lnTo>
                    <a:pt x="3565" y="475423"/>
                  </a:lnTo>
                  <a:lnTo>
                    <a:pt x="4215" y="468340"/>
                  </a:lnTo>
                  <a:lnTo>
                    <a:pt x="4865" y="461542"/>
                  </a:lnTo>
                  <a:lnTo>
                    <a:pt x="5515" y="455038"/>
                  </a:lnTo>
                  <a:lnTo>
                    <a:pt x="6165" y="448848"/>
                  </a:lnTo>
                  <a:lnTo>
                    <a:pt x="6815" y="442919"/>
                  </a:lnTo>
                  <a:lnTo>
                    <a:pt x="7465" y="437250"/>
                  </a:lnTo>
                  <a:lnTo>
                    <a:pt x="8115" y="431845"/>
                  </a:lnTo>
                  <a:lnTo>
                    <a:pt x="8765" y="426625"/>
                  </a:lnTo>
                  <a:lnTo>
                    <a:pt x="9415" y="421609"/>
                  </a:lnTo>
                  <a:lnTo>
                    <a:pt x="10065" y="416861"/>
                  </a:lnTo>
                  <a:lnTo>
                    <a:pt x="10715" y="412403"/>
                  </a:lnTo>
                  <a:lnTo>
                    <a:pt x="11365" y="408249"/>
                  </a:lnTo>
                  <a:lnTo>
                    <a:pt x="12015" y="404432"/>
                  </a:lnTo>
                  <a:lnTo>
                    <a:pt x="12664" y="400979"/>
                  </a:lnTo>
                  <a:lnTo>
                    <a:pt x="13314" y="397838"/>
                  </a:lnTo>
                  <a:lnTo>
                    <a:pt x="13964" y="394944"/>
                  </a:lnTo>
                  <a:lnTo>
                    <a:pt x="14614" y="392151"/>
                  </a:lnTo>
                  <a:lnTo>
                    <a:pt x="15264" y="389444"/>
                  </a:lnTo>
                  <a:lnTo>
                    <a:pt x="15914" y="386898"/>
                  </a:lnTo>
                  <a:lnTo>
                    <a:pt x="16564" y="384655"/>
                  </a:lnTo>
                  <a:lnTo>
                    <a:pt x="17214" y="382715"/>
                  </a:lnTo>
                  <a:lnTo>
                    <a:pt x="17864" y="381068"/>
                  </a:lnTo>
                  <a:lnTo>
                    <a:pt x="18514" y="379788"/>
                  </a:lnTo>
                  <a:lnTo>
                    <a:pt x="19164" y="378789"/>
                  </a:lnTo>
                  <a:lnTo>
                    <a:pt x="19814" y="377891"/>
                  </a:lnTo>
                  <a:lnTo>
                    <a:pt x="20464" y="377035"/>
                  </a:lnTo>
                  <a:lnTo>
                    <a:pt x="21114" y="376198"/>
                  </a:lnTo>
                  <a:lnTo>
                    <a:pt x="21764" y="375451"/>
                  </a:lnTo>
                  <a:lnTo>
                    <a:pt x="22413" y="374874"/>
                  </a:lnTo>
                  <a:lnTo>
                    <a:pt x="23063" y="374492"/>
                  </a:lnTo>
                  <a:lnTo>
                    <a:pt x="23713" y="374370"/>
                  </a:lnTo>
                  <a:lnTo>
                    <a:pt x="24363" y="374642"/>
                  </a:lnTo>
                  <a:lnTo>
                    <a:pt x="25013" y="375331"/>
                  </a:lnTo>
                  <a:lnTo>
                    <a:pt x="25663" y="376388"/>
                  </a:lnTo>
                  <a:lnTo>
                    <a:pt x="26313" y="377720"/>
                  </a:lnTo>
                  <a:lnTo>
                    <a:pt x="26963" y="379403"/>
                  </a:lnTo>
                  <a:lnTo>
                    <a:pt x="27613" y="381548"/>
                  </a:lnTo>
                  <a:lnTo>
                    <a:pt x="28263" y="384241"/>
                  </a:lnTo>
                  <a:lnTo>
                    <a:pt x="28913" y="387481"/>
                  </a:lnTo>
                  <a:lnTo>
                    <a:pt x="29563" y="391269"/>
                  </a:lnTo>
                  <a:lnTo>
                    <a:pt x="30213" y="395574"/>
                  </a:lnTo>
                  <a:lnTo>
                    <a:pt x="30863" y="400341"/>
                  </a:lnTo>
                  <a:lnTo>
                    <a:pt x="31513" y="405517"/>
                  </a:lnTo>
                  <a:lnTo>
                    <a:pt x="32163" y="410952"/>
                  </a:lnTo>
                  <a:lnTo>
                    <a:pt x="32812" y="416470"/>
                  </a:lnTo>
                  <a:lnTo>
                    <a:pt x="33462" y="422023"/>
                  </a:lnTo>
                  <a:lnTo>
                    <a:pt x="34112" y="427558"/>
                  </a:lnTo>
                  <a:lnTo>
                    <a:pt x="34762" y="433037"/>
                  </a:lnTo>
                  <a:lnTo>
                    <a:pt x="35412" y="438458"/>
                  </a:lnTo>
                  <a:lnTo>
                    <a:pt x="36062" y="443815"/>
                  </a:lnTo>
                  <a:lnTo>
                    <a:pt x="36712" y="448945"/>
                  </a:lnTo>
                  <a:lnTo>
                    <a:pt x="37362" y="453692"/>
                  </a:lnTo>
                  <a:lnTo>
                    <a:pt x="38012" y="458023"/>
                  </a:lnTo>
                  <a:lnTo>
                    <a:pt x="38662" y="461916"/>
                  </a:lnTo>
                  <a:lnTo>
                    <a:pt x="39312" y="465418"/>
                  </a:lnTo>
                  <a:lnTo>
                    <a:pt x="39962" y="468642"/>
                  </a:lnTo>
                  <a:lnTo>
                    <a:pt x="40612" y="471575"/>
                  </a:lnTo>
                  <a:lnTo>
                    <a:pt x="41262" y="474193"/>
                  </a:lnTo>
                  <a:lnTo>
                    <a:pt x="41912" y="476588"/>
                  </a:lnTo>
                  <a:lnTo>
                    <a:pt x="42561" y="478749"/>
                  </a:lnTo>
                  <a:lnTo>
                    <a:pt x="43211" y="480669"/>
                  </a:lnTo>
                  <a:lnTo>
                    <a:pt x="43861" y="482331"/>
                  </a:lnTo>
                  <a:lnTo>
                    <a:pt x="44511" y="483756"/>
                  </a:lnTo>
                  <a:lnTo>
                    <a:pt x="45161" y="484943"/>
                  </a:lnTo>
                  <a:lnTo>
                    <a:pt x="45811" y="485907"/>
                  </a:lnTo>
                  <a:lnTo>
                    <a:pt x="46461" y="486685"/>
                  </a:lnTo>
                  <a:lnTo>
                    <a:pt x="47111" y="487317"/>
                  </a:lnTo>
                  <a:lnTo>
                    <a:pt x="47761" y="487772"/>
                  </a:lnTo>
                  <a:lnTo>
                    <a:pt x="48411" y="488086"/>
                  </a:lnTo>
                  <a:lnTo>
                    <a:pt x="49061" y="488129"/>
                  </a:lnTo>
                  <a:lnTo>
                    <a:pt x="49711" y="487814"/>
                  </a:lnTo>
                  <a:lnTo>
                    <a:pt x="50361" y="487156"/>
                  </a:lnTo>
                  <a:lnTo>
                    <a:pt x="51011" y="486189"/>
                  </a:lnTo>
                  <a:lnTo>
                    <a:pt x="51661" y="484802"/>
                  </a:lnTo>
                  <a:lnTo>
                    <a:pt x="52311" y="483111"/>
                  </a:lnTo>
                  <a:lnTo>
                    <a:pt x="52960" y="481184"/>
                  </a:lnTo>
                  <a:lnTo>
                    <a:pt x="53610" y="479050"/>
                  </a:lnTo>
                  <a:lnTo>
                    <a:pt x="54260" y="476737"/>
                  </a:lnTo>
                  <a:lnTo>
                    <a:pt x="54910" y="474196"/>
                  </a:lnTo>
                  <a:lnTo>
                    <a:pt x="55560" y="471397"/>
                  </a:lnTo>
                  <a:lnTo>
                    <a:pt x="56210" y="468342"/>
                  </a:lnTo>
                  <a:lnTo>
                    <a:pt x="56860" y="465001"/>
                  </a:lnTo>
                  <a:lnTo>
                    <a:pt x="57510" y="461441"/>
                  </a:lnTo>
                  <a:lnTo>
                    <a:pt x="58160" y="457666"/>
                  </a:lnTo>
                  <a:lnTo>
                    <a:pt x="58810" y="453742"/>
                  </a:lnTo>
                  <a:lnTo>
                    <a:pt x="59460" y="449637"/>
                  </a:lnTo>
                  <a:lnTo>
                    <a:pt x="60110" y="445276"/>
                  </a:lnTo>
                  <a:lnTo>
                    <a:pt x="60760" y="440679"/>
                  </a:lnTo>
                  <a:lnTo>
                    <a:pt x="61410" y="435862"/>
                  </a:lnTo>
                  <a:lnTo>
                    <a:pt x="62060" y="430825"/>
                  </a:lnTo>
                  <a:lnTo>
                    <a:pt x="62709" y="425573"/>
                  </a:lnTo>
                  <a:lnTo>
                    <a:pt x="63359" y="420135"/>
                  </a:lnTo>
                  <a:lnTo>
                    <a:pt x="64009" y="414514"/>
                  </a:lnTo>
                  <a:lnTo>
                    <a:pt x="64659" y="408781"/>
                  </a:lnTo>
                  <a:lnTo>
                    <a:pt x="65309" y="403036"/>
                  </a:lnTo>
                  <a:lnTo>
                    <a:pt x="65959" y="397317"/>
                  </a:lnTo>
                  <a:lnTo>
                    <a:pt x="66609" y="391627"/>
                  </a:lnTo>
                  <a:lnTo>
                    <a:pt x="67259" y="386038"/>
                  </a:lnTo>
                  <a:lnTo>
                    <a:pt x="67909" y="380592"/>
                  </a:lnTo>
                  <a:lnTo>
                    <a:pt x="68559" y="375307"/>
                  </a:lnTo>
                  <a:lnTo>
                    <a:pt x="69209" y="370253"/>
                  </a:lnTo>
                  <a:lnTo>
                    <a:pt x="69859" y="365509"/>
                  </a:lnTo>
                  <a:lnTo>
                    <a:pt x="70509" y="361072"/>
                  </a:lnTo>
                  <a:lnTo>
                    <a:pt x="71159" y="356935"/>
                  </a:lnTo>
                  <a:lnTo>
                    <a:pt x="71809" y="353140"/>
                  </a:lnTo>
                  <a:lnTo>
                    <a:pt x="72458" y="349595"/>
                  </a:lnTo>
                  <a:lnTo>
                    <a:pt x="73108" y="346281"/>
                  </a:lnTo>
                  <a:lnTo>
                    <a:pt x="73758" y="343301"/>
                  </a:lnTo>
                  <a:lnTo>
                    <a:pt x="74408" y="340709"/>
                  </a:lnTo>
                  <a:lnTo>
                    <a:pt x="75058" y="338532"/>
                  </a:lnTo>
                  <a:lnTo>
                    <a:pt x="75708" y="336725"/>
                  </a:lnTo>
                  <a:lnTo>
                    <a:pt x="76358" y="335284"/>
                  </a:lnTo>
                  <a:lnTo>
                    <a:pt x="77008" y="334191"/>
                  </a:lnTo>
                  <a:lnTo>
                    <a:pt x="77658" y="333412"/>
                  </a:lnTo>
                  <a:lnTo>
                    <a:pt x="78308" y="332946"/>
                  </a:lnTo>
                  <a:lnTo>
                    <a:pt x="78958" y="332779"/>
                  </a:lnTo>
                  <a:lnTo>
                    <a:pt x="79608" y="332895"/>
                  </a:lnTo>
                  <a:lnTo>
                    <a:pt x="80258" y="333345"/>
                  </a:lnTo>
                  <a:lnTo>
                    <a:pt x="80908" y="334125"/>
                  </a:lnTo>
                  <a:lnTo>
                    <a:pt x="81558" y="335213"/>
                  </a:lnTo>
                  <a:lnTo>
                    <a:pt x="82208" y="336698"/>
                  </a:lnTo>
                  <a:lnTo>
                    <a:pt x="82857" y="338574"/>
                  </a:lnTo>
                  <a:lnTo>
                    <a:pt x="83507" y="340711"/>
                  </a:lnTo>
                  <a:lnTo>
                    <a:pt x="84157" y="343086"/>
                  </a:lnTo>
                  <a:lnTo>
                    <a:pt x="84807" y="345699"/>
                  </a:lnTo>
                  <a:lnTo>
                    <a:pt x="85457" y="348548"/>
                  </a:lnTo>
                  <a:lnTo>
                    <a:pt x="86107" y="351630"/>
                  </a:lnTo>
                  <a:lnTo>
                    <a:pt x="86757" y="354921"/>
                  </a:lnTo>
                  <a:lnTo>
                    <a:pt x="87407" y="358416"/>
                  </a:lnTo>
                  <a:lnTo>
                    <a:pt x="88057" y="362120"/>
                  </a:lnTo>
                  <a:lnTo>
                    <a:pt x="88707" y="366033"/>
                  </a:lnTo>
                  <a:lnTo>
                    <a:pt x="89357" y="370154"/>
                  </a:lnTo>
                  <a:lnTo>
                    <a:pt x="90007" y="374415"/>
                  </a:lnTo>
                  <a:lnTo>
                    <a:pt x="90657" y="378726"/>
                  </a:lnTo>
                  <a:lnTo>
                    <a:pt x="91307" y="383066"/>
                  </a:lnTo>
                  <a:lnTo>
                    <a:pt x="91957" y="387464"/>
                  </a:lnTo>
                  <a:lnTo>
                    <a:pt x="92606" y="391954"/>
                  </a:lnTo>
                  <a:lnTo>
                    <a:pt x="93256" y="396515"/>
                  </a:lnTo>
                  <a:lnTo>
                    <a:pt x="93906" y="401106"/>
                  </a:lnTo>
                  <a:lnTo>
                    <a:pt x="94556" y="405711"/>
                  </a:lnTo>
                  <a:lnTo>
                    <a:pt x="95206" y="410328"/>
                  </a:lnTo>
                  <a:lnTo>
                    <a:pt x="95856" y="414891"/>
                  </a:lnTo>
                  <a:lnTo>
                    <a:pt x="96506" y="419374"/>
                  </a:lnTo>
                  <a:lnTo>
                    <a:pt x="97156" y="423806"/>
                  </a:lnTo>
                  <a:lnTo>
                    <a:pt x="97806" y="428212"/>
                  </a:lnTo>
                  <a:lnTo>
                    <a:pt x="98456" y="432575"/>
                  </a:lnTo>
                  <a:lnTo>
                    <a:pt x="99106" y="436924"/>
                  </a:lnTo>
                  <a:lnTo>
                    <a:pt x="99756" y="441225"/>
                  </a:lnTo>
                  <a:lnTo>
                    <a:pt x="100406" y="445466"/>
                  </a:lnTo>
                  <a:lnTo>
                    <a:pt x="101056" y="449633"/>
                  </a:lnTo>
                  <a:lnTo>
                    <a:pt x="101706" y="453692"/>
                  </a:lnTo>
                  <a:lnTo>
                    <a:pt x="102356" y="457609"/>
                  </a:lnTo>
                  <a:lnTo>
                    <a:pt x="103005" y="461397"/>
                  </a:lnTo>
                  <a:lnTo>
                    <a:pt x="103655" y="465112"/>
                  </a:lnTo>
                  <a:lnTo>
                    <a:pt x="104305" y="468762"/>
                  </a:lnTo>
                  <a:lnTo>
                    <a:pt x="104955" y="472328"/>
                  </a:lnTo>
                  <a:lnTo>
                    <a:pt x="105605" y="475891"/>
                  </a:lnTo>
                  <a:lnTo>
                    <a:pt x="106255" y="479462"/>
                  </a:lnTo>
                  <a:lnTo>
                    <a:pt x="106905" y="482926"/>
                  </a:lnTo>
                  <a:lnTo>
                    <a:pt x="107555" y="486187"/>
                  </a:lnTo>
                  <a:lnTo>
                    <a:pt x="108205" y="489228"/>
                  </a:lnTo>
                  <a:lnTo>
                    <a:pt x="108855" y="492052"/>
                  </a:lnTo>
                  <a:lnTo>
                    <a:pt x="109505" y="494658"/>
                  </a:lnTo>
                  <a:lnTo>
                    <a:pt x="110155" y="497084"/>
                  </a:lnTo>
                  <a:lnTo>
                    <a:pt x="110805" y="499304"/>
                  </a:lnTo>
                  <a:lnTo>
                    <a:pt x="111455" y="501315"/>
                  </a:lnTo>
                  <a:lnTo>
                    <a:pt x="112105" y="503131"/>
                  </a:lnTo>
                  <a:lnTo>
                    <a:pt x="112754" y="504772"/>
                  </a:lnTo>
                  <a:lnTo>
                    <a:pt x="113404" y="506189"/>
                  </a:lnTo>
                  <a:lnTo>
                    <a:pt x="114054" y="507438"/>
                  </a:lnTo>
                  <a:lnTo>
                    <a:pt x="114704" y="508515"/>
                  </a:lnTo>
                  <a:lnTo>
                    <a:pt x="115354" y="509419"/>
                  </a:lnTo>
                  <a:lnTo>
                    <a:pt x="116004" y="510163"/>
                  </a:lnTo>
                  <a:lnTo>
                    <a:pt x="116654" y="510848"/>
                  </a:lnTo>
                  <a:lnTo>
                    <a:pt x="117304" y="511476"/>
                  </a:lnTo>
                  <a:lnTo>
                    <a:pt x="117954" y="512048"/>
                  </a:lnTo>
                  <a:lnTo>
                    <a:pt x="118604" y="512530"/>
                  </a:lnTo>
                  <a:lnTo>
                    <a:pt x="119254" y="512892"/>
                  </a:lnTo>
                  <a:lnTo>
                    <a:pt x="119904" y="513137"/>
                  </a:lnTo>
                  <a:lnTo>
                    <a:pt x="120554" y="513262"/>
                  </a:lnTo>
                  <a:lnTo>
                    <a:pt x="121204" y="513294"/>
                  </a:lnTo>
                  <a:lnTo>
                    <a:pt x="121854" y="513230"/>
                  </a:lnTo>
                  <a:lnTo>
                    <a:pt x="122504" y="513069"/>
                  </a:lnTo>
                  <a:lnTo>
                    <a:pt x="123153" y="512830"/>
                  </a:lnTo>
                  <a:lnTo>
                    <a:pt x="123803" y="512421"/>
                  </a:lnTo>
                  <a:lnTo>
                    <a:pt x="124453" y="511750"/>
                  </a:lnTo>
                  <a:lnTo>
                    <a:pt x="125103" y="510783"/>
                  </a:lnTo>
                  <a:lnTo>
                    <a:pt x="125753" y="509517"/>
                  </a:lnTo>
                  <a:lnTo>
                    <a:pt x="126403" y="507976"/>
                  </a:lnTo>
                  <a:lnTo>
                    <a:pt x="127053" y="506106"/>
                  </a:lnTo>
                  <a:lnTo>
                    <a:pt x="127703" y="503883"/>
                  </a:lnTo>
                  <a:lnTo>
                    <a:pt x="128353" y="501368"/>
                  </a:lnTo>
                  <a:lnTo>
                    <a:pt x="129003" y="498654"/>
                  </a:lnTo>
                  <a:lnTo>
                    <a:pt x="129653" y="495735"/>
                  </a:lnTo>
                  <a:lnTo>
                    <a:pt x="130303" y="492546"/>
                  </a:lnTo>
                  <a:lnTo>
                    <a:pt x="130953" y="489041"/>
                  </a:lnTo>
                  <a:lnTo>
                    <a:pt x="131603" y="485203"/>
                  </a:lnTo>
                  <a:lnTo>
                    <a:pt x="132253" y="480974"/>
                  </a:lnTo>
                  <a:lnTo>
                    <a:pt x="132902" y="476310"/>
                  </a:lnTo>
                  <a:lnTo>
                    <a:pt x="133552" y="471241"/>
                  </a:lnTo>
                  <a:lnTo>
                    <a:pt x="134202" y="465819"/>
                  </a:lnTo>
                  <a:lnTo>
                    <a:pt x="134852" y="460079"/>
                  </a:lnTo>
                  <a:lnTo>
                    <a:pt x="135502" y="454050"/>
                  </a:lnTo>
                  <a:lnTo>
                    <a:pt x="136152" y="447748"/>
                  </a:lnTo>
                  <a:lnTo>
                    <a:pt x="136802" y="441208"/>
                  </a:lnTo>
                  <a:lnTo>
                    <a:pt x="137452" y="434458"/>
                  </a:lnTo>
                  <a:lnTo>
                    <a:pt x="138102" y="427467"/>
                  </a:lnTo>
                  <a:lnTo>
                    <a:pt x="138752" y="420192"/>
                  </a:lnTo>
                  <a:lnTo>
                    <a:pt x="139402" y="412600"/>
                  </a:lnTo>
                  <a:lnTo>
                    <a:pt x="140052" y="404729"/>
                  </a:lnTo>
                  <a:lnTo>
                    <a:pt x="140702" y="396641"/>
                  </a:lnTo>
                  <a:lnTo>
                    <a:pt x="141352" y="388356"/>
                  </a:lnTo>
                  <a:lnTo>
                    <a:pt x="142002" y="379946"/>
                  </a:lnTo>
                  <a:lnTo>
                    <a:pt x="142652" y="371438"/>
                  </a:lnTo>
                  <a:lnTo>
                    <a:pt x="143301" y="362826"/>
                  </a:lnTo>
                  <a:lnTo>
                    <a:pt x="143951" y="354064"/>
                  </a:lnTo>
                  <a:lnTo>
                    <a:pt x="144601" y="345085"/>
                  </a:lnTo>
                  <a:lnTo>
                    <a:pt x="145251" y="335832"/>
                  </a:lnTo>
                  <a:lnTo>
                    <a:pt x="145901" y="326287"/>
                  </a:lnTo>
                  <a:lnTo>
                    <a:pt x="146551" y="316424"/>
                  </a:lnTo>
                  <a:lnTo>
                    <a:pt x="147201" y="306216"/>
                  </a:lnTo>
                  <a:lnTo>
                    <a:pt x="147851" y="295637"/>
                  </a:lnTo>
                  <a:lnTo>
                    <a:pt x="148501" y="284674"/>
                  </a:lnTo>
                  <a:lnTo>
                    <a:pt x="149151" y="273345"/>
                  </a:lnTo>
                  <a:lnTo>
                    <a:pt x="149801" y="261691"/>
                  </a:lnTo>
                  <a:lnTo>
                    <a:pt x="150451" y="249671"/>
                  </a:lnTo>
                  <a:lnTo>
                    <a:pt x="151101" y="237304"/>
                  </a:lnTo>
                  <a:lnTo>
                    <a:pt x="151751" y="224679"/>
                  </a:lnTo>
                  <a:lnTo>
                    <a:pt x="152401" y="211862"/>
                  </a:lnTo>
                  <a:lnTo>
                    <a:pt x="153050" y="198871"/>
                  </a:lnTo>
                  <a:lnTo>
                    <a:pt x="153700" y="185722"/>
                  </a:lnTo>
                  <a:lnTo>
                    <a:pt x="154350" y="172450"/>
                  </a:lnTo>
                  <a:lnTo>
                    <a:pt x="155000" y="159086"/>
                  </a:lnTo>
                  <a:lnTo>
                    <a:pt x="155650" y="145681"/>
                  </a:lnTo>
                  <a:lnTo>
                    <a:pt x="156300" y="132398"/>
                  </a:lnTo>
                  <a:lnTo>
                    <a:pt x="156950" y="119442"/>
                  </a:lnTo>
                  <a:lnTo>
                    <a:pt x="157600" y="106978"/>
                  </a:lnTo>
                  <a:lnTo>
                    <a:pt x="158250" y="95020"/>
                  </a:lnTo>
                  <a:lnTo>
                    <a:pt x="158900" y="83563"/>
                  </a:lnTo>
                  <a:lnTo>
                    <a:pt x="159550" y="72656"/>
                  </a:lnTo>
                  <a:lnTo>
                    <a:pt x="160200" y="62458"/>
                  </a:lnTo>
                  <a:lnTo>
                    <a:pt x="160850" y="53021"/>
                  </a:lnTo>
                  <a:lnTo>
                    <a:pt x="161500" y="44272"/>
                  </a:lnTo>
                  <a:lnTo>
                    <a:pt x="162150" y="36214"/>
                  </a:lnTo>
                  <a:lnTo>
                    <a:pt x="162800" y="28911"/>
                  </a:lnTo>
                  <a:lnTo>
                    <a:pt x="163449" y="22375"/>
                  </a:lnTo>
                  <a:lnTo>
                    <a:pt x="164099" y="16618"/>
                  </a:lnTo>
                  <a:lnTo>
                    <a:pt x="164749" y="11717"/>
                  </a:lnTo>
                  <a:lnTo>
                    <a:pt x="165399" y="7747"/>
                  </a:lnTo>
                  <a:lnTo>
                    <a:pt x="166049" y="4690"/>
                  </a:lnTo>
                  <a:lnTo>
                    <a:pt x="166699" y="2421"/>
                  </a:lnTo>
                  <a:lnTo>
                    <a:pt x="167349" y="899"/>
                  </a:lnTo>
                  <a:lnTo>
                    <a:pt x="167999" y="105"/>
                  </a:lnTo>
                  <a:lnTo>
                    <a:pt x="168649" y="0"/>
                  </a:lnTo>
                  <a:lnTo>
                    <a:pt x="169299" y="514"/>
                  </a:lnTo>
                  <a:lnTo>
                    <a:pt x="169949" y="1553"/>
                  </a:lnTo>
                  <a:lnTo>
                    <a:pt x="170599" y="2939"/>
                  </a:lnTo>
                  <a:lnTo>
                    <a:pt x="171249" y="4633"/>
                  </a:lnTo>
                  <a:lnTo>
                    <a:pt x="171899" y="6635"/>
                  </a:lnTo>
                  <a:lnTo>
                    <a:pt x="172549" y="8944"/>
                  </a:lnTo>
                  <a:lnTo>
                    <a:pt x="173198" y="11520"/>
                  </a:lnTo>
                  <a:lnTo>
                    <a:pt x="173848" y="14303"/>
                  </a:lnTo>
                  <a:lnTo>
                    <a:pt x="174498" y="17199"/>
                  </a:lnTo>
                  <a:lnTo>
                    <a:pt x="175148" y="20105"/>
                  </a:lnTo>
                  <a:lnTo>
                    <a:pt x="175798" y="23026"/>
                  </a:lnTo>
                  <a:lnTo>
                    <a:pt x="176448" y="26003"/>
                  </a:lnTo>
                  <a:lnTo>
                    <a:pt x="177098" y="29168"/>
                  </a:lnTo>
                  <a:lnTo>
                    <a:pt x="177748" y="32667"/>
                  </a:lnTo>
                  <a:lnTo>
                    <a:pt x="178398" y="36540"/>
                  </a:lnTo>
                  <a:lnTo>
                    <a:pt x="179048" y="40803"/>
                  </a:lnTo>
                  <a:lnTo>
                    <a:pt x="179698" y="45497"/>
                  </a:lnTo>
                  <a:lnTo>
                    <a:pt x="180348" y="50751"/>
                  </a:lnTo>
                  <a:lnTo>
                    <a:pt x="180998" y="56631"/>
                  </a:lnTo>
                  <a:lnTo>
                    <a:pt x="181648" y="63147"/>
                  </a:lnTo>
                  <a:lnTo>
                    <a:pt x="182298" y="70240"/>
                  </a:lnTo>
                  <a:lnTo>
                    <a:pt x="182948" y="77939"/>
                  </a:lnTo>
                  <a:lnTo>
                    <a:pt x="183597" y="86347"/>
                  </a:lnTo>
                  <a:lnTo>
                    <a:pt x="184247" y="95419"/>
                  </a:lnTo>
                  <a:lnTo>
                    <a:pt x="184897" y="105071"/>
                  </a:lnTo>
                  <a:lnTo>
                    <a:pt x="185547" y="115248"/>
                  </a:lnTo>
                  <a:lnTo>
                    <a:pt x="186197" y="125977"/>
                  </a:lnTo>
                  <a:lnTo>
                    <a:pt x="186847" y="137179"/>
                  </a:lnTo>
                  <a:lnTo>
                    <a:pt x="187497" y="148744"/>
                  </a:lnTo>
                  <a:lnTo>
                    <a:pt x="188147" y="160644"/>
                  </a:lnTo>
                  <a:lnTo>
                    <a:pt x="188797" y="172814"/>
                  </a:lnTo>
                  <a:lnTo>
                    <a:pt x="189447" y="185127"/>
                  </a:lnTo>
                  <a:lnTo>
                    <a:pt x="190097" y="197404"/>
                  </a:lnTo>
                  <a:lnTo>
                    <a:pt x="190747" y="209564"/>
                  </a:lnTo>
                  <a:lnTo>
                    <a:pt x="191397" y="221574"/>
                  </a:lnTo>
                  <a:lnTo>
                    <a:pt x="192047" y="233463"/>
                  </a:lnTo>
                  <a:lnTo>
                    <a:pt x="192697" y="245122"/>
                  </a:lnTo>
                  <a:lnTo>
                    <a:pt x="193346" y="256437"/>
                  </a:lnTo>
                  <a:lnTo>
                    <a:pt x="193996" y="267388"/>
                  </a:lnTo>
                  <a:lnTo>
                    <a:pt x="194646" y="277979"/>
                  </a:lnTo>
                  <a:lnTo>
                    <a:pt x="195296" y="288159"/>
                  </a:lnTo>
                  <a:lnTo>
                    <a:pt x="195946" y="297913"/>
                  </a:lnTo>
                  <a:lnTo>
                    <a:pt x="196596" y="307264"/>
                  </a:lnTo>
                  <a:lnTo>
                    <a:pt x="197246" y="316111"/>
                  </a:lnTo>
                  <a:lnTo>
                    <a:pt x="197896" y="324368"/>
                  </a:lnTo>
                  <a:lnTo>
                    <a:pt x="198546" y="332018"/>
                  </a:lnTo>
                  <a:lnTo>
                    <a:pt x="199196" y="339107"/>
                  </a:lnTo>
                  <a:lnTo>
                    <a:pt x="199846" y="345612"/>
                  </a:lnTo>
                  <a:lnTo>
                    <a:pt x="200496" y="351522"/>
                  </a:lnTo>
                  <a:lnTo>
                    <a:pt x="201146" y="356842"/>
                  </a:lnTo>
                  <a:lnTo>
                    <a:pt x="201796" y="361570"/>
                  </a:lnTo>
                  <a:lnTo>
                    <a:pt x="202446" y="365776"/>
                  </a:lnTo>
                  <a:lnTo>
                    <a:pt x="203095" y="369618"/>
                  </a:lnTo>
                  <a:lnTo>
                    <a:pt x="203745" y="373284"/>
                  </a:lnTo>
                  <a:lnTo>
                    <a:pt x="204395" y="376867"/>
                  </a:lnTo>
                  <a:lnTo>
                    <a:pt x="205045" y="380361"/>
                  </a:lnTo>
                  <a:lnTo>
                    <a:pt x="205695" y="383791"/>
                  </a:lnTo>
                  <a:lnTo>
                    <a:pt x="206345" y="387208"/>
                  </a:lnTo>
                  <a:lnTo>
                    <a:pt x="206995" y="390684"/>
                  </a:lnTo>
                  <a:lnTo>
                    <a:pt x="207645" y="394277"/>
                  </a:lnTo>
                  <a:lnTo>
                    <a:pt x="208295" y="398002"/>
                  </a:lnTo>
                  <a:lnTo>
                    <a:pt x="208945" y="401834"/>
                  </a:lnTo>
                  <a:lnTo>
                    <a:pt x="209595" y="405794"/>
                  </a:lnTo>
                  <a:lnTo>
                    <a:pt x="210245" y="409806"/>
                  </a:lnTo>
                  <a:lnTo>
                    <a:pt x="210895" y="413798"/>
                  </a:lnTo>
                  <a:lnTo>
                    <a:pt x="211545" y="417753"/>
                  </a:lnTo>
                  <a:lnTo>
                    <a:pt x="212195" y="421655"/>
                  </a:lnTo>
                  <a:lnTo>
                    <a:pt x="212845" y="425343"/>
                  </a:lnTo>
                  <a:lnTo>
                    <a:pt x="213494" y="428632"/>
                  </a:lnTo>
                  <a:lnTo>
                    <a:pt x="214144" y="431463"/>
                  </a:lnTo>
                  <a:lnTo>
                    <a:pt x="214794" y="433832"/>
                  </a:lnTo>
                  <a:lnTo>
                    <a:pt x="215444" y="435714"/>
                  </a:lnTo>
                  <a:lnTo>
                    <a:pt x="216094" y="437010"/>
                  </a:lnTo>
                  <a:lnTo>
                    <a:pt x="216744" y="437704"/>
                  </a:lnTo>
                  <a:lnTo>
                    <a:pt x="217394" y="437828"/>
                  </a:lnTo>
                  <a:lnTo>
                    <a:pt x="218044" y="437375"/>
                  </a:lnTo>
                  <a:lnTo>
                    <a:pt x="218694" y="436313"/>
                  </a:lnTo>
                  <a:lnTo>
                    <a:pt x="219344" y="434601"/>
                  </a:lnTo>
                  <a:lnTo>
                    <a:pt x="219994" y="432328"/>
                  </a:lnTo>
                  <a:lnTo>
                    <a:pt x="220644" y="429542"/>
                  </a:lnTo>
                  <a:lnTo>
                    <a:pt x="221294" y="426233"/>
                  </a:lnTo>
                  <a:lnTo>
                    <a:pt x="221944" y="422432"/>
                  </a:lnTo>
                  <a:lnTo>
                    <a:pt x="222594" y="418204"/>
                  </a:lnTo>
                  <a:lnTo>
                    <a:pt x="223243" y="413643"/>
                  </a:lnTo>
                  <a:lnTo>
                    <a:pt x="223893" y="408767"/>
                  </a:lnTo>
                  <a:lnTo>
                    <a:pt x="224543" y="403541"/>
                  </a:lnTo>
                  <a:lnTo>
                    <a:pt x="225193" y="397972"/>
                  </a:lnTo>
                  <a:lnTo>
                    <a:pt x="225843" y="392155"/>
                  </a:lnTo>
                  <a:lnTo>
                    <a:pt x="226493" y="386113"/>
                  </a:lnTo>
                  <a:lnTo>
                    <a:pt x="227143" y="379846"/>
                  </a:lnTo>
                  <a:lnTo>
                    <a:pt x="227793" y="373442"/>
                  </a:lnTo>
                  <a:lnTo>
                    <a:pt x="228443" y="366940"/>
                  </a:lnTo>
                  <a:lnTo>
                    <a:pt x="229093" y="360298"/>
                  </a:lnTo>
                  <a:lnTo>
                    <a:pt x="229743" y="353607"/>
                  </a:lnTo>
                  <a:lnTo>
                    <a:pt x="230393" y="346979"/>
                  </a:lnTo>
                  <a:lnTo>
                    <a:pt x="231043" y="340439"/>
                  </a:lnTo>
                  <a:lnTo>
                    <a:pt x="231693" y="334003"/>
                  </a:lnTo>
                  <a:lnTo>
                    <a:pt x="232343" y="327780"/>
                  </a:lnTo>
                  <a:lnTo>
                    <a:pt x="232993" y="321873"/>
                  </a:lnTo>
                  <a:lnTo>
                    <a:pt x="233642" y="316301"/>
                  </a:lnTo>
                  <a:lnTo>
                    <a:pt x="234292" y="311165"/>
                  </a:lnTo>
                  <a:lnTo>
                    <a:pt x="234942" y="306466"/>
                  </a:lnTo>
                  <a:lnTo>
                    <a:pt x="235592" y="302204"/>
                  </a:lnTo>
                  <a:lnTo>
                    <a:pt x="236242" y="298246"/>
                  </a:lnTo>
                  <a:lnTo>
                    <a:pt x="236892" y="294533"/>
                  </a:lnTo>
                  <a:lnTo>
                    <a:pt x="237542" y="291038"/>
                  </a:lnTo>
                  <a:lnTo>
                    <a:pt x="238192" y="287771"/>
                  </a:lnTo>
                  <a:lnTo>
                    <a:pt x="238842" y="284734"/>
                  </a:lnTo>
                  <a:lnTo>
                    <a:pt x="239492" y="281894"/>
                  </a:lnTo>
                  <a:lnTo>
                    <a:pt x="240142" y="279254"/>
                  </a:lnTo>
                  <a:lnTo>
                    <a:pt x="240792" y="276843"/>
                  </a:lnTo>
                  <a:lnTo>
                    <a:pt x="241442" y="274705"/>
                  </a:lnTo>
                  <a:lnTo>
                    <a:pt x="242092" y="272771"/>
                  </a:lnTo>
                  <a:lnTo>
                    <a:pt x="242742" y="270944"/>
                  </a:lnTo>
                  <a:lnTo>
                    <a:pt x="243391" y="269236"/>
                  </a:lnTo>
                  <a:lnTo>
                    <a:pt x="244041" y="267644"/>
                  </a:lnTo>
                  <a:lnTo>
                    <a:pt x="244691" y="266171"/>
                  </a:lnTo>
                  <a:lnTo>
                    <a:pt x="245341" y="264826"/>
                  </a:lnTo>
                  <a:lnTo>
                    <a:pt x="245991" y="263778"/>
                  </a:lnTo>
                  <a:lnTo>
                    <a:pt x="246641" y="263083"/>
                  </a:lnTo>
                  <a:lnTo>
                    <a:pt x="247291" y="262760"/>
                  </a:lnTo>
                  <a:lnTo>
                    <a:pt x="247941" y="262848"/>
                  </a:lnTo>
                  <a:lnTo>
                    <a:pt x="248591" y="263395"/>
                  </a:lnTo>
                  <a:lnTo>
                    <a:pt x="249241" y="264384"/>
                  </a:lnTo>
                  <a:lnTo>
                    <a:pt x="249891" y="265754"/>
                  </a:lnTo>
                  <a:lnTo>
                    <a:pt x="250541" y="267533"/>
                  </a:lnTo>
                  <a:lnTo>
                    <a:pt x="251191" y="269721"/>
                  </a:lnTo>
                  <a:lnTo>
                    <a:pt x="251841" y="272369"/>
                  </a:lnTo>
                  <a:lnTo>
                    <a:pt x="252491" y="275468"/>
                  </a:lnTo>
                  <a:lnTo>
                    <a:pt x="253141" y="278996"/>
                  </a:lnTo>
                  <a:lnTo>
                    <a:pt x="253790" y="282976"/>
                  </a:lnTo>
                  <a:lnTo>
                    <a:pt x="254440" y="287416"/>
                  </a:lnTo>
                  <a:lnTo>
                    <a:pt x="255090" y="292268"/>
                  </a:lnTo>
                  <a:lnTo>
                    <a:pt x="255740" y="297473"/>
                  </a:lnTo>
                  <a:lnTo>
                    <a:pt x="256390" y="303038"/>
                  </a:lnTo>
                  <a:lnTo>
                    <a:pt x="257040" y="309014"/>
                  </a:lnTo>
                  <a:lnTo>
                    <a:pt x="257690" y="315419"/>
                  </a:lnTo>
                  <a:lnTo>
                    <a:pt x="258340" y="322190"/>
                  </a:lnTo>
                  <a:lnTo>
                    <a:pt x="258990" y="329321"/>
                  </a:lnTo>
                  <a:lnTo>
                    <a:pt x="259640" y="336814"/>
                  </a:lnTo>
                  <a:lnTo>
                    <a:pt x="260290" y="344609"/>
                  </a:lnTo>
                  <a:lnTo>
                    <a:pt x="260940" y="352608"/>
                  </a:lnTo>
                  <a:lnTo>
                    <a:pt x="261590" y="360846"/>
                  </a:lnTo>
                  <a:lnTo>
                    <a:pt x="262240" y="369341"/>
                  </a:lnTo>
                  <a:lnTo>
                    <a:pt x="262890" y="378007"/>
                  </a:lnTo>
                  <a:lnTo>
                    <a:pt x="263539" y="386819"/>
                  </a:lnTo>
                  <a:lnTo>
                    <a:pt x="264189" y="395777"/>
                  </a:lnTo>
                  <a:lnTo>
                    <a:pt x="264839" y="404863"/>
                  </a:lnTo>
                  <a:lnTo>
                    <a:pt x="265489" y="413988"/>
                  </a:lnTo>
                  <a:lnTo>
                    <a:pt x="266139" y="423126"/>
                  </a:lnTo>
                  <a:lnTo>
                    <a:pt x="266789" y="432167"/>
                  </a:lnTo>
                  <a:lnTo>
                    <a:pt x="267439" y="441007"/>
                  </a:lnTo>
                  <a:lnTo>
                    <a:pt x="268089" y="449639"/>
                  </a:lnTo>
                  <a:lnTo>
                    <a:pt x="268739" y="458067"/>
                  </a:lnTo>
                  <a:lnTo>
                    <a:pt x="269389" y="466291"/>
                  </a:lnTo>
                  <a:lnTo>
                    <a:pt x="270039" y="474330"/>
                  </a:lnTo>
                  <a:lnTo>
                    <a:pt x="270689" y="482163"/>
                  </a:lnTo>
                  <a:lnTo>
                    <a:pt x="271339" y="489771"/>
                  </a:lnTo>
                  <a:lnTo>
                    <a:pt x="271989" y="497110"/>
                  </a:lnTo>
                  <a:lnTo>
                    <a:pt x="272639" y="504193"/>
                  </a:lnTo>
                  <a:lnTo>
                    <a:pt x="273289" y="511003"/>
                  </a:lnTo>
                  <a:lnTo>
                    <a:pt x="273765" y="515783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34866" y="3217899"/>
              <a:ext cx="24543" cy="44577"/>
            </a:xfrm>
            <a:custGeom>
              <a:avLst/>
              <a:pathLst>
                <a:path w="24543" h="44577">
                  <a:moveTo>
                    <a:pt x="0" y="44577"/>
                  </a:moveTo>
                  <a:lnTo>
                    <a:pt x="498" y="41829"/>
                  </a:lnTo>
                  <a:lnTo>
                    <a:pt x="1148" y="38249"/>
                  </a:lnTo>
                  <a:lnTo>
                    <a:pt x="1798" y="34669"/>
                  </a:lnTo>
                  <a:lnTo>
                    <a:pt x="2448" y="31089"/>
                  </a:lnTo>
                  <a:lnTo>
                    <a:pt x="3098" y="27560"/>
                  </a:lnTo>
                  <a:lnTo>
                    <a:pt x="3748" y="24169"/>
                  </a:lnTo>
                  <a:lnTo>
                    <a:pt x="4398" y="20954"/>
                  </a:lnTo>
                  <a:lnTo>
                    <a:pt x="5048" y="17917"/>
                  </a:lnTo>
                  <a:lnTo>
                    <a:pt x="5698" y="15056"/>
                  </a:lnTo>
                  <a:lnTo>
                    <a:pt x="6348" y="12398"/>
                  </a:lnTo>
                  <a:lnTo>
                    <a:pt x="6998" y="9944"/>
                  </a:lnTo>
                  <a:lnTo>
                    <a:pt x="7648" y="7698"/>
                  </a:lnTo>
                  <a:lnTo>
                    <a:pt x="8298" y="5662"/>
                  </a:lnTo>
                  <a:lnTo>
                    <a:pt x="8948" y="3861"/>
                  </a:lnTo>
                  <a:lnTo>
                    <a:pt x="9597" y="2342"/>
                  </a:lnTo>
                  <a:lnTo>
                    <a:pt x="10247" y="1175"/>
                  </a:lnTo>
                  <a:lnTo>
                    <a:pt x="10897" y="396"/>
                  </a:lnTo>
                  <a:lnTo>
                    <a:pt x="11547" y="4"/>
                  </a:lnTo>
                  <a:lnTo>
                    <a:pt x="12197" y="0"/>
                  </a:lnTo>
                  <a:lnTo>
                    <a:pt x="12847" y="341"/>
                  </a:lnTo>
                  <a:lnTo>
                    <a:pt x="13497" y="952"/>
                  </a:lnTo>
                  <a:lnTo>
                    <a:pt x="14147" y="1822"/>
                  </a:lnTo>
                  <a:lnTo>
                    <a:pt x="14797" y="2955"/>
                  </a:lnTo>
                  <a:lnTo>
                    <a:pt x="15447" y="4354"/>
                  </a:lnTo>
                  <a:lnTo>
                    <a:pt x="16097" y="6021"/>
                  </a:lnTo>
                  <a:lnTo>
                    <a:pt x="16747" y="7984"/>
                  </a:lnTo>
                  <a:lnTo>
                    <a:pt x="17397" y="10214"/>
                  </a:lnTo>
                  <a:lnTo>
                    <a:pt x="18047" y="12709"/>
                  </a:lnTo>
                  <a:lnTo>
                    <a:pt x="18697" y="15467"/>
                  </a:lnTo>
                  <a:lnTo>
                    <a:pt x="19346" y="18437"/>
                  </a:lnTo>
                  <a:lnTo>
                    <a:pt x="19996" y="21505"/>
                  </a:lnTo>
                  <a:lnTo>
                    <a:pt x="20646" y="24631"/>
                  </a:lnTo>
                  <a:lnTo>
                    <a:pt x="21296" y="27814"/>
                  </a:lnTo>
                  <a:lnTo>
                    <a:pt x="21946" y="31054"/>
                  </a:lnTo>
                  <a:lnTo>
                    <a:pt x="22596" y="34351"/>
                  </a:lnTo>
                  <a:lnTo>
                    <a:pt x="23246" y="37706"/>
                  </a:lnTo>
                  <a:lnTo>
                    <a:pt x="23896" y="41120"/>
                  </a:lnTo>
                  <a:lnTo>
                    <a:pt x="24543" y="44577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83012" y="3144719"/>
              <a:ext cx="70874" cy="117758"/>
            </a:xfrm>
            <a:custGeom>
              <a:avLst/>
              <a:pathLst>
                <a:path w="70874" h="117758">
                  <a:moveTo>
                    <a:pt x="0" y="117758"/>
                  </a:moveTo>
                  <a:lnTo>
                    <a:pt x="538" y="116101"/>
                  </a:lnTo>
                  <a:lnTo>
                    <a:pt x="1188" y="114102"/>
                  </a:lnTo>
                  <a:lnTo>
                    <a:pt x="1838" y="112102"/>
                  </a:lnTo>
                  <a:lnTo>
                    <a:pt x="2488" y="110102"/>
                  </a:lnTo>
                  <a:lnTo>
                    <a:pt x="3138" y="108103"/>
                  </a:lnTo>
                  <a:lnTo>
                    <a:pt x="3787" y="106103"/>
                  </a:lnTo>
                  <a:lnTo>
                    <a:pt x="4437" y="104128"/>
                  </a:lnTo>
                  <a:lnTo>
                    <a:pt x="5087" y="102181"/>
                  </a:lnTo>
                  <a:lnTo>
                    <a:pt x="5737" y="100265"/>
                  </a:lnTo>
                  <a:lnTo>
                    <a:pt x="6387" y="98381"/>
                  </a:lnTo>
                  <a:lnTo>
                    <a:pt x="7037" y="96530"/>
                  </a:lnTo>
                  <a:lnTo>
                    <a:pt x="7687" y="94738"/>
                  </a:lnTo>
                  <a:lnTo>
                    <a:pt x="8337" y="93078"/>
                  </a:lnTo>
                  <a:lnTo>
                    <a:pt x="8987" y="91635"/>
                  </a:lnTo>
                  <a:lnTo>
                    <a:pt x="9637" y="90426"/>
                  </a:lnTo>
                  <a:lnTo>
                    <a:pt x="10287" y="89450"/>
                  </a:lnTo>
                  <a:lnTo>
                    <a:pt x="10937" y="88709"/>
                  </a:lnTo>
                  <a:lnTo>
                    <a:pt x="11587" y="88122"/>
                  </a:lnTo>
                  <a:lnTo>
                    <a:pt x="12237" y="87680"/>
                  </a:lnTo>
                  <a:lnTo>
                    <a:pt x="12887" y="87383"/>
                  </a:lnTo>
                  <a:lnTo>
                    <a:pt x="13537" y="87287"/>
                  </a:lnTo>
                  <a:lnTo>
                    <a:pt x="14186" y="87443"/>
                  </a:lnTo>
                  <a:lnTo>
                    <a:pt x="14836" y="87844"/>
                  </a:lnTo>
                  <a:lnTo>
                    <a:pt x="15486" y="88442"/>
                  </a:lnTo>
                  <a:lnTo>
                    <a:pt x="16136" y="89178"/>
                  </a:lnTo>
                  <a:lnTo>
                    <a:pt x="16786" y="90046"/>
                  </a:lnTo>
                  <a:lnTo>
                    <a:pt x="17436" y="91044"/>
                  </a:lnTo>
                  <a:lnTo>
                    <a:pt x="18086" y="92108"/>
                  </a:lnTo>
                  <a:lnTo>
                    <a:pt x="18736" y="93137"/>
                  </a:lnTo>
                  <a:lnTo>
                    <a:pt x="19386" y="94114"/>
                  </a:lnTo>
                  <a:lnTo>
                    <a:pt x="20036" y="95039"/>
                  </a:lnTo>
                  <a:lnTo>
                    <a:pt x="20686" y="95874"/>
                  </a:lnTo>
                  <a:lnTo>
                    <a:pt x="21336" y="96650"/>
                  </a:lnTo>
                  <a:lnTo>
                    <a:pt x="21986" y="97343"/>
                  </a:lnTo>
                  <a:lnTo>
                    <a:pt x="22636" y="97916"/>
                  </a:lnTo>
                  <a:lnTo>
                    <a:pt x="23286" y="98310"/>
                  </a:lnTo>
                  <a:lnTo>
                    <a:pt x="23935" y="98435"/>
                  </a:lnTo>
                  <a:lnTo>
                    <a:pt x="24585" y="98267"/>
                  </a:lnTo>
                  <a:lnTo>
                    <a:pt x="25235" y="97827"/>
                  </a:lnTo>
                  <a:lnTo>
                    <a:pt x="25885" y="97170"/>
                  </a:lnTo>
                  <a:lnTo>
                    <a:pt x="26535" y="96323"/>
                  </a:lnTo>
                  <a:lnTo>
                    <a:pt x="27185" y="95312"/>
                  </a:lnTo>
                  <a:lnTo>
                    <a:pt x="27835" y="94135"/>
                  </a:lnTo>
                  <a:lnTo>
                    <a:pt x="28485" y="92794"/>
                  </a:lnTo>
                  <a:lnTo>
                    <a:pt x="29135" y="91287"/>
                  </a:lnTo>
                  <a:lnTo>
                    <a:pt x="29785" y="89616"/>
                  </a:lnTo>
                  <a:lnTo>
                    <a:pt x="30435" y="87820"/>
                  </a:lnTo>
                  <a:lnTo>
                    <a:pt x="31085" y="85936"/>
                  </a:lnTo>
                  <a:lnTo>
                    <a:pt x="31735" y="84002"/>
                  </a:lnTo>
                  <a:lnTo>
                    <a:pt x="32385" y="82068"/>
                  </a:lnTo>
                  <a:lnTo>
                    <a:pt x="33035" y="80133"/>
                  </a:lnTo>
                  <a:lnTo>
                    <a:pt x="33685" y="78199"/>
                  </a:lnTo>
                  <a:lnTo>
                    <a:pt x="34334" y="76265"/>
                  </a:lnTo>
                  <a:lnTo>
                    <a:pt x="34984" y="74330"/>
                  </a:lnTo>
                  <a:lnTo>
                    <a:pt x="35634" y="72396"/>
                  </a:lnTo>
                  <a:lnTo>
                    <a:pt x="36284" y="70462"/>
                  </a:lnTo>
                  <a:lnTo>
                    <a:pt x="36934" y="68503"/>
                  </a:lnTo>
                  <a:lnTo>
                    <a:pt x="37584" y="66492"/>
                  </a:lnTo>
                  <a:lnTo>
                    <a:pt x="38234" y="64421"/>
                  </a:lnTo>
                  <a:lnTo>
                    <a:pt x="38884" y="62286"/>
                  </a:lnTo>
                  <a:lnTo>
                    <a:pt x="39534" y="60088"/>
                  </a:lnTo>
                  <a:lnTo>
                    <a:pt x="40184" y="57798"/>
                  </a:lnTo>
                  <a:lnTo>
                    <a:pt x="40834" y="55388"/>
                  </a:lnTo>
                  <a:lnTo>
                    <a:pt x="41484" y="52790"/>
                  </a:lnTo>
                  <a:lnTo>
                    <a:pt x="42134" y="49989"/>
                  </a:lnTo>
                  <a:lnTo>
                    <a:pt x="42784" y="46985"/>
                  </a:lnTo>
                  <a:lnTo>
                    <a:pt x="43434" y="43779"/>
                  </a:lnTo>
                  <a:lnTo>
                    <a:pt x="44083" y="40450"/>
                  </a:lnTo>
                  <a:lnTo>
                    <a:pt x="44733" y="37087"/>
                  </a:lnTo>
                  <a:lnTo>
                    <a:pt x="45383" y="33699"/>
                  </a:lnTo>
                  <a:lnTo>
                    <a:pt x="46033" y="30284"/>
                  </a:lnTo>
                  <a:lnTo>
                    <a:pt x="46683" y="26814"/>
                  </a:lnTo>
                  <a:lnTo>
                    <a:pt x="47333" y="23295"/>
                  </a:lnTo>
                  <a:lnTo>
                    <a:pt x="47983" y="19780"/>
                  </a:lnTo>
                  <a:lnTo>
                    <a:pt x="48633" y="16394"/>
                  </a:lnTo>
                  <a:lnTo>
                    <a:pt x="49283" y="13240"/>
                  </a:lnTo>
                  <a:lnTo>
                    <a:pt x="49933" y="10320"/>
                  </a:lnTo>
                  <a:lnTo>
                    <a:pt x="50583" y="7657"/>
                  </a:lnTo>
                  <a:lnTo>
                    <a:pt x="51233" y="5337"/>
                  </a:lnTo>
                  <a:lnTo>
                    <a:pt x="51883" y="3419"/>
                  </a:lnTo>
                  <a:lnTo>
                    <a:pt x="52533" y="1901"/>
                  </a:lnTo>
                  <a:lnTo>
                    <a:pt x="53183" y="823"/>
                  </a:lnTo>
                  <a:lnTo>
                    <a:pt x="53832" y="192"/>
                  </a:lnTo>
                  <a:lnTo>
                    <a:pt x="54482" y="0"/>
                  </a:lnTo>
                  <a:lnTo>
                    <a:pt x="55132" y="307"/>
                  </a:lnTo>
                  <a:lnTo>
                    <a:pt x="55782" y="1152"/>
                  </a:lnTo>
                  <a:lnTo>
                    <a:pt x="56432" y="2592"/>
                  </a:lnTo>
                  <a:lnTo>
                    <a:pt x="57082" y="4658"/>
                  </a:lnTo>
                  <a:lnTo>
                    <a:pt x="57732" y="7328"/>
                  </a:lnTo>
                  <a:lnTo>
                    <a:pt x="58382" y="10505"/>
                  </a:lnTo>
                  <a:lnTo>
                    <a:pt x="59032" y="14094"/>
                  </a:lnTo>
                  <a:lnTo>
                    <a:pt x="59682" y="18070"/>
                  </a:lnTo>
                  <a:lnTo>
                    <a:pt x="60332" y="22408"/>
                  </a:lnTo>
                  <a:lnTo>
                    <a:pt x="60982" y="27107"/>
                  </a:lnTo>
                  <a:lnTo>
                    <a:pt x="61632" y="32165"/>
                  </a:lnTo>
                  <a:lnTo>
                    <a:pt x="62282" y="37580"/>
                  </a:lnTo>
                  <a:lnTo>
                    <a:pt x="62932" y="43284"/>
                  </a:lnTo>
                  <a:lnTo>
                    <a:pt x="63582" y="49201"/>
                  </a:lnTo>
                  <a:lnTo>
                    <a:pt x="64231" y="55256"/>
                  </a:lnTo>
                  <a:lnTo>
                    <a:pt x="64881" y="61362"/>
                  </a:lnTo>
                  <a:lnTo>
                    <a:pt x="65531" y="67468"/>
                  </a:lnTo>
                  <a:lnTo>
                    <a:pt x="66181" y="73574"/>
                  </a:lnTo>
                  <a:lnTo>
                    <a:pt x="66831" y="79679"/>
                  </a:lnTo>
                  <a:lnTo>
                    <a:pt x="67481" y="85785"/>
                  </a:lnTo>
                  <a:lnTo>
                    <a:pt x="68131" y="91891"/>
                  </a:lnTo>
                  <a:lnTo>
                    <a:pt x="68781" y="97997"/>
                  </a:lnTo>
                  <a:lnTo>
                    <a:pt x="69431" y="104103"/>
                  </a:lnTo>
                  <a:lnTo>
                    <a:pt x="70081" y="110233"/>
                  </a:lnTo>
                  <a:lnTo>
                    <a:pt x="70731" y="116391"/>
                  </a:lnTo>
                  <a:lnTo>
                    <a:pt x="70874" y="117758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528172" y="2946124"/>
              <a:ext cx="99241" cy="316353"/>
            </a:xfrm>
            <a:custGeom>
              <a:avLst/>
              <a:pathLst>
                <a:path w="99241" h="316353">
                  <a:moveTo>
                    <a:pt x="0" y="316353"/>
                  </a:moveTo>
                  <a:lnTo>
                    <a:pt x="313" y="314279"/>
                  </a:lnTo>
                  <a:lnTo>
                    <a:pt x="963" y="309894"/>
                  </a:lnTo>
                  <a:lnTo>
                    <a:pt x="1613" y="305420"/>
                  </a:lnTo>
                  <a:lnTo>
                    <a:pt x="2263" y="300862"/>
                  </a:lnTo>
                  <a:lnTo>
                    <a:pt x="2913" y="296245"/>
                  </a:lnTo>
                  <a:lnTo>
                    <a:pt x="3563" y="291564"/>
                  </a:lnTo>
                  <a:lnTo>
                    <a:pt x="4213" y="286819"/>
                  </a:lnTo>
                  <a:lnTo>
                    <a:pt x="4863" y="282011"/>
                  </a:lnTo>
                  <a:lnTo>
                    <a:pt x="5513" y="277139"/>
                  </a:lnTo>
                  <a:lnTo>
                    <a:pt x="6162" y="272203"/>
                  </a:lnTo>
                  <a:lnTo>
                    <a:pt x="6812" y="267204"/>
                  </a:lnTo>
                  <a:lnTo>
                    <a:pt x="7462" y="262166"/>
                  </a:lnTo>
                  <a:lnTo>
                    <a:pt x="8112" y="257092"/>
                  </a:lnTo>
                  <a:lnTo>
                    <a:pt x="8762" y="251986"/>
                  </a:lnTo>
                  <a:lnTo>
                    <a:pt x="9412" y="246886"/>
                  </a:lnTo>
                  <a:lnTo>
                    <a:pt x="10062" y="241879"/>
                  </a:lnTo>
                  <a:lnTo>
                    <a:pt x="10712" y="237017"/>
                  </a:lnTo>
                  <a:lnTo>
                    <a:pt x="11362" y="232300"/>
                  </a:lnTo>
                  <a:lnTo>
                    <a:pt x="12012" y="227732"/>
                  </a:lnTo>
                  <a:lnTo>
                    <a:pt x="12662" y="223320"/>
                  </a:lnTo>
                  <a:lnTo>
                    <a:pt x="13312" y="219091"/>
                  </a:lnTo>
                  <a:lnTo>
                    <a:pt x="13962" y="215070"/>
                  </a:lnTo>
                  <a:lnTo>
                    <a:pt x="14612" y="211259"/>
                  </a:lnTo>
                  <a:lnTo>
                    <a:pt x="15262" y="207656"/>
                  </a:lnTo>
                  <a:lnTo>
                    <a:pt x="15912" y="204305"/>
                  </a:lnTo>
                  <a:lnTo>
                    <a:pt x="16561" y="201282"/>
                  </a:lnTo>
                  <a:lnTo>
                    <a:pt x="17211" y="198622"/>
                  </a:lnTo>
                  <a:lnTo>
                    <a:pt x="17861" y="196318"/>
                  </a:lnTo>
                  <a:lnTo>
                    <a:pt x="18511" y="194343"/>
                  </a:lnTo>
                  <a:lnTo>
                    <a:pt x="19161" y="192669"/>
                  </a:lnTo>
                  <a:lnTo>
                    <a:pt x="19811" y="191220"/>
                  </a:lnTo>
                  <a:lnTo>
                    <a:pt x="20461" y="189946"/>
                  </a:lnTo>
                  <a:lnTo>
                    <a:pt x="21111" y="188850"/>
                  </a:lnTo>
                  <a:lnTo>
                    <a:pt x="21761" y="187931"/>
                  </a:lnTo>
                  <a:lnTo>
                    <a:pt x="22411" y="187188"/>
                  </a:lnTo>
                  <a:lnTo>
                    <a:pt x="23061" y="186688"/>
                  </a:lnTo>
                  <a:lnTo>
                    <a:pt x="23711" y="186507"/>
                  </a:lnTo>
                  <a:lnTo>
                    <a:pt x="24361" y="186656"/>
                  </a:lnTo>
                  <a:lnTo>
                    <a:pt x="25011" y="187159"/>
                  </a:lnTo>
                  <a:lnTo>
                    <a:pt x="25661" y="188048"/>
                  </a:lnTo>
                  <a:lnTo>
                    <a:pt x="26310" y="189299"/>
                  </a:lnTo>
                  <a:lnTo>
                    <a:pt x="26960" y="190795"/>
                  </a:lnTo>
                  <a:lnTo>
                    <a:pt x="27610" y="192533"/>
                  </a:lnTo>
                  <a:lnTo>
                    <a:pt x="28260" y="194489"/>
                  </a:lnTo>
                  <a:lnTo>
                    <a:pt x="28910" y="196609"/>
                  </a:lnTo>
                  <a:lnTo>
                    <a:pt x="29560" y="198894"/>
                  </a:lnTo>
                  <a:lnTo>
                    <a:pt x="30210" y="201345"/>
                  </a:lnTo>
                  <a:lnTo>
                    <a:pt x="30860" y="203960"/>
                  </a:lnTo>
                  <a:lnTo>
                    <a:pt x="31510" y="206740"/>
                  </a:lnTo>
                  <a:lnTo>
                    <a:pt x="32160" y="209627"/>
                  </a:lnTo>
                  <a:lnTo>
                    <a:pt x="32810" y="212548"/>
                  </a:lnTo>
                  <a:lnTo>
                    <a:pt x="33460" y="215415"/>
                  </a:lnTo>
                  <a:lnTo>
                    <a:pt x="34110" y="218166"/>
                  </a:lnTo>
                  <a:lnTo>
                    <a:pt x="34760" y="220772"/>
                  </a:lnTo>
                  <a:lnTo>
                    <a:pt x="35410" y="223196"/>
                  </a:lnTo>
                  <a:lnTo>
                    <a:pt x="36060" y="225386"/>
                  </a:lnTo>
                  <a:lnTo>
                    <a:pt x="36709" y="227370"/>
                  </a:lnTo>
                  <a:lnTo>
                    <a:pt x="37359" y="229125"/>
                  </a:lnTo>
                  <a:lnTo>
                    <a:pt x="38009" y="230668"/>
                  </a:lnTo>
                  <a:lnTo>
                    <a:pt x="38659" y="232042"/>
                  </a:lnTo>
                  <a:lnTo>
                    <a:pt x="39309" y="233244"/>
                  </a:lnTo>
                  <a:lnTo>
                    <a:pt x="39959" y="234191"/>
                  </a:lnTo>
                  <a:lnTo>
                    <a:pt x="40609" y="234857"/>
                  </a:lnTo>
                  <a:lnTo>
                    <a:pt x="41259" y="235233"/>
                  </a:lnTo>
                  <a:lnTo>
                    <a:pt x="41909" y="235367"/>
                  </a:lnTo>
                  <a:lnTo>
                    <a:pt x="42559" y="235232"/>
                  </a:lnTo>
                  <a:lnTo>
                    <a:pt x="43209" y="234786"/>
                  </a:lnTo>
                  <a:lnTo>
                    <a:pt x="43859" y="234058"/>
                  </a:lnTo>
                  <a:lnTo>
                    <a:pt x="44509" y="233009"/>
                  </a:lnTo>
                  <a:lnTo>
                    <a:pt x="45159" y="231571"/>
                  </a:lnTo>
                  <a:lnTo>
                    <a:pt x="45809" y="229741"/>
                  </a:lnTo>
                  <a:lnTo>
                    <a:pt x="46458" y="227524"/>
                  </a:lnTo>
                  <a:lnTo>
                    <a:pt x="47108" y="224918"/>
                  </a:lnTo>
                  <a:lnTo>
                    <a:pt x="47758" y="221867"/>
                  </a:lnTo>
                  <a:lnTo>
                    <a:pt x="48408" y="218372"/>
                  </a:lnTo>
                  <a:lnTo>
                    <a:pt x="49058" y="214390"/>
                  </a:lnTo>
                  <a:lnTo>
                    <a:pt x="49708" y="209948"/>
                  </a:lnTo>
                  <a:lnTo>
                    <a:pt x="50358" y="205049"/>
                  </a:lnTo>
                  <a:lnTo>
                    <a:pt x="51008" y="199727"/>
                  </a:lnTo>
                  <a:lnTo>
                    <a:pt x="51658" y="194008"/>
                  </a:lnTo>
                  <a:lnTo>
                    <a:pt x="52308" y="187921"/>
                  </a:lnTo>
                  <a:lnTo>
                    <a:pt x="52958" y="181512"/>
                  </a:lnTo>
                  <a:lnTo>
                    <a:pt x="53608" y="174809"/>
                  </a:lnTo>
                  <a:lnTo>
                    <a:pt x="54258" y="167852"/>
                  </a:lnTo>
                  <a:lnTo>
                    <a:pt x="54908" y="160719"/>
                  </a:lnTo>
                  <a:lnTo>
                    <a:pt x="55558" y="153409"/>
                  </a:lnTo>
                  <a:lnTo>
                    <a:pt x="56208" y="145856"/>
                  </a:lnTo>
                  <a:lnTo>
                    <a:pt x="56857" y="138054"/>
                  </a:lnTo>
                  <a:lnTo>
                    <a:pt x="57507" y="130087"/>
                  </a:lnTo>
                  <a:lnTo>
                    <a:pt x="58157" y="121930"/>
                  </a:lnTo>
                  <a:lnTo>
                    <a:pt x="58807" y="113578"/>
                  </a:lnTo>
                  <a:lnTo>
                    <a:pt x="59457" y="105144"/>
                  </a:lnTo>
                  <a:lnTo>
                    <a:pt x="60107" y="96718"/>
                  </a:lnTo>
                  <a:lnTo>
                    <a:pt x="60757" y="88328"/>
                  </a:lnTo>
                  <a:lnTo>
                    <a:pt x="61407" y="80078"/>
                  </a:lnTo>
                  <a:lnTo>
                    <a:pt x="62057" y="72050"/>
                  </a:lnTo>
                  <a:lnTo>
                    <a:pt x="62707" y="64270"/>
                  </a:lnTo>
                  <a:lnTo>
                    <a:pt x="63357" y="56736"/>
                  </a:lnTo>
                  <a:lnTo>
                    <a:pt x="64007" y="49464"/>
                  </a:lnTo>
                  <a:lnTo>
                    <a:pt x="64657" y="42513"/>
                  </a:lnTo>
                  <a:lnTo>
                    <a:pt x="65307" y="35951"/>
                  </a:lnTo>
                  <a:lnTo>
                    <a:pt x="65957" y="29860"/>
                  </a:lnTo>
                  <a:lnTo>
                    <a:pt x="66606" y="24314"/>
                  </a:lnTo>
                  <a:lnTo>
                    <a:pt x="67256" y="19363"/>
                  </a:lnTo>
                  <a:lnTo>
                    <a:pt x="67906" y="15011"/>
                  </a:lnTo>
                  <a:lnTo>
                    <a:pt x="68556" y="11289"/>
                  </a:lnTo>
                  <a:lnTo>
                    <a:pt x="69206" y="8169"/>
                  </a:lnTo>
                  <a:lnTo>
                    <a:pt x="69856" y="5646"/>
                  </a:lnTo>
                  <a:lnTo>
                    <a:pt x="70506" y="3676"/>
                  </a:lnTo>
                  <a:lnTo>
                    <a:pt x="71156" y="2159"/>
                  </a:lnTo>
                  <a:lnTo>
                    <a:pt x="71806" y="1039"/>
                  </a:lnTo>
                  <a:lnTo>
                    <a:pt x="72456" y="298"/>
                  </a:lnTo>
                  <a:lnTo>
                    <a:pt x="73106" y="0"/>
                  </a:lnTo>
                  <a:lnTo>
                    <a:pt x="73756" y="118"/>
                  </a:lnTo>
                  <a:lnTo>
                    <a:pt x="74406" y="606"/>
                  </a:lnTo>
                  <a:lnTo>
                    <a:pt x="75056" y="1403"/>
                  </a:lnTo>
                  <a:lnTo>
                    <a:pt x="75706" y="2492"/>
                  </a:lnTo>
                  <a:lnTo>
                    <a:pt x="76356" y="3831"/>
                  </a:lnTo>
                  <a:lnTo>
                    <a:pt x="77005" y="5430"/>
                  </a:lnTo>
                  <a:lnTo>
                    <a:pt x="77655" y="7394"/>
                  </a:lnTo>
                  <a:lnTo>
                    <a:pt x="78305" y="9787"/>
                  </a:lnTo>
                  <a:lnTo>
                    <a:pt x="78955" y="12579"/>
                  </a:lnTo>
                  <a:lnTo>
                    <a:pt x="79605" y="15742"/>
                  </a:lnTo>
                  <a:lnTo>
                    <a:pt x="80255" y="19372"/>
                  </a:lnTo>
                  <a:lnTo>
                    <a:pt x="80905" y="23560"/>
                  </a:lnTo>
                  <a:lnTo>
                    <a:pt x="81555" y="28302"/>
                  </a:lnTo>
                  <a:lnTo>
                    <a:pt x="82205" y="33596"/>
                  </a:lnTo>
                  <a:lnTo>
                    <a:pt x="82855" y="39419"/>
                  </a:lnTo>
                  <a:lnTo>
                    <a:pt x="83505" y="45790"/>
                  </a:lnTo>
                  <a:lnTo>
                    <a:pt x="84155" y="52706"/>
                  </a:lnTo>
                  <a:lnTo>
                    <a:pt x="84805" y="60234"/>
                  </a:lnTo>
                  <a:lnTo>
                    <a:pt x="85455" y="68436"/>
                  </a:lnTo>
                  <a:lnTo>
                    <a:pt x="86105" y="77311"/>
                  </a:lnTo>
                  <a:lnTo>
                    <a:pt x="86754" y="86792"/>
                  </a:lnTo>
                  <a:lnTo>
                    <a:pt x="87404" y="96793"/>
                  </a:lnTo>
                  <a:lnTo>
                    <a:pt x="88054" y="107237"/>
                  </a:lnTo>
                  <a:lnTo>
                    <a:pt x="88704" y="118125"/>
                  </a:lnTo>
                  <a:lnTo>
                    <a:pt x="89354" y="129453"/>
                  </a:lnTo>
                  <a:lnTo>
                    <a:pt x="90004" y="141132"/>
                  </a:lnTo>
                  <a:lnTo>
                    <a:pt x="90654" y="153115"/>
                  </a:lnTo>
                  <a:lnTo>
                    <a:pt x="91304" y="165400"/>
                  </a:lnTo>
                  <a:lnTo>
                    <a:pt x="91954" y="177989"/>
                  </a:lnTo>
                  <a:lnTo>
                    <a:pt x="92604" y="190761"/>
                  </a:lnTo>
                  <a:lnTo>
                    <a:pt x="93254" y="203711"/>
                  </a:lnTo>
                  <a:lnTo>
                    <a:pt x="93904" y="216788"/>
                  </a:lnTo>
                  <a:lnTo>
                    <a:pt x="94554" y="229824"/>
                  </a:lnTo>
                  <a:lnTo>
                    <a:pt x="95204" y="242712"/>
                  </a:lnTo>
                  <a:lnTo>
                    <a:pt x="95854" y="255399"/>
                  </a:lnTo>
                  <a:lnTo>
                    <a:pt x="96504" y="267840"/>
                  </a:lnTo>
                  <a:lnTo>
                    <a:pt x="97153" y="280005"/>
                  </a:lnTo>
                  <a:lnTo>
                    <a:pt x="97803" y="291782"/>
                  </a:lnTo>
                  <a:lnTo>
                    <a:pt x="98453" y="303160"/>
                  </a:lnTo>
                  <a:lnTo>
                    <a:pt x="99103" y="314127"/>
                  </a:lnTo>
                  <a:lnTo>
                    <a:pt x="99241" y="316353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60576" y="2905369"/>
              <a:ext cx="71942" cy="357107"/>
            </a:xfrm>
            <a:custGeom>
              <a:avLst/>
              <a:pathLst>
                <a:path w="71942" h="357107">
                  <a:moveTo>
                    <a:pt x="0" y="357107"/>
                  </a:moveTo>
                  <a:lnTo>
                    <a:pt x="496" y="347870"/>
                  </a:lnTo>
                  <a:lnTo>
                    <a:pt x="1146" y="335828"/>
                  </a:lnTo>
                  <a:lnTo>
                    <a:pt x="1796" y="323943"/>
                  </a:lnTo>
                  <a:lnTo>
                    <a:pt x="2446" y="312244"/>
                  </a:lnTo>
                  <a:lnTo>
                    <a:pt x="3096" y="300731"/>
                  </a:lnTo>
                  <a:lnTo>
                    <a:pt x="3746" y="289382"/>
                  </a:lnTo>
                  <a:lnTo>
                    <a:pt x="4396" y="278076"/>
                  </a:lnTo>
                  <a:lnTo>
                    <a:pt x="5046" y="266738"/>
                  </a:lnTo>
                  <a:lnTo>
                    <a:pt x="5696" y="255290"/>
                  </a:lnTo>
                  <a:lnTo>
                    <a:pt x="6346" y="243749"/>
                  </a:lnTo>
                  <a:lnTo>
                    <a:pt x="6996" y="232163"/>
                  </a:lnTo>
                  <a:lnTo>
                    <a:pt x="7646" y="220620"/>
                  </a:lnTo>
                  <a:lnTo>
                    <a:pt x="8295" y="209198"/>
                  </a:lnTo>
                  <a:lnTo>
                    <a:pt x="8945" y="197966"/>
                  </a:lnTo>
                  <a:lnTo>
                    <a:pt x="9595" y="186932"/>
                  </a:lnTo>
                  <a:lnTo>
                    <a:pt x="10245" y="176097"/>
                  </a:lnTo>
                  <a:lnTo>
                    <a:pt x="10895" y="165393"/>
                  </a:lnTo>
                  <a:lnTo>
                    <a:pt x="11545" y="154667"/>
                  </a:lnTo>
                  <a:lnTo>
                    <a:pt x="12195" y="143878"/>
                  </a:lnTo>
                  <a:lnTo>
                    <a:pt x="12845" y="133020"/>
                  </a:lnTo>
                  <a:lnTo>
                    <a:pt x="13495" y="122132"/>
                  </a:lnTo>
                  <a:lnTo>
                    <a:pt x="14145" y="111348"/>
                  </a:lnTo>
                  <a:lnTo>
                    <a:pt x="14795" y="100834"/>
                  </a:lnTo>
                  <a:lnTo>
                    <a:pt x="15445" y="90696"/>
                  </a:lnTo>
                  <a:lnTo>
                    <a:pt x="16095" y="80975"/>
                  </a:lnTo>
                  <a:lnTo>
                    <a:pt x="16745" y="71755"/>
                  </a:lnTo>
                  <a:lnTo>
                    <a:pt x="17395" y="63096"/>
                  </a:lnTo>
                  <a:lnTo>
                    <a:pt x="18044" y="54953"/>
                  </a:lnTo>
                  <a:lnTo>
                    <a:pt x="18694" y="47301"/>
                  </a:lnTo>
                  <a:lnTo>
                    <a:pt x="19344" y="40121"/>
                  </a:lnTo>
                  <a:lnTo>
                    <a:pt x="19994" y="33414"/>
                  </a:lnTo>
                  <a:lnTo>
                    <a:pt x="20644" y="27211"/>
                  </a:lnTo>
                  <a:lnTo>
                    <a:pt x="21294" y="21590"/>
                  </a:lnTo>
                  <a:lnTo>
                    <a:pt x="21944" y="16646"/>
                  </a:lnTo>
                  <a:lnTo>
                    <a:pt x="22594" y="12435"/>
                  </a:lnTo>
                  <a:lnTo>
                    <a:pt x="23244" y="8957"/>
                  </a:lnTo>
                  <a:lnTo>
                    <a:pt x="23894" y="6190"/>
                  </a:lnTo>
                  <a:lnTo>
                    <a:pt x="24544" y="4022"/>
                  </a:lnTo>
                  <a:lnTo>
                    <a:pt x="25194" y="2405"/>
                  </a:lnTo>
                  <a:lnTo>
                    <a:pt x="25844" y="1294"/>
                  </a:lnTo>
                  <a:lnTo>
                    <a:pt x="26494" y="571"/>
                  </a:lnTo>
                  <a:lnTo>
                    <a:pt x="27144" y="136"/>
                  </a:lnTo>
                  <a:lnTo>
                    <a:pt x="27794" y="0"/>
                  </a:lnTo>
                  <a:lnTo>
                    <a:pt x="28443" y="175"/>
                  </a:lnTo>
                  <a:lnTo>
                    <a:pt x="29093" y="683"/>
                  </a:lnTo>
                  <a:lnTo>
                    <a:pt x="29743" y="1497"/>
                  </a:lnTo>
                  <a:lnTo>
                    <a:pt x="30393" y="2658"/>
                  </a:lnTo>
                  <a:lnTo>
                    <a:pt x="31043" y="4159"/>
                  </a:lnTo>
                  <a:lnTo>
                    <a:pt x="31693" y="5939"/>
                  </a:lnTo>
                  <a:lnTo>
                    <a:pt x="32343" y="7956"/>
                  </a:lnTo>
                  <a:lnTo>
                    <a:pt x="32993" y="10209"/>
                  </a:lnTo>
                  <a:lnTo>
                    <a:pt x="33643" y="12696"/>
                  </a:lnTo>
                  <a:lnTo>
                    <a:pt x="34293" y="15333"/>
                  </a:lnTo>
                  <a:lnTo>
                    <a:pt x="34943" y="18090"/>
                  </a:lnTo>
                  <a:lnTo>
                    <a:pt x="35593" y="20967"/>
                  </a:lnTo>
                  <a:lnTo>
                    <a:pt x="36243" y="23936"/>
                  </a:lnTo>
                  <a:lnTo>
                    <a:pt x="36893" y="27054"/>
                  </a:lnTo>
                  <a:lnTo>
                    <a:pt x="37543" y="30459"/>
                  </a:lnTo>
                  <a:lnTo>
                    <a:pt x="38192" y="34205"/>
                  </a:lnTo>
                  <a:lnTo>
                    <a:pt x="38842" y="38290"/>
                  </a:lnTo>
                  <a:lnTo>
                    <a:pt x="39492" y="42652"/>
                  </a:lnTo>
                  <a:lnTo>
                    <a:pt x="40142" y="47204"/>
                  </a:lnTo>
                  <a:lnTo>
                    <a:pt x="40792" y="51879"/>
                  </a:lnTo>
                  <a:lnTo>
                    <a:pt x="41442" y="56597"/>
                  </a:lnTo>
                  <a:lnTo>
                    <a:pt x="42092" y="61349"/>
                  </a:lnTo>
                  <a:lnTo>
                    <a:pt x="42742" y="66134"/>
                  </a:lnTo>
                  <a:lnTo>
                    <a:pt x="43392" y="70953"/>
                  </a:lnTo>
                  <a:lnTo>
                    <a:pt x="44042" y="75931"/>
                  </a:lnTo>
                  <a:lnTo>
                    <a:pt x="44692" y="81164"/>
                  </a:lnTo>
                  <a:lnTo>
                    <a:pt x="45342" y="86666"/>
                  </a:lnTo>
                  <a:lnTo>
                    <a:pt x="45992" y="92439"/>
                  </a:lnTo>
                  <a:lnTo>
                    <a:pt x="46642" y="98438"/>
                  </a:lnTo>
                  <a:lnTo>
                    <a:pt x="47292" y="104494"/>
                  </a:lnTo>
                  <a:lnTo>
                    <a:pt x="47942" y="110494"/>
                  </a:lnTo>
                  <a:lnTo>
                    <a:pt x="48591" y="116437"/>
                  </a:lnTo>
                  <a:lnTo>
                    <a:pt x="49241" y="122316"/>
                  </a:lnTo>
                  <a:lnTo>
                    <a:pt x="49891" y="128093"/>
                  </a:lnTo>
                  <a:lnTo>
                    <a:pt x="50541" y="133845"/>
                  </a:lnTo>
                  <a:lnTo>
                    <a:pt x="51191" y="139717"/>
                  </a:lnTo>
                  <a:lnTo>
                    <a:pt x="51841" y="145786"/>
                  </a:lnTo>
                  <a:lnTo>
                    <a:pt x="52491" y="152084"/>
                  </a:lnTo>
                  <a:lnTo>
                    <a:pt x="53141" y="158611"/>
                  </a:lnTo>
                  <a:lnTo>
                    <a:pt x="53791" y="165313"/>
                  </a:lnTo>
                  <a:lnTo>
                    <a:pt x="54441" y="172098"/>
                  </a:lnTo>
                  <a:lnTo>
                    <a:pt x="55091" y="178896"/>
                  </a:lnTo>
                  <a:lnTo>
                    <a:pt x="55741" y="185709"/>
                  </a:lnTo>
                  <a:lnTo>
                    <a:pt x="56391" y="192536"/>
                  </a:lnTo>
                  <a:lnTo>
                    <a:pt x="57041" y="199437"/>
                  </a:lnTo>
                  <a:lnTo>
                    <a:pt x="57691" y="206463"/>
                  </a:lnTo>
                  <a:lnTo>
                    <a:pt x="58340" y="213637"/>
                  </a:lnTo>
                  <a:lnTo>
                    <a:pt x="58990" y="220972"/>
                  </a:lnTo>
                  <a:lnTo>
                    <a:pt x="59640" y="228570"/>
                  </a:lnTo>
                  <a:lnTo>
                    <a:pt x="60290" y="236354"/>
                  </a:lnTo>
                  <a:lnTo>
                    <a:pt x="60940" y="244190"/>
                  </a:lnTo>
                  <a:lnTo>
                    <a:pt x="61590" y="251963"/>
                  </a:lnTo>
                  <a:lnTo>
                    <a:pt x="62240" y="259620"/>
                  </a:lnTo>
                  <a:lnTo>
                    <a:pt x="62890" y="267156"/>
                  </a:lnTo>
                  <a:lnTo>
                    <a:pt x="63540" y="274517"/>
                  </a:lnTo>
                  <a:lnTo>
                    <a:pt x="64190" y="281715"/>
                  </a:lnTo>
                  <a:lnTo>
                    <a:pt x="64840" y="288792"/>
                  </a:lnTo>
                  <a:lnTo>
                    <a:pt x="65490" y="295750"/>
                  </a:lnTo>
                  <a:lnTo>
                    <a:pt x="66140" y="302587"/>
                  </a:lnTo>
                  <a:lnTo>
                    <a:pt x="66790" y="309303"/>
                  </a:lnTo>
                  <a:lnTo>
                    <a:pt x="67440" y="315900"/>
                  </a:lnTo>
                  <a:lnTo>
                    <a:pt x="68090" y="322372"/>
                  </a:lnTo>
                  <a:lnTo>
                    <a:pt x="68739" y="328720"/>
                  </a:lnTo>
                  <a:lnTo>
                    <a:pt x="69389" y="334944"/>
                  </a:lnTo>
                  <a:lnTo>
                    <a:pt x="70039" y="340960"/>
                  </a:lnTo>
                  <a:lnTo>
                    <a:pt x="70689" y="346716"/>
                  </a:lnTo>
                  <a:lnTo>
                    <a:pt x="71339" y="352218"/>
                  </a:lnTo>
                  <a:lnTo>
                    <a:pt x="71942" y="357107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6069" y="2615647"/>
              <a:ext cx="179277" cy="646829"/>
            </a:xfrm>
            <a:custGeom>
              <a:avLst/>
              <a:pathLst>
                <a:path w="179277" h="646829">
                  <a:moveTo>
                    <a:pt x="0" y="646829"/>
                  </a:moveTo>
                  <a:lnTo>
                    <a:pt x="441" y="643725"/>
                  </a:lnTo>
                  <a:lnTo>
                    <a:pt x="1091" y="639187"/>
                  </a:lnTo>
                  <a:lnTo>
                    <a:pt x="1741" y="634681"/>
                  </a:lnTo>
                  <a:lnTo>
                    <a:pt x="2391" y="630207"/>
                  </a:lnTo>
                  <a:lnTo>
                    <a:pt x="3041" y="625764"/>
                  </a:lnTo>
                  <a:lnTo>
                    <a:pt x="3691" y="621354"/>
                  </a:lnTo>
                  <a:lnTo>
                    <a:pt x="4341" y="616975"/>
                  </a:lnTo>
                  <a:lnTo>
                    <a:pt x="4991" y="612628"/>
                  </a:lnTo>
                  <a:lnTo>
                    <a:pt x="5641" y="608313"/>
                  </a:lnTo>
                  <a:lnTo>
                    <a:pt x="6290" y="604030"/>
                  </a:lnTo>
                  <a:lnTo>
                    <a:pt x="6940" y="599779"/>
                  </a:lnTo>
                  <a:lnTo>
                    <a:pt x="7590" y="595559"/>
                  </a:lnTo>
                  <a:lnTo>
                    <a:pt x="8240" y="591367"/>
                  </a:lnTo>
                  <a:lnTo>
                    <a:pt x="8890" y="587204"/>
                  </a:lnTo>
                  <a:lnTo>
                    <a:pt x="9540" y="583015"/>
                  </a:lnTo>
                  <a:lnTo>
                    <a:pt x="10190" y="578775"/>
                  </a:lnTo>
                  <a:lnTo>
                    <a:pt x="10840" y="574474"/>
                  </a:lnTo>
                  <a:lnTo>
                    <a:pt x="11490" y="570109"/>
                  </a:lnTo>
                  <a:lnTo>
                    <a:pt x="12140" y="565681"/>
                  </a:lnTo>
                  <a:lnTo>
                    <a:pt x="12790" y="561189"/>
                  </a:lnTo>
                  <a:lnTo>
                    <a:pt x="13440" y="556633"/>
                  </a:lnTo>
                  <a:lnTo>
                    <a:pt x="14090" y="552014"/>
                  </a:lnTo>
                  <a:lnTo>
                    <a:pt x="14740" y="547363"/>
                  </a:lnTo>
                  <a:lnTo>
                    <a:pt x="15390" y="542769"/>
                  </a:lnTo>
                  <a:lnTo>
                    <a:pt x="16040" y="538289"/>
                  </a:lnTo>
                  <a:lnTo>
                    <a:pt x="16689" y="533934"/>
                  </a:lnTo>
                  <a:lnTo>
                    <a:pt x="17339" y="529725"/>
                  </a:lnTo>
                  <a:lnTo>
                    <a:pt x="17989" y="525786"/>
                  </a:lnTo>
                  <a:lnTo>
                    <a:pt x="18639" y="522160"/>
                  </a:lnTo>
                  <a:lnTo>
                    <a:pt x="19289" y="518846"/>
                  </a:lnTo>
                  <a:lnTo>
                    <a:pt x="19939" y="515850"/>
                  </a:lnTo>
                  <a:lnTo>
                    <a:pt x="20589" y="513176"/>
                  </a:lnTo>
                  <a:lnTo>
                    <a:pt x="21239" y="510855"/>
                  </a:lnTo>
                  <a:lnTo>
                    <a:pt x="21889" y="508935"/>
                  </a:lnTo>
                  <a:lnTo>
                    <a:pt x="22539" y="507477"/>
                  </a:lnTo>
                  <a:lnTo>
                    <a:pt x="23189" y="506447"/>
                  </a:lnTo>
                  <a:lnTo>
                    <a:pt x="23839" y="505838"/>
                  </a:lnTo>
                  <a:lnTo>
                    <a:pt x="24489" y="505629"/>
                  </a:lnTo>
                  <a:lnTo>
                    <a:pt x="25139" y="505726"/>
                  </a:lnTo>
                  <a:lnTo>
                    <a:pt x="25789" y="506055"/>
                  </a:lnTo>
                  <a:lnTo>
                    <a:pt x="26438" y="506608"/>
                  </a:lnTo>
                  <a:lnTo>
                    <a:pt x="27088" y="507350"/>
                  </a:lnTo>
                  <a:lnTo>
                    <a:pt x="27738" y="508155"/>
                  </a:lnTo>
                  <a:lnTo>
                    <a:pt x="28388" y="508972"/>
                  </a:lnTo>
                  <a:lnTo>
                    <a:pt x="29038" y="509801"/>
                  </a:lnTo>
                  <a:lnTo>
                    <a:pt x="29688" y="510593"/>
                  </a:lnTo>
                  <a:lnTo>
                    <a:pt x="30338" y="511294"/>
                  </a:lnTo>
                  <a:lnTo>
                    <a:pt x="30988" y="511906"/>
                  </a:lnTo>
                  <a:lnTo>
                    <a:pt x="31638" y="512397"/>
                  </a:lnTo>
                  <a:lnTo>
                    <a:pt x="32288" y="512603"/>
                  </a:lnTo>
                  <a:lnTo>
                    <a:pt x="32938" y="512489"/>
                  </a:lnTo>
                  <a:lnTo>
                    <a:pt x="33588" y="512059"/>
                  </a:lnTo>
                  <a:lnTo>
                    <a:pt x="34238" y="511312"/>
                  </a:lnTo>
                  <a:lnTo>
                    <a:pt x="34888" y="510277"/>
                  </a:lnTo>
                  <a:lnTo>
                    <a:pt x="35538" y="508981"/>
                  </a:lnTo>
                  <a:lnTo>
                    <a:pt x="36188" y="507452"/>
                  </a:lnTo>
                  <a:lnTo>
                    <a:pt x="36837" y="505690"/>
                  </a:lnTo>
                  <a:lnTo>
                    <a:pt x="37487" y="503686"/>
                  </a:lnTo>
                  <a:lnTo>
                    <a:pt x="38137" y="501391"/>
                  </a:lnTo>
                  <a:lnTo>
                    <a:pt x="38787" y="498806"/>
                  </a:lnTo>
                  <a:lnTo>
                    <a:pt x="39437" y="495968"/>
                  </a:lnTo>
                  <a:lnTo>
                    <a:pt x="40087" y="492958"/>
                  </a:lnTo>
                  <a:lnTo>
                    <a:pt x="40737" y="489775"/>
                  </a:lnTo>
                  <a:lnTo>
                    <a:pt x="41387" y="486415"/>
                  </a:lnTo>
                  <a:lnTo>
                    <a:pt x="42037" y="482956"/>
                  </a:lnTo>
                  <a:lnTo>
                    <a:pt x="42687" y="479464"/>
                  </a:lnTo>
                  <a:lnTo>
                    <a:pt x="43337" y="475944"/>
                  </a:lnTo>
                  <a:lnTo>
                    <a:pt x="43987" y="472400"/>
                  </a:lnTo>
                  <a:lnTo>
                    <a:pt x="44637" y="468831"/>
                  </a:lnTo>
                  <a:lnTo>
                    <a:pt x="45287" y="465237"/>
                  </a:lnTo>
                  <a:lnTo>
                    <a:pt x="45937" y="461614"/>
                  </a:lnTo>
                  <a:lnTo>
                    <a:pt x="46586" y="457963"/>
                  </a:lnTo>
                  <a:lnTo>
                    <a:pt x="47236" y="454263"/>
                  </a:lnTo>
                  <a:lnTo>
                    <a:pt x="47886" y="450563"/>
                  </a:lnTo>
                  <a:lnTo>
                    <a:pt x="48536" y="446806"/>
                  </a:lnTo>
                  <a:lnTo>
                    <a:pt x="49186" y="442993"/>
                  </a:lnTo>
                  <a:lnTo>
                    <a:pt x="49836" y="439191"/>
                  </a:lnTo>
                  <a:lnTo>
                    <a:pt x="50486" y="435400"/>
                  </a:lnTo>
                  <a:lnTo>
                    <a:pt x="51136" y="431585"/>
                  </a:lnTo>
                  <a:lnTo>
                    <a:pt x="51786" y="427746"/>
                  </a:lnTo>
                  <a:lnTo>
                    <a:pt x="52436" y="423908"/>
                  </a:lnTo>
                  <a:lnTo>
                    <a:pt x="53086" y="420070"/>
                  </a:lnTo>
                  <a:lnTo>
                    <a:pt x="53736" y="416234"/>
                  </a:lnTo>
                  <a:lnTo>
                    <a:pt x="54386" y="412374"/>
                  </a:lnTo>
                  <a:lnTo>
                    <a:pt x="55036" y="408490"/>
                  </a:lnTo>
                  <a:lnTo>
                    <a:pt x="55686" y="404617"/>
                  </a:lnTo>
                  <a:lnTo>
                    <a:pt x="56335" y="400830"/>
                  </a:lnTo>
                  <a:lnTo>
                    <a:pt x="56985" y="397138"/>
                  </a:lnTo>
                  <a:lnTo>
                    <a:pt x="57635" y="393595"/>
                  </a:lnTo>
                  <a:lnTo>
                    <a:pt x="58285" y="390309"/>
                  </a:lnTo>
                  <a:lnTo>
                    <a:pt x="58935" y="387312"/>
                  </a:lnTo>
                  <a:lnTo>
                    <a:pt x="59585" y="384554"/>
                  </a:lnTo>
                  <a:lnTo>
                    <a:pt x="60235" y="382051"/>
                  </a:lnTo>
                  <a:lnTo>
                    <a:pt x="60885" y="379847"/>
                  </a:lnTo>
                  <a:lnTo>
                    <a:pt x="61535" y="377941"/>
                  </a:lnTo>
                  <a:lnTo>
                    <a:pt x="62185" y="376382"/>
                  </a:lnTo>
                  <a:lnTo>
                    <a:pt x="62835" y="375273"/>
                  </a:lnTo>
                  <a:lnTo>
                    <a:pt x="63485" y="374670"/>
                  </a:lnTo>
                  <a:lnTo>
                    <a:pt x="64135" y="374567"/>
                  </a:lnTo>
                  <a:lnTo>
                    <a:pt x="64785" y="375071"/>
                  </a:lnTo>
                  <a:lnTo>
                    <a:pt x="65435" y="376319"/>
                  </a:lnTo>
                  <a:lnTo>
                    <a:pt x="66085" y="378301"/>
                  </a:lnTo>
                  <a:lnTo>
                    <a:pt x="66734" y="381013"/>
                  </a:lnTo>
                  <a:lnTo>
                    <a:pt x="67384" y="384442"/>
                  </a:lnTo>
                  <a:lnTo>
                    <a:pt x="68034" y="388569"/>
                  </a:lnTo>
                  <a:lnTo>
                    <a:pt x="68684" y="393336"/>
                  </a:lnTo>
                  <a:lnTo>
                    <a:pt x="69334" y="398725"/>
                  </a:lnTo>
                  <a:lnTo>
                    <a:pt x="69984" y="404745"/>
                  </a:lnTo>
                  <a:lnTo>
                    <a:pt x="70634" y="411453"/>
                  </a:lnTo>
                  <a:lnTo>
                    <a:pt x="71284" y="418898"/>
                  </a:lnTo>
                  <a:lnTo>
                    <a:pt x="71934" y="427043"/>
                  </a:lnTo>
                  <a:lnTo>
                    <a:pt x="72584" y="435769"/>
                  </a:lnTo>
                  <a:lnTo>
                    <a:pt x="73234" y="444997"/>
                  </a:lnTo>
                  <a:lnTo>
                    <a:pt x="73884" y="454697"/>
                  </a:lnTo>
                  <a:lnTo>
                    <a:pt x="74534" y="464681"/>
                  </a:lnTo>
                  <a:lnTo>
                    <a:pt x="75184" y="474784"/>
                  </a:lnTo>
                  <a:lnTo>
                    <a:pt x="75834" y="484948"/>
                  </a:lnTo>
                  <a:lnTo>
                    <a:pt x="76483" y="495174"/>
                  </a:lnTo>
                  <a:lnTo>
                    <a:pt x="77133" y="505420"/>
                  </a:lnTo>
                  <a:lnTo>
                    <a:pt x="77783" y="515599"/>
                  </a:lnTo>
                  <a:lnTo>
                    <a:pt x="78433" y="525700"/>
                  </a:lnTo>
                  <a:lnTo>
                    <a:pt x="79083" y="535684"/>
                  </a:lnTo>
                  <a:lnTo>
                    <a:pt x="79733" y="545459"/>
                  </a:lnTo>
                  <a:lnTo>
                    <a:pt x="80383" y="554939"/>
                  </a:lnTo>
                  <a:lnTo>
                    <a:pt x="81033" y="564013"/>
                  </a:lnTo>
                  <a:lnTo>
                    <a:pt x="81683" y="572681"/>
                  </a:lnTo>
                  <a:lnTo>
                    <a:pt x="82333" y="580944"/>
                  </a:lnTo>
                  <a:lnTo>
                    <a:pt x="82983" y="588738"/>
                  </a:lnTo>
                  <a:lnTo>
                    <a:pt x="83633" y="596033"/>
                  </a:lnTo>
                  <a:lnTo>
                    <a:pt x="84283" y="602882"/>
                  </a:lnTo>
                  <a:lnTo>
                    <a:pt x="84933" y="609288"/>
                  </a:lnTo>
                  <a:lnTo>
                    <a:pt x="85583" y="615223"/>
                  </a:lnTo>
                  <a:lnTo>
                    <a:pt x="86233" y="620657"/>
                  </a:lnTo>
                  <a:lnTo>
                    <a:pt x="86882" y="625487"/>
                  </a:lnTo>
                  <a:lnTo>
                    <a:pt x="87532" y="629693"/>
                  </a:lnTo>
                  <a:lnTo>
                    <a:pt x="88182" y="633215"/>
                  </a:lnTo>
                  <a:lnTo>
                    <a:pt x="88832" y="635998"/>
                  </a:lnTo>
                  <a:lnTo>
                    <a:pt x="89482" y="638144"/>
                  </a:lnTo>
                  <a:lnTo>
                    <a:pt x="90132" y="639636"/>
                  </a:lnTo>
                  <a:lnTo>
                    <a:pt x="90782" y="640468"/>
                  </a:lnTo>
                  <a:lnTo>
                    <a:pt x="91432" y="640607"/>
                  </a:lnTo>
                  <a:lnTo>
                    <a:pt x="92082" y="640055"/>
                  </a:lnTo>
                  <a:lnTo>
                    <a:pt x="92732" y="638862"/>
                  </a:lnTo>
                  <a:lnTo>
                    <a:pt x="93382" y="636982"/>
                  </a:lnTo>
                  <a:lnTo>
                    <a:pt x="94032" y="634421"/>
                  </a:lnTo>
                  <a:lnTo>
                    <a:pt x="94682" y="631116"/>
                  </a:lnTo>
                  <a:lnTo>
                    <a:pt x="95332" y="627014"/>
                  </a:lnTo>
                  <a:lnTo>
                    <a:pt x="95982" y="622049"/>
                  </a:lnTo>
                  <a:lnTo>
                    <a:pt x="96631" y="616279"/>
                  </a:lnTo>
                  <a:lnTo>
                    <a:pt x="97281" y="609694"/>
                  </a:lnTo>
                  <a:lnTo>
                    <a:pt x="97931" y="602217"/>
                  </a:lnTo>
                  <a:lnTo>
                    <a:pt x="98581" y="593827"/>
                  </a:lnTo>
                  <a:lnTo>
                    <a:pt x="99231" y="584513"/>
                  </a:lnTo>
                  <a:lnTo>
                    <a:pt x="99881" y="574332"/>
                  </a:lnTo>
                  <a:lnTo>
                    <a:pt x="100531" y="563284"/>
                  </a:lnTo>
                  <a:lnTo>
                    <a:pt x="101181" y="551383"/>
                  </a:lnTo>
                  <a:lnTo>
                    <a:pt x="101831" y="538646"/>
                  </a:lnTo>
                  <a:lnTo>
                    <a:pt x="102481" y="525087"/>
                  </a:lnTo>
                  <a:lnTo>
                    <a:pt x="103131" y="510734"/>
                  </a:lnTo>
                  <a:lnTo>
                    <a:pt x="103781" y="495544"/>
                  </a:lnTo>
                  <a:lnTo>
                    <a:pt x="104431" y="479565"/>
                  </a:lnTo>
                  <a:lnTo>
                    <a:pt x="105081" y="462841"/>
                  </a:lnTo>
                  <a:lnTo>
                    <a:pt x="105731" y="445458"/>
                  </a:lnTo>
                  <a:lnTo>
                    <a:pt x="106381" y="427547"/>
                  </a:lnTo>
                  <a:lnTo>
                    <a:pt x="107030" y="409283"/>
                  </a:lnTo>
                  <a:lnTo>
                    <a:pt x="107680" y="390898"/>
                  </a:lnTo>
                  <a:lnTo>
                    <a:pt x="108330" y="372493"/>
                  </a:lnTo>
                  <a:lnTo>
                    <a:pt x="108980" y="354031"/>
                  </a:lnTo>
                  <a:lnTo>
                    <a:pt x="109630" y="335443"/>
                  </a:lnTo>
                  <a:lnTo>
                    <a:pt x="110280" y="316838"/>
                  </a:lnTo>
                  <a:lnTo>
                    <a:pt x="110930" y="298266"/>
                  </a:lnTo>
                  <a:lnTo>
                    <a:pt x="111580" y="279744"/>
                  </a:lnTo>
                  <a:lnTo>
                    <a:pt x="112230" y="261404"/>
                  </a:lnTo>
                  <a:lnTo>
                    <a:pt x="112880" y="243441"/>
                  </a:lnTo>
                  <a:lnTo>
                    <a:pt x="113530" y="225995"/>
                  </a:lnTo>
                  <a:lnTo>
                    <a:pt x="114180" y="209095"/>
                  </a:lnTo>
                  <a:lnTo>
                    <a:pt x="114830" y="192741"/>
                  </a:lnTo>
                  <a:lnTo>
                    <a:pt x="115480" y="176916"/>
                  </a:lnTo>
                  <a:lnTo>
                    <a:pt x="116130" y="161625"/>
                  </a:lnTo>
                  <a:lnTo>
                    <a:pt x="116779" y="146876"/>
                  </a:lnTo>
                  <a:lnTo>
                    <a:pt x="117429" y="132610"/>
                  </a:lnTo>
                  <a:lnTo>
                    <a:pt x="118079" y="118824"/>
                  </a:lnTo>
                  <a:lnTo>
                    <a:pt x="118729" y="105581"/>
                  </a:lnTo>
                  <a:lnTo>
                    <a:pt x="119379" y="93113"/>
                  </a:lnTo>
                  <a:lnTo>
                    <a:pt x="120029" y="81514"/>
                  </a:lnTo>
                  <a:lnTo>
                    <a:pt x="120679" y="70879"/>
                  </a:lnTo>
                  <a:lnTo>
                    <a:pt x="121329" y="61272"/>
                  </a:lnTo>
                  <a:lnTo>
                    <a:pt x="121979" y="52485"/>
                  </a:lnTo>
                  <a:lnTo>
                    <a:pt x="122629" y="44427"/>
                  </a:lnTo>
                  <a:lnTo>
                    <a:pt x="123279" y="37058"/>
                  </a:lnTo>
                  <a:lnTo>
                    <a:pt x="123929" y="30280"/>
                  </a:lnTo>
                  <a:lnTo>
                    <a:pt x="124579" y="24085"/>
                  </a:lnTo>
                  <a:lnTo>
                    <a:pt x="125229" y="18482"/>
                  </a:lnTo>
                  <a:lnTo>
                    <a:pt x="125879" y="13532"/>
                  </a:lnTo>
                  <a:lnTo>
                    <a:pt x="126529" y="9285"/>
                  </a:lnTo>
                  <a:lnTo>
                    <a:pt x="127178" y="5796"/>
                  </a:lnTo>
                  <a:lnTo>
                    <a:pt x="127828" y="3133"/>
                  </a:lnTo>
                  <a:lnTo>
                    <a:pt x="128478" y="1310"/>
                  </a:lnTo>
                  <a:lnTo>
                    <a:pt x="129128" y="281"/>
                  </a:lnTo>
                  <a:lnTo>
                    <a:pt x="129778" y="0"/>
                  </a:lnTo>
                  <a:lnTo>
                    <a:pt x="130428" y="455"/>
                  </a:lnTo>
                  <a:lnTo>
                    <a:pt x="131078" y="1656"/>
                  </a:lnTo>
                  <a:lnTo>
                    <a:pt x="131728" y="3689"/>
                  </a:lnTo>
                  <a:lnTo>
                    <a:pt x="132378" y="6485"/>
                  </a:lnTo>
                  <a:lnTo>
                    <a:pt x="133028" y="9963"/>
                  </a:lnTo>
                  <a:lnTo>
                    <a:pt x="133678" y="14196"/>
                  </a:lnTo>
                  <a:lnTo>
                    <a:pt x="134328" y="19174"/>
                  </a:lnTo>
                  <a:lnTo>
                    <a:pt x="134978" y="24886"/>
                  </a:lnTo>
                  <a:lnTo>
                    <a:pt x="135628" y="31270"/>
                  </a:lnTo>
                  <a:lnTo>
                    <a:pt x="136278" y="38286"/>
                  </a:lnTo>
                  <a:lnTo>
                    <a:pt x="136927" y="45878"/>
                  </a:lnTo>
                  <a:lnTo>
                    <a:pt x="137577" y="53991"/>
                  </a:lnTo>
                  <a:lnTo>
                    <a:pt x="138227" y="62615"/>
                  </a:lnTo>
                  <a:lnTo>
                    <a:pt x="138877" y="71646"/>
                  </a:lnTo>
                  <a:lnTo>
                    <a:pt x="139527" y="80922"/>
                  </a:lnTo>
                  <a:lnTo>
                    <a:pt x="140177" y="90302"/>
                  </a:lnTo>
                  <a:lnTo>
                    <a:pt x="140827" y="99749"/>
                  </a:lnTo>
                  <a:lnTo>
                    <a:pt x="141477" y="109301"/>
                  </a:lnTo>
                  <a:lnTo>
                    <a:pt x="142127" y="119118"/>
                  </a:lnTo>
                  <a:lnTo>
                    <a:pt x="142777" y="129289"/>
                  </a:lnTo>
                  <a:lnTo>
                    <a:pt x="143427" y="139800"/>
                  </a:lnTo>
                  <a:lnTo>
                    <a:pt x="144077" y="150724"/>
                  </a:lnTo>
                  <a:lnTo>
                    <a:pt x="144727" y="162077"/>
                  </a:lnTo>
                  <a:lnTo>
                    <a:pt x="145377" y="173694"/>
                  </a:lnTo>
                  <a:lnTo>
                    <a:pt x="146027" y="185467"/>
                  </a:lnTo>
                  <a:lnTo>
                    <a:pt x="146677" y="197365"/>
                  </a:lnTo>
                  <a:lnTo>
                    <a:pt x="147326" y="209388"/>
                  </a:lnTo>
                  <a:lnTo>
                    <a:pt x="147976" y="221536"/>
                  </a:lnTo>
                  <a:lnTo>
                    <a:pt x="148626" y="233825"/>
                  </a:lnTo>
                  <a:lnTo>
                    <a:pt x="149276" y="246194"/>
                  </a:lnTo>
                  <a:lnTo>
                    <a:pt x="149926" y="258638"/>
                  </a:lnTo>
                  <a:lnTo>
                    <a:pt x="150576" y="271160"/>
                  </a:lnTo>
                  <a:lnTo>
                    <a:pt x="151226" y="283726"/>
                  </a:lnTo>
                  <a:lnTo>
                    <a:pt x="151876" y="296168"/>
                  </a:lnTo>
                  <a:lnTo>
                    <a:pt x="152526" y="308279"/>
                  </a:lnTo>
                  <a:lnTo>
                    <a:pt x="153176" y="320027"/>
                  </a:lnTo>
                  <a:lnTo>
                    <a:pt x="153826" y="331292"/>
                  </a:lnTo>
                  <a:lnTo>
                    <a:pt x="154476" y="342129"/>
                  </a:lnTo>
                  <a:lnTo>
                    <a:pt x="155126" y="352731"/>
                  </a:lnTo>
                  <a:lnTo>
                    <a:pt x="155776" y="363109"/>
                  </a:lnTo>
                  <a:lnTo>
                    <a:pt x="156426" y="373388"/>
                  </a:lnTo>
                  <a:lnTo>
                    <a:pt x="157075" y="383644"/>
                  </a:lnTo>
                  <a:lnTo>
                    <a:pt x="157725" y="393884"/>
                  </a:lnTo>
                  <a:lnTo>
                    <a:pt x="158375" y="404101"/>
                  </a:lnTo>
                  <a:lnTo>
                    <a:pt x="159025" y="414239"/>
                  </a:lnTo>
                  <a:lnTo>
                    <a:pt x="159675" y="424305"/>
                  </a:lnTo>
                  <a:lnTo>
                    <a:pt x="160325" y="434237"/>
                  </a:lnTo>
                  <a:lnTo>
                    <a:pt x="160975" y="444029"/>
                  </a:lnTo>
                  <a:lnTo>
                    <a:pt x="161625" y="453674"/>
                  </a:lnTo>
                  <a:lnTo>
                    <a:pt x="162275" y="463227"/>
                  </a:lnTo>
                  <a:lnTo>
                    <a:pt x="162925" y="472678"/>
                  </a:lnTo>
                  <a:lnTo>
                    <a:pt x="163575" y="482043"/>
                  </a:lnTo>
                  <a:lnTo>
                    <a:pt x="164225" y="491247"/>
                  </a:lnTo>
                  <a:lnTo>
                    <a:pt x="164875" y="500216"/>
                  </a:lnTo>
                  <a:lnTo>
                    <a:pt x="165525" y="509021"/>
                  </a:lnTo>
                  <a:lnTo>
                    <a:pt x="166175" y="517606"/>
                  </a:lnTo>
                  <a:lnTo>
                    <a:pt x="166825" y="525901"/>
                  </a:lnTo>
                  <a:lnTo>
                    <a:pt x="167474" y="533897"/>
                  </a:lnTo>
                  <a:lnTo>
                    <a:pt x="168124" y="541615"/>
                  </a:lnTo>
                  <a:lnTo>
                    <a:pt x="168774" y="549093"/>
                  </a:lnTo>
                  <a:lnTo>
                    <a:pt x="169424" y="556337"/>
                  </a:lnTo>
                  <a:lnTo>
                    <a:pt x="170074" y="563395"/>
                  </a:lnTo>
                  <a:lnTo>
                    <a:pt x="170724" y="570273"/>
                  </a:lnTo>
                  <a:lnTo>
                    <a:pt x="171374" y="576976"/>
                  </a:lnTo>
                  <a:lnTo>
                    <a:pt x="172024" y="583603"/>
                  </a:lnTo>
                  <a:lnTo>
                    <a:pt x="172674" y="590186"/>
                  </a:lnTo>
                  <a:lnTo>
                    <a:pt x="173324" y="596716"/>
                  </a:lnTo>
                  <a:lnTo>
                    <a:pt x="173974" y="603194"/>
                  </a:lnTo>
                  <a:lnTo>
                    <a:pt x="174624" y="609567"/>
                  </a:lnTo>
                  <a:lnTo>
                    <a:pt x="175274" y="615727"/>
                  </a:lnTo>
                  <a:lnTo>
                    <a:pt x="175924" y="621655"/>
                  </a:lnTo>
                  <a:lnTo>
                    <a:pt x="176574" y="627296"/>
                  </a:lnTo>
                  <a:lnTo>
                    <a:pt x="177223" y="632614"/>
                  </a:lnTo>
                  <a:lnTo>
                    <a:pt x="177873" y="637504"/>
                  </a:lnTo>
                  <a:lnTo>
                    <a:pt x="178523" y="642037"/>
                  </a:lnTo>
                  <a:lnTo>
                    <a:pt x="179173" y="646216"/>
                  </a:lnTo>
                  <a:lnTo>
                    <a:pt x="179277" y="646829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77088" y="250183"/>
              <a:ext cx="4453210" cy="3012293"/>
            </a:xfrm>
            <a:custGeom>
              <a:avLst/>
              <a:pathLst>
                <a:path w="4453210" h="3012293">
                  <a:moveTo>
                    <a:pt x="0" y="3012293"/>
                  </a:moveTo>
                  <a:lnTo>
                    <a:pt x="503" y="3008196"/>
                  </a:lnTo>
                  <a:lnTo>
                    <a:pt x="1152" y="3002108"/>
                  </a:lnTo>
                  <a:lnTo>
                    <a:pt x="1802" y="2995178"/>
                  </a:lnTo>
                  <a:lnTo>
                    <a:pt x="2452" y="2987386"/>
                  </a:lnTo>
                  <a:lnTo>
                    <a:pt x="3102" y="2978696"/>
                  </a:lnTo>
                  <a:lnTo>
                    <a:pt x="3752" y="2969073"/>
                  </a:lnTo>
                  <a:lnTo>
                    <a:pt x="4402" y="2958474"/>
                  </a:lnTo>
                  <a:lnTo>
                    <a:pt x="5052" y="2946843"/>
                  </a:lnTo>
                  <a:lnTo>
                    <a:pt x="5702" y="2934169"/>
                  </a:lnTo>
                  <a:lnTo>
                    <a:pt x="6352" y="2920536"/>
                  </a:lnTo>
                  <a:lnTo>
                    <a:pt x="7002" y="2905901"/>
                  </a:lnTo>
                  <a:lnTo>
                    <a:pt x="7652" y="2890260"/>
                  </a:lnTo>
                  <a:lnTo>
                    <a:pt x="8302" y="2873680"/>
                  </a:lnTo>
                  <a:lnTo>
                    <a:pt x="8952" y="2856152"/>
                  </a:lnTo>
                  <a:lnTo>
                    <a:pt x="9602" y="2837636"/>
                  </a:lnTo>
                  <a:lnTo>
                    <a:pt x="10252" y="2818129"/>
                  </a:lnTo>
                  <a:lnTo>
                    <a:pt x="10901" y="2797646"/>
                  </a:lnTo>
                  <a:lnTo>
                    <a:pt x="11551" y="2776247"/>
                  </a:lnTo>
                  <a:lnTo>
                    <a:pt x="12201" y="2753903"/>
                  </a:lnTo>
                  <a:lnTo>
                    <a:pt x="12851" y="2730626"/>
                  </a:lnTo>
                  <a:lnTo>
                    <a:pt x="13501" y="2706377"/>
                  </a:lnTo>
                  <a:lnTo>
                    <a:pt x="14151" y="2681180"/>
                  </a:lnTo>
                  <a:lnTo>
                    <a:pt x="14801" y="2655049"/>
                  </a:lnTo>
                  <a:lnTo>
                    <a:pt x="15451" y="2627969"/>
                  </a:lnTo>
                  <a:lnTo>
                    <a:pt x="16101" y="2599910"/>
                  </a:lnTo>
                  <a:lnTo>
                    <a:pt x="16751" y="2570914"/>
                  </a:lnTo>
                  <a:lnTo>
                    <a:pt x="17401" y="2541001"/>
                  </a:lnTo>
                  <a:lnTo>
                    <a:pt x="18051" y="2510181"/>
                  </a:lnTo>
                  <a:lnTo>
                    <a:pt x="18701" y="2478469"/>
                  </a:lnTo>
                  <a:lnTo>
                    <a:pt x="19351" y="2445992"/>
                  </a:lnTo>
                  <a:lnTo>
                    <a:pt x="20001" y="2412817"/>
                  </a:lnTo>
                  <a:lnTo>
                    <a:pt x="20651" y="2378912"/>
                  </a:lnTo>
                  <a:lnTo>
                    <a:pt x="21300" y="2344242"/>
                  </a:lnTo>
                  <a:lnTo>
                    <a:pt x="21950" y="2308851"/>
                  </a:lnTo>
                  <a:lnTo>
                    <a:pt x="22600" y="2272779"/>
                  </a:lnTo>
                  <a:lnTo>
                    <a:pt x="23250" y="2236139"/>
                  </a:lnTo>
                  <a:lnTo>
                    <a:pt x="23900" y="2199002"/>
                  </a:lnTo>
                  <a:lnTo>
                    <a:pt x="24550" y="2161512"/>
                  </a:lnTo>
                  <a:lnTo>
                    <a:pt x="25200" y="2123843"/>
                  </a:lnTo>
                  <a:lnTo>
                    <a:pt x="25850" y="2086123"/>
                  </a:lnTo>
                  <a:lnTo>
                    <a:pt x="26500" y="2048411"/>
                  </a:lnTo>
                  <a:lnTo>
                    <a:pt x="27150" y="2010708"/>
                  </a:lnTo>
                  <a:lnTo>
                    <a:pt x="27800" y="1973044"/>
                  </a:lnTo>
                  <a:lnTo>
                    <a:pt x="28450" y="1935437"/>
                  </a:lnTo>
                  <a:lnTo>
                    <a:pt x="29100" y="1897915"/>
                  </a:lnTo>
                  <a:lnTo>
                    <a:pt x="29750" y="1860610"/>
                  </a:lnTo>
                  <a:lnTo>
                    <a:pt x="30400" y="1823649"/>
                  </a:lnTo>
                  <a:lnTo>
                    <a:pt x="31049" y="1787158"/>
                  </a:lnTo>
                  <a:lnTo>
                    <a:pt x="31699" y="1751209"/>
                  </a:lnTo>
                  <a:lnTo>
                    <a:pt x="32349" y="1715797"/>
                  </a:lnTo>
                  <a:lnTo>
                    <a:pt x="32999" y="1680881"/>
                  </a:lnTo>
                  <a:lnTo>
                    <a:pt x="33649" y="1646497"/>
                  </a:lnTo>
                  <a:lnTo>
                    <a:pt x="34299" y="1612783"/>
                  </a:lnTo>
                  <a:lnTo>
                    <a:pt x="34949" y="1579793"/>
                  </a:lnTo>
                  <a:lnTo>
                    <a:pt x="35599" y="1547558"/>
                  </a:lnTo>
                  <a:lnTo>
                    <a:pt x="36249" y="1516160"/>
                  </a:lnTo>
                  <a:lnTo>
                    <a:pt x="36899" y="1485651"/>
                  </a:lnTo>
                  <a:lnTo>
                    <a:pt x="37549" y="1456121"/>
                  </a:lnTo>
                  <a:lnTo>
                    <a:pt x="38199" y="1427667"/>
                  </a:lnTo>
                  <a:lnTo>
                    <a:pt x="38849" y="1400335"/>
                  </a:lnTo>
                  <a:lnTo>
                    <a:pt x="39499" y="1374141"/>
                  </a:lnTo>
                  <a:lnTo>
                    <a:pt x="40149" y="1349202"/>
                  </a:lnTo>
                  <a:lnTo>
                    <a:pt x="40799" y="1325531"/>
                  </a:lnTo>
                  <a:lnTo>
                    <a:pt x="41448" y="1303178"/>
                  </a:lnTo>
                  <a:lnTo>
                    <a:pt x="42098" y="1282328"/>
                  </a:lnTo>
                  <a:lnTo>
                    <a:pt x="42748" y="1263199"/>
                  </a:lnTo>
                  <a:lnTo>
                    <a:pt x="43398" y="1245833"/>
                  </a:lnTo>
                  <a:lnTo>
                    <a:pt x="44048" y="1230186"/>
                  </a:lnTo>
                  <a:lnTo>
                    <a:pt x="44698" y="1216235"/>
                  </a:lnTo>
                  <a:lnTo>
                    <a:pt x="45348" y="1204074"/>
                  </a:lnTo>
                  <a:lnTo>
                    <a:pt x="45998" y="1193729"/>
                  </a:lnTo>
                  <a:lnTo>
                    <a:pt x="46648" y="1185215"/>
                  </a:lnTo>
                  <a:lnTo>
                    <a:pt x="47298" y="1178484"/>
                  </a:lnTo>
                  <a:lnTo>
                    <a:pt x="47948" y="1173470"/>
                  </a:lnTo>
                  <a:lnTo>
                    <a:pt x="48598" y="1170220"/>
                  </a:lnTo>
                  <a:lnTo>
                    <a:pt x="49248" y="1168721"/>
                  </a:lnTo>
                  <a:lnTo>
                    <a:pt x="49898" y="1168910"/>
                  </a:lnTo>
                  <a:lnTo>
                    <a:pt x="50548" y="1170694"/>
                  </a:lnTo>
                  <a:lnTo>
                    <a:pt x="51197" y="1174044"/>
                  </a:lnTo>
                  <a:lnTo>
                    <a:pt x="51847" y="1178897"/>
                  </a:lnTo>
                  <a:lnTo>
                    <a:pt x="52497" y="1185093"/>
                  </a:lnTo>
                  <a:lnTo>
                    <a:pt x="53147" y="1192685"/>
                  </a:lnTo>
                  <a:lnTo>
                    <a:pt x="53797" y="1201726"/>
                  </a:lnTo>
                  <a:lnTo>
                    <a:pt x="54447" y="1212172"/>
                  </a:lnTo>
                  <a:lnTo>
                    <a:pt x="55097" y="1223930"/>
                  </a:lnTo>
                  <a:lnTo>
                    <a:pt x="55747" y="1236878"/>
                  </a:lnTo>
                  <a:lnTo>
                    <a:pt x="56397" y="1250908"/>
                  </a:lnTo>
                  <a:lnTo>
                    <a:pt x="57047" y="1266005"/>
                  </a:lnTo>
                  <a:lnTo>
                    <a:pt x="57697" y="1282019"/>
                  </a:lnTo>
                  <a:lnTo>
                    <a:pt x="58347" y="1298801"/>
                  </a:lnTo>
                  <a:lnTo>
                    <a:pt x="58997" y="1316232"/>
                  </a:lnTo>
                  <a:lnTo>
                    <a:pt x="59647" y="1334250"/>
                  </a:lnTo>
                  <a:lnTo>
                    <a:pt x="60297" y="1352862"/>
                  </a:lnTo>
                  <a:lnTo>
                    <a:pt x="60947" y="1372050"/>
                  </a:lnTo>
                  <a:lnTo>
                    <a:pt x="61596" y="1391823"/>
                  </a:lnTo>
                  <a:lnTo>
                    <a:pt x="62246" y="1412181"/>
                  </a:lnTo>
                  <a:lnTo>
                    <a:pt x="62896" y="1433068"/>
                  </a:lnTo>
                  <a:lnTo>
                    <a:pt x="63546" y="1454410"/>
                  </a:lnTo>
                  <a:lnTo>
                    <a:pt x="64196" y="1476132"/>
                  </a:lnTo>
                  <a:lnTo>
                    <a:pt x="64846" y="1498222"/>
                  </a:lnTo>
                  <a:lnTo>
                    <a:pt x="65496" y="1520808"/>
                  </a:lnTo>
                  <a:lnTo>
                    <a:pt x="66146" y="1543953"/>
                  </a:lnTo>
                  <a:lnTo>
                    <a:pt x="66796" y="1567564"/>
                  </a:lnTo>
                  <a:lnTo>
                    <a:pt x="67446" y="1591605"/>
                  </a:lnTo>
                  <a:lnTo>
                    <a:pt x="68096" y="1616138"/>
                  </a:lnTo>
                  <a:lnTo>
                    <a:pt x="68746" y="1641140"/>
                  </a:lnTo>
                  <a:lnTo>
                    <a:pt x="69396" y="1666664"/>
                  </a:lnTo>
                  <a:lnTo>
                    <a:pt x="70046" y="1692709"/>
                  </a:lnTo>
                  <a:lnTo>
                    <a:pt x="70696" y="1719200"/>
                  </a:lnTo>
                  <a:lnTo>
                    <a:pt x="71345" y="1746057"/>
                  </a:lnTo>
                  <a:lnTo>
                    <a:pt x="71995" y="1773264"/>
                  </a:lnTo>
                  <a:lnTo>
                    <a:pt x="72645" y="1800690"/>
                  </a:lnTo>
                  <a:lnTo>
                    <a:pt x="73295" y="1828222"/>
                  </a:lnTo>
                  <a:lnTo>
                    <a:pt x="73945" y="1855845"/>
                  </a:lnTo>
                  <a:lnTo>
                    <a:pt x="74595" y="1883378"/>
                  </a:lnTo>
                  <a:lnTo>
                    <a:pt x="75245" y="1910477"/>
                  </a:lnTo>
                  <a:lnTo>
                    <a:pt x="75895" y="1936866"/>
                  </a:lnTo>
                  <a:lnTo>
                    <a:pt x="76545" y="1962438"/>
                  </a:lnTo>
                  <a:lnTo>
                    <a:pt x="77195" y="1987073"/>
                  </a:lnTo>
                  <a:lnTo>
                    <a:pt x="77845" y="2010645"/>
                  </a:lnTo>
                  <a:lnTo>
                    <a:pt x="78495" y="2033054"/>
                  </a:lnTo>
                  <a:lnTo>
                    <a:pt x="79145" y="2054282"/>
                  </a:lnTo>
                  <a:lnTo>
                    <a:pt x="79795" y="2074364"/>
                  </a:lnTo>
                  <a:lnTo>
                    <a:pt x="80445" y="2093351"/>
                  </a:lnTo>
                  <a:lnTo>
                    <a:pt x="81095" y="2111291"/>
                  </a:lnTo>
                  <a:lnTo>
                    <a:pt x="81744" y="2128124"/>
                  </a:lnTo>
                  <a:lnTo>
                    <a:pt x="82394" y="2143898"/>
                  </a:lnTo>
                  <a:lnTo>
                    <a:pt x="83044" y="2158674"/>
                  </a:lnTo>
                  <a:lnTo>
                    <a:pt x="83694" y="2172511"/>
                  </a:lnTo>
                  <a:lnTo>
                    <a:pt x="84344" y="2185460"/>
                  </a:lnTo>
                  <a:lnTo>
                    <a:pt x="84994" y="2197623"/>
                  </a:lnTo>
                  <a:lnTo>
                    <a:pt x="85644" y="2209057"/>
                  </a:lnTo>
                  <a:lnTo>
                    <a:pt x="86294" y="2219768"/>
                  </a:lnTo>
                  <a:lnTo>
                    <a:pt x="86944" y="2229893"/>
                  </a:lnTo>
                  <a:lnTo>
                    <a:pt x="87594" y="2239535"/>
                  </a:lnTo>
                  <a:lnTo>
                    <a:pt x="88244" y="2248834"/>
                  </a:lnTo>
                  <a:lnTo>
                    <a:pt x="88894" y="2257849"/>
                  </a:lnTo>
                  <a:lnTo>
                    <a:pt x="89544" y="2266567"/>
                  </a:lnTo>
                  <a:lnTo>
                    <a:pt x="90194" y="2275035"/>
                  </a:lnTo>
                  <a:lnTo>
                    <a:pt x="90844" y="2283269"/>
                  </a:lnTo>
                  <a:lnTo>
                    <a:pt x="91493" y="2291407"/>
                  </a:lnTo>
                  <a:lnTo>
                    <a:pt x="92143" y="2299529"/>
                  </a:lnTo>
                  <a:lnTo>
                    <a:pt x="92793" y="2307763"/>
                  </a:lnTo>
                  <a:lnTo>
                    <a:pt x="93443" y="2316196"/>
                  </a:lnTo>
                  <a:lnTo>
                    <a:pt x="94093" y="2324813"/>
                  </a:lnTo>
                  <a:lnTo>
                    <a:pt x="94743" y="2333539"/>
                  </a:lnTo>
                  <a:lnTo>
                    <a:pt x="95393" y="2342317"/>
                  </a:lnTo>
                  <a:lnTo>
                    <a:pt x="96043" y="2351082"/>
                  </a:lnTo>
                  <a:lnTo>
                    <a:pt x="96693" y="2359755"/>
                  </a:lnTo>
                  <a:lnTo>
                    <a:pt x="97343" y="2368355"/>
                  </a:lnTo>
                  <a:lnTo>
                    <a:pt x="97993" y="2376780"/>
                  </a:lnTo>
                  <a:lnTo>
                    <a:pt x="98643" y="2384920"/>
                  </a:lnTo>
                  <a:lnTo>
                    <a:pt x="99293" y="2392775"/>
                  </a:lnTo>
                  <a:lnTo>
                    <a:pt x="99943" y="2400325"/>
                  </a:lnTo>
                  <a:lnTo>
                    <a:pt x="100593" y="2407374"/>
                  </a:lnTo>
                  <a:lnTo>
                    <a:pt x="101243" y="2413802"/>
                  </a:lnTo>
                  <a:lnTo>
                    <a:pt x="101892" y="2419492"/>
                  </a:lnTo>
                  <a:lnTo>
                    <a:pt x="102542" y="2424294"/>
                  </a:lnTo>
                  <a:lnTo>
                    <a:pt x="103192" y="2428099"/>
                  </a:lnTo>
                  <a:lnTo>
                    <a:pt x="103842" y="2430927"/>
                  </a:lnTo>
                  <a:lnTo>
                    <a:pt x="104492" y="2432792"/>
                  </a:lnTo>
                  <a:lnTo>
                    <a:pt x="105142" y="2433676"/>
                  </a:lnTo>
                  <a:lnTo>
                    <a:pt x="105792" y="2433633"/>
                  </a:lnTo>
                  <a:lnTo>
                    <a:pt x="106442" y="2432695"/>
                  </a:lnTo>
                  <a:lnTo>
                    <a:pt x="107092" y="2430854"/>
                  </a:lnTo>
                  <a:lnTo>
                    <a:pt x="107742" y="2428256"/>
                  </a:lnTo>
                  <a:lnTo>
                    <a:pt x="108392" y="2425119"/>
                  </a:lnTo>
                  <a:lnTo>
                    <a:pt x="109042" y="2421581"/>
                  </a:lnTo>
                  <a:lnTo>
                    <a:pt x="109692" y="2417830"/>
                  </a:lnTo>
                  <a:lnTo>
                    <a:pt x="110342" y="2414100"/>
                  </a:lnTo>
                  <a:lnTo>
                    <a:pt x="110992" y="2410556"/>
                  </a:lnTo>
                  <a:lnTo>
                    <a:pt x="111641" y="2407252"/>
                  </a:lnTo>
                  <a:lnTo>
                    <a:pt x="112291" y="2404123"/>
                  </a:lnTo>
                  <a:lnTo>
                    <a:pt x="112941" y="2401204"/>
                  </a:lnTo>
                  <a:lnTo>
                    <a:pt x="113591" y="2398440"/>
                  </a:lnTo>
                  <a:lnTo>
                    <a:pt x="114241" y="2395854"/>
                  </a:lnTo>
                  <a:lnTo>
                    <a:pt x="114891" y="2393494"/>
                  </a:lnTo>
                  <a:lnTo>
                    <a:pt x="115541" y="2391456"/>
                  </a:lnTo>
                  <a:lnTo>
                    <a:pt x="116191" y="2389742"/>
                  </a:lnTo>
                  <a:lnTo>
                    <a:pt x="116841" y="2388383"/>
                  </a:lnTo>
                  <a:lnTo>
                    <a:pt x="117491" y="2387351"/>
                  </a:lnTo>
                  <a:lnTo>
                    <a:pt x="118141" y="2386506"/>
                  </a:lnTo>
                  <a:lnTo>
                    <a:pt x="118791" y="2385820"/>
                  </a:lnTo>
                  <a:lnTo>
                    <a:pt x="119441" y="2385107"/>
                  </a:lnTo>
                  <a:lnTo>
                    <a:pt x="120091" y="2384214"/>
                  </a:lnTo>
                  <a:lnTo>
                    <a:pt x="120741" y="2383048"/>
                  </a:lnTo>
                  <a:lnTo>
                    <a:pt x="121391" y="2381562"/>
                  </a:lnTo>
                  <a:lnTo>
                    <a:pt x="122040" y="2379846"/>
                  </a:lnTo>
                  <a:lnTo>
                    <a:pt x="122690" y="2377914"/>
                  </a:lnTo>
                  <a:lnTo>
                    <a:pt x="123340" y="2375813"/>
                  </a:lnTo>
                  <a:lnTo>
                    <a:pt x="123990" y="2373552"/>
                  </a:lnTo>
                  <a:lnTo>
                    <a:pt x="124640" y="2371065"/>
                  </a:lnTo>
                  <a:lnTo>
                    <a:pt x="125290" y="2368164"/>
                  </a:lnTo>
                  <a:lnTo>
                    <a:pt x="125940" y="2364651"/>
                  </a:lnTo>
                  <a:lnTo>
                    <a:pt x="126590" y="2360378"/>
                  </a:lnTo>
                  <a:lnTo>
                    <a:pt x="127240" y="2355348"/>
                  </a:lnTo>
                  <a:lnTo>
                    <a:pt x="127890" y="2349688"/>
                  </a:lnTo>
                  <a:lnTo>
                    <a:pt x="128540" y="2343448"/>
                  </a:lnTo>
                  <a:lnTo>
                    <a:pt x="129190" y="2336806"/>
                  </a:lnTo>
                  <a:lnTo>
                    <a:pt x="129840" y="2329859"/>
                  </a:lnTo>
                  <a:lnTo>
                    <a:pt x="130490" y="2322602"/>
                  </a:lnTo>
                  <a:lnTo>
                    <a:pt x="131140" y="2315113"/>
                  </a:lnTo>
                  <a:lnTo>
                    <a:pt x="131789" y="2307346"/>
                  </a:lnTo>
                  <a:lnTo>
                    <a:pt x="132439" y="2299292"/>
                  </a:lnTo>
                  <a:lnTo>
                    <a:pt x="133089" y="2291112"/>
                  </a:lnTo>
                  <a:lnTo>
                    <a:pt x="133739" y="2283017"/>
                  </a:lnTo>
                  <a:lnTo>
                    <a:pt x="134389" y="2275116"/>
                  </a:lnTo>
                  <a:lnTo>
                    <a:pt x="135039" y="2267521"/>
                  </a:lnTo>
                  <a:lnTo>
                    <a:pt x="135689" y="2260369"/>
                  </a:lnTo>
                  <a:lnTo>
                    <a:pt x="136339" y="2253821"/>
                  </a:lnTo>
                  <a:lnTo>
                    <a:pt x="136989" y="2247914"/>
                  </a:lnTo>
                  <a:lnTo>
                    <a:pt x="137639" y="2242710"/>
                  </a:lnTo>
                  <a:lnTo>
                    <a:pt x="138289" y="2238307"/>
                  </a:lnTo>
                  <a:lnTo>
                    <a:pt x="138939" y="2234744"/>
                  </a:lnTo>
                  <a:lnTo>
                    <a:pt x="139589" y="2232060"/>
                  </a:lnTo>
                  <a:lnTo>
                    <a:pt x="140239" y="2230269"/>
                  </a:lnTo>
                  <a:lnTo>
                    <a:pt x="140889" y="2229395"/>
                  </a:lnTo>
                  <a:lnTo>
                    <a:pt x="141538" y="2229441"/>
                  </a:lnTo>
                  <a:lnTo>
                    <a:pt x="142188" y="2230412"/>
                  </a:lnTo>
                  <a:lnTo>
                    <a:pt x="142838" y="2232078"/>
                  </a:lnTo>
                  <a:lnTo>
                    <a:pt x="143488" y="2234249"/>
                  </a:lnTo>
                  <a:lnTo>
                    <a:pt x="144138" y="2236805"/>
                  </a:lnTo>
                  <a:lnTo>
                    <a:pt x="144788" y="2239831"/>
                  </a:lnTo>
                  <a:lnTo>
                    <a:pt x="145438" y="2243375"/>
                  </a:lnTo>
                  <a:lnTo>
                    <a:pt x="146088" y="2247421"/>
                  </a:lnTo>
                  <a:lnTo>
                    <a:pt x="146738" y="2252007"/>
                  </a:lnTo>
                  <a:lnTo>
                    <a:pt x="147388" y="2257043"/>
                  </a:lnTo>
                  <a:lnTo>
                    <a:pt x="148038" y="2262409"/>
                  </a:lnTo>
                  <a:lnTo>
                    <a:pt x="148688" y="2267961"/>
                  </a:lnTo>
                  <a:lnTo>
                    <a:pt x="149338" y="2273528"/>
                  </a:lnTo>
                  <a:lnTo>
                    <a:pt x="149988" y="2279082"/>
                  </a:lnTo>
                  <a:lnTo>
                    <a:pt x="150638" y="2284641"/>
                  </a:lnTo>
                  <a:lnTo>
                    <a:pt x="151288" y="2290216"/>
                  </a:lnTo>
                  <a:lnTo>
                    <a:pt x="151937" y="2295775"/>
                  </a:lnTo>
                  <a:lnTo>
                    <a:pt x="152587" y="2301462"/>
                  </a:lnTo>
                  <a:lnTo>
                    <a:pt x="153237" y="2307274"/>
                  </a:lnTo>
                  <a:lnTo>
                    <a:pt x="153887" y="2313227"/>
                  </a:lnTo>
                  <a:lnTo>
                    <a:pt x="154537" y="2319192"/>
                  </a:lnTo>
                  <a:lnTo>
                    <a:pt x="155187" y="2324982"/>
                  </a:lnTo>
                  <a:lnTo>
                    <a:pt x="155837" y="2330540"/>
                  </a:lnTo>
                  <a:lnTo>
                    <a:pt x="156487" y="2335695"/>
                  </a:lnTo>
                  <a:lnTo>
                    <a:pt x="157137" y="2340387"/>
                  </a:lnTo>
                  <a:lnTo>
                    <a:pt x="157787" y="2344613"/>
                  </a:lnTo>
                  <a:lnTo>
                    <a:pt x="158437" y="2348523"/>
                  </a:lnTo>
                  <a:lnTo>
                    <a:pt x="159087" y="2352328"/>
                  </a:lnTo>
                  <a:lnTo>
                    <a:pt x="159737" y="2356090"/>
                  </a:lnTo>
                  <a:lnTo>
                    <a:pt x="160387" y="2359723"/>
                  </a:lnTo>
                  <a:lnTo>
                    <a:pt x="161037" y="2363194"/>
                  </a:lnTo>
                  <a:lnTo>
                    <a:pt x="161686" y="2366458"/>
                  </a:lnTo>
                  <a:lnTo>
                    <a:pt x="162336" y="2369368"/>
                  </a:lnTo>
                  <a:lnTo>
                    <a:pt x="162986" y="2371931"/>
                  </a:lnTo>
                  <a:lnTo>
                    <a:pt x="163636" y="2374154"/>
                  </a:lnTo>
                  <a:lnTo>
                    <a:pt x="164286" y="2376078"/>
                  </a:lnTo>
                  <a:lnTo>
                    <a:pt x="164936" y="2377827"/>
                  </a:lnTo>
                  <a:lnTo>
                    <a:pt x="165586" y="2379412"/>
                  </a:lnTo>
                  <a:lnTo>
                    <a:pt x="166236" y="2380756"/>
                  </a:lnTo>
                  <a:lnTo>
                    <a:pt x="166886" y="2381913"/>
                  </a:lnTo>
                  <a:lnTo>
                    <a:pt x="167536" y="2382951"/>
                  </a:lnTo>
                  <a:lnTo>
                    <a:pt x="168186" y="2383867"/>
                  </a:lnTo>
                  <a:lnTo>
                    <a:pt x="168836" y="2384480"/>
                  </a:lnTo>
                  <a:lnTo>
                    <a:pt x="169486" y="2384714"/>
                  </a:lnTo>
                  <a:lnTo>
                    <a:pt x="170136" y="2384603"/>
                  </a:lnTo>
                  <a:lnTo>
                    <a:pt x="170786" y="2384107"/>
                  </a:lnTo>
                  <a:lnTo>
                    <a:pt x="171436" y="2383138"/>
                  </a:lnTo>
                  <a:lnTo>
                    <a:pt x="172085" y="2381698"/>
                  </a:lnTo>
                  <a:lnTo>
                    <a:pt x="172735" y="2379811"/>
                  </a:lnTo>
                  <a:lnTo>
                    <a:pt x="173385" y="2377399"/>
                  </a:lnTo>
                  <a:lnTo>
                    <a:pt x="174035" y="2374433"/>
                  </a:lnTo>
                  <a:lnTo>
                    <a:pt x="174685" y="2370870"/>
                  </a:lnTo>
                  <a:lnTo>
                    <a:pt x="175335" y="2366703"/>
                  </a:lnTo>
                  <a:lnTo>
                    <a:pt x="175985" y="2362104"/>
                  </a:lnTo>
                  <a:lnTo>
                    <a:pt x="176635" y="2357186"/>
                  </a:lnTo>
                  <a:lnTo>
                    <a:pt x="177285" y="2351932"/>
                  </a:lnTo>
                  <a:lnTo>
                    <a:pt x="177935" y="2346258"/>
                  </a:lnTo>
                  <a:lnTo>
                    <a:pt x="178585" y="2340210"/>
                  </a:lnTo>
                  <a:lnTo>
                    <a:pt x="179235" y="2333755"/>
                  </a:lnTo>
                  <a:lnTo>
                    <a:pt x="179885" y="2326932"/>
                  </a:lnTo>
                  <a:lnTo>
                    <a:pt x="180535" y="2319835"/>
                  </a:lnTo>
                  <a:lnTo>
                    <a:pt x="181185" y="2312560"/>
                  </a:lnTo>
                  <a:lnTo>
                    <a:pt x="181834" y="2305160"/>
                  </a:lnTo>
                  <a:lnTo>
                    <a:pt x="182484" y="2297755"/>
                  </a:lnTo>
                  <a:lnTo>
                    <a:pt x="183134" y="2290394"/>
                  </a:lnTo>
                  <a:lnTo>
                    <a:pt x="183784" y="2283065"/>
                  </a:lnTo>
                  <a:lnTo>
                    <a:pt x="184434" y="2275887"/>
                  </a:lnTo>
                  <a:lnTo>
                    <a:pt x="185084" y="2268832"/>
                  </a:lnTo>
                  <a:lnTo>
                    <a:pt x="185734" y="2261871"/>
                  </a:lnTo>
                  <a:lnTo>
                    <a:pt x="186384" y="2254932"/>
                  </a:lnTo>
                  <a:lnTo>
                    <a:pt x="187034" y="2248003"/>
                  </a:lnTo>
                  <a:lnTo>
                    <a:pt x="187684" y="2241199"/>
                  </a:lnTo>
                  <a:lnTo>
                    <a:pt x="188334" y="2234628"/>
                  </a:lnTo>
                  <a:lnTo>
                    <a:pt x="188984" y="2228370"/>
                  </a:lnTo>
                  <a:lnTo>
                    <a:pt x="189634" y="2222563"/>
                  </a:lnTo>
                  <a:lnTo>
                    <a:pt x="190284" y="2217278"/>
                  </a:lnTo>
                  <a:lnTo>
                    <a:pt x="190934" y="2212526"/>
                  </a:lnTo>
                  <a:lnTo>
                    <a:pt x="191584" y="2208242"/>
                  </a:lnTo>
                  <a:lnTo>
                    <a:pt x="192233" y="2204302"/>
                  </a:lnTo>
                  <a:lnTo>
                    <a:pt x="192883" y="2200715"/>
                  </a:lnTo>
                  <a:lnTo>
                    <a:pt x="193533" y="2197532"/>
                  </a:lnTo>
                  <a:lnTo>
                    <a:pt x="194183" y="2194663"/>
                  </a:lnTo>
                  <a:lnTo>
                    <a:pt x="194833" y="2192146"/>
                  </a:lnTo>
                  <a:lnTo>
                    <a:pt x="195483" y="2189983"/>
                  </a:lnTo>
                  <a:lnTo>
                    <a:pt x="196133" y="2188243"/>
                  </a:lnTo>
                  <a:lnTo>
                    <a:pt x="196783" y="2187002"/>
                  </a:lnTo>
                  <a:lnTo>
                    <a:pt x="197433" y="2186195"/>
                  </a:lnTo>
                  <a:lnTo>
                    <a:pt x="198083" y="2185763"/>
                  </a:lnTo>
                  <a:lnTo>
                    <a:pt x="198733" y="2185666"/>
                  </a:lnTo>
                  <a:lnTo>
                    <a:pt x="199383" y="2185757"/>
                  </a:lnTo>
                  <a:lnTo>
                    <a:pt x="200033" y="2185863"/>
                  </a:lnTo>
                  <a:lnTo>
                    <a:pt x="200683" y="2185902"/>
                  </a:lnTo>
                  <a:lnTo>
                    <a:pt x="201333" y="2185972"/>
                  </a:lnTo>
                  <a:lnTo>
                    <a:pt x="201982" y="2186257"/>
                  </a:lnTo>
                  <a:lnTo>
                    <a:pt x="202632" y="2186736"/>
                  </a:lnTo>
                  <a:lnTo>
                    <a:pt x="203282" y="2187377"/>
                  </a:lnTo>
                  <a:lnTo>
                    <a:pt x="203932" y="2188229"/>
                  </a:lnTo>
                  <a:lnTo>
                    <a:pt x="204582" y="2189289"/>
                  </a:lnTo>
                  <a:lnTo>
                    <a:pt x="205232" y="2190419"/>
                  </a:lnTo>
                  <a:lnTo>
                    <a:pt x="205882" y="2191507"/>
                  </a:lnTo>
                  <a:lnTo>
                    <a:pt x="206532" y="2192614"/>
                  </a:lnTo>
                  <a:lnTo>
                    <a:pt x="207182" y="2193654"/>
                  </a:lnTo>
                  <a:lnTo>
                    <a:pt x="207832" y="2194534"/>
                  </a:lnTo>
                  <a:lnTo>
                    <a:pt x="208482" y="2195196"/>
                  </a:lnTo>
                  <a:lnTo>
                    <a:pt x="209132" y="2195572"/>
                  </a:lnTo>
                  <a:lnTo>
                    <a:pt x="209782" y="2195660"/>
                  </a:lnTo>
                  <a:lnTo>
                    <a:pt x="210432" y="2195485"/>
                  </a:lnTo>
                  <a:lnTo>
                    <a:pt x="211082" y="2194984"/>
                  </a:lnTo>
                  <a:lnTo>
                    <a:pt x="211732" y="2194108"/>
                  </a:lnTo>
                  <a:lnTo>
                    <a:pt x="212381" y="2192809"/>
                  </a:lnTo>
                  <a:lnTo>
                    <a:pt x="213031" y="2191005"/>
                  </a:lnTo>
                  <a:lnTo>
                    <a:pt x="213681" y="2188618"/>
                  </a:lnTo>
                  <a:lnTo>
                    <a:pt x="214331" y="2185662"/>
                  </a:lnTo>
                  <a:lnTo>
                    <a:pt x="214981" y="2182112"/>
                  </a:lnTo>
                  <a:lnTo>
                    <a:pt x="215631" y="2177980"/>
                  </a:lnTo>
                  <a:lnTo>
                    <a:pt x="216281" y="2173238"/>
                  </a:lnTo>
                  <a:lnTo>
                    <a:pt x="216931" y="2167909"/>
                  </a:lnTo>
                  <a:lnTo>
                    <a:pt x="217581" y="2162038"/>
                  </a:lnTo>
                  <a:lnTo>
                    <a:pt x="218231" y="2155759"/>
                  </a:lnTo>
                  <a:lnTo>
                    <a:pt x="218881" y="2149200"/>
                  </a:lnTo>
                  <a:lnTo>
                    <a:pt x="219531" y="2142514"/>
                  </a:lnTo>
                  <a:lnTo>
                    <a:pt x="220181" y="2135710"/>
                  </a:lnTo>
                  <a:lnTo>
                    <a:pt x="220831" y="2128693"/>
                  </a:lnTo>
                  <a:lnTo>
                    <a:pt x="221481" y="2121412"/>
                  </a:lnTo>
                  <a:lnTo>
                    <a:pt x="222130" y="2113814"/>
                  </a:lnTo>
                  <a:lnTo>
                    <a:pt x="222780" y="2105845"/>
                  </a:lnTo>
                  <a:lnTo>
                    <a:pt x="223430" y="2097507"/>
                  </a:lnTo>
                  <a:lnTo>
                    <a:pt x="224080" y="2088804"/>
                  </a:lnTo>
                  <a:lnTo>
                    <a:pt x="224730" y="2079794"/>
                  </a:lnTo>
                  <a:lnTo>
                    <a:pt x="225380" y="2070479"/>
                  </a:lnTo>
                  <a:lnTo>
                    <a:pt x="226030" y="2060833"/>
                  </a:lnTo>
                  <a:lnTo>
                    <a:pt x="226680" y="2050878"/>
                  </a:lnTo>
                  <a:lnTo>
                    <a:pt x="227330" y="2040626"/>
                  </a:lnTo>
                  <a:lnTo>
                    <a:pt x="227980" y="2030016"/>
                  </a:lnTo>
                  <a:lnTo>
                    <a:pt x="228630" y="2018932"/>
                  </a:lnTo>
                  <a:lnTo>
                    <a:pt x="229280" y="2007198"/>
                  </a:lnTo>
                  <a:lnTo>
                    <a:pt x="229930" y="1994758"/>
                  </a:lnTo>
                  <a:lnTo>
                    <a:pt x="230580" y="1981605"/>
                  </a:lnTo>
                  <a:lnTo>
                    <a:pt x="231230" y="1967720"/>
                  </a:lnTo>
                  <a:lnTo>
                    <a:pt x="231880" y="1953144"/>
                  </a:lnTo>
                  <a:lnTo>
                    <a:pt x="232529" y="1937997"/>
                  </a:lnTo>
                  <a:lnTo>
                    <a:pt x="233179" y="1922329"/>
                  </a:lnTo>
                  <a:lnTo>
                    <a:pt x="233829" y="1906032"/>
                  </a:lnTo>
                  <a:lnTo>
                    <a:pt x="234479" y="1888933"/>
                  </a:lnTo>
                  <a:lnTo>
                    <a:pt x="235129" y="1870869"/>
                  </a:lnTo>
                  <a:lnTo>
                    <a:pt x="235779" y="1851837"/>
                  </a:lnTo>
                  <a:lnTo>
                    <a:pt x="236429" y="1831723"/>
                  </a:lnTo>
                  <a:lnTo>
                    <a:pt x="237079" y="1810494"/>
                  </a:lnTo>
                  <a:lnTo>
                    <a:pt x="237729" y="1788260"/>
                  </a:lnTo>
                  <a:lnTo>
                    <a:pt x="238379" y="1765280"/>
                  </a:lnTo>
                  <a:lnTo>
                    <a:pt x="239029" y="1741609"/>
                  </a:lnTo>
                  <a:lnTo>
                    <a:pt x="239679" y="1717306"/>
                  </a:lnTo>
                  <a:lnTo>
                    <a:pt x="240329" y="1692557"/>
                  </a:lnTo>
                  <a:lnTo>
                    <a:pt x="240979" y="1667529"/>
                  </a:lnTo>
                  <a:lnTo>
                    <a:pt x="241629" y="1642249"/>
                  </a:lnTo>
                  <a:lnTo>
                    <a:pt x="242278" y="1616649"/>
                  </a:lnTo>
                  <a:lnTo>
                    <a:pt x="242928" y="1590671"/>
                  </a:lnTo>
                  <a:lnTo>
                    <a:pt x="243578" y="1564345"/>
                  </a:lnTo>
                  <a:lnTo>
                    <a:pt x="244228" y="1537745"/>
                  </a:lnTo>
                  <a:lnTo>
                    <a:pt x="244878" y="1510983"/>
                  </a:lnTo>
                  <a:lnTo>
                    <a:pt x="245528" y="1484186"/>
                  </a:lnTo>
                  <a:lnTo>
                    <a:pt x="246178" y="1457523"/>
                  </a:lnTo>
                  <a:lnTo>
                    <a:pt x="246828" y="1431120"/>
                  </a:lnTo>
                  <a:lnTo>
                    <a:pt x="247478" y="1404944"/>
                  </a:lnTo>
                  <a:lnTo>
                    <a:pt x="248128" y="1378948"/>
                  </a:lnTo>
                  <a:lnTo>
                    <a:pt x="248778" y="1353073"/>
                  </a:lnTo>
                  <a:lnTo>
                    <a:pt x="249428" y="1327289"/>
                  </a:lnTo>
                  <a:lnTo>
                    <a:pt x="250078" y="1301518"/>
                  </a:lnTo>
                  <a:lnTo>
                    <a:pt x="250728" y="1275691"/>
                  </a:lnTo>
                  <a:lnTo>
                    <a:pt x="251378" y="1249787"/>
                  </a:lnTo>
                  <a:lnTo>
                    <a:pt x="252028" y="1223729"/>
                  </a:lnTo>
                  <a:lnTo>
                    <a:pt x="252677" y="1197585"/>
                  </a:lnTo>
                  <a:lnTo>
                    <a:pt x="253327" y="1171502"/>
                  </a:lnTo>
                  <a:lnTo>
                    <a:pt x="253977" y="1145587"/>
                  </a:lnTo>
                  <a:lnTo>
                    <a:pt x="254627" y="1119891"/>
                  </a:lnTo>
                  <a:lnTo>
                    <a:pt x="255277" y="1094419"/>
                  </a:lnTo>
                  <a:lnTo>
                    <a:pt x="255927" y="1069114"/>
                  </a:lnTo>
                  <a:lnTo>
                    <a:pt x="256577" y="1043926"/>
                  </a:lnTo>
                  <a:lnTo>
                    <a:pt x="257227" y="1018867"/>
                  </a:lnTo>
                  <a:lnTo>
                    <a:pt x="257877" y="993938"/>
                  </a:lnTo>
                  <a:lnTo>
                    <a:pt x="258527" y="969222"/>
                  </a:lnTo>
                  <a:lnTo>
                    <a:pt x="259177" y="944750"/>
                  </a:lnTo>
                  <a:lnTo>
                    <a:pt x="259827" y="920542"/>
                  </a:lnTo>
                  <a:lnTo>
                    <a:pt x="260477" y="896664"/>
                  </a:lnTo>
                  <a:lnTo>
                    <a:pt x="261127" y="873182"/>
                  </a:lnTo>
                  <a:lnTo>
                    <a:pt x="261777" y="850223"/>
                  </a:lnTo>
                  <a:lnTo>
                    <a:pt x="262426" y="827824"/>
                  </a:lnTo>
                  <a:lnTo>
                    <a:pt x="263076" y="805980"/>
                  </a:lnTo>
                  <a:lnTo>
                    <a:pt x="263726" y="784720"/>
                  </a:lnTo>
                  <a:lnTo>
                    <a:pt x="264376" y="764089"/>
                  </a:lnTo>
                  <a:lnTo>
                    <a:pt x="265026" y="744061"/>
                  </a:lnTo>
                  <a:lnTo>
                    <a:pt x="265676" y="724677"/>
                  </a:lnTo>
                  <a:lnTo>
                    <a:pt x="266326" y="705993"/>
                  </a:lnTo>
                  <a:lnTo>
                    <a:pt x="266976" y="688121"/>
                  </a:lnTo>
                  <a:lnTo>
                    <a:pt x="267626" y="671171"/>
                  </a:lnTo>
                  <a:lnTo>
                    <a:pt x="268276" y="655226"/>
                  </a:lnTo>
                  <a:lnTo>
                    <a:pt x="268926" y="640381"/>
                  </a:lnTo>
                  <a:lnTo>
                    <a:pt x="269576" y="626741"/>
                  </a:lnTo>
                  <a:lnTo>
                    <a:pt x="270226" y="614273"/>
                  </a:lnTo>
                  <a:lnTo>
                    <a:pt x="270876" y="602868"/>
                  </a:lnTo>
                  <a:lnTo>
                    <a:pt x="271526" y="592364"/>
                  </a:lnTo>
                  <a:lnTo>
                    <a:pt x="272176" y="582835"/>
                  </a:lnTo>
                  <a:lnTo>
                    <a:pt x="272825" y="574225"/>
                  </a:lnTo>
                  <a:lnTo>
                    <a:pt x="273475" y="566318"/>
                  </a:lnTo>
                  <a:lnTo>
                    <a:pt x="274125" y="559022"/>
                  </a:lnTo>
                  <a:lnTo>
                    <a:pt x="274775" y="552412"/>
                  </a:lnTo>
                  <a:lnTo>
                    <a:pt x="275425" y="546665"/>
                  </a:lnTo>
                  <a:lnTo>
                    <a:pt x="276075" y="541839"/>
                  </a:lnTo>
                  <a:lnTo>
                    <a:pt x="276725" y="537942"/>
                  </a:lnTo>
                  <a:lnTo>
                    <a:pt x="277375" y="534912"/>
                  </a:lnTo>
                  <a:lnTo>
                    <a:pt x="278025" y="532603"/>
                  </a:lnTo>
                  <a:lnTo>
                    <a:pt x="278675" y="530879"/>
                  </a:lnTo>
                  <a:lnTo>
                    <a:pt x="279325" y="529576"/>
                  </a:lnTo>
                  <a:lnTo>
                    <a:pt x="279975" y="528655"/>
                  </a:lnTo>
                  <a:lnTo>
                    <a:pt x="280625" y="528180"/>
                  </a:lnTo>
                  <a:lnTo>
                    <a:pt x="281275" y="528319"/>
                  </a:lnTo>
                  <a:lnTo>
                    <a:pt x="281925" y="529142"/>
                  </a:lnTo>
                  <a:lnTo>
                    <a:pt x="282574" y="530690"/>
                  </a:lnTo>
                  <a:lnTo>
                    <a:pt x="283224" y="533064"/>
                  </a:lnTo>
                  <a:lnTo>
                    <a:pt x="283874" y="536261"/>
                  </a:lnTo>
                  <a:lnTo>
                    <a:pt x="284524" y="540215"/>
                  </a:lnTo>
                  <a:lnTo>
                    <a:pt x="285174" y="544804"/>
                  </a:lnTo>
                  <a:lnTo>
                    <a:pt x="285824" y="549898"/>
                  </a:lnTo>
                  <a:lnTo>
                    <a:pt x="286474" y="555502"/>
                  </a:lnTo>
                  <a:lnTo>
                    <a:pt x="287124" y="561686"/>
                  </a:lnTo>
                  <a:lnTo>
                    <a:pt x="287774" y="568494"/>
                  </a:lnTo>
                  <a:lnTo>
                    <a:pt x="288424" y="575920"/>
                  </a:lnTo>
                  <a:lnTo>
                    <a:pt x="289074" y="584018"/>
                  </a:lnTo>
                  <a:lnTo>
                    <a:pt x="289724" y="592810"/>
                  </a:lnTo>
                  <a:lnTo>
                    <a:pt x="290374" y="602315"/>
                  </a:lnTo>
                  <a:lnTo>
                    <a:pt x="291024" y="612453"/>
                  </a:lnTo>
                  <a:lnTo>
                    <a:pt x="291674" y="623122"/>
                  </a:lnTo>
                  <a:lnTo>
                    <a:pt x="292323" y="634284"/>
                  </a:lnTo>
                  <a:lnTo>
                    <a:pt x="292973" y="645938"/>
                  </a:lnTo>
                  <a:lnTo>
                    <a:pt x="293623" y="658040"/>
                  </a:lnTo>
                  <a:lnTo>
                    <a:pt x="294273" y="670597"/>
                  </a:lnTo>
                  <a:lnTo>
                    <a:pt x="294923" y="683556"/>
                  </a:lnTo>
                  <a:lnTo>
                    <a:pt x="295573" y="696950"/>
                  </a:lnTo>
                  <a:lnTo>
                    <a:pt x="296223" y="710738"/>
                  </a:lnTo>
                  <a:lnTo>
                    <a:pt x="296873" y="724872"/>
                  </a:lnTo>
                  <a:lnTo>
                    <a:pt x="297523" y="739317"/>
                  </a:lnTo>
                  <a:lnTo>
                    <a:pt x="298173" y="754102"/>
                  </a:lnTo>
                  <a:lnTo>
                    <a:pt x="298823" y="769216"/>
                  </a:lnTo>
                  <a:lnTo>
                    <a:pt x="299473" y="784609"/>
                  </a:lnTo>
                  <a:lnTo>
                    <a:pt x="300123" y="800246"/>
                  </a:lnTo>
                  <a:lnTo>
                    <a:pt x="300773" y="816062"/>
                  </a:lnTo>
                  <a:lnTo>
                    <a:pt x="301423" y="832006"/>
                  </a:lnTo>
                  <a:lnTo>
                    <a:pt x="302073" y="847983"/>
                  </a:lnTo>
                  <a:lnTo>
                    <a:pt x="302722" y="863930"/>
                  </a:lnTo>
                  <a:lnTo>
                    <a:pt x="303372" y="879863"/>
                  </a:lnTo>
                  <a:lnTo>
                    <a:pt x="304022" y="895798"/>
                  </a:lnTo>
                  <a:lnTo>
                    <a:pt x="304672" y="911728"/>
                  </a:lnTo>
                  <a:lnTo>
                    <a:pt x="305322" y="927579"/>
                  </a:lnTo>
                  <a:lnTo>
                    <a:pt x="305972" y="943366"/>
                  </a:lnTo>
                  <a:lnTo>
                    <a:pt x="306622" y="959167"/>
                  </a:lnTo>
                  <a:lnTo>
                    <a:pt x="307272" y="974984"/>
                  </a:lnTo>
                  <a:lnTo>
                    <a:pt x="307922" y="990687"/>
                  </a:lnTo>
                  <a:lnTo>
                    <a:pt x="308572" y="1006166"/>
                  </a:lnTo>
                  <a:lnTo>
                    <a:pt x="309222" y="1021342"/>
                  </a:lnTo>
                  <a:lnTo>
                    <a:pt x="309872" y="1036156"/>
                  </a:lnTo>
                  <a:lnTo>
                    <a:pt x="310522" y="1050637"/>
                  </a:lnTo>
                  <a:lnTo>
                    <a:pt x="311172" y="1064830"/>
                  </a:lnTo>
                  <a:lnTo>
                    <a:pt x="311822" y="1078819"/>
                  </a:lnTo>
                  <a:lnTo>
                    <a:pt x="312471" y="1092665"/>
                  </a:lnTo>
                  <a:lnTo>
                    <a:pt x="313121" y="1106347"/>
                  </a:lnTo>
                  <a:lnTo>
                    <a:pt x="313771" y="1119771"/>
                  </a:lnTo>
                  <a:lnTo>
                    <a:pt x="314421" y="1132790"/>
                  </a:lnTo>
                  <a:lnTo>
                    <a:pt x="315071" y="1145358"/>
                  </a:lnTo>
                  <a:lnTo>
                    <a:pt x="315721" y="1157398"/>
                  </a:lnTo>
                  <a:lnTo>
                    <a:pt x="316371" y="1168840"/>
                  </a:lnTo>
                  <a:lnTo>
                    <a:pt x="317021" y="1179670"/>
                  </a:lnTo>
                  <a:lnTo>
                    <a:pt x="317671" y="1189938"/>
                  </a:lnTo>
                  <a:lnTo>
                    <a:pt x="318321" y="1199729"/>
                  </a:lnTo>
                  <a:lnTo>
                    <a:pt x="318971" y="1208994"/>
                  </a:lnTo>
                  <a:lnTo>
                    <a:pt x="319621" y="1217595"/>
                  </a:lnTo>
                  <a:lnTo>
                    <a:pt x="320271" y="1225493"/>
                  </a:lnTo>
                  <a:lnTo>
                    <a:pt x="320921" y="1232732"/>
                  </a:lnTo>
                  <a:lnTo>
                    <a:pt x="321571" y="1239414"/>
                  </a:lnTo>
                  <a:lnTo>
                    <a:pt x="322221" y="1245572"/>
                  </a:lnTo>
                  <a:lnTo>
                    <a:pt x="322870" y="1251188"/>
                  </a:lnTo>
                  <a:lnTo>
                    <a:pt x="323520" y="1256287"/>
                  </a:lnTo>
                  <a:lnTo>
                    <a:pt x="324170" y="1261026"/>
                  </a:lnTo>
                  <a:lnTo>
                    <a:pt x="324820" y="1265567"/>
                  </a:lnTo>
                  <a:lnTo>
                    <a:pt x="325470" y="1269873"/>
                  </a:lnTo>
                  <a:lnTo>
                    <a:pt x="326120" y="1273860"/>
                  </a:lnTo>
                  <a:lnTo>
                    <a:pt x="326770" y="1277528"/>
                  </a:lnTo>
                  <a:lnTo>
                    <a:pt x="327420" y="1280898"/>
                  </a:lnTo>
                  <a:lnTo>
                    <a:pt x="328070" y="1283949"/>
                  </a:lnTo>
                  <a:lnTo>
                    <a:pt x="328720" y="1286694"/>
                  </a:lnTo>
                  <a:lnTo>
                    <a:pt x="329370" y="1289157"/>
                  </a:lnTo>
                  <a:lnTo>
                    <a:pt x="330020" y="1291361"/>
                  </a:lnTo>
                  <a:lnTo>
                    <a:pt x="330670" y="1293167"/>
                  </a:lnTo>
                  <a:lnTo>
                    <a:pt x="331320" y="1294473"/>
                  </a:lnTo>
                  <a:lnTo>
                    <a:pt x="331970" y="1295201"/>
                  </a:lnTo>
                  <a:lnTo>
                    <a:pt x="332619" y="1295369"/>
                  </a:lnTo>
                  <a:lnTo>
                    <a:pt x="333269" y="1294966"/>
                  </a:lnTo>
                  <a:lnTo>
                    <a:pt x="333919" y="1294056"/>
                  </a:lnTo>
                  <a:lnTo>
                    <a:pt x="334569" y="1292671"/>
                  </a:lnTo>
                  <a:lnTo>
                    <a:pt x="335219" y="1290896"/>
                  </a:lnTo>
                  <a:lnTo>
                    <a:pt x="335869" y="1288758"/>
                  </a:lnTo>
                  <a:lnTo>
                    <a:pt x="336519" y="1286233"/>
                  </a:lnTo>
                  <a:lnTo>
                    <a:pt x="337169" y="1283270"/>
                  </a:lnTo>
                  <a:lnTo>
                    <a:pt x="337819" y="1279879"/>
                  </a:lnTo>
                  <a:lnTo>
                    <a:pt x="338469" y="1276104"/>
                  </a:lnTo>
                  <a:lnTo>
                    <a:pt x="339119" y="1271995"/>
                  </a:lnTo>
                  <a:lnTo>
                    <a:pt x="339769" y="1267609"/>
                  </a:lnTo>
                  <a:lnTo>
                    <a:pt x="340419" y="1262981"/>
                  </a:lnTo>
                  <a:lnTo>
                    <a:pt x="341069" y="1258170"/>
                  </a:lnTo>
                  <a:lnTo>
                    <a:pt x="341719" y="1253194"/>
                  </a:lnTo>
                  <a:lnTo>
                    <a:pt x="342369" y="1248086"/>
                  </a:lnTo>
                  <a:lnTo>
                    <a:pt x="343018" y="1242850"/>
                  </a:lnTo>
                  <a:lnTo>
                    <a:pt x="343668" y="1237456"/>
                  </a:lnTo>
                  <a:lnTo>
                    <a:pt x="344318" y="1231877"/>
                  </a:lnTo>
                  <a:lnTo>
                    <a:pt x="344968" y="1226036"/>
                  </a:lnTo>
                  <a:lnTo>
                    <a:pt x="345618" y="1219919"/>
                  </a:lnTo>
                  <a:lnTo>
                    <a:pt x="346268" y="1213558"/>
                  </a:lnTo>
                  <a:lnTo>
                    <a:pt x="346918" y="1207057"/>
                  </a:lnTo>
                  <a:lnTo>
                    <a:pt x="347568" y="1200524"/>
                  </a:lnTo>
                  <a:lnTo>
                    <a:pt x="348218" y="1193994"/>
                  </a:lnTo>
                  <a:lnTo>
                    <a:pt x="348868" y="1187535"/>
                  </a:lnTo>
                  <a:lnTo>
                    <a:pt x="349518" y="1181155"/>
                  </a:lnTo>
                  <a:lnTo>
                    <a:pt x="350168" y="1174856"/>
                  </a:lnTo>
                  <a:lnTo>
                    <a:pt x="350818" y="1168567"/>
                  </a:lnTo>
                  <a:lnTo>
                    <a:pt x="351468" y="1162263"/>
                  </a:lnTo>
                  <a:lnTo>
                    <a:pt x="352118" y="1156005"/>
                  </a:lnTo>
                  <a:lnTo>
                    <a:pt x="352767" y="1149802"/>
                  </a:lnTo>
                  <a:lnTo>
                    <a:pt x="353417" y="1143579"/>
                  </a:lnTo>
                  <a:lnTo>
                    <a:pt x="354067" y="1137227"/>
                  </a:lnTo>
                  <a:lnTo>
                    <a:pt x="354717" y="1130685"/>
                  </a:lnTo>
                  <a:lnTo>
                    <a:pt x="355367" y="1123918"/>
                  </a:lnTo>
                  <a:lnTo>
                    <a:pt x="356017" y="1116895"/>
                  </a:lnTo>
                  <a:lnTo>
                    <a:pt x="356667" y="1109524"/>
                  </a:lnTo>
                  <a:lnTo>
                    <a:pt x="357317" y="1101599"/>
                  </a:lnTo>
                  <a:lnTo>
                    <a:pt x="357967" y="1093052"/>
                  </a:lnTo>
                  <a:lnTo>
                    <a:pt x="358617" y="1083968"/>
                  </a:lnTo>
                  <a:lnTo>
                    <a:pt x="359267" y="1074401"/>
                  </a:lnTo>
                  <a:lnTo>
                    <a:pt x="359917" y="1064372"/>
                  </a:lnTo>
                  <a:lnTo>
                    <a:pt x="360567" y="1053901"/>
                  </a:lnTo>
                  <a:lnTo>
                    <a:pt x="361217" y="1043066"/>
                  </a:lnTo>
                  <a:lnTo>
                    <a:pt x="361867" y="1031905"/>
                  </a:lnTo>
                  <a:lnTo>
                    <a:pt x="362517" y="1020467"/>
                  </a:lnTo>
                  <a:lnTo>
                    <a:pt x="363166" y="1008888"/>
                  </a:lnTo>
                  <a:lnTo>
                    <a:pt x="363816" y="997358"/>
                  </a:lnTo>
                  <a:lnTo>
                    <a:pt x="364466" y="985970"/>
                  </a:lnTo>
                  <a:lnTo>
                    <a:pt x="365116" y="974791"/>
                  </a:lnTo>
                  <a:lnTo>
                    <a:pt x="365766" y="963881"/>
                  </a:lnTo>
                  <a:lnTo>
                    <a:pt x="366416" y="953281"/>
                  </a:lnTo>
                  <a:lnTo>
                    <a:pt x="367066" y="943053"/>
                  </a:lnTo>
                  <a:lnTo>
                    <a:pt x="367716" y="933238"/>
                  </a:lnTo>
                  <a:lnTo>
                    <a:pt x="368366" y="923875"/>
                  </a:lnTo>
                  <a:lnTo>
                    <a:pt x="369016" y="915110"/>
                  </a:lnTo>
                  <a:lnTo>
                    <a:pt x="369666" y="907091"/>
                  </a:lnTo>
                  <a:lnTo>
                    <a:pt x="370316" y="899939"/>
                  </a:lnTo>
                  <a:lnTo>
                    <a:pt x="370966" y="893719"/>
                  </a:lnTo>
                  <a:lnTo>
                    <a:pt x="371616" y="888325"/>
                  </a:lnTo>
                  <a:lnTo>
                    <a:pt x="372266" y="883665"/>
                  </a:lnTo>
                  <a:lnTo>
                    <a:pt x="372915" y="879684"/>
                  </a:lnTo>
                  <a:lnTo>
                    <a:pt x="373565" y="876340"/>
                  </a:lnTo>
                  <a:lnTo>
                    <a:pt x="374215" y="873640"/>
                  </a:lnTo>
                  <a:lnTo>
                    <a:pt x="374865" y="871609"/>
                  </a:lnTo>
                  <a:lnTo>
                    <a:pt x="375515" y="870330"/>
                  </a:lnTo>
                  <a:lnTo>
                    <a:pt x="376165" y="869891"/>
                  </a:lnTo>
                  <a:lnTo>
                    <a:pt x="376815" y="870349"/>
                  </a:lnTo>
                  <a:lnTo>
                    <a:pt x="377465" y="871781"/>
                  </a:lnTo>
                  <a:lnTo>
                    <a:pt x="378115" y="874262"/>
                  </a:lnTo>
                  <a:lnTo>
                    <a:pt x="378765" y="877798"/>
                  </a:lnTo>
                  <a:lnTo>
                    <a:pt x="379415" y="882326"/>
                  </a:lnTo>
                  <a:lnTo>
                    <a:pt x="380065" y="887770"/>
                  </a:lnTo>
                  <a:lnTo>
                    <a:pt x="380715" y="894060"/>
                  </a:lnTo>
                  <a:lnTo>
                    <a:pt x="381365" y="901209"/>
                  </a:lnTo>
                  <a:lnTo>
                    <a:pt x="382015" y="909259"/>
                  </a:lnTo>
                  <a:lnTo>
                    <a:pt x="382665" y="918248"/>
                  </a:lnTo>
                  <a:lnTo>
                    <a:pt x="383314" y="928224"/>
                  </a:lnTo>
                  <a:lnTo>
                    <a:pt x="383964" y="939257"/>
                  </a:lnTo>
                  <a:lnTo>
                    <a:pt x="384614" y="951359"/>
                  </a:lnTo>
                  <a:lnTo>
                    <a:pt x="385264" y="964441"/>
                  </a:lnTo>
                  <a:lnTo>
                    <a:pt x="385914" y="978445"/>
                  </a:lnTo>
                  <a:lnTo>
                    <a:pt x="386564" y="993364"/>
                  </a:lnTo>
                  <a:lnTo>
                    <a:pt x="387214" y="1009192"/>
                  </a:lnTo>
                  <a:lnTo>
                    <a:pt x="387864" y="1025914"/>
                  </a:lnTo>
                  <a:lnTo>
                    <a:pt x="388514" y="1043483"/>
                  </a:lnTo>
                  <a:lnTo>
                    <a:pt x="389164" y="1061940"/>
                  </a:lnTo>
                  <a:lnTo>
                    <a:pt x="389814" y="1081312"/>
                  </a:lnTo>
                  <a:lnTo>
                    <a:pt x="390464" y="1101632"/>
                  </a:lnTo>
                  <a:lnTo>
                    <a:pt x="391114" y="1122887"/>
                  </a:lnTo>
                  <a:lnTo>
                    <a:pt x="391764" y="1145041"/>
                  </a:lnTo>
                  <a:lnTo>
                    <a:pt x="392414" y="1168105"/>
                  </a:lnTo>
                  <a:lnTo>
                    <a:pt x="393063" y="1192085"/>
                  </a:lnTo>
                  <a:lnTo>
                    <a:pt x="393713" y="1216933"/>
                  </a:lnTo>
                  <a:lnTo>
                    <a:pt x="394363" y="1242576"/>
                  </a:lnTo>
                  <a:lnTo>
                    <a:pt x="395013" y="1268961"/>
                  </a:lnTo>
                  <a:lnTo>
                    <a:pt x="395663" y="1296053"/>
                  </a:lnTo>
                  <a:lnTo>
                    <a:pt x="396313" y="1323721"/>
                  </a:lnTo>
                  <a:lnTo>
                    <a:pt x="396963" y="1351911"/>
                  </a:lnTo>
                  <a:lnTo>
                    <a:pt x="397613" y="1380574"/>
                  </a:lnTo>
                  <a:lnTo>
                    <a:pt x="398263" y="1409680"/>
                  </a:lnTo>
                  <a:lnTo>
                    <a:pt x="398913" y="1439119"/>
                  </a:lnTo>
                  <a:lnTo>
                    <a:pt x="399563" y="1468817"/>
                  </a:lnTo>
                  <a:lnTo>
                    <a:pt x="400213" y="1498731"/>
                  </a:lnTo>
                  <a:lnTo>
                    <a:pt x="400863" y="1528783"/>
                  </a:lnTo>
                  <a:lnTo>
                    <a:pt x="401513" y="1558811"/>
                  </a:lnTo>
                  <a:lnTo>
                    <a:pt x="402163" y="1588604"/>
                  </a:lnTo>
                  <a:lnTo>
                    <a:pt x="402813" y="1618000"/>
                  </a:lnTo>
                  <a:lnTo>
                    <a:pt x="403462" y="1646917"/>
                  </a:lnTo>
                  <a:lnTo>
                    <a:pt x="404112" y="1675408"/>
                  </a:lnTo>
                  <a:lnTo>
                    <a:pt x="404762" y="1703636"/>
                  </a:lnTo>
                  <a:lnTo>
                    <a:pt x="405412" y="1731657"/>
                  </a:lnTo>
                  <a:lnTo>
                    <a:pt x="406062" y="1759523"/>
                  </a:lnTo>
                  <a:lnTo>
                    <a:pt x="406712" y="1787270"/>
                  </a:lnTo>
                  <a:lnTo>
                    <a:pt x="407362" y="1814957"/>
                  </a:lnTo>
                  <a:lnTo>
                    <a:pt x="408012" y="1842589"/>
                  </a:lnTo>
                  <a:lnTo>
                    <a:pt x="408662" y="1870114"/>
                  </a:lnTo>
                  <a:lnTo>
                    <a:pt x="409312" y="1897484"/>
                  </a:lnTo>
                  <a:lnTo>
                    <a:pt x="409962" y="1924659"/>
                  </a:lnTo>
                  <a:lnTo>
                    <a:pt x="410612" y="1951543"/>
                  </a:lnTo>
                  <a:lnTo>
                    <a:pt x="411262" y="1978086"/>
                  </a:lnTo>
                  <a:lnTo>
                    <a:pt x="411912" y="2004262"/>
                  </a:lnTo>
                  <a:lnTo>
                    <a:pt x="412562" y="2030067"/>
                  </a:lnTo>
                  <a:lnTo>
                    <a:pt x="413211" y="2055485"/>
                  </a:lnTo>
                  <a:lnTo>
                    <a:pt x="413861" y="2080448"/>
                  </a:lnTo>
                  <a:lnTo>
                    <a:pt x="414511" y="2104891"/>
                  </a:lnTo>
                  <a:lnTo>
                    <a:pt x="415161" y="2128727"/>
                  </a:lnTo>
                  <a:lnTo>
                    <a:pt x="415811" y="2151893"/>
                  </a:lnTo>
                  <a:lnTo>
                    <a:pt x="416461" y="2174250"/>
                  </a:lnTo>
                  <a:lnTo>
                    <a:pt x="417111" y="2195696"/>
                  </a:lnTo>
                  <a:lnTo>
                    <a:pt x="417761" y="2216247"/>
                  </a:lnTo>
                  <a:lnTo>
                    <a:pt x="418411" y="2235925"/>
                  </a:lnTo>
                  <a:lnTo>
                    <a:pt x="419061" y="2254762"/>
                  </a:lnTo>
                  <a:lnTo>
                    <a:pt x="419711" y="2272752"/>
                  </a:lnTo>
                  <a:lnTo>
                    <a:pt x="420361" y="2289878"/>
                  </a:lnTo>
                  <a:lnTo>
                    <a:pt x="421011" y="2306100"/>
                  </a:lnTo>
                  <a:lnTo>
                    <a:pt x="421661" y="2321379"/>
                  </a:lnTo>
                  <a:lnTo>
                    <a:pt x="422311" y="2335726"/>
                  </a:lnTo>
                  <a:lnTo>
                    <a:pt x="422960" y="2349164"/>
                  </a:lnTo>
                  <a:lnTo>
                    <a:pt x="423610" y="2361761"/>
                  </a:lnTo>
                  <a:lnTo>
                    <a:pt x="424260" y="2373477"/>
                  </a:lnTo>
                  <a:lnTo>
                    <a:pt x="424910" y="2384319"/>
                  </a:lnTo>
                  <a:lnTo>
                    <a:pt x="425560" y="2394263"/>
                  </a:lnTo>
                  <a:lnTo>
                    <a:pt x="426210" y="2403197"/>
                  </a:lnTo>
                  <a:lnTo>
                    <a:pt x="426860" y="2411120"/>
                  </a:lnTo>
                  <a:lnTo>
                    <a:pt x="427510" y="2418009"/>
                  </a:lnTo>
                  <a:lnTo>
                    <a:pt x="428160" y="2423861"/>
                  </a:lnTo>
                  <a:lnTo>
                    <a:pt x="428810" y="2428649"/>
                  </a:lnTo>
                  <a:lnTo>
                    <a:pt x="429460" y="2432399"/>
                  </a:lnTo>
                  <a:lnTo>
                    <a:pt x="430110" y="2435116"/>
                  </a:lnTo>
                  <a:lnTo>
                    <a:pt x="430760" y="2436851"/>
                  </a:lnTo>
                  <a:lnTo>
                    <a:pt x="431410" y="2437627"/>
                  </a:lnTo>
                  <a:lnTo>
                    <a:pt x="432060" y="2437445"/>
                  </a:lnTo>
                  <a:lnTo>
                    <a:pt x="432710" y="2436248"/>
                  </a:lnTo>
                  <a:lnTo>
                    <a:pt x="433359" y="2433973"/>
                  </a:lnTo>
                  <a:lnTo>
                    <a:pt x="434009" y="2430646"/>
                  </a:lnTo>
                  <a:lnTo>
                    <a:pt x="434659" y="2426304"/>
                  </a:lnTo>
                  <a:lnTo>
                    <a:pt x="435309" y="2421053"/>
                  </a:lnTo>
                  <a:lnTo>
                    <a:pt x="435959" y="2415006"/>
                  </a:lnTo>
                  <a:lnTo>
                    <a:pt x="436609" y="2408196"/>
                  </a:lnTo>
                  <a:lnTo>
                    <a:pt x="437259" y="2400471"/>
                  </a:lnTo>
                  <a:lnTo>
                    <a:pt x="437909" y="2391703"/>
                  </a:lnTo>
                  <a:lnTo>
                    <a:pt x="438559" y="2381894"/>
                  </a:lnTo>
                  <a:lnTo>
                    <a:pt x="439209" y="2370998"/>
                  </a:lnTo>
                  <a:lnTo>
                    <a:pt x="439859" y="2358971"/>
                  </a:lnTo>
                  <a:lnTo>
                    <a:pt x="440509" y="2345716"/>
                  </a:lnTo>
                  <a:lnTo>
                    <a:pt x="441159" y="2331196"/>
                  </a:lnTo>
                  <a:lnTo>
                    <a:pt x="441809" y="2315458"/>
                  </a:lnTo>
                  <a:lnTo>
                    <a:pt x="442459" y="2298519"/>
                  </a:lnTo>
                  <a:lnTo>
                    <a:pt x="443108" y="2280346"/>
                  </a:lnTo>
                  <a:lnTo>
                    <a:pt x="443758" y="2260996"/>
                  </a:lnTo>
                  <a:lnTo>
                    <a:pt x="444408" y="2240509"/>
                  </a:lnTo>
                  <a:lnTo>
                    <a:pt x="445058" y="2218890"/>
                  </a:lnTo>
                  <a:lnTo>
                    <a:pt x="445708" y="2196088"/>
                  </a:lnTo>
                  <a:lnTo>
                    <a:pt x="446358" y="2172094"/>
                  </a:lnTo>
                  <a:lnTo>
                    <a:pt x="447008" y="2147055"/>
                  </a:lnTo>
                  <a:lnTo>
                    <a:pt x="447658" y="2121058"/>
                  </a:lnTo>
                  <a:lnTo>
                    <a:pt x="448308" y="2094110"/>
                  </a:lnTo>
                  <a:lnTo>
                    <a:pt x="448958" y="2066291"/>
                  </a:lnTo>
                  <a:lnTo>
                    <a:pt x="449608" y="2037684"/>
                  </a:lnTo>
                  <a:lnTo>
                    <a:pt x="450258" y="2008372"/>
                  </a:lnTo>
                  <a:lnTo>
                    <a:pt x="450908" y="1978478"/>
                  </a:lnTo>
                  <a:lnTo>
                    <a:pt x="451558" y="1948093"/>
                  </a:lnTo>
                  <a:lnTo>
                    <a:pt x="452208" y="1917337"/>
                  </a:lnTo>
                  <a:lnTo>
                    <a:pt x="452858" y="1886340"/>
                  </a:lnTo>
                  <a:lnTo>
                    <a:pt x="453507" y="1855271"/>
                  </a:lnTo>
                  <a:lnTo>
                    <a:pt x="454157" y="1824242"/>
                  </a:lnTo>
                  <a:lnTo>
                    <a:pt x="454807" y="1793345"/>
                  </a:lnTo>
                  <a:lnTo>
                    <a:pt x="455457" y="1762683"/>
                  </a:lnTo>
                  <a:lnTo>
                    <a:pt x="456107" y="1732265"/>
                  </a:lnTo>
                  <a:lnTo>
                    <a:pt x="456757" y="1702118"/>
                  </a:lnTo>
                  <a:lnTo>
                    <a:pt x="457407" y="1672233"/>
                  </a:lnTo>
                  <a:lnTo>
                    <a:pt x="458057" y="1642636"/>
                  </a:lnTo>
                  <a:lnTo>
                    <a:pt x="458707" y="1613477"/>
                  </a:lnTo>
                  <a:lnTo>
                    <a:pt x="459357" y="1584870"/>
                  </a:lnTo>
                  <a:lnTo>
                    <a:pt x="460007" y="1556858"/>
                  </a:lnTo>
                  <a:lnTo>
                    <a:pt x="460657" y="1529377"/>
                  </a:lnTo>
                  <a:lnTo>
                    <a:pt x="461307" y="1502408"/>
                  </a:lnTo>
                  <a:lnTo>
                    <a:pt x="461957" y="1475907"/>
                  </a:lnTo>
                  <a:lnTo>
                    <a:pt x="462607" y="1449820"/>
                  </a:lnTo>
                  <a:lnTo>
                    <a:pt x="463256" y="1424096"/>
                  </a:lnTo>
                  <a:lnTo>
                    <a:pt x="463906" y="1398724"/>
                  </a:lnTo>
                  <a:lnTo>
                    <a:pt x="464556" y="1373711"/>
                  </a:lnTo>
                  <a:lnTo>
                    <a:pt x="465206" y="1349104"/>
                  </a:lnTo>
                  <a:lnTo>
                    <a:pt x="465856" y="1324982"/>
                  </a:lnTo>
                  <a:lnTo>
                    <a:pt x="466506" y="1301361"/>
                  </a:lnTo>
                  <a:lnTo>
                    <a:pt x="467156" y="1278250"/>
                  </a:lnTo>
                  <a:lnTo>
                    <a:pt x="467806" y="1255682"/>
                  </a:lnTo>
                  <a:lnTo>
                    <a:pt x="468456" y="1233581"/>
                  </a:lnTo>
                  <a:lnTo>
                    <a:pt x="469106" y="1211826"/>
                  </a:lnTo>
                  <a:lnTo>
                    <a:pt x="469756" y="1190389"/>
                  </a:lnTo>
                  <a:lnTo>
                    <a:pt x="470406" y="1169430"/>
                  </a:lnTo>
                  <a:lnTo>
                    <a:pt x="471056" y="1149016"/>
                  </a:lnTo>
                  <a:lnTo>
                    <a:pt x="471706" y="1129158"/>
                  </a:lnTo>
                  <a:lnTo>
                    <a:pt x="472356" y="1109923"/>
                  </a:lnTo>
                  <a:lnTo>
                    <a:pt x="473006" y="1091330"/>
                  </a:lnTo>
                  <a:lnTo>
                    <a:pt x="473655" y="1073402"/>
                  </a:lnTo>
                  <a:lnTo>
                    <a:pt x="474305" y="1056069"/>
                  </a:lnTo>
                  <a:lnTo>
                    <a:pt x="474955" y="1039319"/>
                  </a:lnTo>
                  <a:lnTo>
                    <a:pt x="475605" y="1023233"/>
                  </a:lnTo>
                  <a:lnTo>
                    <a:pt x="476255" y="1007862"/>
                  </a:lnTo>
                  <a:lnTo>
                    <a:pt x="476905" y="993203"/>
                  </a:lnTo>
                  <a:lnTo>
                    <a:pt x="477555" y="979224"/>
                  </a:lnTo>
                  <a:lnTo>
                    <a:pt x="478205" y="966004"/>
                  </a:lnTo>
                  <a:lnTo>
                    <a:pt x="478855" y="953644"/>
                  </a:lnTo>
                  <a:lnTo>
                    <a:pt x="479505" y="942170"/>
                  </a:lnTo>
                  <a:lnTo>
                    <a:pt x="480155" y="931480"/>
                  </a:lnTo>
                  <a:lnTo>
                    <a:pt x="480805" y="921536"/>
                  </a:lnTo>
                  <a:lnTo>
                    <a:pt x="481455" y="912385"/>
                  </a:lnTo>
                  <a:lnTo>
                    <a:pt x="482105" y="904031"/>
                  </a:lnTo>
                  <a:lnTo>
                    <a:pt x="482755" y="896510"/>
                  </a:lnTo>
                  <a:lnTo>
                    <a:pt x="483404" y="889794"/>
                  </a:lnTo>
                  <a:lnTo>
                    <a:pt x="484054" y="883798"/>
                  </a:lnTo>
                  <a:lnTo>
                    <a:pt x="484704" y="878426"/>
                  </a:lnTo>
                  <a:lnTo>
                    <a:pt x="485354" y="873568"/>
                  </a:lnTo>
                  <a:lnTo>
                    <a:pt x="486004" y="869071"/>
                  </a:lnTo>
                  <a:lnTo>
                    <a:pt x="486654" y="864828"/>
                  </a:lnTo>
                  <a:lnTo>
                    <a:pt x="487304" y="860816"/>
                  </a:lnTo>
                  <a:lnTo>
                    <a:pt x="487954" y="857000"/>
                  </a:lnTo>
                  <a:lnTo>
                    <a:pt x="488604" y="853302"/>
                  </a:lnTo>
                  <a:lnTo>
                    <a:pt x="489254" y="849707"/>
                  </a:lnTo>
                  <a:lnTo>
                    <a:pt x="489904" y="846238"/>
                  </a:lnTo>
                  <a:lnTo>
                    <a:pt x="490554" y="842891"/>
                  </a:lnTo>
                  <a:lnTo>
                    <a:pt x="491204" y="839589"/>
                  </a:lnTo>
                  <a:lnTo>
                    <a:pt x="491854" y="836198"/>
                  </a:lnTo>
                  <a:lnTo>
                    <a:pt x="492504" y="832731"/>
                  </a:lnTo>
                  <a:lnTo>
                    <a:pt x="493154" y="829287"/>
                  </a:lnTo>
                  <a:lnTo>
                    <a:pt x="493803" y="826096"/>
                  </a:lnTo>
                  <a:lnTo>
                    <a:pt x="494453" y="823233"/>
                  </a:lnTo>
                  <a:lnTo>
                    <a:pt x="495103" y="820812"/>
                  </a:lnTo>
                  <a:lnTo>
                    <a:pt x="495753" y="818928"/>
                  </a:lnTo>
                  <a:lnTo>
                    <a:pt x="496403" y="817594"/>
                  </a:lnTo>
                  <a:lnTo>
                    <a:pt x="497053" y="816805"/>
                  </a:lnTo>
                  <a:lnTo>
                    <a:pt x="497703" y="816540"/>
                  </a:lnTo>
                  <a:lnTo>
                    <a:pt x="498353" y="816805"/>
                  </a:lnTo>
                  <a:lnTo>
                    <a:pt x="499003" y="817577"/>
                  </a:lnTo>
                  <a:lnTo>
                    <a:pt x="499653" y="818890"/>
                  </a:lnTo>
                  <a:lnTo>
                    <a:pt x="500303" y="820732"/>
                  </a:lnTo>
                  <a:lnTo>
                    <a:pt x="500953" y="823040"/>
                  </a:lnTo>
                  <a:lnTo>
                    <a:pt x="501603" y="825858"/>
                  </a:lnTo>
                  <a:lnTo>
                    <a:pt x="502253" y="829172"/>
                  </a:lnTo>
                  <a:lnTo>
                    <a:pt x="502903" y="832886"/>
                  </a:lnTo>
                  <a:lnTo>
                    <a:pt x="503552" y="836785"/>
                  </a:lnTo>
                  <a:lnTo>
                    <a:pt x="504202" y="840797"/>
                  </a:lnTo>
                  <a:lnTo>
                    <a:pt x="504852" y="844838"/>
                  </a:lnTo>
                  <a:lnTo>
                    <a:pt x="505502" y="848848"/>
                  </a:lnTo>
                  <a:lnTo>
                    <a:pt x="506152" y="852797"/>
                  </a:lnTo>
                  <a:lnTo>
                    <a:pt x="506802" y="856670"/>
                  </a:lnTo>
                  <a:lnTo>
                    <a:pt x="507452" y="860474"/>
                  </a:lnTo>
                  <a:lnTo>
                    <a:pt x="508102" y="864143"/>
                  </a:lnTo>
                  <a:lnTo>
                    <a:pt x="508752" y="867596"/>
                  </a:lnTo>
                  <a:lnTo>
                    <a:pt x="509402" y="870808"/>
                  </a:lnTo>
                  <a:lnTo>
                    <a:pt x="510052" y="873756"/>
                  </a:lnTo>
                  <a:lnTo>
                    <a:pt x="510702" y="876514"/>
                  </a:lnTo>
                  <a:lnTo>
                    <a:pt x="511352" y="879042"/>
                  </a:lnTo>
                  <a:lnTo>
                    <a:pt x="512002" y="881315"/>
                  </a:lnTo>
                  <a:lnTo>
                    <a:pt x="512652" y="883349"/>
                  </a:lnTo>
                  <a:lnTo>
                    <a:pt x="513302" y="885163"/>
                  </a:lnTo>
                  <a:lnTo>
                    <a:pt x="513951" y="886759"/>
                  </a:lnTo>
                  <a:lnTo>
                    <a:pt x="514601" y="888054"/>
                  </a:lnTo>
                  <a:lnTo>
                    <a:pt x="515251" y="888961"/>
                  </a:lnTo>
                  <a:lnTo>
                    <a:pt x="515901" y="889440"/>
                  </a:lnTo>
                  <a:lnTo>
                    <a:pt x="516551" y="889526"/>
                  </a:lnTo>
                  <a:lnTo>
                    <a:pt x="517201" y="889170"/>
                  </a:lnTo>
                  <a:lnTo>
                    <a:pt x="517851" y="888405"/>
                  </a:lnTo>
                  <a:lnTo>
                    <a:pt x="518501" y="887307"/>
                  </a:lnTo>
                  <a:lnTo>
                    <a:pt x="519151" y="885925"/>
                  </a:lnTo>
                  <a:lnTo>
                    <a:pt x="519801" y="884260"/>
                  </a:lnTo>
                  <a:lnTo>
                    <a:pt x="520451" y="882291"/>
                  </a:lnTo>
                  <a:lnTo>
                    <a:pt x="521101" y="879991"/>
                  </a:lnTo>
                  <a:lnTo>
                    <a:pt x="521751" y="877368"/>
                  </a:lnTo>
                  <a:lnTo>
                    <a:pt x="522401" y="874392"/>
                  </a:lnTo>
                  <a:lnTo>
                    <a:pt x="523051" y="871080"/>
                  </a:lnTo>
                  <a:lnTo>
                    <a:pt x="523700" y="867507"/>
                  </a:lnTo>
                  <a:lnTo>
                    <a:pt x="524350" y="863733"/>
                  </a:lnTo>
                  <a:lnTo>
                    <a:pt x="525000" y="859774"/>
                  </a:lnTo>
                  <a:lnTo>
                    <a:pt x="525650" y="855586"/>
                  </a:lnTo>
                  <a:lnTo>
                    <a:pt x="526300" y="851010"/>
                  </a:lnTo>
                  <a:lnTo>
                    <a:pt x="526950" y="845979"/>
                  </a:lnTo>
                  <a:lnTo>
                    <a:pt x="527600" y="840457"/>
                  </a:lnTo>
                  <a:lnTo>
                    <a:pt x="528250" y="834331"/>
                  </a:lnTo>
                  <a:lnTo>
                    <a:pt x="528900" y="827584"/>
                  </a:lnTo>
                  <a:lnTo>
                    <a:pt x="529550" y="820211"/>
                  </a:lnTo>
                  <a:lnTo>
                    <a:pt x="530200" y="812229"/>
                  </a:lnTo>
                  <a:lnTo>
                    <a:pt x="530850" y="803676"/>
                  </a:lnTo>
                  <a:lnTo>
                    <a:pt x="531500" y="794569"/>
                  </a:lnTo>
                  <a:lnTo>
                    <a:pt x="532150" y="784945"/>
                  </a:lnTo>
                  <a:lnTo>
                    <a:pt x="532800" y="774757"/>
                  </a:lnTo>
                  <a:lnTo>
                    <a:pt x="533450" y="764103"/>
                  </a:lnTo>
                  <a:lnTo>
                    <a:pt x="534099" y="753060"/>
                  </a:lnTo>
                  <a:lnTo>
                    <a:pt x="534749" y="741706"/>
                  </a:lnTo>
                  <a:lnTo>
                    <a:pt x="535399" y="730165"/>
                  </a:lnTo>
                  <a:lnTo>
                    <a:pt x="536049" y="718596"/>
                  </a:lnTo>
                  <a:lnTo>
                    <a:pt x="536699" y="707157"/>
                  </a:lnTo>
                  <a:lnTo>
                    <a:pt x="537349" y="695920"/>
                  </a:lnTo>
                  <a:lnTo>
                    <a:pt x="537999" y="685015"/>
                  </a:lnTo>
                  <a:lnTo>
                    <a:pt x="538649" y="674513"/>
                  </a:lnTo>
                  <a:lnTo>
                    <a:pt x="539299" y="664452"/>
                  </a:lnTo>
                  <a:lnTo>
                    <a:pt x="539949" y="654872"/>
                  </a:lnTo>
                  <a:lnTo>
                    <a:pt x="540599" y="645836"/>
                  </a:lnTo>
                  <a:lnTo>
                    <a:pt x="541249" y="637430"/>
                  </a:lnTo>
                  <a:lnTo>
                    <a:pt x="541899" y="629705"/>
                  </a:lnTo>
                  <a:lnTo>
                    <a:pt x="542549" y="622691"/>
                  </a:lnTo>
                  <a:lnTo>
                    <a:pt x="543199" y="616276"/>
                  </a:lnTo>
                  <a:lnTo>
                    <a:pt x="543848" y="610334"/>
                  </a:lnTo>
                  <a:lnTo>
                    <a:pt x="544498" y="604702"/>
                  </a:lnTo>
                  <a:lnTo>
                    <a:pt x="545148" y="599351"/>
                  </a:lnTo>
                  <a:lnTo>
                    <a:pt x="545798" y="594338"/>
                  </a:lnTo>
                  <a:lnTo>
                    <a:pt x="546448" y="589727"/>
                  </a:lnTo>
                  <a:lnTo>
                    <a:pt x="547098" y="585581"/>
                  </a:lnTo>
                  <a:lnTo>
                    <a:pt x="547748" y="581959"/>
                  </a:lnTo>
                  <a:lnTo>
                    <a:pt x="548398" y="578935"/>
                  </a:lnTo>
                  <a:lnTo>
                    <a:pt x="549048" y="576543"/>
                  </a:lnTo>
                  <a:lnTo>
                    <a:pt x="549698" y="574746"/>
                  </a:lnTo>
                  <a:lnTo>
                    <a:pt x="550348" y="573528"/>
                  </a:lnTo>
                  <a:lnTo>
                    <a:pt x="550998" y="572898"/>
                  </a:lnTo>
                  <a:lnTo>
                    <a:pt x="551648" y="572811"/>
                  </a:lnTo>
                  <a:lnTo>
                    <a:pt x="552298" y="573222"/>
                  </a:lnTo>
                  <a:lnTo>
                    <a:pt x="552948" y="574132"/>
                  </a:lnTo>
                  <a:lnTo>
                    <a:pt x="553598" y="575635"/>
                  </a:lnTo>
                  <a:lnTo>
                    <a:pt x="554247" y="577840"/>
                  </a:lnTo>
                  <a:lnTo>
                    <a:pt x="554897" y="580736"/>
                  </a:lnTo>
                  <a:lnTo>
                    <a:pt x="555547" y="584288"/>
                  </a:lnTo>
                  <a:lnTo>
                    <a:pt x="556197" y="588400"/>
                  </a:lnTo>
                  <a:lnTo>
                    <a:pt x="556847" y="592995"/>
                  </a:lnTo>
                  <a:lnTo>
                    <a:pt x="557497" y="598067"/>
                  </a:lnTo>
                  <a:lnTo>
                    <a:pt x="558147" y="603579"/>
                  </a:lnTo>
                  <a:lnTo>
                    <a:pt x="558797" y="609525"/>
                  </a:lnTo>
                  <a:lnTo>
                    <a:pt x="559447" y="615960"/>
                  </a:lnTo>
                  <a:lnTo>
                    <a:pt x="560097" y="622918"/>
                  </a:lnTo>
                  <a:lnTo>
                    <a:pt x="560747" y="630411"/>
                  </a:lnTo>
                  <a:lnTo>
                    <a:pt x="561397" y="638513"/>
                  </a:lnTo>
                  <a:lnTo>
                    <a:pt x="562047" y="647263"/>
                  </a:lnTo>
                  <a:lnTo>
                    <a:pt x="562697" y="656695"/>
                  </a:lnTo>
                  <a:lnTo>
                    <a:pt x="563347" y="666767"/>
                  </a:lnTo>
                  <a:lnTo>
                    <a:pt x="563996" y="677526"/>
                  </a:lnTo>
                  <a:lnTo>
                    <a:pt x="564646" y="688991"/>
                  </a:lnTo>
                  <a:lnTo>
                    <a:pt x="565296" y="701303"/>
                  </a:lnTo>
                  <a:lnTo>
                    <a:pt x="565946" y="714367"/>
                  </a:lnTo>
                  <a:lnTo>
                    <a:pt x="566596" y="728115"/>
                  </a:lnTo>
                  <a:lnTo>
                    <a:pt x="567246" y="742488"/>
                  </a:lnTo>
                  <a:lnTo>
                    <a:pt x="567896" y="757454"/>
                  </a:lnTo>
                  <a:lnTo>
                    <a:pt x="568546" y="772877"/>
                  </a:lnTo>
                  <a:lnTo>
                    <a:pt x="569196" y="788653"/>
                  </a:lnTo>
                  <a:lnTo>
                    <a:pt x="569846" y="804741"/>
                  </a:lnTo>
                  <a:lnTo>
                    <a:pt x="570496" y="820934"/>
                  </a:lnTo>
                  <a:lnTo>
                    <a:pt x="571146" y="837091"/>
                  </a:lnTo>
                  <a:lnTo>
                    <a:pt x="571796" y="853209"/>
                  </a:lnTo>
                  <a:lnTo>
                    <a:pt x="572446" y="869291"/>
                  </a:lnTo>
                  <a:lnTo>
                    <a:pt x="573096" y="885285"/>
                  </a:lnTo>
                  <a:lnTo>
                    <a:pt x="573745" y="901072"/>
                  </a:lnTo>
                  <a:lnTo>
                    <a:pt x="574395" y="916527"/>
                  </a:lnTo>
                  <a:lnTo>
                    <a:pt x="575045" y="931597"/>
                  </a:lnTo>
                  <a:lnTo>
                    <a:pt x="575695" y="946304"/>
                  </a:lnTo>
                  <a:lnTo>
                    <a:pt x="576345" y="960765"/>
                  </a:lnTo>
                  <a:lnTo>
                    <a:pt x="576995" y="975123"/>
                  </a:lnTo>
                  <a:lnTo>
                    <a:pt x="577645" y="989562"/>
                  </a:lnTo>
                  <a:lnTo>
                    <a:pt x="578295" y="1004090"/>
                  </a:lnTo>
                  <a:lnTo>
                    <a:pt x="578945" y="1018577"/>
                  </a:lnTo>
                  <a:lnTo>
                    <a:pt x="579595" y="1032922"/>
                  </a:lnTo>
                  <a:lnTo>
                    <a:pt x="580245" y="1047117"/>
                  </a:lnTo>
                  <a:lnTo>
                    <a:pt x="580895" y="1061161"/>
                  </a:lnTo>
                  <a:lnTo>
                    <a:pt x="581545" y="1074950"/>
                  </a:lnTo>
                  <a:lnTo>
                    <a:pt x="582195" y="1088459"/>
                  </a:lnTo>
                  <a:lnTo>
                    <a:pt x="582845" y="1101736"/>
                  </a:lnTo>
                  <a:lnTo>
                    <a:pt x="583495" y="1114828"/>
                  </a:lnTo>
                  <a:lnTo>
                    <a:pt x="584144" y="1127776"/>
                  </a:lnTo>
                  <a:lnTo>
                    <a:pt x="584794" y="1140577"/>
                  </a:lnTo>
                  <a:lnTo>
                    <a:pt x="585444" y="1153199"/>
                  </a:lnTo>
                  <a:lnTo>
                    <a:pt x="586094" y="1165617"/>
                  </a:lnTo>
                  <a:lnTo>
                    <a:pt x="586744" y="1177637"/>
                  </a:lnTo>
                  <a:lnTo>
                    <a:pt x="587394" y="1189154"/>
                  </a:lnTo>
                  <a:lnTo>
                    <a:pt x="588044" y="1200168"/>
                  </a:lnTo>
                  <a:lnTo>
                    <a:pt x="588694" y="1210733"/>
                  </a:lnTo>
                  <a:lnTo>
                    <a:pt x="589344" y="1220907"/>
                  </a:lnTo>
                  <a:lnTo>
                    <a:pt x="589994" y="1230724"/>
                  </a:lnTo>
                  <a:lnTo>
                    <a:pt x="590644" y="1240212"/>
                  </a:lnTo>
                  <a:lnTo>
                    <a:pt x="591294" y="1249338"/>
                  </a:lnTo>
                  <a:lnTo>
                    <a:pt x="591944" y="1258090"/>
                  </a:lnTo>
                  <a:lnTo>
                    <a:pt x="592594" y="1266408"/>
                  </a:lnTo>
                  <a:lnTo>
                    <a:pt x="593244" y="1274239"/>
                  </a:lnTo>
                  <a:lnTo>
                    <a:pt x="593893" y="1281496"/>
                  </a:lnTo>
                  <a:lnTo>
                    <a:pt x="594543" y="1288199"/>
                  </a:lnTo>
                  <a:lnTo>
                    <a:pt x="595193" y="1294359"/>
                  </a:lnTo>
                  <a:lnTo>
                    <a:pt x="595843" y="1299981"/>
                  </a:lnTo>
                  <a:lnTo>
                    <a:pt x="596493" y="1305025"/>
                  </a:lnTo>
                  <a:lnTo>
                    <a:pt x="597143" y="1309401"/>
                  </a:lnTo>
                  <a:lnTo>
                    <a:pt x="597793" y="1313017"/>
                  </a:lnTo>
                  <a:lnTo>
                    <a:pt x="598443" y="1315815"/>
                  </a:lnTo>
                  <a:lnTo>
                    <a:pt x="599093" y="1317928"/>
                  </a:lnTo>
                  <a:lnTo>
                    <a:pt x="599743" y="1319350"/>
                  </a:lnTo>
                  <a:lnTo>
                    <a:pt x="600393" y="1320036"/>
                  </a:lnTo>
                  <a:lnTo>
                    <a:pt x="601043" y="1320091"/>
                  </a:lnTo>
                  <a:lnTo>
                    <a:pt x="601693" y="1319667"/>
                  </a:lnTo>
                  <a:lnTo>
                    <a:pt x="602343" y="1318664"/>
                  </a:lnTo>
                  <a:lnTo>
                    <a:pt x="602993" y="1317141"/>
                  </a:lnTo>
                  <a:lnTo>
                    <a:pt x="603643" y="1315250"/>
                  </a:lnTo>
                  <a:lnTo>
                    <a:pt x="604292" y="1312998"/>
                  </a:lnTo>
                  <a:lnTo>
                    <a:pt x="604942" y="1310327"/>
                  </a:lnTo>
                  <a:lnTo>
                    <a:pt x="605592" y="1307237"/>
                  </a:lnTo>
                  <a:lnTo>
                    <a:pt x="606242" y="1303765"/>
                  </a:lnTo>
                  <a:lnTo>
                    <a:pt x="606892" y="1300021"/>
                  </a:lnTo>
                  <a:lnTo>
                    <a:pt x="607542" y="1296035"/>
                  </a:lnTo>
                  <a:lnTo>
                    <a:pt x="608192" y="1291779"/>
                  </a:lnTo>
                  <a:lnTo>
                    <a:pt x="608842" y="1287230"/>
                  </a:lnTo>
                  <a:lnTo>
                    <a:pt x="609492" y="1282362"/>
                  </a:lnTo>
                  <a:lnTo>
                    <a:pt x="610142" y="1277064"/>
                  </a:lnTo>
                  <a:lnTo>
                    <a:pt x="610792" y="1271252"/>
                  </a:lnTo>
                  <a:lnTo>
                    <a:pt x="611442" y="1264940"/>
                  </a:lnTo>
                  <a:lnTo>
                    <a:pt x="612092" y="1258252"/>
                  </a:lnTo>
                  <a:lnTo>
                    <a:pt x="612742" y="1251212"/>
                  </a:lnTo>
                  <a:lnTo>
                    <a:pt x="613392" y="1243799"/>
                  </a:lnTo>
                  <a:lnTo>
                    <a:pt x="614041" y="1236039"/>
                  </a:lnTo>
                  <a:lnTo>
                    <a:pt x="614691" y="1228019"/>
                  </a:lnTo>
                  <a:lnTo>
                    <a:pt x="615341" y="1219745"/>
                  </a:lnTo>
                  <a:lnTo>
                    <a:pt x="615991" y="1211182"/>
                  </a:lnTo>
                  <a:lnTo>
                    <a:pt x="616641" y="1202279"/>
                  </a:lnTo>
                  <a:lnTo>
                    <a:pt x="617291" y="1193064"/>
                  </a:lnTo>
                  <a:lnTo>
                    <a:pt x="617941" y="1183613"/>
                  </a:lnTo>
                  <a:lnTo>
                    <a:pt x="618591" y="1173957"/>
                  </a:lnTo>
                  <a:lnTo>
                    <a:pt x="619241" y="1164121"/>
                  </a:lnTo>
                  <a:lnTo>
                    <a:pt x="619891" y="1154240"/>
                  </a:lnTo>
                  <a:lnTo>
                    <a:pt x="620541" y="1144398"/>
                  </a:lnTo>
                  <a:lnTo>
                    <a:pt x="621191" y="1134613"/>
                  </a:lnTo>
                  <a:lnTo>
                    <a:pt x="621841" y="1124899"/>
                  </a:lnTo>
                  <a:lnTo>
                    <a:pt x="622491" y="1115215"/>
                  </a:lnTo>
                  <a:lnTo>
                    <a:pt x="623141" y="1105576"/>
                  </a:lnTo>
                  <a:lnTo>
                    <a:pt x="623791" y="1096033"/>
                  </a:lnTo>
                  <a:lnTo>
                    <a:pt x="624440" y="1086683"/>
                  </a:lnTo>
                  <a:lnTo>
                    <a:pt x="625090" y="1077518"/>
                  </a:lnTo>
                  <a:lnTo>
                    <a:pt x="625740" y="1068582"/>
                  </a:lnTo>
                  <a:lnTo>
                    <a:pt x="626390" y="1059946"/>
                  </a:lnTo>
                  <a:lnTo>
                    <a:pt x="627040" y="1051718"/>
                  </a:lnTo>
                  <a:lnTo>
                    <a:pt x="627690" y="1043827"/>
                  </a:lnTo>
                  <a:lnTo>
                    <a:pt x="628340" y="1036249"/>
                  </a:lnTo>
                  <a:lnTo>
                    <a:pt x="628990" y="1029109"/>
                  </a:lnTo>
                  <a:lnTo>
                    <a:pt x="629640" y="1022487"/>
                  </a:lnTo>
                  <a:lnTo>
                    <a:pt x="630290" y="1016390"/>
                  </a:lnTo>
                  <a:lnTo>
                    <a:pt x="630940" y="1010878"/>
                  </a:lnTo>
                  <a:lnTo>
                    <a:pt x="631590" y="1005883"/>
                  </a:lnTo>
                  <a:lnTo>
                    <a:pt x="632240" y="1001447"/>
                  </a:lnTo>
                  <a:lnTo>
                    <a:pt x="632890" y="997600"/>
                  </a:lnTo>
                  <a:lnTo>
                    <a:pt x="633540" y="994359"/>
                  </a:lnTo>
                  <a:lnTo>
                    <a:pt x="634189" y="991590"/>
                  </a:lnTo>
                  <a:lnTo>
                    <a:pt x="634839" y="989356"/>
                  </a:lnTo>
                  <a:lnTo>
                    <a:pt x="635489" y="987883"/>
                  </a:lnTo>
                  <a:lnTo>
                    <a:pt x="636139" y="987260"/>
                  </a:lnTo>
                  <a:lnTo>
                    <a:pt x="636789" y="987570"/>
                  </a:lnTo>
                  <a:lnTo>
                    <a:pt x="637439" y="988886"/>
                  </a:lnTo>
                  <a:lnTo>
                    <a:pt x="638089" y="991245"/>
                  </a:lnTo>
                  <a:lnTo>
                    <a:pt x="638739" y="994677"/>
                  </a:lnTo>
                  <a:lnTo>
                    <a:pt x="639389" y="999191"/>
                  </a:lnTo>
                  <a:lnTo>
                    <a:pt x="640039" y="1004844"/>
                  </a:lnTo>
                  <a:lnTo>
                    <a:pt x="640689" y="1011745"/>
                  </a:lnTo>
                  <a:lnTo>
                    <a:pt x="641339" y="1019862"/>
                  </a:lnTo>
                  <a:lnTo>
                    <a:pt x="641989" y="1029059"/>
                  </a:lnTo>
                  <a:lnTo>
                    <a:pt x="642639" y="1039233"/>
                  </a:lnTo>
                  <a:lnTo>
                    <a:pt x="643289" y="1050305"/>
                  </a:lnTo>
                  <a:lnTo>
                    <a:pt x="643939" y="1062291"/>
                  </a:lnTo>
                  <a:lnTo>
                    <a:pt x="644588" y="1075186"/>
                  </a:lnTo>
                  <a:lnTo>
                    <a:pt x="645238" y="1088924"/>
                  </a:lnTo>
                  <a:lnTo>
                    <a:pt x="645888" y="1103463"/>
                  </a:lnTo>
                  <a:lnTo>
                    <a:pt x="646538" y="1118715"/>
                  </a:lnTo>
                  <a:lnTo>
                    <a:pt x="647188" y="1134622"/>
                  </a:lnTo>
                  <a:lnTo>
                    <a:pt x="647838" y="1151143"/>
                  </a:lnTo>
                  <a:lnTo>
                    <a:pt x="648488" y="1168144"/>
                  </a:lnTo>
                  <a:lnTo>
                    <a:pt x="649138" y="1185562"/>
                  </a:lnTo>
                  <a:lnTo>
                    <a:pt x="649788" y="1203363"/>
                  </a:lnTo>
                  <a:lnTo>
                    <a:pt x="650438" y="1221426"/>
                  </a:lnTo>
                  <a:lnTo>
                    <a:pt x="651088" y="1239618"/>
                  </a:lnTo>
                  <a:lnTo>
                    <a:pt x="651738" y="1257923"/>
                  </a:lnTo>
                  <a:lnTo>
                    <a:pt x="652388" y="1276291"/>
                  </a:lnTo>
                  <a:lnTo>
                    <a:pt x="653038" y="1294622"/>
                  </a:lnTo>
                  <a:lnTo>
                    <a:pt x="653688" y="1312818"/>
                  </a:lnTo>
                  <a:lnTo>
                    <a:pt x="654337" y="1330774"/>
                  </a:lnTo>
                  <a:lnTo>
                    <a:pt x="654987" y="1348409"/>
                  </a:lnTo>
                  <a:lnTo>
                    <a:pt x="655637" y="1365633"/>
                  </a:lnTo>
                  <a:lnTo>
                    <a:pt x="656287" y="1382361"/>
                  </a:lnTo>
                  <a:lnTo>
                    <a:pt x="656937" y="1398443"/>
                  </a:lnTo>
                  <a:lnTo>
                    <a:pt x="657587" y="1413820"/>
                  </a:lnTo>
                  <a:lnTo>
                    <a:pt x="658237" y="1428535"/>
                  </a:lnTo>
                  <a:lnTo>
                    <a:pt x="658887" y="1442516"/>
                  </a:lnTo>
                  <a:lnTo>
                    <a:pt x="659537" y="1455549"/>
                  </a:lnTo>
                  <a:lnTo>
                    <a:pt x="660187" y="1467538"/>
                  </a:lnTo>
                  <a:lnTo>
                    <a:pt x="660837" y="1478472"/>
                  </a:lnTo>
                  <a:lnTo>
                    <a:pt x="661487" y="1488155"/>
                  </a:lnTo>
                  <a:lnTo>
                    <a:pt x="662137" y="1496427"/>
                  </a:lnTo>
                  <a:lnTo>
                    <a:pt x="662787" y="1503199"/>
                  </a:lnTo>
                  <a:lnTo>
                    <a:pt x="663437" y="1508477"/>
                  </a:lnTo>
                  <a:lnTo>
                    <a:pt x="664087" y="1512218"/>
                  </a:lnTo>
                  <a:lnTo>
                    <a:pt x="664736" y="1514426"/>
                  </a:lnTo>
                  <a:lnTo>
                    <a:pt x="665386" y="1515068"/>
                  </a:lnTo>
                  <a:lnTo>
                    <a:pt x="666036" y="1514133"/>
                  </a:lnTo>
                  <a:lnTo>
                    <a:pt x="666686" y="1511643"/>
                  </a:lnTo>
                  <a:lnTo>
                    <a:pt x="667336" y="1507537"/>
                  </a:lnTo>
                  <a:lnTo>
                    <a:pt x="667986" y="1501672"/>
                  </a:lnTo>
                  <a:lnTo>
                    <a:pt x="668636" y="1493881"/>
                  </a:lnTo>
                  <a:lnTo>
                    <a:pt x="669286" y="1484038"/>
                  </a:lnTo>
                  <a:lnTo>
                    <a:pt x="669936" y="1472086"/>
                  </a:lnTo>
                  <a:lnTo>
                    <a:pt x="670586" y="1457994"/>
                  </a:lnTo>
                  <a:lnTo>
                    <a:pt x="671236" y="1441752"/>
                  </a:lnTo>
                  <a:lnTo>
                    <a:pt x="671886" y="1423397"/>
                  </a:lnTo>
                  <a:lnTo>
                    <a:pt x="672536" y="1402968"/>
                  </a:lnTo>
                  <a:lnTo>
                    <a:pt x="673186" y="1380384"/>
                  </a:lnTo>
                  <a:lnTo>
                    <a:pt x="673836" y="1355699"/>
                  </a:lnTo>
                  <a:lnTo>
                    <a:pt x="674485" y="1329145"/>
                  </a:lnTo>
                  <a:lnTo>
                    <a:pt x="675135" y="1300991"/>
                  </a:lnTo>
                  <a:lnTo>
                    <a:pt x="675785" y="1271483"/>
                  </a:lnTo>
                  <a:lnTo>
                    <a:pt x="676435" y="1240788"/>
                  </a:lnTo>
                  <a:lnTo>
                    <a:pt x="677085" y="1208887"/>
                  </a:lnTo>
                  <a:lnTo>
                    <a:pt x="677735" y="1175795"/>
                  </a:lnTo>
                  <a:lnTo>
                    <a:pt x="678385" y="1141539"/>
                  </a:lnTo>
                  <a:lnTo>
                    <a:pt x="679035" y="1106220"/>
                  </a:lnTo>
                  <a:lnTo>
                    <a:pt x="679685" y="1069920"/>
                  </a:lnTo>
                  <a:lnTo>
                    <a:pt x="680335" y="1032691"/>
                  </a:lnTo>
                  <a:lnTo>
                    <a:pt x="680985" y="994690"/>
                  </a:lnTo>
                  <a:lnTo>
                    <a:pt x="681635" y="956138"/>
                  </a:lnTo>
                  <a:lnTo>
                    <a:pt x="682285" y="917163"/>
                  </a:lnTo>
                  <a:lnTo>
                    <a:pt x="682935" y="877848"/>
                  </a:lnTo>
                  <a:lnTo>
                    <a:pt x="683585" y="838333"/>
                  </a:lnTo>
                  <a:lnTo>
                    <a:pt x="684235" y="798738"/>
                  </a:lnTo>
                  <a:lnTo>
                    <a:pt x="684884" y="759129"/>
                  </a:lnTo>
                  <a:lnTo>
                    <a:pt x="685534" y="719614"/>
                  </a:lnTo>
                  <a:lnTo>
                    <a:pt x="686184" y="680284"/>
                  </a:lnTo>
                  <a:lnTo>
                    <a:pt x="686834" y="641311"/>
                  </a:lnTo>
                  <a:lnTo>
                    <a:pt x="687484" y="602891"/>
                  </a:lnTo>
                  <a:lnTo>
                    <a:pt x="688134" y="565111"/>
                  </a:lnTo>
                  <a:lnTo>
                    <a:pt x="688784" y="528119"/>
                  </a:lnTo>
                  <a:lnTo>
                    <a:pt x="689434" y="491996"/>
                  </a:lnTo>
                  <a:lnTo>
                    <a:pt x="690084" y="456855"/>
                  </a:lnTo>
                  <a:lnTo>
                    <a:pt x="690734" y="422707"/>
                  </a:lnTo>
                  <a:lnTo>
                    <a:pt x="691384" y="389531"/>
                  </a:lnTo>
                  <a:lnTo>
                    <a:pt x="692034" y="357366"/>
                  </a:lnTo>
                  <a:lnTo>
                    <a:pt x="692684" y="326401"/>
                  </a:lnTo>
                  <a:lnTo>
                    <a:pt x="693334" y="296683"/>
                  </a:lnTo>
                  <a:lnTo>
                    <a:pt x="693984" y="268244"/>
                  </a:lnTo>
                  <a:lnTo>
                    <a:pt x="694633" y="241193"/>
                  </a:lnTo>
                  <a:lnTo>
                    <a:pt x="695283" y="215553"/>
                  </a:lnTo>
                  <a:lnTo>
                    <a:pt x="695933" y="191389"/>
                  </a:lnTo>
                  <a:lnTo>
                    <a:pt x="696583" y="168643"/>
                  </a:lnTo>
                  <a:lnTo>
                    <a:pt x="697233" y="147302"/>
                  </a:lnTo>
                  <a:lnTo>
                    <a:pt x="697883" y="127391"/>
                  </a:lnTo>
                  <a:lnTo>
                    <a:pt x="698533" y="108883"/>
                  </a:lnTo>
                  <a:lnTo>
                    <a:pt x="699183" y="91741"/>
                  </a:lnTo>
                  <a:lnTo>
                    <a:pt x="699833" y="76002"/>
                  </a:lnTo>
                  <a:lnTo>
                    <a:pt x="700483" y="61723"/>
                  </a:lnTo>
                  <a:lnTo>
                    <a:pt x="701133" y="48917"/>
                  </a:lnTo>
                  <a:lnTo>
                    <a:pt x="701783" y="37650"/>
                  </a:lnTo>
                  <a:lnTo>
                    <a:pt x="702433" y="27890"/>
                  </a:lnTo>
                  <a:lnTo>
                    <a:pt x="703083" y="19653"/>
                  </a:lnTo>
                  <a:lnTo>
                    <a:pt x="703733" y="12966"/>
                  </a:lnTo>
                  <a:lnTo>
                    <a:pt x="704383" y="7761"/>
                  </a:lnTo>
                  <a:lnTo>
                    <a:pt x="705032" y="3913"/>
                  </a:lnTo>
                  <a:lnTo>
                    <a:pt x="705682" y="1367"/>
                  </a:lnTo>
                  <a:lnTo>
                    <a:pt x="706332" y="106"/>
                  </a:lnTo>
                  <a:lnTo>
                    <a:pt x="706982" y="0"/>
                  </a:lnTo>
                  <a:lnTo>
                    <a:pt x="707632" y="837"/>
                  </a:lnTo>
                  <a:lnTo>
                    <a:pt x="708282" y="2514"/>
                  </a:lnTo>
                  <a:lnTo>
                    <a:pt x="708932" y="4911"/>
                  </a:lnTo>
                  <a:lnTo>
                    <a:pt x="709582" y="8014"/>
                  </a:lnTo>
                  <a:lnTo>
                    <a:pt x="710232" y="11829"/>
                  </a:lnTo>
                  <a:lnTo>
                    <a:pt x="710882" y="16384"/>
                  </a:lnTo>
                  <a:lnTo>
                    <a:pt x="711532" y="21660"/>
                  </a:lnTo>
                  <a:lnTo>
                    <a:pt x="712182" y="27602"/>
                  </a:lnTo>
                  <a:lnTo>
                    <a:pt x="712832" y="34169"/>
                  </a:lnTo>
                  <a:lnTo>
                    <a:pt x="713482" y="41346"/>
                  </a:lnTo>
                  <a:lnTo>
                    <a:pt x="714132" y="48948"/>
                  </a:lnTo>
                  <a:lnTo>
                    <a:pt x="714781" y="56900"/>
                  </a:lnTo>
                  <a:lnTo>
                    <a:pt x="715431" y="65216"/>
                  </a:lnTo>
                  <a:lnTo>
                    <a:pt x="716081" y="73928"/>
                  </a:lnTo>
                  <a:lnTo>
                    <a:pt x="716731" y="82964"/>
                  </a:lnTo>
                  <a:lnTo>
                    <a:pt x="717381" y="92307"/>
                  </a:lnTo>
                  <a:lnTo>
                    <a:pt x="718031" y="101874"/>
                  </a:lnTo>
                  <a:lnTo>
                    <a:pt x="718681" y="111568"/>
                  </a:lnTo>
                  <a:lnTo>
                    <a:pt x="719331" y="121271"/>
                  </a:lnTo>
                  <a:lnTo>
                    <a:pt x="719981" y="130814"/>
                  </a:lnTo>
                  <a:lnTo>
                    <a:pt x="720631" y="140078"/>
                  </a:lnTo>
                  <a:lnTo>
                    <a:pt x="721281" y="149087"/>
                  </a:lnTo>
                  <a:lnTo>
                    <a:pt x="721931" y="157811"/>
                  </a:lnTo>
                  <a:lnTo>
                    <a:pt x="722581" y="166224"/>
                  </a:lnTo>
                  <a:lnTo>
                    <a:pt x="723231" y="174246"/>
                  </a:lnTo>
                  <a:lnTo>
                    <a:pt x="723881" y="181909"/>
                  </a:lnTo>
                  <a:lnTo>
                    <a:pt x="724530" y="189244"/>
                  </a:lnTo>
                  <a:lnTo>
                    <a:pt x="725180" y="196169"/>
                  </a:lnTo>
                  <a:lnTo>
                    <a:pt x="725830" y="202592"/>
                  </a:lnTo>
                  <a:lnTo>
                    <a:pt x="726480" y="208525"/>
                  </a:lnTo>
                  <a:lnTo>
                    <a:pt x="727130" y="214013"/>
                  </a:lnTo>
                  <a:lnTo>
                    <a:pt x="727780" y="219121"/>
                  </a:lnTo>
                  <a:lnTo>
                    <a:pt x="728430" y="223818"/>
                  </a:lnTo>
                  <a:lnTo>
                    <a:pt x="729080" y="228169"/>
                  </a:lnTo>
                  <a:lnTo>
                    <a:pt x="729730" y="232216"/>
                  </a:lnTo>
                  <a:lnTo>
                    <a:pt x="730380" y="235945"/>
                  </a:lnTo>
                  <a:lnTo>
                    <a:pt x="731030" y="239333"/>
                  </a:lnTo>
                  <a:lnTo>
                    <a:pt x="731680" y="242380"/>
                  </a:lnTo>
                  <a:lnTo>
                    <a:pt x="732330" y="245137"/>
                  </a:lnTo>
                  <a:lnTo>
                    <a:pt x="732980" y="247620"/>
                  </a:lnTo>
                  <a:lnTo>
                    <a:pt x="733630" y="249913"/>
                  </a:lnTo>
                  <a:lnTo>
                    <a:pt x="734280" y="252034"/>
                  </a:lnTo>
                  <a:lnTo>
                    <a:pt x="734929" y="254047"/>
                  </a:lnTo>
                  <a:lnTo>
                    <a:pt x="735579" y="255944"/>
                  </a:lnTo>
                  <a:lnTo>
                    <a:pt x="736229" y="257665"/>
                  </a:lnTo>
                  <a:lnTo>
                    <a:pt x="736879" y="259191"/>
                  </a:lnTo>
                  <a:lnTo>
                    <a:pt x="737529" y="260598"/>
                  </a:lnTo>
                  <a:lnTo>
                    <a:pt x="738179" y="261970"/>
                  </a:lnTo>
                  <a:lnTo>
                    <a:pt x="738829" y="263309"/>
                  </a:lnTo>
                  <a:lnTo>
                    <a:pt x="739479" y="264662"/>
                  </a:lnTo>
                  <a:lnTo>
                    <a:pt x="740129" y="266058"/>
                  </a:lnTo>
                  <a:lnTo>
                    <a:pt x="740779" y="267514"/>
                  </a:lnTo>
                  <a:lnTo>
                    <a:pt x="741429" y="268954"/>
                  </a:lnTo>
                  <a:lnTo>
                    <a:pt x="742079" y="270339"/>
                  </a:lnTo>
                  <a:lnTo>
                    <a:pt x="742729" y="271654"/>
                  </a:lnTo>
                  <a:lnTo>
                    <a:pt x="743379" y="272884"/>
                  </a:lnTo>
                  <a:lnTo>
                    <a:pt x="744029" y="273979"/>
                  </a:lnTo>
                  <a:lnTo>
                    <a:pt x="744678" y="275016"/>
                  </a:lnTo>
                  <a:lnTo>
                    <a:pt x="745328" y="276083"/>
                  </a:lnTo>
                  <a:lnTo>
                    <a:pt x="745978" y="277216"/>
                  </a:lnTo>
                  <a:lnTo>
                    <a:pt x="746628" y="278489"/>
                  </a:lnTo>
                  <a:lnTo>
                    <a:pt x="747278" y="279930"/>
                  </a:lnTo>
                  <a:lnTo>
                    <a:pt x="747928" y="281498"/>
                  </a:lnTo>
                  <a:lnTo>
                    <a:pt x="748578" y="283075"/>
                  </a:lnTo>
                  <a:lnTo>
                    <a:pt x="749228" y="284552"/>
                  </a:lnTo>
                  <a:lnTo>
                    <a:pt x="749878" y="285893"/>
                  </a:lnTo>
                  <a:lnTo>
                    <a:pt x="750528" y="287079"/>
                  </a:lnTo>
                  <a:lnTo>
                    <a:pt x="751178" y="288157"/>
                  </a:lnTo>
                  <a:lnTo>
                    <a:pt x="751828" y="289222"/>
                  </a:lnTo>
                  <a:lnTo>
                    <a:pt x="752478" y="290342"/>
                  </a:lnTo>
                  <a:lnTo>
                    <a:pt x="753128" y="291665"/>
                  </a:lnTo>
                  <a:lnTo>
                    <a:pt x="753778" y="293135"/>
                  </a:lnTo>
                  <a:lnTo>
                    <a:pt x="754428" y="294710"/>
                  </a:lnTo>
                  <a:lnTo>
                    <a:pt x="755077" y="296358"/>
                  </a:lnTo>
                  <a:lnTo>
                    <a:pt x="755727" y="298090"/>
                  </a:lnTo>
                  <a:lnTo>
                    <a:pt x="756377" y="299928"/>
                  </a:lnTo>
                  <a:lnTo>
                    <a:pt x="757027" y="301861"/>
                  </a:lnTo>
                  <a:lnTo>
                    <a:pt x="757677" y="303966"/>
                  </a:lnTo>
                  <a:lnTo>
                    <a:pt x="758327" y="306385"/>
                  </a:lnTo>
                  <a:lnTo>
                    <a:pt x="758977" y="309285"/>
                  </a:lnTo>
                  <a:lnTo>
                    <a:pt x="759627" y="312629"/>
                  </a:lnTo>
                  <a:lnTo>
                    <a:pt x="760277" y="316405"/>
                  </a:lnTo>
                  <a:lnTo>
                    <a:pt x="760927" y="320640"/>
                  </a:lnTo>
                  <a:lnTo>
                    <a:pt x="761577" y="325270"/>
                  </a:lnTo>
                  <a:lnTo>
                    <a:pt x="762227" y="330283"/>
                  </a:lnTo>
                  <a:lnTo>
                    <a:pt x="762877" y="335691"/>
                  </a:lnTo>
                  <a:lnTo>
                    <a:pt x="763527" y="341537"/>
                  </a:lnTo>
                  <a:lnTo>
                    <a:pt x="764177" y="347844"/>
                  </a:lnTo>
                  <a:lnTo>
                    <a:pt x="764826" y="354619"/>
                  </a:lnTo>
                  <a:lnTo>
                    <a:pt x="765476" y="361823"/>
                  </a:lnTo>
                  <a:lnTo>
                    <a:pt x="766126" y="369288"/>
                  </a:lnTo>
                  <a:lnTo>
                    <a:pt x="766776" y="376879"/>
                  </a:lnTo>
                  <a:lnTo>
                    <a:pt x="767426" y="384503"/>
                  </a:lnTo>
                  <a:lnTo>
                    <a:pt x="768076" y="392165"/>
                  </a:lnTo>
                  <a:lnTo>
                    <a:pt x="768726" y="399929"/>
                  </a:lnTo>
                  <a:lnTo>
                    <a:pt x="769376" y="407877"/>
                  </a:lnTo>
                  <a:lnTo>
                    <a:pt x="770026" y="416035"/>
                  </a:lnTo>
                  <a:lnTo>
                    <a:pt x="770676" y="424359"/>
                  </a:lnTo>
                  <a:lnTo>
                    <a:pt x="771326" y="432891"/>
                  </a:lnTo>
                  <a:lnTo>
                    <a:pt x="771976" y="441613"/>
                  </a:lnTo>
                  <a:lnTo>
                    <a:pt x="772626" y="450519"/>
                  </a:lnTo>
                  <a:lnTo>
                    <a:pt x="773276" y="459578"/>
                  </a:lnTo>
                  <a:lnTo>
                    <a:pt x="773926" y="468807"/>
                  </a:lnTo>
                  <a:lnTo>
                    <a:pt x="774576" y="478262"/>
                  </a:lnTo>
                  <a:lnTo>
                    <a:pt x="775225" y="487995"/>
                  </a:lnTo>
                  <a:lnTo>
                    <a:pt x="775875" y="498147"/>
                  </a:lnTo>
                  <a:lnTo>
                    <a:pt x="776525" y="508857"/>
                  </a:lnTo>
                  <a:lnTo>
                    <a:pt x="777175" y="520134"/>
                  </a:lnTo>
                  <a:lnTo>
                    <a:pt x="777825" y="531824"/>
                  </a:lnTo>
                  <a:lnTo>
                    <a:pt x="778475" y="543786"/>
                  </a:lnTo>
                  <a:lnTo>
                    <a:pt x="779125" y="555944"/>
                  </a:lnTo>
                  <a:lnTo>
                    <a:pt x="779775" y="568191"/>
                  </a:lnTo>
                  <a:lnTo>
                    <a:pt x="780425" y="580566"/>
                  </a:lnTo>
                  <a:lnTo>
                    <a:pt x="781075" y="593164"/>
                  </a:lnTo>
                  <a:lnTo>
                    <a:pt x="781725" y="606098"/>
                  </a:lnTo>
                  <a:lnTo>
                    <a:pt x="782375" y="619516"/>
                  </a:lnTo>
                  <a:lnTo>
                    <a:pt x="783025" y="633471"/>
                  </a:lnTo>
                  <a:lnTo>
                    <a:pt x="783675" y="648024"/>
                  </a:lnTo>
                  <a:lnTo>
                    <a:pt x="784325" y="663240"/>
                  </a:lnTo>
                  <a:lnTo>
                    <a:pt x="784974" y="679074"/>
                  </a:lnTo>
                  <a:lnTo>
                    <a:pt x="785624" y="695488"/>
                  </a:lnTo>
                  <a:lnTo>
                    <a:pt x="786274" y="712417"/>
                  </a:lnTo>
                  <a:lnTo>
                    <a:pt x="786924" y="729931"/>
                  </a:lnTo>
                  <a:lnTo>
                    <a:pt x="787574" y="748056"/>
                  </a:lnTo>
                  <a:lnTo>
                    <a:pt x="788224" y="766837"/>
                  </a:lnTo>
                  <a:lnTo>
                    <a:pt x="788874" y="786346"/>
                  </a:lnTo>
                  <a:lnTo>
                    <a:pt x="789524" y="806655"/>
                  </a:lnTo>
                  <a:lnTo>
                    <a:pt x="790174" y="827722"/>
                  </a:lnTo>
                  <a:lnTo>
                    <a:pt x="790824" y="849434"/>
                  </a:lnTo>
                  <a:lnTo>
                    <a:pt x="791474" y="871626"/>
                  </a:lnTo>
                  <a:lnTo>
                    <a:pt x="792124" y="894198"/>
                  </a:lnTo>
                  <a:lnTo>
                    <a:pt x="792774" y="917086"/>
                  </a:lnTo>
                  <a:lnTo>
                    <a:pt x="793424" y="940193"/>
                  </a:lnTo>
                  <a:lnTo>
                    <a:pt x="794074" y="963547"/>
                  </a:lnTo>
                  <a:lnTo>
                    <a:pt x="794724" y="987214"/>
                  </a:lnTo>
                  <a:lnTo>
                    <a:pt x="795373" y="1011140"/>
                  </a:lnTo>
                  <a:lnTo>
                    <a:pt x="796023" y="1035286"/>
                  </a:lnTo>
                  <a:lnTo>
                    <a:pt x="796673" y="1059661"/>
                  </a:lnTo>
                  <a:lnTo>
                    <a:pt x="797323" y="1084266"/>
                  </a:lnTo>
                  <a:lnTo>
                    <a:pt x="797973" y="1109135"/>
                  </a:lnTo>
                  <a:lnTo>
                    <a:pt x="798623" y="1134350"/>
                  </a:lnTo>
                  <a:lnTo>
                    <a:pt x="799273" y="1160081"/>
                  </a:lnTo>
                  <a:lnTo>
                    <a:pt x="799923" y="1186403"/>
                  </a:lnTo>
                  <a:lnTo>
                    <a:pt x="800573" y="1213340"/>
                  </a:lnTo>
                  <a:lnTo>
                    <a:pt x="801223" y="1240814"/>
                  </a:lnTo>
                  <a:lnTo>
                    <a:pt x="801873" y="1268740"/>
                  </a:lnTo>
                  <a:lnTo>
                    <a:pt x="802523" y="1297138"/>
                  </a:lnTo>
                  <a:lnTo>
                    <a:pt x="803173" y="1326070"/>
                  </a:lnTo>
                  <a:lnTo>
                    <a:pt x="803823" y="1355516"/>
                  </a:lnTo>
                  <a:lnTo>
                    <a:pt x="804473" y="1385382"/>
                  </a:lnTo>
                  <a:lnTo>
                    <a:pt x="805122" y="1415623"/>
                  </a:lnTo>
                  <a:lnTo>
                    <a:pt x="805772" y="1446253"/>
                  </a:lnTo>
                  <a:lnTo>
                    <a:pt x="806422" y="1477235"/>
                  </a:lnTo>
                  <a:lnTo>
                    <a:pt x="807072" y="1508572"/>
                  </a:lnTo>
                  <a:lnTo>
                    <a:pt x="807722" y="1540237"/>
                  </a:lnTo>
                  <a:lnTo>
                    <a:pt x="808372" y="1572071"/>
                  </a:lnTo>
                  <a:lnTo>
                    <a:pt x="809022" y="1603772"/>
                  </a:lnTo>
                  <a:lnTo>
                    <a:pt x="809672" y="1635205"/>
                  </a:lnTo>
                  <a:lnTo>
                    <a:pt x="810322" y="1666327"/>
                  </a:lnTo>
                  <a:lnTo>
                    <a:pt x="810972" y="1697233"/>
                  </a:lnTo>
                  <a:lnTo>
                    <a:pt x="811622" y="1727977"/>
                  </a:lnTo>
                  <a:lnTo>
                    <a:pt x="812272" y="1758623"/>
                  </a:lnTo>
                  <a:lnTo>
                    <a:pt x="812922" y="1789139"/>
                  </a:lnTo>
                  <a:lnTo>
                    <a:pt x="813572" y="1819331"/>
                  </a:lnTo>
                  <a:lnTo>
                    <a:pt x="814222" y="1849087"/>
                  </a:lnTo>
                  <a:lnTo>
                    <a:pt x="814872" y="1878269"/>
                  </a:lnTo>
                  <a:lnTo>
                    <a:pt x="815521" y="1906728"/>
                  </a:lnTo>
                  <a:lnTo>
                    <a:pt x="816171" y="1934381"/>
                  </a:lnTo>
                  <a:lnTo>
                    <a:pt x="816821" y="1961098"/>
                  </a:lnTo>
                  <a:lnTo>
                    <a:pt x="817471" y="1986822"/>
                  </a:lnTo>
                  <a:lnTo>
                    <a:pt x="818121" y="2011528"/>
                  </a:lnTo>
                  <a:lnTo>
                    <a:pt x="818771" y="2035147"/>
                  </a:lnTo>
                  <a:lnTo>
                    <a:pt x="819421" y="2057555"/>
                  </a:lnTo>
                  <a:lnTo>
                    <a:pt x="820071" y="2078761"/>
                  </a:lnTo>
                  <a:lnTo>
                    <a:pt x="820721" y="2098704"/>
                  </a:lnTo>
                  <a:lnTo>
                    <a:pt x="821371" y="2117297"/>
                  </a:lnTo>
                  <a:lnTo>
                    <a:pt x="822021" y="2134385"/>
                  </a:lnTo>
                  <a:lnTo>
                    <a:pt x="822671" y="2149915"/>
                  </a:lnTo>
                  <a:lnTo>
                    <a:pt x="823321" y="2163939"/>
                  </a:lnTo>
                  <a:lnTo>
                    <a:pt x="823971" y="2176502"/>
                  </a:lnTo>
                  <a:lnTo>
                    <a:pt x="824621" y="2187696"/>
                  </a:lnTo>
                  <a:lnTo>
                    <a:pt x="825270" y="2197515"/>
                  </a:lnTo>
                  <a:lnTo>
                    <a:pt x="825920" y="2206104"/>
                  </a:lnTo>
                  <a:lnTo>
                    <a:pt x="826570" y="2213529"/>
                  </a:lnTo>
                  <a:lnTo>
                    <a:pt x="827220" y="2219643"/>
                  </a:lnTo>
                  <a:lnTo>
                    <a:pt x="827870" y="2224440"/>
                  </a:lnTo>
                  <a:lnTo>
                    <a:pt x="828520" y="2227971"/>
                  </a:lnTo>
                  <a:lnTo>
                    <a:pt x="829170" y="2230253"/>
                  </a:lnTo>
                  <a:lnTo>
                    <a:pt x="829820" y="2231176"/>
                  </a:lnTo>
                  <a:lnTo>
                    <a:pt x="830470" y="2230625"/>
                  </a:lnTo>
                  <a:lnTo>
                    <a:pt x="831120" y="2228582"/>
                  </a:lnTo>
                  <a:lnTo>
                    <a:pt x="831770" y="2224966"/>
                  </a:lnTo>
                  <a:lnTo>
                    <a:pt x="832420" y="2219765"/>
                  </a:lnTo>
                  <a:lnTo>
                    <a:pt x="833070" y="2212978"/>
                  </a:lnTo>
                  <a:lnTo>
                    <a:pt x="833720" y="2204634"/>
                  </a:lnTo>
                  <a:lnTo>
                    <a:pt x="834370" y="2194777"/>
                  </a:lnTo>
                  <a:lnTo>
                    <a:pt x="835020" y="2183370"/>
                  </a:lnTo>
                  <a:lnTo>
                    <a:pt x="835669" y="2170263"/>
                  </a:lnTo>
                  <a:lnTo>
                    <a:pt x="836319" y="2155394"/>
                  </a:lnTo>
                  <a:lnTo>
                    <a:pt x="836969" y="2138857"/>
                  </a:lnTo>
                  <a:lnTo>
                    <a:pt x="837619" y="2120795"/>
                  </a:lnTo>
                  <a:lnTo>
                    <a:pt x="838269" y="2101285"/>
                  </a:lnTo>
                  <a:lnTo>
                    <a:pt x="838919" y="2080379"/>
                  </a:lnTo>
                  <a:lnTo>
                    <a:pt x="839569" y="2058159"/>
                  </a:lnTo>
                  <a:lnTo>
                    <a:pt x="840219" y="2034599"/>
                  </a:lnTo>
                  <a:lnTo>
                    <a:pt x="840869" y="2009746"/>
                  </a:lnTo>
                  <a:lnTo>
                    <a:pt x="841519" y="1983781"/>
                  </a:lnTo>
                  <a:lnTo>
                    <a:pt x="842169" y="1956837"/>
                  </a:lnTo>
                  <a:lnTo>
                    <a:pt x="842819" y="1928966"/>
                  </a:lnTo>
                  <a:lnTo>
                    <a:pt x="843469" y="1900247"/>
                  </a:lnTo>
                  <a:lnTo>
                    <a:pt x="844119" y="1870682"/>
                  </a:lnTo>
                  <a:lnTo>
                    <a:pt x="844769" y="1840293"/>
                  </a:lnTo>
                  <a:lnTo>
                    <a:pt x="845418" y="1809077"/>
                  </a:lnTo>
                  <a:lnTo>
                    <a:pt x="846068" y="1777177"/>
                  </a:lnTo>
                  <a:lnTo>
                    <a:pt x="846718" y="1744786"/>
                  </a:lnTo>
                  <a:lnTo>
                    <a:pt x="847368" y="1711999"/>
                  </a:lnTo>
                  <a:lnTo>
                    <a:pt x="848018" y="1678979"/>
                  </a:lnTo>
                  <a:lnTo>
                    <a:pt x="848668" y="1645921"/>
                  </a:lnTo>
                  <a:lnTo>
                    <a:pt x="849318" y="1612904"/>
                  </a:lnTo>
                  <a:lnTo>
                    <a:pt x="849968" y="1580012"/>
                  </a:lnTo>
                  <a:lnTo>
                    <a:pt x="850618" y="1547241"/>
                  </a:lnTo>
                  <a:lnTo>
                    <a:pt x="851268" y="1514704"/>
                  </a:lnTo>
                  <a:lnTo>
                    <a:pt x="851918" y="1482561"/>
                  </a:lnTo>
                  <a:lnTo>
                    <a:pt x="852568" y="1450926"/>
                  </a:lnTo>
                  <a:lnTo>
                    <a:pt x="853218" y="1419826"/>
                  </a:lnTo>
                  <a:lnTo>
                    <a:pt x="853868" y="1389336"/>
                  </a:lnTo>
                  <a:lnTo>
                    <a:pt x="854518" y="1359547"/>
                  </a:lnTo>
                  <a:lnTo>
                    <a:pt x="855167" y="1330540"/>
                  </a:lnTo>
                  <a:lnTo>
                    <a:pt x="855817" y="1302340"/>
                  </a:lnTo>
                  <a:lnTo>
                    <a:pt x="856467" y="1274950"/>
                  </a:lnTo>
                  <a:lnTo>
                    <a:pt x="857117" y="1248378"/>
                  </a:lnTo>
                  <a:lnTo>
                    <a:pt x="857767" y="1222679"/>
                  </a:lnTo>
                  <a:lnTo>
                    <a:pt x="858417" y="1197788"/>
                  </a:lnTo>
                  <a:lnTo>
                    <a:pt x="859067" y="1173656"/>
                  </a:lnTo>
                  <a:lnTo>
                    <a:pt x="859717" y="1150319"/>
                  </a:lnTo>
                  <a:lnTo>
                    <a:pt x="860367" y="1127836"/>
                  </a:lnTo>
                  <a:lnTo>
                    <a:pt x="861017" y="1106205"/>
                  </a:lnTo>
                  <a:lnTo>
                    <a:pt x="861667" y="1085474"/>
                  </a:lnTo>
                  <a:lnTo>
                    <a:pt x="862317" y="1065748"/>
                  </a:lnTo>
                  <a:lnTo>
                    <a:pt x="862967" y="1047156"/>
                  </a:lnTo>
                  <a:lnTo>
                    <a:pt x="863617" y="1029762"/>
                  </a:lnTo>
                  <a:lnTo>
                    <a:pt x="864267" y="1013623"/>
                  </a:lnTo>
                  <a:lnTo>
                    <a:pt x="864917" y="998752"/>
                  </a:lnTo>
                  <a:lnTo>
                    <a:pt x="865566" y="985073"/>
                  </a:lnTo>
                  <a:lnTo>
                    <a:pt x="866216" y="972481"/>
                  </a:lnTo>
                  <a:lnTo>
                    <a:pt x="866866" y="960968"/>
                  </a:lnTo>
                  <a:lnTo>
                    <a:pt x="867516" y="950483"/>
                  </a:lnTo>
                  <a:lnTo>
                    <a:pt x="868166" y="941170"/>
                  </a:lnTo>
                  <a:lnTo>
                    <a:pt x="868816" y="933104"/>
                  </a:lnTo>
                  <a:lnTo>
                    <a:pt x="869466" y="926302"/>
                  </a:lnTo>
                  <a:lnTo>
                    <a:pt x="870116" y="920745"/>
                  </a:lnTo>
                  <a:lnTo>
                    <a:pt x="870766" y="916345"/>
                  </a:lnTo>
                  <a:lnTo>
                    <a:pt x="871416" y="913051"/>
                  </a:lnTo>
                  <a:lnTo>
                    <a:pt x="872066" y="910685"/>
                  </a:lnTo>
                  <a:lnTo>
                    <a:pt x="872716" y="909218"/>
                  </a:lnTo>
                  <a:lnTo>
                    <a:pt x="873366" y="908648"/>
                  </a:lnTo>
                  <a:lnTo>
                    <a:pt x="874016" y="908975"/>
                  </a:lnTo>
                  <a:lnTo>
                    <a:pt x="874666" y="910196"/>
                  </a:lnTo>
                  <a:lnTo>
                    <a:pt x="875315" y="912430"/>
                  </a:lnTo>
                  <a:lnTo>
                    <a:pt x="875965" y="915771"/>
                  </a:lnTo>
                  <a:lnTo>
                    <a:pt x="876615" y="920271"/>
                  </a:lnTo>
                  <a:lnTo>
                    <a:pt x="877265" y="925957"/>
                  </a:lnTo>
                  <a:lnTo>
                    <a:pt x="877915" y="932702"/>
                  </a:lnTo>
                  <a:lnTo>
                    <a:pt x="878565" y="940456"/>
                  </a:lnTo>
                  <a:lnTo>
                    <a:pt x="879215" y="949085"/>
                  </a:lnTo>
                  <a:lnTo>
                    <a:pt x="879865" y="958444"/>
                  </a:lnTo>
                  <a:lnTo>
                    <a:pt x="880515" y="968403"/>
                  </a:lnTo>
                  <a:lnTo>
                    <a:pt x="881165" y="978827"/>
                  </a:lnTo>
                  <a:lnTo>
                    <a:pt x="881815" y="989639"/>
                  </a:lnTo>
                  <a:lnTo>
                    <a:pt x="882465" y="1000764"/>
                  </a:lnTo>
                  <a:lnTo>
                    <a:pt x="883115" y="1012175"/>
                  </a:lnTo>
                  <a:lnTo>
                    <a:pt x="883765" y="1023864"/>
                  </a:lnTo>
                  <a:lnTo>
                    <a:pt x="884415" y="1035759"/>
                  </a:lnTo>
                  <a:lnTo>
                    <a:pt x="885065" y="1047701"/>
                  </a:lnTo>
                  <a:lnTo>
                    <a:pt x="885714" y="1059596"/>
                  </a:lnTo>
                  <a:lnTo>
                    <a:pt x="886364" y="1071367"/>
                  </a:lnTo>
                  <a:lnTo>
                    <a:pt x="887014" y="1082956"/>
                  </a:lnTo>
                  <a:lnTo>
                    <a:pt x="887664" y="1094353"/>
                  </a:lnTo>
                  <a:lnTo>
                    <a:pt x="888314" y="1105468"/>
                  </a:lnTo>
                  <a:lnTo>
                    <a:pt x="888964" y="1116220"/>
                  </a:lnTo>
                  <a:lnTo>
                    <a:pt x="889614" y="1126592"/>
                  </a:lnTo>
                  <a:lnTo>
                    <a:pt x="890264" y="1136591"/>
                  </a:lnTo>
                  <a:lnTo>
                    <a:pt x="890914" y="1146199"/>
                  </a:lnTo>
                  <a:lnTo>
                    <a:pt x="891564" y="1155408"/>
                  </a:lnTo>
                  <a:lnTo>
                    <a:pt x="892214" y="1164289"/>
                  </a:lnTo>
                  <a:lnTo>
                    <a:pt x="892864" y="1172821"/>
                  </a:lnTo>
                  <a:lnTo>
                    <a:pt x="893514" y="1181031"/>
                  </a:lnTo>
                  <a:lnTo>
                    <a:pt x="894164" y="1188864"/>
                  </a:lnTo>
                  <a:lnTo>
                    <a:pt x="894814" y="1196233"/>
                  </a:lnTo>
                  <a:lnTo>
                    <a:pt x="895463" y="1203085"/>
                  </a:lnTo>
                  <a:lnTo>
                    <a:pt x="896113" y="1209353"/>
                  </a:lnTo>
                  <a:lnTo>
                    <a:pt x="896763" y="1214995"/>
                  </a:lnTo>
                  <a:lnTo>
                    <a:pt x="897413" y="1219901"/>
                  </a:lnTo>
                  <a:lnTo>
                    <a:pt x="898063" y="1224104"/>
                  </a:lnTo>
                  <a:lnTo>
                    <a:pt x="898713" y="1227794"/>
                  </a:lnTo>
                  <a:lnTo>
                    <a:pt x="899363" y="1231052"/>
                  </a:lnTo>
                  <a:lnTo>
                    <a:pt x="900013" y="1233865"/>
                  </a:lnTo>
                  <a:lnTo>
                    <a:pt x="900663" y="1236244"/>
                  </a:lnTo>
                  <a:lnTo>
                    <a:pt x="901313" y="1238159"/>
                  </a:lnTo>
                  <a:lnTo>
                    <a:pt x="901963" y="1239625"/>
                  </a:lnTo>
                  <a:lnTo>
                    <a:pt x="902613" y="1240558"/>
                  </a:lnTo>
                  <a:lnTo>
                    <a:pt x="903263" y="1240913"/>
                  </a:lnTo>
                  <a:lnTo>
                    <a:pt x="903913" y="1240721"/>
                  </a:lnTo>
                  <a:lnTo>
                    <a:pt x="904563" y="1240102"/>
                  </a:lnTo>
                  <a:lnTo>
                    <a:pt x="905213" y="1239186"/>
                  </a:lnTo>
                  <a:lnTo>
                    <a:pt x="905862" y="1237998"/>
                  </a:lnTo>
                  <a:lnTo>
                    <a:pt x="906512" y="1236447"/>
                  </a:lnTo>
                  <a:lnTo>
                    <a:pt x="907162" y="1234434"/>
                  </a:lnTo>
                  <a:lnTo>
                    <a:pt x="907812" y="1231956"/>
                  </a:lnTo>
                  <a:lnTo>
                    <a:pt x="908462" y="1228801"/>
                  </a:lnTo>
                  <a:lnTo>
                    <a:pt x="909112" y="1224798"/>
                  </a:lnTo>
                  <a:lnTo>
                    <a:pt x="909762" y="1219933"/>
                  </a:lnTo>
                  <a:lnTo>
                    <a:pt x="910412" y="1214297"/>
                  </a:lnTo>
                  <a:lnTo>
                    <a:pt x="911062" y="1208050"/>
                  </a:lnTo>
                  <a:lnTo>
                    <a:pt x="911712" y="1201200"/>
                  </a:lnTo>
                  <a:lnTo>
                    <a:pt x="912362" y="1193791"/>
                  </a:lnTo>
                  <a:lnTo>
                    <a:pt x="913012" y="1185926"/>
                  </a:lnTo>
                  <a:lnTo>
                    <a:pt x="913662" y="1177618"/>
                  </a:lnTo>
                  <a:lnTo>
                    <a:pt x="914312" y="1168823"/>
                  </a:lnTo>
                  <a:lnTo>
                    <a:pt x="914962" y="1159514"/>
                  </a:lnTo>
                  <a:lnTo>
                    <a:pt x="915611" y="1149783"/>
                  </a:lnTo>
                  <a:lnTo>
                    <a:pt x="916261" y="1139710"/>
                  </a:lnTo>
                  <a:lnTo>
                    <a:pt x="916911" y="1129335"/>
                  </a:lnTo>
                  <a:lnTo>
                    <a:pt x="917561" y="1118656"/>
                  </a:lnTo>
                  <a:lnTo>
                    <a:pt x="918211" y="1107837"/>
                  </a:lnTo>
                  <a:lnTo>
                    <a:pt x="918861" y="1096931"/>
                  </a:lnTo>
                  <a:lnTo>
                    <a:pt x="919511" y="1085938"/>
                  </a:lnTo>
                  <a:lnTo>
                    <a:pt x="920161" y="1074857"/>
                  </a:lnTo>
                  <a:lnTo>
                    <a:pt x="920811" y="1063730"/>
                  </a:lnTo>
                  <a:lnTo>
                    <a:pt x="921461" y="1052682"/>
                  </a:lnTo>
                  <a:lnTo>
                    <a:pt x="922111" y="1041826"/>
                  </a:lnTo>
                  <a:lnTo>
                    <a:pt x="922761" y="1031199"/>
                  </a:lnTo>
                  <a:lnTo>
                    <a:pt x="923411" y="1020782"/>
                  </a:lnTo>
                  <a:lnTo>
                    <a:pt x="924061" y="1010648"/>
                  </a:lnTo>
                  <a:lnTo>
                    <a:pt x="924711" y="1000784"/>
                  </a:lnTo>
                  <a:lnTo>
                    <a:pt x="925361" y="991182"/>
                  </a:lnTo>
                  <a:lnTo>
                    <a:pt x="926010" y="981818"/>
                  </a:lnTo>
                  <a:lnTo>
                    <a:pt x="926660" y="972716"/>
                  </a:lnTo>
                  <a:lnTo>
                    <a:pt x="927310" y="964016"/>
                  </a:lnTo>
                  <a:lnTo>
                    <a:pt x="927960" y="955739"/>
                  </a:lnTo>
                  <a:lnTo>
                    <a:pt x="928610" y="947967"/>
                  </a:lnTo>
                  <a:lnTo>
                    <a:pt x="929260" y="940822"/>
                  </a:lnTo>
                  <a:lnTo>
                    <a:pt x="929910" y="934392"/>
                  </a:lnTo>
                  <a:lnTo>
                    <a:pt x="930560" y="928675"/>
                  </a:lnTo>
                  <a:lnTo>
                    <a:pt x="931210" y="923609"/>
                  </a:lnTo>
                  <a:lnTo>
                    <a:pt x="931860" y="919069"/>
                  </a:lnTo>
                  <a:lnTo>
                    <a:pt x="932510" y="915138"/>
                  </a:lnTo>
                  <a:lnTo>
                    <a:pt x="933160" y="911861"/>
                  </a:lnTo>
                  <a:lnTo>
                    <a:pt x="933810" y="909232"/>
                  </a:lnTo>
                  <a:lnTo>
                    <a:pt x="934460" y="907239"/>
                  </a:lnTo>
                  <a:lnTo>
                    <a:pt x="935110" y="905873"/>
                  </a:lnTo>
                  <a:lnTo>
                    <a:pt x="935759" y="905162"/>
                  </a:lnTo>
                  <a:lnTo>
                    <a:pt x="936409" y="905065"/>
                  </a:lnTo>
                  <a:lnTo>
                    <a:pt x="937059" y="905486"/>
                  </a:lnTo>
                  <a:lnTo>
                    <a:pt x="937709" y="906302"/>
                  </a:lnTo>
                  <a:lnTo>
                    <a:pt x="938359" y="907406"/>
                  </a:lnTo>
                  <a:lnTo>
                    <a:pt x="939009" y="908805"/>
                  </a:lnTo>
                  <a:lnTo>
                    <a:pt x="939659" y="910616"/>
                  </a:lnTo>
                  <a:lnTo>
                    <a:pt x="940309" y="912874"/>
                  </a:lnTo>
                  <a:lnTo>
                    <a:pt x="940959" y="915507"/>
                  </a:lnTo>
                  <a:lnTo>
                    <a:pt x="941609" y="918554"/>
                  </a:lnTo>
                  <a:lnTo>
                    <a:pt x="942259" y="921949"/>
                  </a:lnTo>
                  <a:lnTo>
                    <a:pt x="942909" y="925589"/>
                  </a:lnTo>
                  <a:lnTo>
                    <a:pt x="943559" y="929285"/>
                  </a:lnTo>
                  <a:lnTo>
                    <a:pt x="944209" y="933034"/>
                  </a:lnTo>
                  <a:lnTo>
                    <a:pt x="944859" y="936899"/>
                  </a:lnTo>
                  <a:lnTo>
                    <a:pt x="945509" y="940877"/>
                  </a:lnTo>
                  <a:lnTo>
                    <a:pt x="946158" y="944979"/>
                  </a:lnTo>
                  <a:lnTo>
                    <a:pt x="946808" y="949261"/>
                  </a:lnTo>
                  <a:lnTo>
                    <a:pt x="947458" y="953784"/>
                  </a:lnTo>
                  <a:lnTo>
                    <a:pt x="948108" y="958493"/>
                  </a:lnTo>
                  <a:lnTo>
                    <a:pt x="948758" y="963277"/>
                  </a:lnTo>
                  <a:lnTo>
                    <a:pt x="949408" y="967986"/>
                  </a:lnTo>
                  <a:lnTo>
                    <a:pt x="950058" y="972627"/>
                  </a:lnTo>
                  <a:lnTo>
                    <a:pt x="950708" y="977147"/>
                  </a:lnTo>
                  <a:lnTo>
                    <a:pt x="951358" y="981504"/>
                  </a:lnTo>
                  <a:lnTo>
                    <a:pt x="952008" y="985797"/>
                  </a:lnTo>
                  <a:lnTo>
                    <a:pt x="952658" y="990018"/>
                  </a:lnTo>
                  <a:lnTo>
                    <a:pt x="953308" y="994144"/>
                  </a:lnTo>
                  <a:lnTo>
                    <a:pt x="953958" y="998074"/>
                  </a:lnTo>
                  <a:lnTo>
                    <a:pt x="954608" y="1001702"/>
                  </a:lnTo>
                  <a:lnTo>
                    <a:pt x="955258" y="1004920"/>
                  </a:lnTo>
                  <a:lnTo>
                    <a:pt x="955907" y="1007695"/>
                  </a:lnTo>
                  <a:lnTo>
                    <a:pt x="956557" y="1009923"/>
                  </a:lnTo>
                  <a:lnTo>
                    <a:pt x="957207" y="1011551"/>
                  </a:lnTo>
                  <a:lnTo>
                    <a:pt x="957857" y="1012629"/>
                  </a:lnTo>
                  <a:lnTo>
                    <a:pt x="958507" y="1013127"/>
                  </a:lnTo>
                  <a:lnTo>
                    <a:pt x="959157" y="1013014"/>
                  </a:lnTo>
                  <a:lnTo>
                    <a:pt x="959807" y="1012185"/>
                  </a:lnTo>
                  <a:lnTo>
                    <a:pt x="960457" y="1010547"/>
                  </a:lnTo>
                  <a:lnTo>
                    <a:pt x="961107" y="1008010"/>
                  </a:lnTo>
                  <a:lnTo>
                    <a:pt x="961757" y="1004347"/>
                  </a:lnTo>
                  <a:lnTo>
                    <a:pt x="962407" y="999480"/>
                  </a:lnTo>
                  <a:lnTo>
                    <a:pt x="963057" y="993474"/>
                  </a:lnTo>
                  <a:lnTo>
                    <a:pt x="963707" y="986380"/>
                  </a:lnTo>
                  <a:lnTo>
                    <a:pt x="964357" y="978250"/>
                  </a:lnTo>
                  <a:lnTo>
                    <a:pt x="965007" y="969051"/>
                  </a:lnTo>
                  <a:lnTo>
                    <a:pt x="965657" y="958674"/>
                  </a:lnTo>
                  <a:lnTo>
                    <a:pt x="966306" y="947137"/>
                  </a:lnTo>
                  <a:lnTo>
                    <a:pt x="966956" y="934429"/>
                  </a:lnTo>
                  <a:lnTo>
                    <a:pt x="967606" y="920510"/>
                  </a:lnTo>
                  <a:lnTo>
                    <a:pt x="968256" y="905412"/>
                  </a:lnTo>
                  <a:lnTo>
                    <a:pt x="968906" y="889194"/>
                  </a:lnTo>
                  <a:lnTo>
                    <a:pt x="969556" y="871919"/>
                  </a:lnTo>
                  <a:lnTo>
                    <a:pt x="970206" y="853663"/>
                  </a:lnTo>
                  <a:lnTo>
                    <a:pt x="970856" y="834550"/>
                  </a:lnTo>
                  <a:lnTo>
                    <a:pt x="971506" y="814764"/>
                  </a:lnTo>
                  <a:lnTo>
                    <a:pt x="972156" y="794345"/>
                  </a:lnTo>
                  <a:lnTo>
                    <a:pt x="972806" y="773212"/>
                  </a:lnTo>
                  <a:lnTo>
                    <a:pt x="973456" y="751430"/>
                  </a:lnTo>
                  <a:lnTo>
                    <a:pt x="974106" y="729071"/>
                  </a:lnTo>
                  <a:lnTo>
                    <a:pt x="974756" y="706234"/>
                  </a:lnTo>
                  <a:lnTo>
                    <a:pt x="975406" y="683091"/>
                  </a:lnTo>
                  <a:lnTo>
                    <a:pt x="976055" y="659798"/>
                  </a:lnTo>
                  <a:lnTo>
                    <a:pt x="976705" y="636480"/>
                  </a:lnTo>
                  <a:lnTo>
                    <a:pt x="977355" y="613154"/>
                  </a:lnTo>
                  <a:lnTo>
                    <a:pt x="978005" y="589881"/>
                  </a:lnTo>
                  <a:lnTo>
                    <a:pt x="978655" y="566757"/>
                  </a:lnTo>
                  <a:lnTo>
                    <a:pt x="979305" y="543836"/>
                  </a:lnTo>
                  <a:lnTo>
                    <a:pt x="979955" y="521091"/>
                  </a:lnTo>
                  <a:lnTo>
                    <a:pt x="980605" y="498541"/>
                  </a:lnTo>
                  <a:lnTo>
                    <a:pt x="981255" y="476235"/>
                  </a:lnTo>
                  <a:lnTo>
                    <a:pt x="981905" y="454287"/>
                  </a:lnTo>
                  <a:lnTo>
                    <a:pt x="982555" y="432807"/>
                  </a:lnTo>
                  <a:lnTo>
                    <a:pt x="983205" y="411824"/>
                  </a:lnTo>
                  <a:lnTo>
                    <a:pt x="983855" y="391430"/>
                  </a:lnTo>
                  <a:lnTo>
                    <a:pt x="984505" y="371603"/>
                  </a:lnTo>
                  <a:lnTo>
                    <a:pt x="985155" y="352276"/>
                  </a:lnTo>
                  <a:lnTo>
                    <a:pt x="985805" y="333460"/>
                  </a:lnTo>
                  <a:lnTo>
                    <a:pt x="986454" y="315200"/>
                  </a:lnTo>
                  <a:lnTo>
                    <a:pt x="987104" y="297518"/>
                  </a:lnTo>
                  <a:lnTo>
                    <a:pt x="987754" y="280445"/>
                  </a:lnTo>
                  <a:lnTo>
                    <a:pt x="988404" y="264032"/>
                  </a:lnTo>
                  <a:lnTo>
                    <a:pt x="989054" y="248367"/>
                  </a:lnTo>
                  <a:lnTo>
                    <a:pt x="989704" y="233610"/>
                  </a:lnTo>
                  <a:lnTo>
                    <a:pt x="990354" y="219751"/>
                  </a:lnTo>
                  <a:lnTo>
                    <a:pt x="991004" y="206787"/>
                  </a:lnTo>
                  <a:lnTo>
                    <a:pt x="991654" y="194689"/>
                  </a:lnTo>
                  <a:lnTo>
                    <a:pt x="992304" y="183446"/>
                  </a:lnTo>
                  <a:lnTo>
                    <a:pt x="992954" y="173106"/>
                  </a:lnTo>
                  <a:lnTo>
                    <a:pt x="993604" y="163700"/>
                  </a:lnTo>
                  <a:lnTo>
                    <a:pt x="994254" y="155369"/>
                  </a:lnTo>
                  <a:lnTo>
                    <a:pt x="994904" y="148227"/>
                  </a:lnTo>
                  <a:lnTo>
                    <a:pt x="995554" y="142263"/>
                  </a:lnTo>
                  <a:lnTo>
                    <a:pt x="996203" y="137360"/>
                  </a:lnTo>
                  <a:lnTo>
                    <a:pt x="996853" y="133466"/>
                  </a:lnTo>
                  <a:lnTo>
                    <a:pt x="997503" y="130557"/>
                  </a:lnTo>
                  <a:lnTo>
                    <a:pt x="998153" y="128664"/>
                  </a:lnTo>
                  <a:lnTo>
                    <a:pt x="998803" y="127785"/>
                  </a:lnTo>
                  <a:lnTo>
                    <a:pt x="999453" y="127835"/>
                  </a:lnTo>
                  <a:lnTo>
                    <a:pt x="1000103" y="128812"/>
                  </a:lnTo>
                  <a:lnTo>
                    <a:pt x="1000753" y="130704"/>
                  </a:lnTo>
                  <a:lnTo>
                    <a:pt x="1001403" y="133486"/>
                  </a:lnTo>
                  <a:lnTo>
                    <a:pt x="1002053" y="137149"/>
                  </a:lnTo>
                  <a:lnTo>
                    <a:pt x="1002703" y="141672"/>
                  </a:lnTo>
                  <a:lnTo>
                    <a:pt x="1003353" y="146975"/>
                  </a:lnTo>
                  <a:lnTo>
                    <a:pt x="1004003" y="152916"/>
                  </a:lnTo>
                  <a:lnTo>
                    <a:pt x="1004653" y="159412"/>
                  </a:lnTo>
                  <a:lnTo>
                    <a:pt x="1005303" y="166436"/>
                  </a:lnTo>
                  <a:lnTo>
                    <a:pt x="1005952" y="174055"/>
                  </a:lnTo>
                  <a:lnTo>
                    <a:pt x="1006602" y="182281"/>
                  </a:lnTo>
                  <a:lnTo>
                    <a:pt x="1007252" y="191057"/>
                  </a:lnTo>
                  <a:lnTo>
                    <a:pt x="1007902" y="200299"/>
                  </a:lnTo>
                  <a:lnTo>
                    <a:pt x="1008552" y="209911"/>
                  </a:lnTo>
                  <a:lnTo>
                    <a:pt x="1009202" y="219762"/>
                  </a:lnTo>
                  <a:lnTo>
                    <a:pt x="1009852" y="229846"/>
                  </a:lnTo>
                  <a:lnTo>
                    <a:pt x="1010502" y="240105"/>
                  </a:lnTo>
                  <a:lnTo>
                    <a:pt x="1011152" y="250388"/>
                  </a:lnTo>
                  <a:lnTo>
                    <a:pt x="1011802" y="260633"/>
                  </a:lnTo>
                  <a:lnTo>
                    <a:pt x="1012452" y="270904"/>
                  </a:lnTo>
                  <a:lnTo>
                    <a:pt x="1013102" y="281269"/>
                  </a:lnTo>
                  <a:lnTo>
                    <a:pt x="1013752" y="291750"/>
                  </a:lnTo>
                  <a:lnTo>
                    <a:pt x="1014402" y="302330"/>
                  </a:lnTo>
                  <a:lnTo>
                    <a:pt x="1015052" y="312951"/>
                  </a:lnTo>
                  <a:lnTo>
                    <a:pt x="1015702" y="323609"/>
                  </a:lnTo>
                  <a:lnTo>
                    <a:pt x="1016351" y="334208"/>
                  </a:lnTo>
                  <a:lnTo>
                    <a:pt x="1017001" y="344664"/>
                  </a:lnTo>
                  <a:lnTo>
                    <a:pt x="1017651" y="355040"/>
                  </a:lnTo>
                  <a:lnTo>
                    <a:pt x="1018301" y="365404"/>
                  </a:lnTo>
                  <a:lnTo>
                    <a:pt x="1018951" y="375785"/>
                  </a:lnTo>
                  <a:lnTo>
                    <a:pt x="1019601" y="386189"/>
                  </a:lnTo>
                  <a:lnTo>
                    <a:pt x="1020251" y="396661"/>
                  </a:lnTo>
                  <a:lnTo>
                    <a:pt x="1020901" y="407277"/>
                  </a:lnTo>
                  <a:lnTo>
                    <a:pt x="1021551" y="418011"/>
                  </a:lnTo>
                  <a:lnTo>
                    <a:pt x="1022201" y="428648"/>
                  </a:lnTo>
                  <a:lnTo>
                    <a:pt x="1022851" y="439067"/>
                  </a:lnTo>
                  <a:lnTo>
                    <a:pt x="1023501" y="449195"/>
                  </a:lnTo>
                  <a:lnTo>
                    <a:pt x="1024151" y="459060"/>
                  </a:lnTo>
                  <a:lnTo>
                    <a:pt x="1024801" y="468663"/>
                  </a:lnTo>
                  <a:lnTo>
                    <a:pt x="1025451" y="478015"/>
                  </a:lnTo>
                  <a:lnTo>
                    <a:pt x="1026100" y="487183"/>
                  </a:lnTo>
                  <a:lnTo>
                    <a:pt x="1026750" y="496200"/>
                  </a:lnTo>
                  <a:lnTo>
                    <a:pt x="1027400" y="505023"/>
                  </a:lnTo>
                  <a:lnTo>
                    <a:pt x="1028050" y="513628"/>
                  </a:lnTo>
                  <a:lnTo>
                    <a:pt x="1028700" y="522044"/>
                  </a:lnTo>
                  <a:lnTo>
                    <a:pt x="1029350" y="530273"/>
                  </a:lnTo>
                  <a:lnTo>
                    <a:pt x="1030000" y="538343"/>
                  </a:lnTo>
                  <a:lnTo>
                    <a:pt x="1030650" y="546246"/>
                  </a:lnTo>
                  <a:lnTo>
                    <a:pt x="1031300" y="553980"/>
                  </a:lnTo>
                  <a:lnTo>
                    <a:pt x="1031950" y="561613"/>
                  </a:lnTo>
                  <a:lnTo>
                    <a:pt x="1032600" y="569263"/>
                  </a:lnTo>
                  <a:lnTo>
                    <a:pt x="1033250" y="576988"/>
                  </a:lnTo>
                  <a:lnTo>
                    <a:pt x="1033900" y="584825"/>
                  </a:lnTo>
                  <a:lnTo>
                    <a:pt x="1034550" y="592873"/>
                  </a:lnTo>
                  <a:lnTo>
                    <a:pt x="1035200" y="601194"/>
                  </a:lnTo>
                  <a:lnTo>
                    <a:pt x="1035850" y="609810"/>
                  </a:lnTo>
                  <a:lnTo>
                    <a:pt x="1036499" y="618772"/>
                  </a:lnTo>
                  <a:lnTo>
                    <a:pt x="1037149" y="628135"/>
                  </a:lnTo>
                  <a:lnTo>
                    <a:pt x="1037799" y="637851"/>
                  </a:lnTo>
                  <a:lnTo>
                    <a:pt x="1038449" y="647915"/>
                  </a:lnTo>
                  <a:lnTo>
                    <a:pt x="1039099" y="658418"/>
                  </a:lnTo>
                  <a:lnTo>
                    <a:pt x="1039749" y="669383"/>
                  </a:lnTo>
                  <a:lnTo>
                    <a:pt x="1040399" y="680902"/>
                  </a:lnTo>
                  <a:lnTo>
                    <a:pt x="1041049" y="693090"/>
                  </a:lnTo>
                  <a:lnTo>
                    <a:pt x="1041699" y="705997"/>
                  </a:lnTo>
                  <a:lnTo>
                    <a:pt x="1042349" y="719573"/>
                  </a:lnTo>
                  <a:lnTo>
                    <a:pt x="1042999" y="733850"/>
                  </a:lnTo>
                  <a:lnTo>
                    <a:pt x="1043649" y="748843"/>
                  </a:lnTo>
                  <a:lnTo>
                    <a:pt x="1044299" y="764523"/>
                  </a:lnTo>
                  <a:lnTo>
                    <a:pt x="1044949" y="780739"/>
                  </a:lnTo>
                  <a:lnTo>
                    <a:pt x="1045599" y="797377"/>
                  </a:lnTo>
                  <a:lnTo>
                    <a:pt x="1046248" y="814427"/>
                  </a:lnTo>
                  <a:lnTo>
                    <a:pt x="1046898" y="831889"/>
                  </a:lnTo>
                  <a:lnTo>
                    <a:pt x="1047548" y="849809"/>
                  </a:lnTo>
                  <a:lnTo>
                    <a:pt x="1048198" y="868107"/>
                  </a:lnTo>
                  <a:lnTo>
                    <a:pt x="1048848" y="886732"/>
                  </a:lnTo>
                  <a:lnTo>
                    <a:pt x="1049498" y="905727"/>
                  </a:lnTo>
                  <a:lnTo>
                    <a:pt x="1050148" y="925058"/>
                  </a:lnTo>
                  <a:lnTo>
                    <a:pt x="1050798" y="944645"/>
                  </a:lnTo>
                  <a:lnTo>
                    <a:pt x="1051448" y="964397"/>
                  </a:lnTo>
                  <a:lnTo>
                    <a:pt x="1052098" y="984321"/>
                  </a:lnTo>
                  <a:lnTo>
                    <a:pt x="1052748" y="1004400"/>
                  </a:lnTo>
                  <a:lnTo>
                    <a:pt x="1053398" y="1024540"/>
                  </a:lnTo>
                  <a:lnTo>
                    <a:pt x="1054048" y="1044672"/>
                  </a:lnTo>
                  <a:lnTo>
                    <a:pt x="1054698" y="1064902"/>
                  </a:lnTo>
                  <a:lnTo>
                    <a:pt x="1055348" y="1085337"/>
                  </a:lnTo>
                  <a:lnTo>
                    <a:pt x="1055998" y="1106034"/>
                  </a:lnTo>
                  <a:lnTo>
                    <a:pt x="1056647" y="1127047"/>
                  </a:lnTo>
                  <a:lnTo>
                    <a:pt x="1057297" y="1148411"/>
                  </a:lnTo>
                  <a:lnTo>
                    <a:pt x="1057947" y="1170211"/>
                  </a:lnTo>
                  <a:lnTo>
                    <a:pt x="1058597" y="1192455"/>
                  </a:lnTo>
                  <a:lnTo>
                    <a:pt x="1059247" y="1215028"/>
                  </a:lnTo>
                  <a:lnTo>
                    <a:pt x="1059897" y="1237912"/>
                  </a:lnTo>
                  <a:lnTo>
                    <a:pt x="1060547" y="1261063"/>
                  </a:lnTo>
                  <a:lnTo>
                    <a:pt x="1061197" y="1284492"/>
                  </a:lnTo>
                  <a:lnTo>
                    <a:pt x="1061847" y="1308210"/>
                  </a:lnTo>
                  <a:lnTo>
                    <a:pt x="1062497" y="1332206"/>
                  </a:lnTo>
                  <a:lnTo>
                    <a:pt x="1063147" y="1356503"/>
                  </a:lnTo>
                  <a:lnTo>
                    <a:pt x="1063797" y="1381153"/>
                  </a:lnTo>
                  <a:lnTo>
                    <a:pt x="1064447" y="1406182"/>
                  </a:lnTo>
                  <a:lnTo>
                    <a:pt x="1065097" y="1431568"/>
                  </a:lnTo>
                  <a:lnTo>
                    <a:pt x="1065747" y="1457299"/>
                  </a:lnTo>
                  <a:lnTo>
                    <a:pt x="1066396" y="1483341"/>
                  </a:lnTo>
                  <a:lnTo>
                    <a:pt x="1067046" y="1509599"/>
                  </a:lnTo>
                  <a:lnTo>
                    <a:pt x="1067696" y="1535902"/>
                  </a:lnTo>
                  <a:lnTo>
                    <a:pt x="1068346" y="1562168"/>
                  </a:lnTo>
                  <a:lnTo>
                    <a:pt x="1068996" y="1588411"/>
                  </a:lnTo>
                  <a:lnTo>
                    <a:pt x="1069646" y="1614594"/>
                  </a:lnTo>
                  <a:lnTo>
                    <a:pt x="1070296" y="1640796"/>
                  </a:lnTo>
                  <a:lnTo>
                    <a:pt x="1070946" y="1667008"/>
                  </a:lnTo>
                  <a:lnTo>
                    <a:pt x="1071596" y="1693070"/>
                  </a:lnTo>
                  <a:lnTo>
                    <a:pt x="1072246" y="1718830"/>
                  </a:lnTo>
                  <a:lnTo>
                    <a:pt x="1072896" y="1744235"/>
                  </a:lnTo>
                  <a:lnTo>
                    <a:pt x="1073546" y="1769147"/>
                  </a:lnTo>
                  <a:lnTo>
                    <a:pt x="1074196" y="1793505"/>
                  </a:lnTo>
                  <a:lnTo>
                    <a:pt x="1074846" y="1817296"/>
                  </a:lnTo>
                  <a:lnTo>
                    <a:pt x="1075496" y="1840482"/>
                  </a:lnTo>
                  <a:lnTo>
                    <a:pt x="1076146" y="1862936"/>
                  </a:lnTo>
                  <a:lnTo>
                    <a:pt x="1076795" y="1884637"/>
                  </a:lnTo>
                  <a:lnTo>
                    <a:pt x="1077445" y="1905763"/>
                  </a:lnTo>
                  <a:lnTo>
                    <a:pt x="1078095" y="1926397"/>
                  </a:lnTo>
                  <a:lnTo>
                    <a:pt x="1078745" y="1946434"/>
                  </a:lnTo>
                  <a:lnTo>
                    <a:pt x="1079395" y="1965792"/>
                  </a:lnTo>
                  <a:lnTo>
                    <a:pt x="1080045" y="1984344"/>
                  </a:lnTo>
                  <a:lnTo>
                    <a:pt x="1080695" y="2002037"/>
                  </a:lnTo>
                  <a:lnTo>
                    <a:pt x="1081345" y="2018992"/>
                  </a:lnTo>
                  <a:lnTo>
                    <a:pt x="1081995" y="2035271"/>
                  </a:lnTo>
                  <a:lnTo>
                    <a:pt x="1082645" y="2050857"/>
                  </a:lnTo>
                  <a:lnTo>
                    <a:pt x="1083295" y="2065701"/>
                  </a:lnTo>
                  <a:lnTo>
                    <a:pt x="1083945" y="2079805"/>
                  </a:lnTo>
                  <a:lnTo>
                    <a:pt x="1084595" y="2093111"/>
                  </a:lnTo>
                  <a:lnTo>
                    <a:pt x="1085245" y="2105530"/>
                  </a:lnTo>
                  <a:lnTo>
                    <a:pt x="1085895" y="2117067"/>
                  </a:lnTo>
                  <a:lnTo>
                    <a:pt x="1086544" y="2127791"/>
                  </a:lnTo>
                  <a:lnTo>
                    <a:pt x="1087194" y="2137659"/>
                  </a:lnTo>
                  <a:lnTo>
                    <a:pt x="1087844" y="2146623"/>
                  </a:lnTo>
                  <a:lnTo>
                    <a:pt x="1088494" y="2154753"/>
                  </a:lnTo>
                  <a:lnTo>
                    <a:pt x="1089144" y="2162033"/>
                  </a:lnTo>
                  <a:lnTo>
                    <a:pt x="1089794" y="2168459"/>
                  </a:lnTo>
                  <a:lnTo>
                    <a:pt x="1090444" y="2173965"/>
                  </a:lnTo>
                  <a:lnTo>
                    <a:pt x="1091094" y="2178445"/>
                  </a:lnTo>
                  <a:lnTo>
                    <a:pt x="1091744" y="2181905"/>
                  </a:lnTo>
                  <a:lnTo>
                    <a:pt x="1092394" y="2184360"/>
                  </a:lnTo>
                  <a:lnTo>
                    <a:pt x="1093044" y="2185842"/>
                  </a:lnTo>
                  <a:lnTo>
                    <a:pt x="1093694" y="2186376"/>
                  </a:lnTo>
                  <a:lnTo>
                    <a:pt x="1094344" y="2185968"/>
                  </a:lnTo>
                  <a:lnTo>
                    <a:pt x="1094994" y="2184624"/>
                  </a:lnTo>
                  <a:lnTo>
                    <a:pt x="1095644" y="2182355"/>
                  </a:lnTo>
                  <a:lnTo>
                    <a:pt x="1096294" y="2179097"/>
                  </a:lnTo>
                  <a:lnTo>
                    <a:pt x="1096943" y="2174739"/>
                  </a:lnTo>
                  <a:lnTo>
                    <a:pt x="1097593" y="2169168"/>
                  </a:lnTo>
                  <a:lnTo>
                    <a:pt x="1098243" y="2162246"/>
                  </a:lnTo>
                  <a:lnTo>
                    <a:pt x="1098893" y="2153899"/>
                  </a:lnTo>
                  <a:lnTo>
                    <a:pt x="1099543" y="2144125"/>
                  </a:lnTo>
                  <a:lnTo>
                    <a:pt x="1100193" y="2133013"/>
                  </a:lnTo>
                  <a:lnTo>
                    <a:pt x="1100843" y="2120627"/>
                  </a:lnTo>
                  <a:lnTo>
                    <a:pt x="1101493" y="2106996"/>
                  </a:lnTo>
                  <a:lnTo>
                    <a:pt x="1102143" y="2092049"/>
                  </a:lnTo>
                  <a:lnTo>
                    <a:pt x="1102793" y="2075730"/>
                  </a:lnTo>
                  <a:lnTo>
                    <a:pt x="1103443" y="2057955"/>
                  </a:lnTo>
                  <a:lnTo>
                    <a:pt x="1104093" y="2038851"/>
                  </a:lnTo>
                  <a:lnTo>
                    <a:pt x="1104743" y="2018572"/>
                  </a:lnTo>
                  <a:lnTo>
                    <a:pt x="1105393" y="1997171"/>
                  </a:lnTo>
                  <a:lnTo>
                    <a:pt x="1106043" y="1974674"/>
                  </a:lnTo>
                  <a:lnTo>
                    <a:pt x="1106692" y="1951161"/>
                  </a:lnTo>
                  <a:lnTo>
                    <a:pt x="1107342" y="1926653"/>
                  </a:lnTo>
                  <a:lnTo>
                    <a:pt x="1107992" y="1901195"/>
                  </a:lnTo>
                  <a:lnTo>
                    <a:pt x="1108642" y="1874984"/>
                  </a:lnTo>
                  <a:lnTo>
                    <a:pt x="1109292" y="1848125"/>
                  </a:lnTo>
                  <a:lnTo>
                    <a:pt x="1109942" y="1820611"/>
                  </a:lnTo>
                  <a:lnTo>
                    <a:pt x="1110592" y="1792382"/>
                  </a:lnTo>
                  <a:lnTo>
                    <a:pt x="1111242" y="1763567"/>
                  </a:lnTo>
                  <a:lnTo>
                    <a:pt x="1111892" y="1734402"/>
                  </a:lnTo>
                  <a:lnTo>
                    <a:pt x="1112542" y="1705084"/>
                  </a:lnTo>
                  <a:lnTo>
                    <a:pt x="1113192" y="1675876"/>
                  </a:lnTo>
                  <a:lnTo>
                    <a:pt x="1113842" y="1646817"/>
                  </a:lnTo>
                  <a:lnTo>
                    <a:pt x="1114492" y="1617867"/>
                  </a:lnTo>
                  <a:lnTo>
                    <a:pt x="1115142" y="1589002"/>
                  </a:lnTo>
                  <a:lnTo>
                    <a:pt x="1115792" y="1560253"/>
                  </a:lnTo>
                  <a:lnTo>
                    <a:pt x="1116442" y="1531744"/>
                  </a:lnTo>
                  <a:lnTo>
                    <a:pt x="1117091" y="1503539"/>
                  </a:lnTo>
                  <a:lnTo>
                    <a:pt x="1117741" y="1475769"/>
                  </a:lnTo>
                  <a:lnTo>
                    <a:pt x="1118391" y="1448544"/>
                  </a:lnTo>
                  <a:lnTo>
                    <a:pt x="1119041" y="1421890"/>
                  </a:lnTo>
                  <a:lnTo>
                    <a:pt x="1119691" y="1395867"/>
                  </a:lnTo>
                  <a:lnTo>
                    <a:pt x="1120341" y="1370579"/>
                  </a:lnTo>
                  <a:lnTo>
                    <a:pt x="1120991" y="1345979"/>
                  </a:lnTo>
                  <a:lnTo>
                    <a:pt x="1121641" y="1321950"/>
                  </a:lnTo>
                  <a:lnTo>
                    <a:pt x="1122291" y="1298427"/>
                  </a:lnTo>
                  <a:lnTo>
                    <a:pt x="1122941" y="1275289"/>
                  </a:lnTo>
                  <a:lnTo>
                    <a:pt x="1123591" y="1252473"/>
                  </a:lnTo>
                  <a:lnTo>
                    <a:pt x="1124241" y="1230044"/>
                  </a:lnTo>
                  <a:lnTo>
                    <a:pt x="1124891" y="1208039"/>
                  </a:lnTo>
                  <a:lnTo>
                    <a:pt x="1125541" y="1186487"/>
                  </a:lnTo>
                  <a:lnTo>
                    <a:pt x="1126191" y="1165348"/>
                  </a:lnTo>
                  <a:lnTo>
                    <a:pt x="1126840" y="1144665"/>
                  </a:lnTo>
                  <a:lnTo>
                    <a:pt x="1127490" y="1124364"/>
                  </a:lnTo>
                  <a:lnTo>
                    <a:pt x="1128140" y="1104360"/>
                  </a:lnTo>
                  <a:lnTo>
                    <a:pt x="1128790" y="1084660"/>
                  </a:lnTo>
                  <a:lnTo>
                    <a:pt x="1129440" y="1065305"/>
                  </a:lnTo>
                  <a:lnTo>
                    <a:pt x="1130090" y="1046365"/>
                  </a:lnTo>
                  <a:lnTo>
                    <a:pt x="1130740" y="1027997"/>
                  </a:lnTo>
                  <a:lnTo>
                    <a:pt x="1131390" y="1010366"/>
                  </a:lnTo>
                  <a:lnTo>
                    <a:pt x="1132040" y="993519"/>
                  </a:lnTo>
                  <a:lnTo>
                    <a:pt x="1132690" y="977463"/>
                  </a:lnTo>
                  <a:lnTo>
                    <a:pt x="1133340" y="962253"/>
                  </a:lnTo>
                  <a:lnTo>
                    <a:pt x="1133990" y="947835"/>
                  </a:lnTo>
                  <a:lnTo>
                    <a:pt x="1134640" y="934170"/>
                  </a:lnTo>
                  <a:lnTo>
                    <a:pt x="1135290" y="921294"/>
                  </a:lnTo>
                  <a:lnTo>
                    <a:pt x="1135940" y="909300"/>
                  </a:lnTo>
                  <a:lnTo>
                    <a:pt x="1136590" y="898171"/>
                  </a:lnTo>
                  <a:lnTo>
                    <a:pt x="1137239" y="887850"/>
                  </a:lnTo>
                  <a:lnTo>
                    <a:pt x="1137889" y="878285"/>
                  </a:lnTo>
                  <a:lnTo>
                    <a:pt x="1138539" y="869409"/>
                  </a:lnTo>
                  <a:lnTo>
                    <a:pt x="1139189" y="861172"/>
                  </a:lnTo>
                  <a:lnTo>
                    <a:pt x="1139839" y="853569"/>
                  </a:lnTo>
                  <a:lnTo>
                    <a:pt x="1140489" y="846524"/>
                  </a:lnTo>
                  <a:lnTo>
                    <a:pt x="1141139" y="839910"/>
                  </a:lnTo>
                  <a:lnTo>
                    <a:pt x="1141789" y="833598"/>
                  </a:lnTo>
                  <a:lnTo>
                    <a:pt x="1142439" y="827548"/>
                  </a:lnTo>
                  <a:lnTo>
                    <a:pt x="1143089" y="821813"/>
                  </a:lnTo>
                  <a:lnTo>
                    <a:pt x="1143739" y="816354"/>
                  </a:lnTo>
                  <a:lnTo>
                    <a:pt x="1144389" y="811069"/>
                  </a:lnTo>
                  <a:lnTo>
                    <a:pt x="1145039" y="805811"/>
                  </a:lnTo>
                  <a:lnTo>
                    <a:pt x="1145689" y="800358"/>
                  </a:lnTo>
                  <a:lnTo>
                    <a:pt x="1146339" y="794521"/>
                  </a:lnTo>
                  <a:lnTo>
                    <a:pt x="1146988" y="788239"/>
                  </a:lnTo>
                  <a:lnTo>
                    <a:pt x="1147638" y="781594"/>
                  </a:lnTo>
                  <a:lnTo>
                    <a:pt x="1148288" y="774721"/>
                  </a:lnTo>
                  <a:lnTo>
                    <a:pt x="1148938" y="767642"/>
                  </a:lnTo>
                  <a:lnTo>
                    <a:pt x="1149588" y="760415"/>
                  </a:lnTo>
                  <a:lnTo>
                    <a:pt x="1150238" y="753046"/>
                  </a:lnTo>
                  <a:lnTo>
                    <a:pt x="1150888" y="745505"/>
                  </a:lnTo>
                  <a:lnTo>
                    <a:pt x="1151538" y="737816"/>
                  </a:lnTo>
                  <a:lnTo>
                    <a:pt x="1152188" y="730025"/>
                  </a:lnTo>
                  <a:lnTo>
                    <a:pt x="1152838" y="722065"/>
                  </a:lnTo>
                  <a:lnTo>
                    <a:pt x="1153488" y="713932"/>
                  </a:lnTo>
                  <a:lnTo>
                    <a:pt x="1154138" y="705711"/>
                  </a:lnTo>
                  <a:lnTo>
                    <a:pt x="1154788" y="697526"/>
                  </a:lnTo>
                  <a:lnTo>
                    <a:pt x="1155438" y="689545"/>
                  </a:lnTo>
                  <a:lnTo>
                    <a:pt x="1156088" y="681989"/>
                  </a:lnTo>
                  <a:lnTo>
                    <a:pt x="1156737" y="674972"/>
                  </a:lnTo>
                  <a:lnTo>
                    <a:pt x="1157387" y="668427"/>
                  </a:lnTo>
                  <a:lnTo>
                    <a:pt x="1158037" y="662399"/>
                  </a:lnTo>
                  <a:lnTo>
                    <a:pt x="1158687" y="656932"/>
                  </a:lnTo>
                  <a:lnTo>
                    <a:pt x="1159337" y="651917"/>
                  </a:lnTo>
                  <a:lnTo>
                    <a:pt x="1159987" y="647323"/>
                  </a:lnTo>
                  <a:lnTo>
                    <a:pt x="1160637" y="643324"/>
                  </a:lnTo>
                  <a:lnTo>
                    <a:pt x="1161287" y="639980"/>
                  </a:lnTo>
                  <a:lnTo>
                    <a:pt x="1161937" y="637352"/>
                  </a:lnTo>
                  <a:lnTo>
                    <a:pt x="1162587" y="635464"/>
                  </a:lnTo>
                  <a:lnTo>
                    <a:pt x="1163237" y="634269"/>
                  </a:lnTo>
                  <a:lnTo>
                    <a:pt x="1163887" y="633617"/>
                  </a:lnTo>
                  <a:lnTo>
                    <a:pt x="1164537" y="633447"/>
                  </a:lnTo>
                  <a:lnTo>
                    <a:pt x="1165187" y="633742"/>
                  </a:lnTo>
                  <a:lnTo>
                    <a:pt x="1165837" y="634438"/>
                  </a:lnTo>
                  <a:lnTo>
                    <a:pt x="1166487" y="635477"/>
                  </a:lnTo>
                  <a:lnTo>
                    <a:pt x="1167136" y="636952"/>
                  </a:lnTo>
                  <a:lnTo>
                    <a:pt x="1167786" y="638890"/>
                  </a:lnTo>
                  <a:lnTo>
                    <a:pt x="1168436" y="641244"/>
                  </a:lnTo>
                  <a:lnTo>
                    <a:pt x="1169086" y="643986"/>
                  </a:lnTo>
                  <a:lnTo>
                    <a:pt x="1169736" y="647105"/>
                  </a:lnTo>
                  <a:lnTo>
                    <a:pt x="1170386" y="650524"/>
                  </a:lnTo>
                  <a:lnTo>
                    <a:pt x="1171036" y="654305"/>
                  </a:lnTo>
                  <a:lnTo>
                    <a:pt x="1171686" y="658472"/>
                  </a:lnTo>
                  <a:lnTo>
                    <a:pt x="1172336" y="663006"/>
                  </a:lnTo>
                  <a:lnTo>
                    <a:pt x="1172986" y="667883"/>
                  </a:lnTo>
                  <a:lnTo>
                    <a:pt x="1173636" y="673185"/>
                  </a:lnTo>
                  <a:lnTo>
                    <a:pt x="1174286" y="678989"/>
                  </a:lnTo>
                  <a:lnTo>
                    <a:pt x="1174936" y="685326"/>
                  </a:lnTo>
                  <a:lnTo>
                    <a:pt x="1175586" y="692089"/>
                  </a:lnTo>
                  <a:lnTo>
                    <a:pt x="1176236" y="699239"/>
                  </a:lnTo>
                  <a:lnTo>
                    <a:pt x="1176885" y="706729"/>
                  </a:lnTo>
                  <a:lnTo>
                    <a:pt x="1177535" y="714510"/>
                  </a:lnTo>
                  <a:lnTo>
                    <a:pt x="1178185" y="722632"/>
                  </a:lnTo>
                  <a:lnTo>
                    <a:pt x="1178835" y="731172"/>
                  </a:lnTo>
                  <a:lnTo>
                    <a:pt x="1179485" y="740192"/>
                  </a:lnTo>
                  <a:lnTo>
                    <a:pt x="1180135" y="749718"/>
                  </a:lnTo>
                  <a:lnTo>
                    <a:pt x="1180785" y="759578"/>
                  </a:lnTo>
                  <a:lnTo>
                    <a:pt x="1181435" y="769660"/>
                  </a:lnTo>
                  <a:lnTo>
                    <a:pt x="1182085" y="779899"/>
                  </a:lnTo>
                  <a:lnTo>
                    <a:pt x="1182735" y="790203"/>
                  </a:lnTo>
                  <a:lnTo>
                    <a:pt x="1183385" y="800530"/>
                  </a:lnTo>
                  <a:lnTo>
                    <a:pt x="1184035" y="810831"/>
                  </a:lnTo>
                  <a:lnTo>
                    <a:pt x="1184685" y="820966"/>
                  </a:lnTo>
                  <a:lnTo>
                    <a:pt x="1185335" y="830935"/>
                  </a:lnTo>
                  <a:lnTo>
                    <a:pt x="1185985" y="840786"/>
                  </a:lnTo>
                  <a:lnTo>
                    <a:pt x="1186635" y="850448"/>
                  </a:lnTo>
                  <a:lnTo>
                    <a:pt x="1187284" y="859851"/>
                  </a:lnTo>
                  <a:lnTo>
                    <a:pt x="1187934" y="868960"/>
                  </a:lnTo>
                  <a:lnTo>
                    <a:pt x="1188584" y="877694"/>
                  </a:lnTo>
                  <a:lnTo>
                    <a:pt x="1189234" y="885944"/>
                  </a:lnTo>
                  <a:lnTo>
                    <a:pt x="1189884" y="893735"/>
                  </a:lnTo>
                  <a:lnTo>
                    <a:pt x="1190534" y="901111"/>
                  </a:lnTo>
                  <a:lnTo>
                    <a:pt x="1191184" y="908030"/>
                  </a:lnTo>
                  <a:lnTo>
                    <a:pt x="1191834" y="914492"/>
                  </a:lnTo>
                  <a:lnTo>
                    <a:pt x="1192484" y="920667"/>
                  </a:lnTo>
                  <a:lnTo>
                    <a:pt x="1193134" y="926503"/>
                  </a:lnTo>
                  <a:lnTo>
                    <a:pt x="1193784" y="931812"/>
                  </a:lnTo>
                  <a:lnTo>
                    <a:pt x="1194434" y="936478"/>
                  </a:lnTo>
                  <a:lnTo>
                    <a:pt x="1195084" y="940482"/>
                  </a:lnTo>
                  <a:lnTo>
                    <a:pt x="1195734" y="943834"/>
                  </a:lnTo>
                  <a:lnTo>
                    <a:pt x="1196384" y="946689"/>
                  </a:lnTo>
                  <a:lnTo>
                    <a:pt x="1197033" y="949147"/>
                  </a:lnTo>
                  <a:lnTo>
                    <a:pt x="1197683" y="951201"/>
                  </a:lnTo>
                  <a:lnTo>
                    <a:pt x="1198333" y="952833"/>
                  </a:lnTo>
                  <a:lnTo>
                    <a:pt x="1198983" y="954106"/>
                  </a:lnTo>
                  <a:lnTo>
                    <a:pt x="1199633" y="955027"/>
                  </a:lnTo>
                  <a:lnTo>
                    <a:pt x="1200283" y="955556"/>
                  </a:lnTo>
                  <a:lnTo>
                    <a:pt x="1200933" y="955727"/>
                  </a:lnTo>
                  <a:lnTo>
                    <a:pt x="1201583" y="955589"/>
                  </a:lnTo>
                  <a:lnTo>
                    <a:pt x="1202233" y="955175"/>
                  </a:lnTo>
                  <a:lnTo>
                    <a:pt x="1202883" y="954552"/>
                  </a:lnTo>
                  <a:lnTo>
                    <a:pt x="1203533" y="953806"/>
                  </a:lnTo>
                  <a:lnTo>
                    <a:pt x="1204183" y="953018"/>
                  </a:lnTo>
                  <a:lnTo>
                    <a:pt x="1204833" y="952252"/>
                  </a:lnTo>
                  <a:lnTo>
                    <a:pt x="1205483" y="951529"/>
                  </a:lnTo>
                  <a:lnTo>
                    <a:pt x="1206133" y="950767"/>
                  </a:lnTo>
                  <a:lnTo>
                    <a:pt x="1206783" y="949977"/>
                  </a:lnTo>
                  <a:lnTo>
                    <a:pt x="1207432" y="949155"/>
                  </a:lnTo>
                  <a:lnTo>
                    <a:pt x="1208082" y="948399"/>
                  </a:lnTo>
                  <a:lnTo>
                    <a:pt x="1208732" y="947812"/>
                  </a:lnTo>
                  <a:lnTo>
                    <a:pt x="1209382" y="947378"/>
                  </a:lnTo>
                  <a:lnTo>
                    <a:pt x="1210032" y="947188"/>
                  </a:lnTo>
                  <a:lnTo>
                    <a:pt x="1210682" y="947296"/>
                  </a:lnTo>
                  <a:lnTo>
                    <a:pt x="1211332" y="947603"/>
                  </a:lnTo>
                  <a:lnTo>
                    <a:pt x="1211982" y="948070"/>
                  </a:lnTo>
                  <a:lnTo>
                    <a:pt x="1212632" y="948667"/>
                  </a:lnTo>
                  <a:lnTo>
                    <a:pt x="1213282" y="949473"/>
                  </a:lnTo>
                  <a:lnTo>
                    <a:pt x="1213932" y="950538"/>
                  </a:lnTo>
                  <a:lnTo>
                    <a:pt x="1214582" y="951831"/>
                  </a:lnTo>
                  <a:lnTo>
                    <a:pt x="1215232" y="953416"/>
                  </a:lnTo>
                  <a:lnTo>
                    <a:pt x="1215882" y="955357"/>
                  </a:lnTo>
                  <a:lnTo>
                    <a:pt x="1216532" y="957568"/>
                  </a:lnTo>
                  <a:lnTo>
                    <a:pt x="1217181" y="960062"/>
                  </a:lnTo>
                  <a:lnTo>
                    <a:pt x="1217831" y="962810"/>
                  </a:lnTo>
                  <a:lnTo>
                    <a:pt x="1218481" y="965661"/>
                  </a:lnTo>
                  <a:lnTo>
                    <a:pt x="1219131" y="968657"/>
                  </a:lnTo>
                  <a:lnTo>
                    <a:pt x="1219781" y="971806"/>
                  </a:lnTo>
                  <a:lnTo>
                    <a:pt x="1220431" y="975085"/>
                  </a:lnTo>
                  <a:lnTo>
                    <a:pt x="1221081" y="978536"/>
                  </a:lnTo>
                  <a:lnTo>
                    <a:pt x="1221731" y="982152"/>
                  </a:lnTo>
                  <a:lnTo>
                    <a:pt x="1222381" y="985896"/>
                  </a:lnTo>
                  <a:lnTo>
                    <a:pt x="1223031" y="989628"/>
                  </a:lnTo>
                  <a:lnTo>
                    <a:pt x="1223681" y="993261"/>
                  </a:lnTo>
                  <a:lnTo>
                    <a:pt x="1224331" y="996833"/>
                  </a:lnTo>
                  <a:lnTo>
                    <a:pt x="1224981" y="1000355"/>
                  </a:lnTo>
                  <a:lnTo>
                    <a:pt x="1225631" y="1003773"/>
                  </a:lnTo>
                  <a:lnTo>
                    <a:pt x="1226281" y="1007296"/>
                  </a:lnTo>
                  <a:lnTo>
                    <a:pt x="1226931" y="1011109"/>
                  </a:lnTo>
                  <a:lnTo>
                    <a:pt x="1227580" y="1015328"/>
                  </a:lnTo>
                  <a:lnTo>
                    <a:pt x="1228230" y="1019963"/>
                  </a:lnTo>
                  <a:lnTo>
                    <a:pt x="1228880" y="1024935"/>
                  </a:lnTo>
                  <a:lnTo>
                    <a:pt x="1229530" y="1030207"/>
                  </a:lnTo>
                  <a:lnTo>
                    <a:pt x="1230180" y="1035841"/>
                  </a:lnTo>
                  <a:lnTo>
                    <a:pt x="1230830" y="1041961"/>
                  </a:lnTo>
                  <a:lnTo>
                    <a:pt x="1231480" y="1048642"/>
                  </a:lnTo>
                  <a:lnTo>
                    <a:pt x="1232130" y="1055941"/>
                  </a:lnTo>
                  <a:lnTo>
                    <a:pt x="1232780" y="1063885"/>
                  </a:lnTo>
                  <a:lnTo>
                    <a:pt x="1233430" y="1072555"/>
                  </a:lnTo>
                  <a:lnTo>
                    <a:pt x="1234080" y="1081908"/>
                  </a:lnTo>
                  <a:lnTo>
                    <a:pt x="1234730" y="1091928"/>
                  </a:lnTo>
                  <a:lnTo>
                    <a:pt x="1235380" y="1102695"/>
                  </a:lnTo>
                  <a:lnTo>
                    <a:pt x="1236030" y="1114165"/>
                  </a:lnTo>
                  <a:lnTo>
                    <a:pt x="1236680" y="1126242"/>
                  </a:lnTo>
                  <a:lnTo>
                    <a:pt x="1237329" y="1138814"/>
                  </a:lnTo>
                  <a:lnTo>
                    <a:pt x="1237979" y="1151966"/>
                  </a:lnTo>
                  <a:lnTo>
                    <a:pt x="1238629" y="1165843"/>
                  </a:lnTo>
                  <a:lnTo>
                    <a:pt x="1239279" y="1180513"/>
                  </a:lnTo>
                  <a:lnTo>
                    <a:pt x="1239929" y="1195952"/>
                  </a:lnTo>
                  <a:lnTo>
                    <a:pt x="1240579" y="1212135"/>
                  </a:lnTo>
                  <a:lnTo>
                    <a:pt x="1241229" y="1228945"/>
                  </a:lnTo>
                  <a:lnTo>
                    <a:pt x="1241879" y="1246379"/>
                  </a:lnTo>
                  <a:lnTo>
                    <a:pt x="1242529" y="1264430"/>
                  </a:lnTo>
                  <a:lnTo>
                    <a:pt x="1243179" y="1283036"/>
                  </a:lnTo>
                  <a:lnTo>
                    <a:pt x="1243829" y="1302268"/>
                  </a:lnTo>
                  <a:lnTo>
                    <a:pt x="1244479" y="1322226"/>
                  </a:lnTo>
                  <a:lnTo>
                    <a:pt x="1245129" y="1342900"/>
                  </a:lnTo>
                  <a:lnTo>
                    <a:pt x="1245779" y="1364254"/>
                  </a:lnTo>
                  <a:lnTo>
                    <a:pt x="1246429" y="1386218"/>
                  </a:lnTo>
                  <a:lnTo>
                    <a:pt x="1247079" y="1408818"/>
                  </a:lnTo>
                  <a:lnTo>
                    <a:pt x="1247728" y="1431995"/>
                  </a:lnTo>
                  <a:lnTo>
                    <a:pt x="1248378" y="1455630"/>
                  </a:lnTo>
                  <a:lnTo>
                    <a:pt x="1249028" y="1479630"/>
                  </a:lnTo>
                  <a:lnTo>
                    <a:pt x="1249678" y="1504035"/>
                  </a:lnTo>
                  <a:lnTo>
                    <a:pt x="1250328" y="1528811"/>
                  </a:lnTo>
                  <a:lnTo>
                    <a:pt x="1250978" y="1553962"/>
                  </a:lnTo>
                  <a:lnTo>
                    <a:pt x="1251628" y="1579459"/>
                  </a:lnTo>
                  <a:lnTo>
                    <a:pt x="1252278" y="1605232"/>
                  </a:lnTo>
                  <a:lnTo>
                    <a:pt x="1252928" y="1631286"/>
                  </a:lnTo>
                  <a:lnTo>
                    <a:pt x="1253578" y="1657527"/>
                  </a:lnTo>
                  <a:lnTo>
                    <a:pt x="1254228" y="1683784"/>
                  </a:lnTo>
                  <a:lnTo>
                    <a:pt x="1254878" y="1710016"/>
                  </a:lnTo>
                  <a:lnTo>
                    <a:pt x="1255528" y="1736240"/>
                  </a:lnTo>
                  <a:lnTo>
                    <a:pt x="1256178" y="1762519"/>
                  </a:lnTo>
                  <a:lnTo>
                    <a:pt x="1256828" y="1788926"/>
                  </a:lnTo>
                  <a:lnTo>
                    <a:pt x="1257477" y="1815385"/>
                  </a:lnTo>
                  <a:lnTo>
                    <a:pt x="1258127" y="1841853"/>
                  </a:lnTo>
                  <a:lnTo>
                    <a:pt x="1258777" y="1868277"/>
                  </a:lnTo>
                  <a:lnTo>
                    <a:pt x="1259427" y="1894463"/>
                  </a:lnTo>
                  <a:lnTo>
                    <a:pt x="1260077" y="1920267"/>
                  </a:lnTo>
                  <a:lnTo>
                    <a:pt x="1260727" y="1945672"/>
                  </a:lnTo>
                  <a:lnTo>
                    <a:pt x="1261377" y="1970626"/>
                  </a:lnTo>
                  <a:lnTo>
                    <a:pt x="1262027" y="1995081"/>
                  </a:lnTo>
                  <a:lnTo>
                    <a:pt x="1262677" y="2018942"/>
                  </a:lnTo>
                  <a:lnTo>
                    <a:pt x="1263327" y="2042081"/>
                  </a:lnTo>
                  <a:lnTo>
                    <a:pt x="1263977" y="2064375"/>
                  </a:lnTo>
                  <a:lnTo>
                    <a:pt x="1264627" y="2085725"/>
                  </a:lnTo>
                  <a:lnTo>
                    <a:pt x="1265277" y="2106107"/>
                  </a:lnTo>
                  <a:lnTo>
                    <a:pt x="1265927" y="2125408"/>
                  </a:lnTo>
                  <a:lnTo>
                    <a:pt x="1266577" y="2143521"/>
                  </a:lnTo>
                  <a:lnTo>
                    <a:pt x="1267227" y="2160445"/>
                  </a:lnTo>
                  <a:lnTo>
                    <a:pt x="1267876" y="2176120"/>
                  </a:lnTo>
                  <a:lnTo>
                    <a:pt x="1268526" y="2190388"/>
                  </a:lnTo>
                  <a:lnTo>
                    <a:pt x="1269176" y="2203234"/>
                  </a:lnTo>
                  <a:lnTo>
                    <a:pt x="1269826" y="2214717"/>
                  </a:lnTo>
                  <a:lnTo>
                    <a:pt x="1270476" y="2224778"/>
                  </a:lnTo>
                  <a:lnTo>
                    <a:pt x="1271126" y="2233252"/>
                  </a:lnTo>
                  <a:lnTo>
                    <a:pt x="1271776" y="2240032"/>
                  </a:lnTo>
                  <a:lnTo>
                    <a:pt x="1272426" y="2245119"/>
                  </a:lnTo>
                  <a:lnTo>
                    <a:pt x="1273076" y="2248453"/>
                  </a:lnTo>
                  <a:lnTo>
                    <a:pt x="1273726" y="2250024"/>
                  </a:lnTo>
                  <a:lnTo>
                    <a:pt x="1274376" y="2249827"/>
                  </a:lnTo>
                  <a:lnTo>
                    <a:pt x="1275026" y="2247822"/>
                  </a:lnTo>
                  <a:lnTo>
                    <a:pt x="1275676" y="2244015"/>
                  </a:lnTo>
                  <a:lnTo>
                    <a:pt x="1276326" y="2238440"/>
                  </a:lnTo>
                  <a:lnTo>
                    <a:pt x="1276976" y="2230989"/>
                  </a:lnTo>
                  <a:lnTo>
                    <a:pt x="1277625" y="2221616"/>
                  </a:lnTo>
                  <a:lnTo>
                    <a:pt x="1278275" y="2210337"/>
                  </a:lnTo>
                  <a:lnTo>
                    <a:pt x="1278925" y="2197168"/>
                  </a:lnTo>
                  <a:lnTo>
                    <a:pt x="1279575" y="2182082"/>
                  </a:lnTo>
                  <a:lnTo>
                    <a:pt x="1280225" y="2165093"/>
                  </a:lnTo>
                  <a:lnTo>
                    <a:pt x="1280875" y="2146271"/>
                  </a:lnTo>
                  <a:lnTo>
                    <a:pt x="1281525" y="2125734"/>
                  </a:lnTo>
                  <a:lnTo>
                    <a:pt x="1282175" y="2103555"/>
                  </a:lnTo>
                  <a:lnTo>
                    <a:pt x="1282825" y="2079814"/>
                  </a:lnTo>
                  <a:lnTo>
                    <a:pt x="1283475" y="2054700"/>
                  </a:lnTo>
                  <a:lnTo>
                    <a:pt x="1284125" y="2028395"/>
                  </a:lnTo>
                  <a:lnTo>
                    <a:pt x="1284775" y="2001049"/>
                  </a:lnTo>
                  <a:lnTo>
                    <a:pt x="1285425" y="1972665"/>
                  </a:lnTo>
                  <a:lnTo>
                    <a:pt x="1286075" y="1943303"/>
                  </a:lnTo>
                  <a:lnTo>
                    <a:pt x="1286725" y="1913151"/>
                  </a:lnTo>
                  <a:lnTo>
                    <a:pt x="1287375" y="1882339"/>
                  </a:lnTo>
                  <a:lnTo>
                    <a:pt x="1288024" y="1850963"/>
                  </a:lnTo>
                  <a:lnTo>
                    <a:pt x="1288674" y="1819117"/>
                  </a:lnTo>
                  <a:lnTo>
                    <a:pt x="1289324" y="1786849"/>
                  </a:lnTo>
                  <a:lnTo>
                    <a:pt x="1289974" y="1754169"/>
                  </a:lnTo>
                  <a:lnTo>
                    <a:pt x="1290624" y="1721101"/>
                  </a:lnTo>
                  <a:lnTo>
                    <a:pt x="1291274" y="1687679"/>
                  </a:lnTo>
                  <a:lnTo>
                    <a:pt x="1291924" y="1653969"/>
                  </a:lnTo>
                  <a:lnTo>
                    <a:pt x="1292574" y="1620069"/>
                  </a:lnTo>
                  <a:lnTo>
                    <a:pt x="1293224" y="1586027"/>
                  </a:lnTo>
                  <a:lnTo>
                    <a:pt x="1293874" y="1551890"/>
                  </a:lnTo>
                  <a:lnTo>
                    <a:pt x="1294524" y="1517696"/>
                  </a:lnTo>
                  <a:lnTo>
                    <a:pt x="1295174" y="1483570"/>
                  </a:lnTo>
                  <a:lnTo>
                    <a:pt x="1295824" y="1449528"/>
                  </a:lnTo>
                  <a:lnTo>
                    <a:pt x="1296474" y="1415650"/>
                  </a:lnTo>
                  <a:lnTo>
                    <a:pt x="1297124" y="1382042"/>
                  </a:lnTo>
                  <a:lnTo>
                    <a:pt x="1297773" y="1348668"/>
                  </a:lnTo>
                  <a:lnTo>
                    <a:pt x="1298423" y="1315574"/>
                  </a:lnTo>
                  <a:lnTo>
                    <a:pt x="1299073" y="1282904"/>
                  </a:lnTo>
                  <a:lnTo>
                    <a:pt x="1299723" y="1250688"/>
                  </a:lnTo>
                  <a:lnTo>
                    <a:pt x="1300373" y="1218945"/>
                  </a:lnTo>
                  <a:lnTo>
                    <a:pt x="1301023" y="1187732"/>
                  </a:lnTo>
                  <a:lnTo>
                    <a:pt x="1301673" y="1157074"/>
                  </a:lnTo>
                  <a:lnTo>
                    <a:pt x="1302323" y="1126948"/>
                  </a:lnTo>
                  <a:lnTo>
                    <a:pt x="1302973" y="1097264"/>
                  </a:lnTo>
                  <a:lnTo>
                    <a:pt x="1303623" y="1068093"/>
                  </a:lnTo>
                  <a:lnTo>
                    <a:pt x="1304273" y="1039478"/>
                  </a:lnTo>
                  <a:lnTo>
                    <a:pt x="1304923" y="1011398"/>
                  </a:lnTo>
                  <a:lnTo>
                    <a:pt x="1305573" y="983939"/>
                  </a:lnTo>
                  <a:lnTo>
                    <a:pt x="1306223" y="957161"/>
                  </a:lnTo>
                  <a:lnTo>
                    <a:pt x="1306873" y="931074"/>
                  </a:lnTo>
                  <a:lnTo>
                    <a:pt x="1307522" y="905679"/>
                  </a:lnTo>
                  <a:lnTo>
                    <a:pt x="1308172" y="881005"/>
                  </a:lnTo>
                  <a:lnTo>
                    <a:pt x="1308822" y="857072"/>
                  </a:lnTo>
                  <a:lnTo>
                    <a:pt x="1309472" y="833917"/>
                  </a:lnTo>
                  <a:lnTo>
                    <a:pt x="1310122" y="811613"/>
                  </a:lnTo>
                  <a:lnTo>
                    <a:pt x="1310772" y="790216"/>
                  </a:lnTo>
                  <a:lnTo>
                    <a:pt x="1311422" y="769789"/>
                  </a:lnTo>
                  <a:lnTo>
                    <a:pt x="1312072" y="750417"/>
                  </a:lnTo>
                  <a:lnTo>
                    <a:pt x="1312722" y="732167"/>
                  </a:lnTo>
                  <a:lnTo>
                    <a:pt x="1313372" y="715019"/>
                  </a:lnTo>
                  <a:lnTo>
                    <a:pt x="1314022" y="698989"/>
                  </a:lnTo>
                  <a:lnTo>
                    <a:pt x="1314672" y="684087"/>
                  </a:lnTo>
                  <a:lnTo>
                    <a:pt x="1315322" y="670302"/>
                  </a:lnTo>
                  <a:lnTo>
                    <a:pt x="1315972" y="657594"/>
                  </a:lnTo>
                  <a:lnTo>
                    <a:pt x="1316622" y="645839"/>
                  </a:lnTo>
                  <a:lnTo>
                    <a:pt x="1317272" y="635008"/>
                  </a:lnTo>
                  <a:lnTo>
                    <a:pt x="1317921" y="625091"/>
                  </a:lnTo>
                  <a:lnTo>
                    <a:pt x="1318571" y="616043"/>
                  </a:lnTo>
                  <a:lnTo>
                    <a:pt x="1319221" y="607772"/>
                  </a:lnTo>
                  <a:lnTo>
                    <a:pt x="1319871" y="600273"/>
                  </a:lnTo>
                  <a:lnTo>
                    <a:pt x="1320521" y="593500"/>
                  </a:lnTo>
                  <a:lnTo>
                    <a:pt x="1321171" y="587377"/>
                  </a:lnTo>
                  <a:lnTo>
                    <a:pt x="1321821" y="581799"/>
                  </a:lnTo>
                  <a:lnTo>
                    <a:pt x="1322471" y="576725"/>
                  </a:lnTo>
                  <a:lnTo>
                    <a:pt x="1323121" y="572151"/>
                  </a:lnTo>
                  <a:lnTo>
                    <a:pt x="1323771" y="568029"/>
                  </a:lnTo>
                  <a:lnTo>
                    <a:pt x="1324421" y="564308"/>
                  </a:lnTo>
                  <a:lnTo>
                    <a:pt x="1325071" y="560920"/>
                  </a:lnTo>
                  <a:lnTo>
                    <a:pt x="1325721" y="557729"/>
                  </a:lnTo>
                  <a:lnTo>
                    <a:pt x="1326371" y="554694"/>
                  </a:lnTo>
                  <a:lnTo>
                    <a:pt x="1327021" y="551767"/>
                  </a:lnTo>
                  <a:lnTo>
                    <a:pt x="1327670" y="548875"/>
                  </a:lnTo>
                  <a:lnTo>
                    <a:pt x="1328320" y="545985"/>
                  </a:lnTo>
                  <a:lnTo>
                    <a:pt x="1328970" y="543151"/>
                  </a:lnTo>
                  <a:lnTo>
                    <a:pt x="1329620" y="540280"/>
                  </a:lnTo>
                  <a:lnTo>
                    <a:pt x="1330270" y="537329"/>
                  </a:lnTo>
                  <a:lnTo>
                    <a:pt x="1330920" y="534323"/>
                  </a:lnTo>
                  <a:lnTo>
                    <a:pt x="1331570" y="531175"/>
                  </a:lnTo>
                  <a:lnTo>
                    <a:pt x="1332220" y="527791"/>
                  </a:lnTo>
                  <a:lnTo>
                    <a:pt x="1332870" y="524202"/>
                  </a:lnTo>
                  <a:lnTo>
                    <a:pt x="1333520" y="520457"/>
                  </a:lnTo>
                  <a:lnTo>
                    <a:pt x="1334170" y="516670"/>
                  </a:lnTo>
                  <a:lnTo>
                    <a:pt x="1334820" y="512995"/>
                  </a:lnTo>
                  <a:lnTo>
                    <a:pt x="1335470" y="509642"/>
                  </a:lnTo>
                  <a:lnTo>
                    <a:pt x="1336120" y="506691"/>
                  </a:lnTo>
                  <a:lnTo>
                    <a:pt x="1336770" y="504121"/>
                  </a:lnTo>
                  <a:lnTo>
                    <a:pt x="1337420" y="501987"/>
                  </a:lnTo>
                  <a:lnTo>
                    <a:pt x="1338069" y="500244"/>
                  </a:lnTo>
                  <a:lnTo>
                    <a:pt x="1338719" y="498848"/>
                  </a:lnTo>
                  <a:lnTo>
                    <a:pt x="1339369" y="497866"/>
                  </a:lnTo>
                  <a:lnTo>
                    <a:pt x="1340019" y="497420"/>
                  </a:lnTo>
                  <a:lnTo>
                    <a:pt x="1340669" y="497568"/>
                  </a:lnTo>
                  <a:lnTo>
                    <a:pt x="1341319" y="498304"/>
                  </a:lnTo>
                  <a:lnTo>
                    <a:pt x="1341969" y="499703"/>
                  </a:lnTo>
                  <a:lnTo>
                    <a:pt x="1342619" y="501721"/>
                  </a:lnTo>
                  <a:lnTo>
                    <a:pt x="1343269" y="504321"/>
                  </a:lnTo>
                  <a:lnTo>
                    <a:pt x="1343919" y="507427"/>
                  </a:lnTo>
                  <a:lnTo>
                    <a:pt x="1344569" y="510930"/>
                  </a:lnTo>
                  <a:lnTo>
                    <a:pt x="1345219" y="514727"/>
                  </a:lnTo>
                  <a:lnTo>
                    <a:pt x="1345869" y="518829"/>
                  </a:lnTo>
                  <a:lnTo>
                    <a:pt x="1346519" y="523319"/>
                  </a:lnTo>
                  <a:lnTo>
                    <a:pt x="1347169" y="528092"/>
                  </a:lnTo>
                  <a:lnTo>
                    <a:pt x="1347818" y="533131"/>
                  </a:lnTo>
                  <a:lnTo>
                    <a:pt x="1348468" y="538404"/>
                  </a:lnTo>
                  <a:lnTo>
                    <a:pt x="1349118" y="543916"/>
                  </a:lnTo>
                  <a:lnTo>
                    <a:pt x="1349768" y="549622"/>
                  </a:lnTo>
                  <a:lnTo>
                    <a:pt x="1350418" y="555440"/>
                  </a:lnTo>
                  <a:lnTo>
                    <a:pt x="1351068" y="561401"/>
                  </a:lnTo>
                  <a:lnTo>
                    <a:pt x="1351718" y="567581"/>
                  </a:lnTo>
                  <a:lnTo>
                    <a:pt x="1352368" y="574014"/>
                  </a:lnTo>
                  <a:lnTo>
                    <a:pt x="1353018" y="580642"/>
                  </a:lnTo>
                  <a:lnTo>
                    <a:pt x="1353668" y="587556"/>
                  </a:lnTo>
                  <a:lnTo>
                    <a:pt x="1354318" y="594864"/>
                  </a:lnTo>
                  <a:lnTo>
                    <a:pt x="1354968" y="602696"/>
                  </a:lnTo>
                  <a:lnTo>
                    <a:pt x="1355618" y="611075"/>
                  </a:lnTo>
                  <a:lnTo>
                    <a:pt x="1356268" y="619994"/>
                  </a:lnTo>
                  <a:lnTo>
                    <a:pt x="1356918" y="629579"/>
                  </a:lnTo>
                  <a:lnTo>
                    <a:pt x="1357568" y="639851"/>
                  </a:lnTo>
                  <a:lnTo>
                    <a:pt x="1358217" y="650912"/>
                  </a:lnTo>
                  <a:lnTo>
                    <a:pt x="1358867" y="662783"/>
                  </a:lnTo>
                  <a:lnTo>
                    <a:pt x="1359517" y="675481"/>
                  </a:lnTo>
                  <a:lnTo>
                    <a:pt x="1360167" y="689098"/>
                  </a:lnTo>
                  <a:lnTo>
                    <a:pt x="1360817" y="703597"/>
                  </a:lnTo>
                  <a:lnTo>
                    <a:pt x="1361467" y="718909"/>
                  </a:lnTo>
                  <a:lnTo>
                    <a:pt x="1362117" y="734960"/>
                  </a:lnTo>
                  <a:lnTo>
                    <a:pt x="1362767" y="751718"/>
                  </a:lnTo>
                  <a:lnTo>
                    <a:pt x="1363417" y="769013"/>
                  </a:lnTo>
                  <a:lnTo>
                    <a:pt x="1364067" y="786875"/>
                  </a:lnTo>
                  <a:lnTo>
                    <a:pt x="1364717" y="805320"/>
                  </a:lnTo>
                  <a:lnTo>
                    <a:pt x="1365367" y="824366"/>
                  </a:lnTo>
                  <a:lnTo>
                    <a:pt x="1366017" y="843952"/>
                  </a:lnTo>
                  <a:lnTo>
                    <a:pt x="1366667" y="863956"/>
                  </a:lnTo>
                  <a:lnTo>
                    <a:pt x="1367317" y="884139"/>
                  </a:lnTo>
                  <a:lnTo>
                    <a:pt x="1367966" y="904287"/>
                  </a:lnTo>
                  <a:lnTo>
                    <a:pt x="1368616" y="924268"/>
                  </a:lnTo>
                  <a:lnTo>
                    <a:pt x="1369266" y="944090"/>
                  </a:lnTo>
                  <a:lnTo>
                    <a:pt x="1369916" y="963725"/>
                  </a:lnTo>
                  <a:lnTo>
                    <a:pt x="1370566" y="983188"/>
                  </a:lnTo>
                  <a:lnTo>
                    <a:pt x="1371216" y="1002515"/>
                  </a:lnTo>
                  <a:lnTo>
                    <a:pt x="1371866" y="1021638"/>
                  </a:lnTo>
                  <a:lnTo>
                    <a:pt x="1372516" y="1040465"/>
                  </a:lnTo>
                  <a:lnTo>
                    <a:pt x="1373166" y="1058915"/>
                  </a:lnTo>
                  <a:lnTo>
                    <a:pt x="1373816" y="1076892"/>
                  </a:lnTo>
                  <a:lnTo>
                    <a:pt x="1374466" y="1094319"/>
                  </a:lnTo>
                  <a:lnTo>
                    <a:pt x="1375116" y="1111077"/>
                  </a:lnTo>
                  <a:lnTo>
                    <a:pt x="1375766" y="1127199"/>
                  </a:lnTo>
                  <a:lnTo>
                    <a:pt x="1376416" y="1142724"/>
                  </a:lnTo>
                  <a:lnTo>
                    <a:pt x="1377066" y="1157762"/>
                  </a:lnTo>
                  <a:lnTo>
                    <a:pt x="1377716" y="1172422"/>
                  </a:lnTo>
                  <a:lnTo>
                    <a:pt x="1378365" y="1186672"/>
                  </a:lnTo>
                  <a:lnTo>
                    <a:pt x="1379015" y="1200450"/>
                  </a:lnTo>
                  <a:lnTo>
                    <a:pt x="1379665" y="1213703"/>
                  </a:lnTo>
                  <a:lnTo>
                    <a:pt x="1380315" y="1226511"/>
                  </a:lnTo>
                  <a:lnTo>
                    <a:pt x="1380965" y="1238807"/>
                  </a:lnTo>
                  <a:lnTo>
                    <a:pt x="1381615" y="1250549"/>
                  </a:lnTo>
                  <a:lnTo>
                    <a:pt x="1382265" y="1261742"/>
                  </a:lnTo>
                  <a:lnTo>
                    <a:pt x="1382915" y="1272469"/>
                  </a:lnTo>
                  <a:lnTo>
                    <a:pt x="1383565" y="1282793"/>
                  </a:lnTo>
                  <a:lnTo>
                    <a:pt x="1384215" y="1292692"/>
                  </a:lnTo>
                  <a:lnTo>
                    <a:pt x="1384865" y="1302085"/>
                  </a:lnTo>
                  <a:lnTo>
                    <a:pt x="1385515" y="1310975"/>
                  </a:lnTo>
                  <a:lnTo>
                    <a:pt x="1386165" y="1319259"/>
                  </a:lnTo>
                  <a:lnTo>
                    <a:pt x="1386815" y="1326767"/>
                  </a:lnTo>
                  <a:lnTo>
                    <a:pt x="1387465" y="1333357"/>
                  </a:lnTo>
                  <a:lnTo>
                    <a:pt x="1388114" y="1338930"/>
                  </a:lnTo>
                  <a:lnTo>
                    <a:pt x="1388764" y="1343486"/>
                  </a:lnTo>
                  <a:lnTo>
                    <a:pt x="1389414" y="1347003"/>
                  </a:lnTo>
                  <a:lnTo>
                    <a:pt x="1390064" y="1349470"/>
                  </a:lnTo>
                  <a:lnTo>
                    <a:pt x="1390714" y="1350855"/>
                  </a:lnTo>
                  <a:lnTo>
                    <a:pt x="1391364" y="1351180"/>
                  </a:lnTo>
                  <a:lnTo>
                    <a:pt x="1392014" y="1350531"/>
                  </a:lnTo>
                  <a:lnTo>
                    <a:pt x="1392664" y="1348841"/>
                  </a:lnTo>
                  <a:lnTo>
                    <a:pt x="1393314" y="1346134"/>
                  </a:lnTo>
                  <a:lnTo>
                    <a:pt x="1393964" y="1342483"/>
                  </a:lnTo>
                  <a:lnTo>
                    <a:pt x="1394614" y="1337957"/>
                  </a:lnTo>
                  <a:lnTo>
                    <a:pt x="1395264" y="1332724"/>
                  </a:lnTo>
                  <a:lnTo>
                    <a:pt x="1395914" y="1327042"/>
                  </a:lnTo>
                  <a:lnTo>
                    <a:pt x="1396564" y="1321119"/>
                  </a:lnTo>
                  <a:lnTo>
                    <a:pt x="1397214" y="1315050"/>
                  </a:lnTo>
                  <a:lnTo>
                    <a:pt x="1397864" y="1308801"/>
                  </a:lnTo>
                  <a:lnTo>
                    <a:pt x="1398513" y="1302453"/>
                  </a:lnTo>
                  <a:lnTo>
                    <a:pt x="1399163" y="1296045"/>
                  </a:lnTo>
                  <a:lnTo>
                    <a:pt x="1399813" y="1289689"/>
                  </a:lnTo>
                  <a:lnTo>
                    <a:pt x="1400463" y="1283591"/>
                  </a:lnTo>
                  <a:lnTo>
                    <a:pt x="1401113" y="1277885"/>
                  </a:lnTo>
                  <a:lnTo>
                    <a:pt x="1401763" y="1272564"/>
                  </a:lnTo>
                  <a:lnTo>
                    <a:pt x="1402413" y="1267590"/>
                  </a:lnTo>
                  <a:lnTo>
                    <a:pt x="1403063" y="1262991"/>
                  </a:lnTo>
                  <a:lnTo>
                    <a:pt x="1403713" y="1258756"/>
                  </a:lnTo>
                  <a:lnTo>
                    <a:pt x="1404363" y="1254967"/>
                  </a:lnTo>
                  <a:lnTo>
                    <a:pt x="1405013" y="1251659"/>
                  </a:lnTo>
                  <a:lnTo>
                    <a:pt x="1405663" y="1248819"/>
                  </a:lnTo>
                  <a:lnTo>
                    <a:pt x="1406313" y="1246482"/>
                  </a:lnTo>
                  <a:lnTo>
                    <a:pt x="1406963" y="1244704"/>
                  </a:lnTo>
                  <a:lnTo>
                    <a:pt x="1407613" y="1243587"/>
                  </a:lnTo>
                  <a:lnTo>
                    <a:pt x="1408262" y="1243152"/>
                  </a:lnTo>
                  <a:lnTo>
                    <a:pt x="1408912" y="1243380"/>
                  </a:lnTo>
                  <a:lnTo>
                    <a:pt x="1409562" y="1244226"/>
                  </a:lnTo>
                  <a:lnTo>
                    <a:pt x="1410212" y="1245714"/>
                  </a:lnTo>
                  <a:lnTo>
                    <a:pt x="1410862" y="1247853"/>
                  </a:lnTo>
                  <a:lnTo>
                    <a:pt x="1411512" y="1250696"/>
                  </a:lnTo>
                  <a:lnTo>
                    <a:pt x="1412162" y="1254327"/>
                  </a:lnTo>
                  <a:lnTo>
                    <a:pt x="1412812" y="1258703"/>
                  </a:lnTo>
                  <a:lnTo>
                    <a:pt x="1413462" y="1263850"/>
                  </a:lnTo>
                  <a:lnTo>
                    <a:pt x="1414112" y="1269858"/>
                  </a:lnTo>
                  <a:lnTo>
                    <a:pt x="1414762" y="1276754"/>
                  </a:lnTo>
                  <a:lnTo>
                    <a:pt x="1415412" y="1284540"/>
                  </a:lnTo>
                  <a:lnTo>
                    <a:pt x="1416062" y="1293167"/>
                  </a:lnTo>
                  <a:lnTo>
                    <a:pt x="1416712" y="1302599"/>
                  </a:lnTo>
                  <a:lnTo>
                    <a:pt x="1417362" y="1312831"/>
                  </a:lnTo>
                  <a:lnTo>
                    <a:pt x="1418012" y="1323900"/>
                  </a:lnTo>
                  <a:lnTo>
                    <a:pt x="1418661" y="1335875"/>
                  </a:lnTo>
                  <a:lnTo>
                    <a:pt x="1419311" y="1348915"/>
                  </a:lnTo>
                  <a:lnTo>
                    <a:pt x="1419961" y="1363049"/>
                  </a:lnTo>
                  <a:lnTo>
                    <a:pt x="1420611" y="1378289"/>
                  </a:lnTo>
                  <a:lnTo>
                    <a:pt x="1421261" y="1394624"/>
                  </a:lnTo>
                  <a:lnTo>
                    <a:pt x="1421911" y="1412009"/>
                  </a:lnTo>
                  <a:lnTo>
                    <a:pt x="1422561" y="1430424"/>
                  </a:lnTo>
                  <a:lnTo>
                    <a:pt x="1423211" y="1449835"/>
                  </a:lnTo>
                  <a:lnTo>
                    <a:pt x="1423861" y="1470199"/>
                  </a:lnTo>
                  <a:lnTo>
                    <a:pt x="1424511" y="1491399"/>
                  </a:lnTo>
                  <a:lnTo>
                    <a:pt x="1425161" y="1513335"/>
                  </a:lnTo>
                  <a:lnTo>
                    <a:pt x="1425811" y="1536054"/>
                  </a:lnTo>
                  <a:lnTo>
                    <a:pt x="1426461" y="1559348"/>
                  </a:lnTo>
                  <a:lnTo>
                    <a:pt x="1427111" y="1583191"/>
                  </a:lnTo>
                  <a:lnTo>
                    <a:pt x="1427761" y="1607549"/>
                  </a:lnTo>
                  <a:lnTo>
                    <a:pt x="1428410" y="1632257"/>
                  </a:lnTo>
                  <a:lnTo>
                    <a:pt x="1429060" y="1657053"/>
                  </a:lnTo>
                  <a:lnTo>
                    <a:pt x="1429710" y="1681805"/>
                  </a:lnTo>
                  <a:lnTo>
                    <a:pt x="1430360" y="1706453"/>
                  </a:lnTo>
                  <a:lnTo>
                    <a:pt x="1431010" y="1730942"/>
                  </a:lnTo>
                  <a:lnTo>
                    <a:pt x="1431660" y="1755157"/>
                  </a:lnTo>
                  <a:lnTo>
                    <a:pt x="1432310" y="1779094"/>
                  </a:lnTo>
                  <a:lnTo>
                    <a:pt x="1432960" y="1802603"/>
                  </a:lnTo>
                  <a:lnTo>
                    <a:pt x="1433610" y="1825570"/>
                  </a:lnTo>
                  <a:lnTo>
                    <a:pt x="1434260" y="1847976"/>
                  </a:lnTo>
                  <a:lnTo>
                    <a:pt x="1434910" y="1869894"/>
                  </a:lnTo>
                  <a:lnTo>
                    <a:pt x="1435560" y="1891374"/>
                  </a:lnTo>
                  <a:lnTo>
                    <a:pt x="1436210" y="1912482"/>
                  </a:lnTo>
                  <a:lnTo>
                    <a:pt x="1436860" y="1933164"/>
                  </a:lnTo>
                  <a:lnTo>
                    <a:pt x="1437510" y="1953301"/>
                  </a:lnTo>
                  <a:lnTo>
                    <a:pt x="1438159" y="1972864"/>
                  </a:lnTo>
                  <a:lnTo>
                    <a:pt x="1438809" y="1991923"/>
                  </a:lnTo>
                  <a:lnTo>
                    <a:pt x="1439459" y="2010470"/>
                  </a:lnTo>
                  <a:lnTo>
                    <a:pt x="1440109" y="2028544"/>
                  </a:lnTo>
                  <a:lnTo>
                    <a:pt x="1440759" y="2046164"/>
                  </a:lnTo>
                  <a:lnTo>
                    <a:pt x="1441409" y="2063392"/>
                  </a:lnTo>
                  <a:lnTo>
                    <a:pt x="1442059" y="2080225"/>
                  </a:lnTo>
                  <a:lnTo>
                    <a:pt x="1442709" y="2096647"/>
                  </a:lnTo>
                  <a:lnTo>
                    <a:pt x="1443359" y="2112607"/>
                  </a:lnTo>
                  <a:lnTo>
                    <a:pt x="1444009" y="2127940"/>
                  </a:lnTo>
                  <a:lnTo>
                    <a:pt x="1444659" y="2142615"/>
                  </a:lnTo>
                  <a:lnTo>
                    <a:pt x="1445309" y="2156451"/>
                  </a:lnTo>
                  <a:lnTo>
                    <a:pt x="1445959" y="2169478"/>
                  </a:lnTo>
                  <a:lnTo>
                    <a:pt x="1446609" y="2181664"/>
                  </a:lnTo>
                  <a:lnTo>
                    <a:pt x="1447259" y="2192911"/>
                  </a:lnTo>
                  <a:lnTo>
                    <a:pt x="1447909" y="2203212"/>
                  </a:lnTo>
                  <a:lnTo>
                    <a:pt x="1448558" y="2212454"/>
                  </a:lnTo>
                  <a:lnTo>
                    <a:pt x="1449208" y="2220612"/>
                  </a:lnTo>
                  <a:lnTo>
                    <a:pt x="1449858" y="2227668"/>
                  </a:lnTo>
                  <a:lnTo>
                    <a:pt x="1450508" y="2233595"/>
                  </a:lnTo>
                  <a:lnTo>
                    <a:pt x="1451158" y="2238357"/>
                  </a:lnTo>
                  <a:lnTo>
                    <a:pt x="1451808" y="2241814"/>
                  </a:lnTo>
                  <a:lnTo>
                    <a:pt x="1452458" y="2243862"/>
                  </a:lnTo>
                  <a:lnTo>
                    <a:pt x="1453108" y="2244577"/>
                  </a:lnTo>
                  <a:lnTo>
                    <a:pt x="1453758" y="2244044"/>
                  </a:lnTo>
                  <a:lnTo>
                    <a:pt x="1454408" y="2242265"/>
                  </a:lnTo>
                  <a:lnTo>
                    <a:pt x="1455058" y="2239249"/>
                  </a:lnTo>
                  <a:lnTo>
                    <a:pt x="1455708" y="2234984"/>
                  </a:lnTo>
                  <a:lnTo>
                    <a:pt x="1456358" y="2229519"/>
                  </a:lnTo>
                  <a:lnTo>
                    <a:pt x="1457008" y="2223000"/>
                  </a:lnTo>
                  <a:lnTo>
                    <a:pt x="1457658" y="2215530"/>
                  </a:lnTo>
                  <a:lnTo>
                    <a:pt x="1458307" y="2207182"/>
                  </a:lnTo>
                  <a:lnTo>
                    <a:pt x="1458957" y="2198102"/>
                  </a:lnTo>
                  <a:lnTo>
                    <a:pt x="1459607" y="2188419"/>
                  </a:lnTo>
                  <a:lnTo>
                    <a:pt x="1460257" y="2178077"/>
                  </a:lnTo>
                  <a:lnTo>
                    <a:pt x="1460907" y="2167048"/>
                  </a:lnTo>
                  <a:lnTo>
                    <a:pt x="1461557" y="2155370"/>
                  </a:lnTo>
                  <a:lnTo>
                    <a:pt x="1462207" y="2143160"/>
                  </a:lnTo>
                  <a:lnTo>
                    <a:pt x="1462857" y="2130435"/>
                  </a:lnTo>
                  <a:lnTo>
                    <a:pt x="1463507" y="2117235"/>
                  </a:lnTo>
                  <a:lnTo>
                    <a:pt x="1464157" y="2103720"/>
                  </a:lnTo>
                  <a:lnTo>
                    <a:pt x="1464807" y="2089999"/>
                  </a:lnTo>
                  <a:lnTo>
                    <a:pt x="1465457" y="2076149"/>
                  </a:lnTo>
                  <a:lnTo>
                    <a:pt x="1466107" y="2062229"/>
                  </a:lnTo>
                  <a:lnTo>
                    <a:pt x="1466757" y="2048271"/>
                  </a:lnTo>
                  <a:lnTo>
                    <a:pt x="1467407" y="2034195"/>
                  </a:lnTo>
                  <a:lnTo>
                    <a:pt x="1468057" y="2019919"/>
                  </a:lnTo>
                  <a:lnTo>
                    <a:pt x="1468706" y="2005358"/>
                  </a:lnTo>
                  <a:lnTo>
                    <a:pt x="1469356" y="1990458"/>
                  </a:lnTo>
                  <a:lnTo>
                    <a:pt x="1470006" y="1975342"/>
                  </a:lnTo>
                  <a:lnTo>
                    <a:pt x="1470656" y="1960171"/>
                  </a:lnTo>
                  <a:lnTo>
                    <a:pt x="1471306" y="1945043"/>
                  </a:lnTo>
                  <a:lnTo>
                    <a:pt x="1471956" y="1929961"/>
                  </a:lnTo>
                  <a:lnTo>
                    <a:pt x="1472606" y="1914922"/>
                  </a:lnTo>
                  <a:lnTo>
                    <a:pt x="1473256" y="1899860"/>
                  </a:lnTo>
                  <a:lnTo>
                    <a:pt x="1473906" y="1884701"/>
                  </a:lnTo>
                  <a:lnTo>
                    <a:pt x="1474556" y="1869437"/>
                  </a:lnTo>
                  <a:lnTo>
                    <a:pt x="1475206" y="1854015"/>
                  </a:lnTo>
                  <a:lnTo>
                    <a:pt x="1475856" y="1838443"/>
                  </a:lnTo>
                  <a:lnTo>
                    <a:pt x="1476506" y="1822875"/>
                  </a:lnTo>
                  <a:lnTo>
                    <a:pt x="1477156" y="1807494"/>
                  </a:lnTo>
                  <a:lnTo>
                    <a:pt x="1477806" y="1792496"/>
                  </a:lnTo>
                  <a:lnTo>
                    <a:pt x="1478455" y="1778056"/>
                  </a:lnTo>
                  <a:lnTo>
                    <a:pt x="1479105" y="1764150"/>
                  </a:lnTo>
                  <a:lnTo>
                    <a:pt x="1479755" y="1750817"/>
                  </a:lnTo>
                  <a:lnTo>
                    <a:pt x="1480405" y="1738088"/>
                  </a:lnTo>
                  <a:lnTo>
                    <a:pt x="1481055" y="1726019"/>
                  </a:lnTo>
                  <a:lnTo>
                    <a:pt x="1481705" y="1714705"/>
                  </a:lnTo>
                  <a:lnTo>
                    <a:pt x="1482355" y="1704241"/>
                  </a:lnTo>
                  <a:lnTo>
                    <a:pt x="1483005" y="1694548"/>
                  </a:lnTo>
                  <a:lnTo>
                    <a:pt x="1483655" y="1685534"/>
                  </a:lnTo>
                  <a:lnTo>
                    <a:pt x="1484305" y="1677275"/>
                  </a:lnTo>
                  <a:lnTo>
                    <a:pt x="1484955" y="1669930"/>
                  </a:lnTo>
                  <a:lnTo>
                    <a:pt x="1485605" y="1663616"/>
                  </a:lnTo>
                  <a:lnTo>
                    <a:pt x="1486255" y="1658281"/>
                  </a:lnTo>
                  <a:lnTo>
                    <a:pt x="1486905" y="1653875"/>
                  </a:lnTo>
                  <a:lnTo>
                    <a:pt x="1487555" y="1650402"/>
                  </a:lnTo>
                  <a:lnTo>
                    <a:pt x="1488205" y="1647862"/>
                  </a:lnTo>
                  <a:lnTo>
                    <a:pt x="1488854" y="1646256"/>
                  </a:lnTo>
                  <a:lnTo>
                    <a:pt x="1489504" y="1645426"/>
                  </a:lnTo>
                  <a:lnTo>
                    <a:pt x="1490154" y="1645218"/>
                  </a:lnTo>
                  <a:lnTo>
                    <a:pt x="1490804" y="1645571"/>
                  </a:lnTo>
                  <a:lnTo>
                    <a:pt x="1491454" y="1646474"/>
                  </a:lnTo>
                  <a:lnTo>
                    <a:pt x="1492104" y="1647850"/>
                  </a:lnTo>
                  <a:lnTo>
                    <a:pt x="1492754" y="1649813"/>
                  </a:lnTo>
                  <a:lnTo>
                    <a:pt x="1493404" y="1652548"/>
                  </a:lnTo>
                  <a:lnTo>
                    <a:pt x="1494054" y="1656071"/>
                  </a:lnTo>
                  <a:lnTo>
                    <a:pt x="1494704" y="1660350"/>
                  </a:lnTo>
                  <a:lnTo>
                    <a:pt x="1495354" y="1665319"/>
                  </a:lnTo>
                  <a:lnTo>
                    <a:pt x="1496004" y="1670987"/>
                  </a:lnTo>
                  <a:lnTo>
                    <a:pt x="1496654" y="1677295"/>
                  </a:lnTo>
                  <a:lnTo>
                    <a:pt x="1497304" y="1684145"/>
                  </a:lnTo>
                  <a:lnTo>
                    <a:pt x="1497954" y="1691484"/>
                  </a:lnTo>
                  <a:lnTo>
                    <a:pt x="1498603" y="1699248"/>
                  </a:lnTo>
                  <a:lnTo>
                    <a:pt x="1499253" y="1707495"/>
                  </a:lnTo>
                  <a:lnTo>
                    <a:pt x="1499903" y="1716368"/>
                  </a:lnTo>
                  <a:lnTo>
                    <a:pt x="1500553" y="1725871"/>
                  </a:lnTo>
                  <a:lnTo>
                    <a:pt x="1501203" y="1735942"/>
                  </a:lnTo>
                  <a:lnTo>
                    <a:pt x="1501853" y="1746635"/>
                  </a:lnTo>
                  <a:lnTo>
                    <a:pt x="1502503" y="1757854"/>
                  </a:lnTo>
                  <a:lnTo>
                    <a:pt x="1503153" y="1769394"/>
                  </a:lnTo>
                  <a:lnTo>
                    <a:pt x="1503803" y="1781100"/>
                  </a:lnTo>
                  <a:lnTo>
                    <a:pt x="1504453" y="1792824"/>
                  </a:lnTo>
                  <a:lnTo>
                    <a:pt x="1505103" y="1804493"/>
                  </a:lnTo>
                  <a:lnTo>
                    <a:pt x="1505753" y="1816040"/>
                  </a:lnTo>
                  <a:lnTo>
                    <a:pt x="1506403" y="1827466"/>
                  </a:lnTo>
                  <a:lnTo>
                    <a:pt x="1507053" y="1838751"/>
                  </a:lnTo>
                  <a:lnTo>
                    <a:pt x="1507703" y="1849848"/>
                  </a:lnTo>
                  <a:lnTo>
                    <a:pt x="1508353" y="1860820"/>
                  </a:lnTo>
                  <a:lnTo>
                    <a:pt x="1509002" y="1871604"/>
                  </a:lnTo>
                  <a:lnTo>
                    <a:pt x="1509652" y="1881954"/>
                  </a:lnTo>
                  <a:lnTo>
                    <a:pt x="1510302" y="1891778"/>
                  </a:lnTo>
                  <a:lnTo>
                    <a:pt x="1510952" y="1900892"/>
                  </a:lnTo>
                  <a:lnTo>
                    <a:pt x="1511602" y="1909166"/>
                  </a:lnTo>
                  <a:lnTo>
                    <a:pt x="1512252" y="1916641"/>
                  </a:lnTo>
                  <a:lnTo>
                    <a:pt x="1512902" y="1923347"/>
                  </a:lnTo>
                  <a:lnTo>
                    <a:pt x="1513552" y="1929272"/>
                  </a:lnTo>
                  <a:lnTo>
                    <a:pt x="1514202" y="1934425"/>
                  </a:lnTo>
                  <a:lnTo>
                    <a:pt x="1514852" y="1938772"/>
                  </a:lnTo>
                  <a:lnTo>
                    <a:pt x="1515502" y="1942380"/>
                  </a:lnTo>
                  <a:lnTo>
                    <a:pt x="1516152" y="1945471"/>
                  </a:lnTo>
                  <a:lnTo>
                    <a:pt x="1516802" y="1948147"/>
                  </a:lnTo>
                  <a:lnTo>
                    <a:pt x="1517452" y="1950373"/>
                  </a:lnTo>
                  <a:lnTo>
                    <a:pt x="1518102" y="1952009"/>
                  </a:lnTo>
                  <a:lnTo>
                    <a:pt x="1518751" y="1952957"/>
                  </a:lnTo>
                  <a:lnTo>
                    <a:pt x="1519401" y="1953322"/>
                  </a:lnTo>
                  <a:lnTo>
                    <a:pt x="1520051" y="1953129"/>
                  </a:lnTo>
                  <a:lnTo>
                    <a:pt x="1520701" y="1952504"/>
                  </a:lnTo>
                  <a:lnTo>
                    <a:pt x="1521351" y="1951536"/>
                  </a:lnTo>
                  <a:lnTo>
                    <a:pt x="1522001" y="1950321"/>
                  </a:lnTo>
                  <a:lnTo>
                    <a:pt x="1522651" y="1949026"/>
                  </a:lnTo>
                  <a:lnTo>
                    <a:pt x="1523301" y="1947744"/>
                  </a:lnTo>
                  <a:lnTo>
                    <a:pt x="1523951" y="1946480"/>
                  </a:lnTo>
                  <a:lnTo>
                    <a:pt x="1524601" y="1945188"/>
                  </a:lnTo>
                  <a:lnTo>
                    <a:pt x="1525251" y="1943775"/>
                  </a:lnTo>
                  <a:lnTo>
                    <a:pt x="1525901" y="1941886"/>
                  </a:lnTo>
                  <a:lnTo>
                    <a:pt x="1526551" y="1939446"/>
                  </a:lnTo>
                  <a:lnTo>
                    <a:pt x="1527201" y="1936525"/>
                  </a:lnTo>
                  <a:lnTo>
                    <a:pt x="1527851" y="1933242"/>
                  </a:lnTo>
                  <a:lnTo>
                    <a:pt x="1528501" y="1929670"/>
                  </a:lnTo>
                  <a:lnTo>
                    <a:pt x="1529150" y="1925778"/>
                  </a:lnTo>
                  <a:lnTo>
                    <a:pt x="1529800" y="1921556"/>
                  </a:lnTo>
                  <a:lnTo>
                    <a:pt x="1530450" y="1916996"/>
                  </a:lnTo>
                  <a:lnTo>
                    <a:pt x="1531100" y="1912105"/>
                  </a:lnTo>
                  <a:lnTo>
                    <a:pt x="1531750" y="1906799"/>
                  </a:lnTo>
                  <a:lnTo>
                    <a:pt x="1532400" y="1900936"/>
                  </a:lnTo>
                  <a:lnTo>
                    <a:pt x="1533050" y="1894433"/>
                  </a:lnTo>
                  <a:lnTo>
                    <a:pt x="1533700" y="1887385"/>
                  </a:lnTo>
                  <a:lnTo>
                    <a:pt x="1534350" y="1879869"/>
                  </a:lnTo>
                  <a:lnTo>
                    <a:pt x="1535000" y="1871956"/>
                  </a:lnTo>
                  <a:lnTo>
                    <a:pt x="1535650" y="1863929"/>
                  </a:lnTo>
                  <a:lnTo>
                    <a:pt x="1536300" y="1855876"/>
                  </a:lnTo>
                  <a:lnTo>
                    <a:pt x="1536950" y="1847831"/>
                  </a:lnTo>
                  <a:lnTo>
                    <a:pt x="1537600" y="1839848"/>
                  </a:lnTo>
                  <a:lnTo>
                    <a:pt x="1538250" y="1831995"/>
                  </a:lnTo>
                  <a:lnTo>
                    <a:pt x="1538899" y="1824369"/>
                  </a:lnTo>
                  <a:lnTo>
                    <a:pt x="1539549" y="1817040"/>
                  </a:lnTo>
                  <a:lnTo>
                    <a:pt x="1540199" y="1810033"/>
                  </a:lnTo>
                  <a:lnTo>
                    <a:pt x="1540849" y="1803328"/>
                  </a:lnTo>
                  <a:lnTo>
                    <a:pt x="1541499" y="1797001"/>
                  </a:lnTo>
                  <a:lnTo>
                    <a:pt x="1542149" y="1791113"/>
                  </a:lnTo>
                  <a:lnTo>
                    <a:pt x="1542799" y="1785714"/>
                  </a:lnTo>
                  <a:lnTo>
                    <a:pt x="1543449" y="1780831"/>
                  </a:lnTo>
                  <a:lnTo>
                    <a:pt x="1544099" y="1776557"/>
                  </a:lnTo>
                  <a:lnTo>
                    <a:pt x="1544749" y="1772953"/>
                  </a:lnTo>
                  <a:lnTo>
                    <a:pt x="1545399" y="1769896"/>
                  </a:lnTo>
                  <a:lnTo>
                    <a:pt x="1546049" y="1767315"/>
                  </a:lnTo>
                  <a:lnTo>
                    <a:pt x="1546699" y="1765178"/>
                  </a:lnTo>
                  <a:lnTo>
                    <a:pt x="1547349" y="1763395"/>
                  </a:lnTo>
                  <a:lnTo>
                    <a:pt x="1547999" y="1761953"/>
                  </a:lnTo>
                  <a:lnTo>
                    <a:pt x="1548649" y="1760691"/>
                  </a:lnTo>
                  <a:lnTo>
                    <a:pt x="1549298" y="1759467"/>
                  </a:lnTo>
                  <a:lnTo>
                    <a:pt x="1549948" y="1758269"/>
                  </a:lnTo>
                  <a:lnTo>
                    <a:pt x="1550598" y="1757131"/>
                  </a:lnTo>
                  <a:lnTo>
                    <a:pt x="1551248" y="1756125"/>
                  </a:lnTo>
                  <a:lnTo>
                    <a:pt x="1551898" y="1755268"/>
                  </a:lnTo>
                  <a:lnTo>
                    <a:pt x="1552548" y="1754483"/>
                  </a:lnTo>
                  <a:lnTo>
                    <a:pt x="1553198" y="1753696"/>
                  </a:lnTo>
                  <a:lnTo>
                    <a:pt x="1553848" y="1752688"/>
                  </a:lnTo>
                  <a:lnTo>
                    <a:pt x="1554498" y="1751271"/>
                  </a:lnTo>
                  <a:lnTo>
                    <a:pt x="1555148" y="1749408"/>
                  </a:lnTo>
                  <a:lnTo>
                    <a:pt x="1555798" y="1747050"/>
                  </a:lnTo>
                  <a:lnTo>
                    <a:pt x="1556448" y="1744207"/>
                  </a:lnTo>
                  <a:lnTo>
                    <a:pt x="1557098" y="1740915"/>
                  </a:lnTo>
                  <a:lnTo>
                    <a:pt x="1557748" y="1737223"/>
                  </a:lnTo>
                  <a:lnTo>
                    <a:pt x="1558398" y="1733283"/>
                  </a:lnTo>
                  <a:lnTo>
                    <a:pt x="1559047" y="1729290"/>
                  </a:lnTo>
                  <a:lnTo>
                    <a:pt x="1559697" y="1725175"/>
                  </a:lnTo>
                  <a:lnTo>
                    <a:pt x="1560347" y="1720867"/>
                  </a:lnTo>
                  <a:lnTo>
                    <a:pt x="1560997" y="1716255"/>
                  </a:lnTo>
                  <a:lnTo>
                    <a:pt x="1561647" y="1711359"/>
                  </a:lnTo>
                  <a:lnTo>
                    <a:pt x="1562297" y="1706258"/>
                  </a:lnTo>
                  <a:lnTo>
                    <a:pt x="1562947" y="1700986"/>
                  </a:lnTo>
                  <a:lnTo>
                    <a:pt x="1563597" y="1695604"/>
                  </a:lnTo>
                  <a:lnTo>
                    <a:pt x="1564247" y="1690221"/>
                  </a:lnTo>
                  <a:lnTo>
                    <a:pt x="1564897" y="1684925"/>
                  </a:lnTo>
                  <a:lnTo>
                    <a:pt x="1565547" y="1679822"/>
                  </a:lnTo>
                  <a:lnTo>
                    <a:pt x="1566197" y="1674885"/>
                  </a:lnTo>
                  <a:lnTo>
                    <a:pt x="1566847" y="1670075"/>
                  </a:lnTo>
                  <a:lnTo>
                    <a:pt x="1567497" y="1665360"/>
                  </a:lnTo>
                  <a:lnTo>
                    <a:pt x="1568147" y="1660634"/>
                  </a:lnTo>
                  <a:lnTo>
                    <a:pt x="1568797" y="1655798"/>
                  </a:lnTo>
                  <a:lnTo>
                    <a:pt x="1569446" y="1650999"/>
                  </a:lnTo>
                  <a:lnTo>
                    <a:pt x="1570096" y="1646274"/>
                  </a:lnTo>
                  <a:lnTo>
                    <a:pt x="1570746" y="1641735"/>
                  </a:lnTo>
                  <a:lnTo>
                    <a:pt x="1571396" y="1637331"/>
                  </a:lnTo>
                  <a:lnTo>
                    <a:pt x="1572046" y="1632927"/>
                  </a:lnTo>
                  <a:lnTo>
                    <a:pt x="1572696" y="1628540"/>
                  </a:lnTo>
                  <a:lnTo>
                    <a:pt x="1573346" y="1624266"/>
                  </a:lnTo>
                  <a:lnTo>
                    <a:pt x="1573996" y="1620093"/>
                  </a:lnTo>
                  <a:lnTo>
                    <a:pt x="1574646" y="1615964"/>
                  </a:lnTo>
                  <a:lnTo>
                    <a:pt x="1575296" y="1611935"/>
                  </a:lnTo>
                  <a:lnTo>
                    <a:pt x="1575946" y="1608031"/>
                  </a:lnTo>
                  <a:lnTo>
                    <a:pt x="1576596" y="1604255"/>
                  </a:lnTo>
                  <a:lnTo>
                    <a:pt x="1577246" y="1600442"/>
                  </a:lnTo>
                  <a:lnTo>
                    <a:pt x="1577896" y="1596623"/>
                  </a:lnTo>
                  <a:lnTo>
                    <a:pt x="1578546" y="1592944"/>
                  </a:lnTo>
                  <a:lnTo>
                    <a:pt x="1579195" y="1589409"/>
                  </a:lnTo>
                  <a:lnTo>
                    <a:pt x="1579845" y="1586106"/>
                  </a:lnTo>
                  <a:lnTo>
                    <a:pt x="1580495" y="1583118"/>
                  </a:lnTo>
                  <a:lnTo>
                    <a:pt x="1581145" y="1580484"/>
                  </a:lnTo>
                  <a:lnTo>
                    <a:pt x="1581795" y="1578236"/>
                  </a:lnTo>
                  <a:lnTo>
                    <a:pt x="1582445" y="1576384"/>
                  </a:lnTo>
                  <a:lnTo>
                    <a:pt x="1583095" y="1574911"/>
                  </a:lnTo>
                  <a:lnTo>
                    <a:pt x="1583745" y="1573791"/>
                  </a:lnTo>
                  <a:lnTo>
                    <a:pt x="1584395" y="1572928"/>
                  </a:lnTo>
                  <a:lnTo>
                    <a:pt x="1585045" y="1572335"/>
                  </a:lnTo>
                  <a:lnTo>
                    <a:pt x="1585695" y="1572006"/>
                  </a:lnTo>
                  <a:lnTo>
                    <a:pt x="1586345" y="1572051"/>
                  </a:lnTo>
                  <a:lnTo>
                    <a:pt x="1586995" y="1572768"/>
                  </a:lnTo>
                  <a:lnTo>
                    <a:pt x="1587645" y="1574277"/>
                  </a:lnTo>
                  <a:lnTo>
                    <a:pt x="1588295" y="1576532"/>
                  </a:lnTo>
                  <a:lnTo>
                    <a:pt x="1588944" y="1579499"/>
                  </a:lnTo>
                  <a:lnTo>
                    <a:pt x="1589594" y="1583190"/>
                  </a:lnTo>
                  <a:lnTo>
                    <a:pt x="1590244" y="1587508"/>
                  </a:lnTo>
                  <a:lnTo>
                    <a:pt x="1590894" y="1592481"/>
                  </a:lnTo>
                  <a:lnTo>
                    <a:pt x="1591544" y="1598104"/>
                  </a:lnTo>
                  <a:lnTo>
                    <a:pt x="1592194" y="1604437"/>
                  </a:lnTo>
                  <a:lnTo>
                    <a:pt x="1592844" y="1611545"/>
                  </a:lnTo>
                  <a:lnTo>
                    <a:pt x="1593494" y="1619468"/>
                  </a:lnTo>
                  <a:lnTo>
                    <a:pt x="1594144" y="1628257"/>
                  </a:lnTo>
                  <a:lnTo>
                    <a:pt x="1594794" y="1637882"/>
                  </a:lnTo>
                  <a:lnTo>
                    <a:pt x="1595444" y="1648226"/>
                  </a:lnTo>
                  <a:lnTo>
                    <a:pt x="1596094" y="1659135"/>
                  </a:lnTo>
                  <a:lnTo>
                    <a:pt x="1596744" y="1670447"/>
                  </a:lnTo>
                  <a:lnTo>
                    <a:pt x="1597394" y="1682023"/>
                  </a:lnTo>
                  <a:lnTo>
                    <a:pt x="1598044" y="1693819"/>
                  </a:lnTo>
                  <a:lnTo>
                    <a:pt x="1598694" y="1705857"/>
                  </a:lnTo>
                  <a:lnTo>
                    <a:pt x="1599343" y="1718091"/>
                  </a:lnTo>
                  <a:lnTo>
                    <a:pt x="1599993" y="1730506"/>
                  </a:lnTo>
                  <a:lnTo>
                    <a:pt x="1600643" y="1743046"/>
                  </a:lnTo>
                  <a:lnTo>
                    <a:pt x="1601293" y="1755647"/>
                  </a:lnTo>
                  <a:lnTo>
                    <a:pt x="1601943" y="1768111"/>
                  </a:lnTo>
                  <a:lnTo>
                    <a:pt x="1602593" y="1780310"/>
                  </a:lnTo>
                  <a:lnTo>
                    <a:pt x="1603243" y="1792164"/>
                  </a:lnTo>
                  <a:lnTo>
                    <a:pt x="1603893" y="1803568"/>
                  </a:lnTo>
                  <a:lnTo>
                    <a:pt x="1604543" y="1814592"/>
                  </a:lnTo>
                  <a:lnTo>
                    <a:pt x="1605193" y="1825321"/>
                  </a:lnTo>
                  <a:lnTo>
                    <a:pt x="1605843" y="1835778"/>
                  </a:lnTo>
                  <a:lnTo>
                    <a:pt x="1606493" y="1845929"/>
                  </a:lnTo>
                  <a:lnTo>
                    <a:pt x="1607143" y="1855856"/>
                  </a:lnTo>
                  <a:lnTo>
                    <a:pt x="1607793" y="1865537"/>
                  </a:lnTo>
                  <a:lnTo>
                    <a:pt x="1608443" y="1874929"/>
                  </a:lnTo>
                  <a:lnTo>
                    <a:pt x="1609092" y="1884050"/>
                  </a:lnTo>
                  <a:lnTo>
                    <a:pt x="1609742" y="1893113"/>
                  </a:lnTo>
                  <a:lnTo>
                    <a:pt x="1610392" y="1902266"/>
                  </a:lnTo>
                  <a:lnTo>
                    <a:pt x="1611042" y="1911526"/>
                  </a:lnTo>
                  <a:lnTo>
                    <a:pt x="1611692" y="1920921"/>
                  </a:lnTo>
                  <a:lnTo>
                    <a:pt x="1612342" y="1930446"/>
                  </a:lnTo>
                  <a:lnTo>
                    <a:pt x="1612992" y="1940056"/>
                  </a:lnTo>
                  <a:lnTo>
                    <a:pt x="1613642" y="1949720"/>
                  </a:lnTo>
                  <a:lnTo>
                    <a:pt x="1614292" y="1959450"/>
                  </a:lnTo>
                  <a:lnTo>
                    <a:pt x="1614942" y="1969244"/>
                  </a:lnTo>
                  <a:lnTo>
                    <a:pt x="1615592" y="1979101"/>
                  </a:lnTo>
                  <a:lnTo>
                    <a:pt x="1616242" y="1989040"/>
                  </a:lnTo>
                  <a:lnTo>
                    <a:pt x="1616892" y="1999106"/>
                  </a:lnTo>
                  <a:lnTo>
                    <a:pt x="1617542" y="2009363"/>
                  </a:lnTo>
                  <a:lnTo>
                    <a:pt x="1618192" y="2019771"/>
                  </a:lnTo>
                  <a:lnTo>
                    <a:pt x="1618842" y="2030322"/>
                  </a:lnTo>
                  <a:lnTo>
                    <a:pt x="1619491" y="2040874"/>
                  </a:lnTo>
                  <a:lnTo>
                    <a:pt x="1620141" y="2051201"/>
                  </a:lnTo>
                  <a:lnTo>
                    <a:pt x="1620791" y="2061239"/>
                  </a:lnTo>
                  <a:lnTo>
                    <a:pt x="1621441" y="2071008"/>
                  </a:lnTo>
                  <a:lnTo>
                    <a:pt x="1622091" y="2080434"/>
                  </a:lnTo>
                  <a:lnTo>
                    <a:pt x="1622741" y="2089463"/>
                  </a:lnTo>
                  <a:lnTo>
                    <a:pt x="1623391" y="2098098"/>
                  </a:lnTo>
                  <a:lnTo>
                    <a:pt x="1624041" y="2106277"/>
                  </a:lnTo>
                  <a:lnTo>
                    <a:pt x="1624691" y="2113848"/>
                  </a:lnTo>
                  <a:lnTo>
                    <a:pt x="1625341" y="2120705"/>
                  </a:lnTo>
                  <a:lnTo>
                    <a:pt x="1625991" y="2126812"/>
                  </a:lnTo>
                  <a:lnTo>
                    <a:pt x="1626641" y="2132116"/>
                  </a:lnTo>
                  <a:lnTo>
                    <a:pt x="1627291" y="2136561"/>
                  </a:lnTo>
                  <a:lnTo>
                    <a:pt x="1627941" y="2140190"/>
                  </a:lnTo>
                  <a:lnTo>
                    <a:pt x="1628591" y="2143146"/>
                  </a:lnTo>
                  <a:lnTo>
                    <a:pt x="1629240" y="2145538"/>
                  </a:lnTo>
                  <a:lnTo>
                    <a:pt x="1629890" y="2147438"/>
                  </a:lnTo>
                  <a:lnTo>
                    <a:pt x="1630540" y="2148836"/>
                  </a:lnTo>
                  <a:lnTo>
                    <a:pt x="1631190" y="2149679"/>
                  </a:lnTo>
                  <a:lnTo>
                    <a:pt x="1631840" y="2149947"/>
                  </a:lnTo>
                  <a:lnTo>
                    <a:pt x="1632490" y="2149676"/>
                  </a:lnTo>
                  <a:lnTo>
                    <a:pt x="1633140" y="2148870"/>
                  </a:lnTo>
                  <a:lnTo>
                    <a:pt x="1633790" y="2147573"/>
                  </a:lnTo>
                  <a:lnTo>
                    <a:pt x="1634440" y="2145948"/>
                  </a:lnTo>
                  <a:lnTo>
                    <a:pt x="1635090" y="2144081"/>
                  </a:lnTo>
                  <a:lnTo>
                    <a:pt x="1635740" y="2141922"/>
                  </a:lnTo>
                  <a:lnTo>
                    <a:pt x="1636390" y="2139489"/>
                  </a:lnTo>
                  <a:lnTo>
                    <a:pt x="1637040" y="2136805"/>
                  </a:lnTo>
                  <a:lnTo>
                    <a:pt x="1637690" y="2133754"/>
                  </a:lnTo>
                  <a:lnTo>
                    <a:pt x="1638340" y="2130183"/>
                  </a:lnTo>
                  <a:lnTo>
                    <a:pt x="1638990" y="2125962"/>
                  </a:lnTo>
                  <a:lnTo>
                    <a:pt x="1639639" y="2121007"/>
                  </a:lnTo>
                  <a:lnTo>
                    <a:pt x="1640289" y="2115215"/>
                  </a:lnTo>
                  <a:lnTo>
                    <a:pt x="1640939" y="2108558"/>
                  </a:lnTo>
                  <a:lnTo>
                    <a:pt x="1641589" y="2101034"/>
                  </a:lnTo>
                  <a:lnTo>
                    <a:pt x="1642239" y="2092473"/>
                  </a:lnTo>
                  <a:lnTo>
                    <a:pt x="1642889" y="2082633"/>
                  </a:lnTo>
                  <a:lnTo>
                    <a:pt x="1643539" y="2071462"/>
                  </a:lnTo>
                  <a:lnTo>
                    <a:pt x="1644189" y="2058851"/>
                  </a:lnTo>
                  <a:lnTo>
                    <a:pt x="1644839" y="2044731"/>
                  </a:lnTo>
                  <a:lnTo>
                    <a:pt x="1645489" y="2029140"/>
                  </a:lnTo>
                  <a:lnTo>
                    <a:pt x="1646139" y="2012127"/>
                  </a:lnTo>
                  <a:lnTo>
                    <a:pt x="1646789" y="1993728"/>
                  </a:lnTo>
                  <a:lnTo>
                    <a:pt x="1647439" y="1973966"/>
                  </a:lnTo>
                  <a:lnTo>
                    <a:pt x="1648089" y="1952853"/>
                  </a:lnTo>
                  <a:lnTo>
                    <a:pt x="1648739" y="1930388"/>
                  </a:lnTo>
                  <a:lnTo>
                    <a:pt x="1649388" y="1906609"/>
                  </a:lnTo>
                  <a:lnTo>
                    <a:pt x="1650038" y="1881585"/>
                  </a:lnTo>
                  <a:lnTo>
                    <a:pt x="1650688" y="1855435"/>
                  </a:lnTo>
                  <a:lnTo>
                    <a:pt x="1651338" y="1828289"/>
                  </a:lnTo>
                  <a:lnTo>
                    <a:pt x="1651988" y="1800245"/>
                  </a:lnTo>
                  <a:lnTo>
                    <a:pt x="1652638" y="1771451"/>
                  </a:lnTo>
                  <a:lnTo>
                    <a:pt x="1653288" y="1741998"/>
                  </a:lnTo>
                  <a:lnTo>
                    <a:pt x="1653938" y="1711963"/>
                  </a:lnTo>
                  <a:lnTo>
                    <a:pt x="1654588" y="1681433"/>
                  </a:lnTo>
                  <a:lnTo>
                    <a:pt x="1655238" y="1650547"/>
                  </a:lnTo>
                  <a:lnTo>
                    <a:pt x="1655888" y="1619447"/>
                  </a:lnTo>
                  <a:lnTo>
                    <a:pt x="1656538" y="1588189"/>
                  </a:lnTo>
                  <a:lnTo>
                    <a:pt x="1657188" y="1556878"/>
                  </a:lnTo>
                  <a:lnTo>
                    <a:pt x="1657838" y="1525677"/>
                  </a:lnTo>
                  <a:lnTo>
                    <a:pt x="1658488" y="1494802"/>
                  </a:lnTo>
                  <a:lnTo>
                    <a:pt x="1659138" y="1464353"/>
                  </a:lnTo>
                  <a:lnTo>
                    <a:pt x="1659787" y="1434403"/>
                  </a:lnTo>
                  <a:lnTo>
                    <a:pt x="1660437" y="1405049"/>
                  </a:lnTo>
                  <a:lnTo>
                    <a:pt x="1661087" y="1376279"/>
                  </a:lnTo>
                  <a:lnTo>
                    <a:pt x="1661737" y="1348050"/>
                  </a:lnTo>
                  <a:lnTo>
                    <a:pt x="1662387" y="1320461"/>
                  </a:lnTo>
                  <a:lnTo>
                    <a:pt x="1663037" y="1293663"/>
                  </a:lnTo>
                  <a:lnTo>
                    <a:pt x="1663687" y="1267806"/>
                  </a:lnTo>
                  <a:lnTo>
                    <a:pt x="1664337" y="1243014"/>
                  </a:lnTo>
                  <a:lnTo>
                    <a:pt x="1664987" y="1219349"/>
                  </a:lnTo>
                  <a:lnTo>
                    <a:pt x="1665637" y="1196738"/>
                  </a:lnTo>
                  <a:lnTo>
                    <a:pt x="1666287" y="1175222"/>
                  </a:lnTo>
                  <a:lnTo>
                    <a:pt x="1666937" y="1154709"/>
                  </a:lnTo>
                  <a:lnTo>
                    <a:pt x="1667587" y="1135087"/>
                  </a:lnTo>
                  <a:lnTo>
                    <a:pt x="1668237" y="1116323"/>
                  </a:lnTo>
                  <a:lnTo>
                    <a:pt x="1668887" y="1098520"/>
                  </a:lnTo>
                  <a:lnTo>
                    <a:pt x="1669536" y="1081728"/>
                  </a:lnTo>
                  <a:lnTo>
                    <a:pt x="1670186" y="1065913"/>
                  </a:lnTo>
                  <a:lnTo>
                    <a:pt x="1670836" y="1051093"/>
                  </a:lnTo>
                  <a:lnTo>
                    <a:pt x="1671486" y="1037343"/>
                  </a:lnTo>
                  <a:lnTo>
                    <a:pt x="1672136" y="1024678"/>
                  </a:lnTo>
                  <a:lnTo>
                    <a:pt x="1672786" y="1013178"/>
                  </a:lnTo>
                  <a:lnTo>
                    <a:pt x="1673436" y="1002832"/>
                  </a:lnTo>
                  <a:lnTo>
                    <a:pt x="1674086" y="993566"/>
                  </a:lnTo>
                  <a:lnTo>
                    <a:pt x="1674736" y="985389"/>
                  </a:lnTo>
                  <a:lnTo>
                    <a:pt x="1675386" y="978457"/>
                  </a:lnTo>
                  <a:lnTo>
                    <a:pt x="1676036" y="972755"/>
                  </a:lnTo>
                  <a:lnTo>
                    <a:pt x="1676686" y="968334"/>
                  </a:lnTo>
                  <a:lnTo>
                    <a:pt x="1677336" y="965319"/>
                  </a:lnTo>
                  <a:lnTo>
                    <a:pt x="1677986" y="963689"/>
                  </a:lnTo>
                  <a:lnTo>
                    <a:pt x="1678636" y="963351"/>
                  </a:lnTo>
                  <a:lnTo>
                    <a:pt x="1679286" y="964220"/>
                  </a:lnTo>
                  <a:lnTo>
                    <a:pt x="1679935" y="966198"/>
                  </a:lnTo>
                  <a:lnTo>
                    <a:pt x="1680585" y="969254"/>
                  </a:lnTo>
                  <a:lnTo>
                    <a:pt x="1681235" y="973425"/>
                  </a:lnTo>
                  <a:lnTo>
                    <a:pt x="1681885" y="978669"/>
                  </a:lnTo>
                  <a:lnTo>
                    <a:pt x="1682535" y="984879"/>
                  </a:lnTo>
                  <a:lnTo>
                    <a:pt x="1683185" y="991959"/>
                  </a:lnTo>
                  <a:lnTo>
                    <a:pt x="1683835" y="999812"/>
                  </a:lnTo>
                  <a:lnTo>
                    <a:pt x="1684485" y="1008307"/>
                  </a:lnTo>
                  <a:lnTo>
                    <a:pt x="1685135" y="1017368"/>
                  </a:lnTo>
                  <a:lnTo>
                    <a:pt x="1685785" y="1026964"/>
                  </a:lnTo>
                  <a:lnTo>
                    <a:pt x="1686435" y="1037035"/>
                  </a:lnTo>
                  <a:lnTo>
                    <a:pt x="1687085" y="1047547"/>
                  </a:lnTo>
                  <a:lnTo>
                    <a:pt x="1687735" y="1058454"/>
                  </a:lnTo>
                  <a:lnTo>
                    <a:pt x="1688385" y="1069722"/>
                  </a:lnTo>
                  <a:lnTo>
                    <a:pt x="1689035" y="1081238"/>
                  </a:lnTo>
                  <a:lnTo>
                    <a:pt x="1689684" y="1093077"/>
                  </a:lnTo>
                  <a:lnTo>
                    <a:pt x="1690334" y="1105202"/>
                  </a:lnTo>
                  <a:lnTo>
                    <a:pt x="1690984" y="1117484"/>
                  </a:lnTo>
                  <a:lnTo>
                    <a:pt x="1691634" y="1129813"/>
                  </a:lnTo>
                  <a:lnTo>
                    <a:pt x="1692284" y="1142078"/>
                  </a:lnTo>
                  <a:lnTo>
                    <a:pt x="1692934" y="1154198"/>
                  </a:lnTo>
                  <a:lnTo>
                    <a:pt x="1693584" y="1166159"/>
                  </a:lnTo>
                  <a:lnTo>
                    <a:pt x="1694234" y="1177989"/>
                  </a:lnTo>
                  <a:lnTo>
                    <a:pt x="1694884" y="1189649"/>
                  </a:lnTo>
                  <a:lnTo>
                    <a:pt x="1695534" y="1201017"/>
                  </a:lnTo>
                  <a:lnTo>
                    <a:pt x="1696184" y="1211881"/>
                  </a:lnTo>
                  <a:lnTo>
                    <a:pt x="1696834" y="1222058"/>
                  </a:lnTo>
                  <a:lnTo>
                    <a:pt x="1697484" y="1231464"/>
                  </a:lnTo>
                  <a:lnTo>
                    <a:pt x="1698134" y="1240093"/>
                  </a:lnTo>
                  <a:lnTo>
                    <a:pt x="1698784" y="1248017"/>
                  </a:lnTo>
                  <a:lnTo>
                    <a:pt x="1699434" y="1255323"/>
                  </a:lnTo>
                  <a:lnTo>
                    <a:pt x="1700083" y="1262208"/>
                  </a:lnTo>
                  <a:lnTo>
                    <a:pt x="1700733" y="1268804"/>
                  </a:lnTo>
                  <a:lnTo>
                    <a:pt x="1701383" y="1275171"/>
                  </a:lnTo>
                  <a:lnTo>
                    <a:pt x="1702033" y="1281226"/>
                  </a:lnTo>
                  <a:lnTo>
                    <a:pt x="1702683" y="1287002"/>
                  </a:lnTo>
                  <a:lnTo>
                    <a:pt x="1703333" y="1292595"/>
                  </a:lnTo>
                  <a:lnTo>
                    <a:pt x="1703983" y="1298091"/>
                  </a:lnTo>
                  <a:lnTo>
                    <a:pt x="1704633" y="1303544"/>
                  </a:lnTo>
                  <a:lnTo>
                    <a:pt x="1705283" y="1308966"/>
                  </a:lnTo>
                  <a:lnTo>
                    <a:pt x="1705933" y="1314464"/>
                  </a:lnTo>
                  <a:lnTo>
                    <a:pt x="1706583" y="1320198"/>
                  </a:lnTo>
                  <a:lnTo>
                    <a:pt x="1707233" y="1326230"/>
                  </a:lnTo>
                  <a:lnTo>
                    <a:pt x="1707883" y="1332519"/>
                  </a:lnTo>
                  <a:lnTo>
                    <a:pt x="1708533" y="1338990"/>
                  </a:lnTo>
                  <a:lnTo>
                    <a:pt x="1709183" y="1345544"/>
                  </a:lnTo>
                  <a:lnTo>
                    <a:pt x="1709832" y="1352049"/>
                  </a:lnTo>
                  <a:lnTo>
                    <a:pt x="1710482" y="1358407"/>
                  </a:lnTo>
                  <a:lnTo>
                    <a:pt x="1711132" y="1364621"/>
                  </a:lnTo>
                  <a:lnTo>
                    <a:pt x="1711782" y="1370762"/>
                  </a:lnTo>
                  <a:lnTo>
                    <a:pt x="1712432" y="1376907"/>
                  </a:lnTo>
                  <a:lnTo>
                    <a:pt x="1713082" y="1383106"/>
                  </a:lnTo>
                  <a:lnTo>
                    <a:pt x="1713732" y="1389306"/>
                  </a:lnTo>
                  <a:lnTo>
                    <a:pt x="1714382" y="1395480"/>
                  </a:lnTo>
                  <a:lnTo>
                    <a:pt x="1715032" y="1401640"/>
                  </a:lnTo>
                  <a:lnTo>
                    <a:pt x="1715682" y="1407758"/>
                  </a:lnTo>
                  <a:lnTo>
                    <a:pt x="1716332" y="1413718"/>
                  </a:lnTo>
                  <a:lnTo>
                    <a:pt x="1716982" y="1419452"/>
                  </a:lnTo>
                  <a:lnTo>
                    <a:pt x="1717632" y="1424985"/>
                  </a:lnTo>
                  <a:lnTo>
                    <a:pt x="1718282" y="1430292"/>
                  </a:lnTo>
                  <a:lnTo>
                    <a:pt x="1718932" y="1435362"/>
                  </a:lnTo>
                  <a:lnTo>
                    <a:pt x="1719582" y="1440194"/>
                  </a:lnTo>
                  <a:lnTo>
                    <a:pt x="1720231" y="1444797"/>
                  </a:lnTo>
                  <a:lnTo>
                    <a:pt x="1720881" y="1449149"/>
                  </a:lnTo>
                  <a:lnTo>
                    <a:pt x="1721531" y="1453182"/>
                  </a:lnTo>
                  <a:lnTo>
                    <a:pt x="1722181" y="1456809"/>
                  </a:lnTo>
                  <a:lnTo>
                    <a:pt x="1722831" y="1459865"/>
                  </a:lnTo>
                  <a:lnTo>
                    <a:pt x="1723481" y="1462222"/>
                  </a:lnTo>
                  <a:lnTo>
                    <a:pt x="1724131" y="1463786"/>
                  </a:lnTo>
                  <a:lnTo>
                    <a:pt x="1724781" y="1464500"/>
                  </a:lnTo>
                  <a:lnTo>
                    <a:pt x="1725431" y="1464405"/>
                  </a:lnTo>
                  <a:lnTo>
                    <a:pt x="1726081" y="1463573"/>
                  </a:lnTo>
                  <a:lnTo>
                    <a:pt x="1726731" y="1461973"/>
                  </a:lnTo>
                  <a:lnTo>
                    <a:pt x="1727381" y="1459520"/>
                  </a:lnTo>
                  <a:lnTo>
                    <a:pt x="1728031" y="1456319"/>
                  </a:lnTo>
                  <a:lnTo>
                    <a:pt x="1728681" y="1452463"/>
                  </a:lnTo>
                  <a:lnTo>
                    <a:pt x="1729331" y="1448147"/>
                  </a:lnTo>
                  <a:lnTo>
                    <a:pt x="1729980" y="1443416"/>
                  </a:lnTo>
                  <a:lnTo>
                    <a:pt x="1730630" y="1438299"/>
                  </a:lnTo>
                  <a:lnTo>
                    <a:pt x="1731280" y="1432786"/>
                  </a:lnTo>
                  <a:lnTo>
                    <a:pt x="1731930" y="1426856"/>
                  </a:lnTo>
                  <a:lnTo>
                    <a:pt x="1732580" y="1420429"/>
                  </a:lnTo>
                  <a:lnTo>
                    <a:pt x="1733230" y="1413445"/>
                  </a:lnTo>
                  <a:lnTo>
                    <a:pt x="1733880" y="1405878"/>
                  </a:lnTo>
                  <a:lnTo>
                    <a:pt x="1734530" y="1397783"/>
                  </a:lnTo>
                  <a:lnTo>
                    <a:pt x="1735180" y="1389149"/>
                  </a:lnTo>
                  <a:lnTo>
                    <a:pt x="1735830" y="1379890"/>
                  </a:lnTo>
                  <a:lnTo>
                    <a:pt x="1736480" y="1369980"/>
                  </a:lnTo>
                  <a:lnTo>
                    <a:pt x="1737130" y="1359449"/>
                  </a:lnTo>
                  <a:lnTo>
                    <a:pt x="1737780" y="1348308"/>
                  </a:lnTo>
                  <a:lnTo>
                    <a:pt x="1738430" y="1336503"/>
                  </a:lnTo>
                  <a:lnTo>
                    <a:pt x="1739080" y="1323811"/>
                  </a:lnTo>
                  <a:lnTo>
                    <a:pt x="1739729" y="1310224"/>
                  </a:lnTo>
                  <a:lnTo>
                    <a:pt x="1740379" y="1295773"/>
                  </a:lnTo>
                  <a:lnTo>
                    <a:pt x="1741029" y="1280573"/>
                  </a:lnTo>
                  <a:lnTo>
                    <a:pt x="1741679" y="1264791"/>
                  </a:lnTo>
                  <a:lnTo>
                    <a:pt x="1742329" y="1248571"/>
                  </a:lnTo>
                  <a:lnTo>
                    <a:pt x="1742979" y="1232031"/>
                  </a:lnTo>
                  <a:lnTo>
                    <a:pt x="1743629" y="1215240"/>
                  </a:lnTo>
                  <a:lnTo>
                    <a:pt x="1744279" y="1198219"/>
                  </a:lnTo>
                  <a:lnTo>
                    <a:pt x="1744929" y="1181005"/>
                  </a:lnTo>
                  <a:lnTo>
                    <a:pt x="1745579" y="1163605"/>
                  </a:lnTo>
                  <a:lnTo>
                    <a:pt x="1746229" y="1146053"/>
                  </a:lnTo>
                  <a:lnTo>
                    <a:pt x="1746879" y="1128355"/>
                  </a:lnTo>
                  <a:lnTo>
                    <a:pt x="1747529" y="1110506"/>
                  </a:lnTo>
                  <a:lnTo>
                    <a:pt x="1748179" y="1092617"/>
                  </a:lnTo>
                  <a:lnTo>
                    <a:pt x="1748829" y="1074838"/>
                  </a:lnTo>
                  <a:lnTo>
                    <a:pt x="1749479" y="1057301"/>
                  </a:lnTo>
                  <a:lnTo>
                    <a:pt x="1750128" y="1040055"/>
                  </a:lnTo>
                  <a:lnTo>
                    <a:pt x="1750778" y="1023101"/>
                  </a:lnTo>
                  <a:lnTo>
                    <a:pt x="1751428" y="1006469"/>
                  </a:lnTo>
                  <a:lnTo>
                    <a:pt x="1752078" y="990134"/>
                  </a:lnTo>
                  <a:lnTo>
                    <a:pt x="1752728" y="974155"/>
                  </a:lnTo>
                  <a:lnTo>
                    <a:pt x="1753378" y="958539"/>
                  </a:lnTo>
                  <a:lnTo>
                    <a:pt x="1754028" y="943344"/>
                  </a:lnTo>
                  <a:lnTo>
                    <a:pt x="1754678" y="928608"/>
                  </a:lnTo>
                  <a:lnTo>
                    <a:pt x="1755328" y="914414"/>
                  </a:lnTo>
                  <a:lnTo>
                    <a:pt x="1755978" y="900898"/>
                  </a:lnTo>
                  <a:lnTo>
                    <a:pt x="1756628" y="888234"/>
                  </a:lnTo>
                  <a:lnTo>
                    <a:pt x="1757278" y="876537"/>
                  </a:lnTo>
                  <a:lnTo>
                    <a:pt x="1757928" y="865805"/>
                  </a:lnTo>
                  <a:lnTo>
                    <a:pt x="1758578" y="856012"/>
                  </a:lnTo>
                  <a:lnTo>
                    <a:pt x="1759228" y="847160"/>
                  </a:lnTo>
                  <a:lnTo>
                    <a:pt x="1759877" y="839282"/>
                  </a:lnTo>
                  <a:lnTo>
                    <a:pt x="1760527" y="832361"/>
                  </a:lnTo>
                  <a:lnTo>
                    <a:pt x="1761177" y="826380"/>
                  </a:lnTo>
                  <a:lnTo>
                    <a:pt x="1761827" y="821280"/>
                  </a:lnTo>
                  <a:lnTo>
                    <a:pt x="1762477" y="816927"/>
                  </a:lnTo>
                  <a:lnTo>
                    <a:pt x="1763127" y="813330"/>
                  </a:lnTo>
                  <a:lnTo>
                    <a:pt x="1763777" y="810375"/>
                  </a:lnTo>
                  <a:lnTo>
                    <a:pt x="1764427" y="808022"/>
                  </a:lnTo>
                  <a:lnTo>
                    <a:pt x="1765077" y="806258"/>
                  </a:lnTo>
                  <a:lnTo>
                    <a:pt x="1765727" y="805045"/>
                  </a:lnTo>
                  <a:lnTo>
                    <a:pt x="1766377" y="804294"/>
                  </a:lnTo>
                  <a:lnTo>
                    <a:pt x="1767027" y="803975"/>
                  </a:lnTo>
                  <a:lnTo>
                    <a:pt x="1767677" y="804072"/>
                  </a:lnTo>
                  <a:lnTo>
                    <a:pt x="1768327" y="804697"/>
                  </a:lnTo>
                  <a:lnTo>
                    <a:pt x="1768977" y="805830"/>
                  </a:lnTo>
                  <a:lnTo>
                    <a:pt x="1769627" y="807454"/>
                  </a:lnTo>
                  <a:lnTo>
                    <a:pt x="1770276" y="809509"/>
                  </a:lnTo>
                  <a:lnTo>
                    <a:pt x="1770926" y="811986"/>
                  </a:lnTo>
                  <a:lnTo>
                    <a:pt x="1771576" y="815103"/>
                  </a:lnTo>
                  <a:lnTo>
                    <a:pt x="1772226" y="818933"/>
                  </a:lnTo>
                  <a:lnTo>
                    <a:pt x="1772876" y="823426"/>
                  </a:lnTo>
                  <a:lnTo>
                    <a:pt x="1773526" y="828648"/>
                  </a:lnTo>
                  <a:lnTo>
                    <a:pt x="1774176" y="834521"/>
                  </a:lnTo>
                  <a:lnTo>
                    <a:pt x="1774826" y="841006"/>
                  </a:lnTo>
                  <a:lnTo>
                    <a:pt x="1775476" y="848098"/>
                  </a:lnTo>
                  <a:lnTo>
                    <a:pt x="1776126" y="855771"/>
                  </a:lnTo>
                  <a:lnTo>
                    <a:pt x="1776776" y="863996"/>
                  </a:lnTo>
                  <a:lnTo>
                    <a:pt x="1777426" y="872666"/>
                  </a:lnTo>
                  <a:lnTo>
                    <a:pt x="1778076" y="881646"/>
                  </a:lnTo>
                  <a:lnTo>
                    <a:pt x="1778726" y="890827"/>
                  </a:lnTo>
                  <a:lnTo>
                    <a:pt x="1779376" y="900194"/>
                  </a:lnTo>
                  <a:lnTo>
                    <a:pt x="1780025" y="909810"/>
                  </a:lnTo>
                  <a:lnTo>
                    <a:pt x="1780675" y="919595"/>
                  </a:lnTo>
                  <a:lnTo>
                    <a:pt x="1781325" y="929475"/>
                  </a:lnTo>
                  <a:lnTo>
                    <a:pt x="1781975" y="939386"/>
                  </a:lnTo>
                  <a:lnTo>
                    <a:pt x="1782625" y="949317"/>
                  </a:lnTo>
                  <a:lnTo>
                    <a:pt x="1783275" y="959246"/>
                  </a:lnTo>
                  <a:lnTo>
                    <a:pt x="1783925" y="969188"/>
                  </a:lnTo>
                  <a:lnTo>
                    <a:pt x="1784575" y="979146"/>
                  </a:lnTo>
                  <a:lnTo>
                    <a:pt x="1785225" y="989101"/>
                  </a:lnTo>
                  <a:lnTo>
                    <a:pt x="1785875" y="998959"/>
                  </a:lnTo>
                  <a:lnTo>
                    <a:pt x="1786525" y="1008639"/>
                  </a:lnTo>
                  <a:lnTo>
                    <a:pt x="1787175" y="1018141"/>
                  </a:lnTo>
                  <a:lnTo>
                    <a:pt x="1787825" y="1027578"/>
                  </a:lnTo>
                  <a:lnTo>
                    <a:pt x="1788475" y="1037020"/>
                  </a:lnTo>
                  <a:lnTo>
                    <a:pt x="1789125" y="1046475"/>
                  </a:lnTo>
                  <a:lnTo>
                    <a:pt x="1789775" y="1055973"/>
                  </a:lnTo>
                  <a:lnTo>
                    <a:pt x="1790424" y="1065553"/>
                  </a:lnTo>
                  <a:lnTo>
                    <a:pt x="1791074" y="1075193"/>
                  </a:lnTo>
                  <a:lnTo>
                    <a:pt x="1791724" y="1084864"/>
                  </a:lnTo>
                  <a:lnTo>
                    <a:pt x="1792374" y="1094512"/>
                  </a:lnTo>
                  <a:lnTo>
                    <a:pt x="1793024" y="1104005"/>
                  </a:lnTo>
                  <a:lnTo>
                    <a:pt x="1793674" y="1113321"/>
                  </a:lnTo>
                  <a:lnTo>
                    <a:pt x="1794324" y="1122287"/>
                  </a:lnTo>
                  <a:lnTo>
                    <a:pt x="1794974" y="1130958"/>
                  </a:lnTo>
                  <a:lnTo>
                    <a:pt x="1795624" y="1139437"/>
                  </a:lnTo>
                  <a:lnTo>
                    <a:pt x="1796274" y="1147854"/>
                  </a:lnTo>
                  <a:lnTo>
                    <a:pt x="1796924" y="1156306"/>
                  </a:lnTo>
                  <a:lnTo>
                    <a:pt x="1797574" y="1164766"/>
                  </a:lnTo>
                  <a:lnTo>
                    <a:pt x="1798224" y="1173150"/>
                  </a:lnTo>
                  <a:lnTo>
                    <a:pt x="1798874" y="1181432"/>
                  </a:lnTo>
                  <a:lnTo>
                    <a:pt x="1799524" y="1189649"/>
                  </a:lnTo>
                  <a:lnTo>
                    <a:pt x="1800173" y="1197739"/>
                  </a:lnTo>
                  <a:lnTo>
                    <a:pt x="1800823" y="1205622"/>
                  </a:lnTo>
                  <a:lnTo>
                    <a:pt x="1801473" y="1213262"/>
                  </a:lnTo>
                  <a:lnTo>
                    <a:pt x="1802123" y="1220663"/>
                  </a:lnTo>
                  <a:lnTo>
                    <a:pt x="1802773" y="1227837"/>
                  </a:lnTo>
                  <a:lnTo>
                    <a:pt x="1803423" y="1234788"/>
                  </a:lnTo>
                  <a:lnTo>
                    <a:pt x="1804073" y="1241460"/>
                  </a:lnTo>
                  <a:lnTo>
                    <a:pt x="1804723" y="1247731"/>
                  </a:lnTo>
                  <a:lnTo>
                    <a:pt x="1805373" y="1253618"/>
                  </a:lnTo>
                  <a:lnTo>
                    <a:pt x="1806023" y="1258972"/>
                  </a:lnTo>
                  <a:lnTo>
                    <a:pt x="1806673" y="1263672"/>
                  </a:lnTo>
                  <a:lnTo>
                    <a:pt x="1807323" y="1267685"/>
                  </a:lnTo>
                  <a:lnTo>
                    <a:pt x="1807973" y="1270989"/>
                  </a:lnTo>
                  <a:lnTo>
                    <a:pt x="1808623" y="1273649"/>
                  </a:lnTo>
                  <a:lnTo>
                    <a:pt x="1809273" y="1275660"/>
                  </a:lnTo>
                  <a:lnTo>
                    <a:pt x="1809923" y="1277096"/>
                  </a:lnTo>
                  <a:lnTo>
                    <a:pt x="1810572" y="1278085"/>
                  </a:lnTo>
                  <a:lnTo>
                    <a:pt x="1811222" y="1278803"/>
                  </a:lnTo>
                  <a:lnTo>
                    <a:pt x="1811872" y="1279396"/>
                  </a:lnTo>
                  <a:lnTo>
                    <a:pt x="1812522" y="1279833"/>
                  </a:lnTo>
                  <a:lnTo>
                    <a:pt x="1813172" y="1280093"/>
                  </a:lnTo>
                  <a:lnTo>
                    <a:pt x="1813822" y="1280248"/>
                  </a:lnTo>
                  <a:lnTo>
                    <a:pt x="1814472" y="1280255"/>
                  </a:lnTo>
                  <a:lnTo>
                    <a:pt x="1815122" y="1280076"/>
                  </a:lnTo>
                  <a:lnTo>
                    <a:pt x="1815772" y="1279722"/>
                  </a:lnTo>
                  <a:lnTo>
                    <a:pt x="1816422" y="1279212"/>
                  </a:lnTo>
                  <a:lnTo>
                    <a:pt x="1817072" y="1278509"/>
                  </a:lnTo>
                  <a:lnTo>
                    <a:pt x="1817722" y="1277569"/>
                  </a:lnTo>
                  <a:lnTo>
                    <a:pt x="1818372" y="1276420"/>
                  </a:lnTo>
                  <a:lnTo>
                    <a:pt x="1819022" y="1275141"/>
                  </a:lnTo>
                  <a:lnTo>
                    <a:pt x="1819672" y="1273763"/>
                  </a:lnTo>
                  <a:lnTo>
                    <a:pt x="1820321" y="1272130"/>
                  </a:lnTo>
                  <a:lnTo>
                    <a:pt x="1820971" y="1269978"/>
                  </a:lnTo>
                  <a:lnTo>
                    <a:pt x="1821621" y="1267145"/>
                  </a:lnTo>
                  <a:lnTo>
                    <a:pt x="1822271" y="1263514"/>
                  </a:lnTo>
                  <a:lnTo>
                    <a:pt x="1822921" y="1258974"/>
                  </a:lnTo>
                  <a:lnTo>
                    <a:pt x="1823571" y="1253497"/>
                  </a:lnTo>
                  <a:lnTo>
                    <a:pt x="1824221" y="1247152"/>
                  </a:lnTo>
                  <a:lnTo>
                    <a:pt x="1824871" y="1240006"/>
                  </a:lnTo>
                  <a:lnTo>
                    <a:pt x="1825521" y="1232158"/>
                  </a:lnTo>
                  <a:lnTo>
                    <a:pt x="1826171" y="1223674"/>
                  </a:lnTo>
                  <a:lnTo>
                    <a:pt x="1826821" y="1214672"/>
                  </a:lnTo>
                  <a:lnTo>
                    <a:pt x="1827471" y="1205312"/>
                  </a:lnTo>
                  <a:lnTo>
                    <a:pt x="1828121" y="1195554"/>
                  </a:lnTo>
                  <a:lnTo>
                    <a:pt x="1828771" y="1185297"/>
                  </a:lnTo>
                  <a:lnTo>
                    <a:pt x="1829421" y="1174395"/>
                  </a:lnTo>
                  <a:lnTo>
                    <a:pt x="1830071" y="1162906"/>
                  </a:lnTo>
                  <a:lnTo>
                    <a:pt x="1830720" y="1150968"/>
                  </a:lnTo>
                  <a:lnTo>
                    <a:pt x="1831370" y="1138665"/>
                  </a:lnTo>
                  <a:lnTo>
                    <a:pt x="1832020" y="1125938"/>
                  </a:lnTo>
                  <a:lnTo>
                    <a:pt x="1832670" y="1112808"/>
                  </a:lnTo>
                  <a:lnTo>
                    <a:pt x="1833320" y="1099285"/>
                  </a:lnTo>
                  <a:lnTo>
                    <a:pt x="1833970" y="1085383"/>
                  </a:lnTo>
                  <a:lnTo>
                    <a:pt x="1834620" y="1071074"/>
                  </a:lnTo>
                  <a:lnTo>
                    <a:pt x="1835270" y="1056429"/>
                  </a:lnTo>
                  <a:lnTo>
                    <a:pt x="1835920" y="1041497"/>
                  </a:lnTo>
                  <a:lnTo>
                    <a:pt x="1836570" y="1026300"/>
                  </a:lnTo>
                  <a:lnTo>
                    <a:pt x="1837220" y="1010891"/>
                  </a:lnTo>
                  <a:lnTo>
                    <a:pt x="1837870" y="995272"/>
                  </a:lnTo>
                  <a:lnTo>
                    <a:pt x="1838520" y="979508"/>
                  </a:lnTo>
                  <a:lnTo>
                    <a:pt x="1839170" y="963841"/>
                  </a:lnTo>
                  <a:lnTo>
                    <a:pt x="1839820" y="948329"/>
                  </a:lnTo>
                  <a:lnTo>
                    <a:pt x="1840469" y="933044"/>
                  </a:lnTo>
                  <a:lnTo>
                    <a:pt x="1841119" y="917987"/>
                  </a:lnTo>
                  <a:lnTo>
                    <a:pt x="1841769" y="903166"/>
                  </a:lnTo>
                  <a:lnTo>
                    <a:pt x="1842419" y="888660"/>
                  </a:lnTo>
                  <a:lnTo>
                    <a:pt x="1843069" y="874447"/>
                  </a:lnTo>
                  <a:lnTo>
                    <a:pt x="1843719" y="860558"/>
                  </a:lnTo>
                  <a:lnTo>
                    <a:pt x="1844369" y="846878"/>
                  </a:lnTo>
                  <a:lnTo>
                    <a:pt x="1845019" y="833337"/>
                  </a:lnTo>
                  <a:lnTo>
                    <a:pt x="1845669" y="819957"/>
                  </a:lnTo>
                  <a:lnTo>
                    <a:pt x="1846319" y="806755"/>
                  </a:lnTo>
                  <a:lnTo>
                    <a:pt x="1846969" y="793800"/>
                  </a:lnTo>
                  <a:lnTo>
                    <a:pt x="1847619" y="781168"/>
                  </a:lnTo>
                  <a:lnTo>
                    <a:pt x="1848269" y="768925"/>
                  </a:lnTo>
                  <a:lnTo>
                    <a:pt x="1848919" y="757022"/>
                  </a:lnTo>
                  <a:lnTo>
                    <a:pt x="1849569" y="745572"/>
                  </a:lnTo>
                  <a:lnTo>
                    <a:pt x="1850219" y="734632"/>
                  </a:lnTo>
                  <a:lnTo>
                    <a:pt x="1850868" y="724284"/>
                  </a:lnTo>
                  <a:lnTo>
                    <a:pt x="1851518" y="714552"/>
                  </a:lnTo>
                  <a:lnTo>
                    <a:pt x="1852168" y="705462"/>
                  </a:lnTo>
                  <a:lnTo>
                    <a:pt x="1852818" y="697085"/>
                  </a:lnTo>
                  <a:lnTo>
                    <a:pt x="1853468" y="689582"/>
                  </a:lnTo>
                  <a:lnTo>
                    <a:pt x="1854118" y="683083"/>
                  </a:lnTo>
                  <a:lnTo>
                    <a:pt x="1854768" y="677705"/>
                  </a:lnTo>
                  <a:lnTo>
                    <a:pt x="1855418" y="673493"/>
                  </a:lnTo>
                  <a:lnTo>
                    <a:pt x="1856068" y="670473"/>
                  </a:lnTo>
                  <a:lnTo>
                    <a:pt x="1856718" y="668575"/>
                  </a:lnTo>
                  <a:lnTo>
                    <a:pt x="1857368" y="667839"/>
                  </a:lnTo>
                  <a:lnTo>
                    <a:pt x="1858018" y="668180"/>
                  </a:lnTo>
                  <a:lnTo>
                    <a:pt x="1858668" y="669448"/>
                  </a:lnTo>
                  <a:lnTo>
                    <a:pt x="1859318" y="671662"/>
                  </a:lnTo>
                  <a:lnTo>
                    <a:pt x="1859968" y="674645"/>
                  </a:lnTo>
                  <a:lnTo>
                    <a:pt x="1860617" y="678231"/>
                  </a:lnTo>
                  <a:lnTo>
                    <a:pt x="1861267" y="682380"/>
                  </a:lnTo>
                  <a:lnTo>
                    <a:pt x="1861917" y="687150"/>
                  </a:lnTo>
                  <a:lnTo>
                    <a:pt x="1862567" y="692554"/>
                  </a:lnTo>
                  <a:lnTo>
                    <a:pt x="1863217" y="698522"/>
                  </a:lnTo>
                  <a:lnTo>
                    <a:pt x="1863867" y="704995"/>
                  </a:lnTo>
                  <a:lnTo>
                    <a:pt x="1864517" y="712066"/>
                  </a:lnTo>
                  <a:lnTo>
                    <a:pt x="1865167" y="719822"/>
                  </a:lnTo>
                  <a:lnTo>
                    <a:pt x="1865817" y="728246"/>
                  </a:lnTo>
                  <a:lnTo>
                    <a:pt x="1866467" y="737362"/>
                  </a:lnTo>
                  <a:lnTo>
                    <a:pt x="1867117" y="747167"/>
                  </a:lnTo>
                  <a:lnTo>
                    <a:pt x="1867767" y="757618"/>
                  </a:lnTo>
                  <a:lnTo>
                    <a:pt x="1868417" y="768616"/>
                  </a:lnTo>
                  <a:lnTo>
                    <a:pt x="1869067" y="780036"/>
                  </a:lnTo>
                  <a:lnTo>
                    <a:pt x="1869717" y="791853"/>
                  </a:lnTo>
                  <a:lnTo>
                    <a:pt x="1870366" y="804066"/>
                  </a:lnTo>
                  <a:lnTo>
                    <a:pt x="1871016" y="816666"/>
                  </a:lnTo>
                  <a:lnTo>
                    <a:pt x="1871666" y="829553"/>
                  </a:lnTo>
                  <a:lnTo>
                    <a:pt x="1872316" y="842576"/>
                  </a:lnTo>
                  <a:lnTo>
                    <a:pt x="1872966" y="855672"/>
                  </a:lnTo>
                  <a:lnTo>
                    <a:pt x="1873616" y="868696"/>
                  </a:lnTo>
                  <a:lnTo>
                    <a:pt x="1874266" y="881545"/>
                  </a:lnTo>
                  <a:lnTo>
                    <a:pt x="1874916" y="894052"/>
                  </a:lnTo>
                  <a:lnTo>
                    <a:pt x="1875566" y="906149"/>
                  </a:lnTo>
                  <a:lnTo>
                    <a:pt x="1876216" y="917719"/>
                  </a:lnTo>
                  <a:lnTo>
                    <a:pt x="1876866" y="928742"/>
                  </a:lnTo>
                  <a:lnTo>
                    <a:pt x="1877516" y="939292"/>
                  </a:lnTo>
                  <a:lnTo>
                    <a:pt x="1878166" y="949460"/>
                  </a:lnTo>
                  <a:lnTo>
                    <a:pt x="1878816" y="959223"/>
                  </a:lnTo>
                  <a:lnTo>
                    <a:pt x="1879466" y="968533"/>
                  </a:lnTo>
                  <a:lnTo>
                    <a:pt x="1880116" y="977345"/>
                  </a:lnTo>
                  <a:lnTo>
                    <a:pt x="1880765" y="985588"/>
                  </a:lnTo>
                  <a:lnTo>
                    <a:pt x="1881415" y="993213"/>
                  </a:lnTo>
                  <a:lnTo>
                    <a:pt x="1882065" y="1000179"/>
                  </a:lnTo>
                  <a:lnTo>
                    <a:pt x="1882715" y="1006374"/>
                  </a:lnTo>
                  <a:lnTo>
                    <a:pt x="1883365" y="1011769"/>
                  </a:lnTo>
                  <a:lnTo>
                    <a:pt x="1884015" y="1016351"/>
                  </a:lnTo>
                  <a:lnTo>
                    <a:pt x="1884665" y="1020063"/>
                  </a:lnTo>
                  <a:lnTo>
                    <a:pt x="1885315" y="1022903"/>
                  </a:lnTo>
                  <a:lnTo>
                    <a:pt x="1885965" y="1024873"/>
                  </a:lnTo>
                  <a:lnTo>
                    <a:pt x="1886615" y="1025945"/>
                  </a:lnTo>
                  <a:lnTo>
                    <a:pt x="1887265" y="1026047"/>
                  </a:lnTo>
                  <a:lnTo>
                    <a:pt x="1887915" y="1025137"/>
                  </a:lnTo>
                  <a:lnTo>
                    <a:pt x="1888565" y="1023272"/>
                  </a:lnTo>
                  <a:lnTo>
                    <a:pt x="1889215" y="1020508"/>
                  </a:lnTo>
                  <a:lnTo>
                    <a:pt x="1889865" y="1016861"/>
                  </a:lnTo>
                  <a:lnTo>
                    <a:pt x="1890514" y="1012369"/>
                  </a:lnTo>
                  <a:lnTo>
                    <a:pt x="1891164" y="1007206"/>
                  </a:lnTo>
                  <a:lnTo>
                    <a:pt x="1891814" y="1001500"/>
                  </a:lnTo>
                  <a:lnTo>
                    <a:pt x="1892464" y="995368"/>
                  </a:lnTo>
                  <a:lnTo>
                    <a:pt x="1893114" y="988906"/>
                  </a:lnTo>
                  <a:lnTo>
                    <a:pt x="1893764" y="982276"/>
                  </a:lnTo>
                  <a:lnTo>
                    <a:pt x="1894414" y="975499"/>
                  </a:lnTo>
                  <a:lnTo>
                    <a:pt x="1895064" y="968551"/>
                  </a:lnTo>
                  <a:lnTo>
                    <a:pt x="1895714" y="961411"/>
                  </a:lnTo>
                  <a:lnTo>
                    <a:pt x="1896364" y="954100"/>
                  </a:lnTo>
                  <a:lnTo>
                    <a:pt x="1897014" y="946559"/>
                  </a:lnTo>
                  <a:lnTo>
                    <a:pt x="1897664" y="938766"/>
                  </a:lnTo>
                  <a:lnTo>
                    <a:pt x="1898314" y="930731"/>
                  </a:lnTo>
                  <a:lnTo>
                    <a:pt x="1898964" y="922494"/>
                  </a:lnTo>
                  <a:lnTo>
                    <a:pt x="1899614" y="914107"/>
                  </a:lnTo>
                  <a:lnTo>
                    <a:pt x="1900264" y="905540"/>
                  </a:lnTo>
                  <a:lnTo>
                    <a:pt x="1900913" y="896845"/>
                  </a:lnTo>
                  <a:lnTo>
                    <a:pt x="1901563" y="888141"/>
                  </a:lnTo>
                  <a:lnTo>
                    <a:pt x="1902213" y="879442"/>
                  </a:lnTo>
                  <a:lnTo>
                    <a:pt x="1902863" y="870747"/>
                  </a:lnTo>
                  <a:lnTo>
                    <a:pt x="1903513" y="862059"/>
                  </a:lnTo>
                  <a:lnTo>
                    <a:pt x="1904163" y="853360"/>
                  </a:lnTo>
                  <a:lnTo>
                    <a:pt x="1904813" y="844734"/>
                  </a:lnTo>
                  <a:lnTo>
                    <a:pt x="1905463" y="836203"/>
                  </a:lnTo>
                  <a:lnTo>
                    <a:pt x="1906113" y="827832"/>
                  </a:lnTo>
                  <a:lnTo>
                    <a:pt x="1906763" y="819731"/>
                  </a:lnTo>
                  <a:lnTo>
                    <a:pt x="1907413" y="811951"/>
                  </a:lnTo>
                  <a:lnTo>
                    <a:pt x="1908063" y="804588"/>
                  </a:lnTo>
                  <a:lnTo>
                    <a:pt x="1908713" y="797643"/>
                  </a:lnTo>
                  <a:lnTo>
                    <a:pt x="1909363" y="791114"/>
                  </a:lnTo>
                  <a:lnTo>
                    <a:pt x="1910013" y="784983"/>
                  </a:lnTo>
                  <a:lnTo>
                    <a:pt x="1910662" y="779159"/>
                  </a:lnTo>
                  <a:lnTo>
                    <a:pt x="1911312" y="773503"/>
                  </a:lnTo>
                  <a:lnTo>
                    <a:pt x="1911962" y="768030"/>
                  </a:lnTo>
                  <a:lnTo>
                    <a:pt x="1912612" y="762779"/>
                  </a:lnTo>
                  <a:lnTo>
                    <a:pt x="1913262" y="757770"/>
                  </a:lnTo>
                  <a:lnTo>
                    <a:pt x="1913912" y="753070"/>
                  </a:lnTo>
                  <a:lnTo>
                    <a:pt x="1914562" y="748700"/>
                  </a:lnTo>
                  <a:lnTo>
                    <a:pt x="1915212" y="744731"/>
                  </a:lnTo>
                  <a:lnTo>
                    <a:pt x="1915862" y="741106"/>
                  </a:lnTo>
                  <a:lnTo>
                    <a:pt x="1916512" y="737783"/>
                  </a:lnTo>
                  <a:lnTo>
                    <a:pt x="1917162" y="734715"/>
                  </a:lnTo>
                  <a:lnTo>
                    <a:pt x="1917812" y="731863"/>
                  </a:lnTo>
                  <a:lnTo>
                    <a:pt x="1918462" y="729098"/>
                  </a:lnTo>
                  <a:lnTo>
                    <a:pt x="1919112" y="726368"/>
                  </a:lnTo>
                  <a:lnTo>
                    <a:pt x="1919762" y="723693"/>
                  </a:lnTo>
                  <a:lnTo>
                    <a:pt x="1920412" y="721189"/>
                  </a:lnTo>
                  <a:lnTo>
                    <a:pt x="1921061" y="718819"/>
                  </a:lnTo>
                  <a:lnTo>
                    <a:pt x="1921711" y="716521"/>
                  </a:lnTo>
                  <a:lnTo>
                    <a:pt x="1922361" y="714145"/>
                  </a:lnTo>
                  <a:lnTo>
                    <a:pt x="1923011" y="711637"/>
                  </a:lnTo>
                  <a:lnTo>
                    <a:pt x="1923661" y="708854"/>
                  </a:lnTo>
                  <a:lnTo>
                    <a:pt x="1924311" y="705604"/>
                  </a:lnTo>
                  <a:lnTo>
                    <a:pt x="1924961" y="701815"/>
                  </a:lnTo>
                  <a:lnTo>
                    <a:pt x="1925611" y="697480"/>
                  </a:lnTo>
                  <a:lnTo>
                    <a:pt x="1926261" y="692613"/>
                  </a:lnTo>
                  <a:lnTo>
                    <a:pt x="1926911" y="687236"/>
                  </a:lnTo>
                  <a:lnTo>
                    <a:pt x="1927561" y="681399"/>
                  </a:lnTo>
                  <a:lnTo>
                    <a:pt x="1928211" y="675184"/>
                  </a:lnTo>
                  <a:lnTo>
                    <a:pt x="1928861" y="668628"/>
                  </a:lnTo>
                  <a:lnTo>
                    <a:pt x="1929511" y="661703"/>
                  </a:lnTo>
                  <a:lnTo>
                    <a:pt x="1930161" y="654408"/>
                  </a:lnTo>
                  <a:lnTo>
                    <a:pt x="1930810" y="646752"/>
                  </a:lnTo>
                  <a:lnTo>
                    <a:pt x="1931460" y="638737"/>
                  </a:lnTo>
                  <a:lnTo>
                    <a:pt x="1932110" y="630397"/>
                  </a:lnTo>
                  <a:lnTo>
                    <a:pt x="1932760" y="621776"/>
                  </a:lnTo>
                  <a:lnTo>
                    <a:pt x="1933410" y="612905"/>
                  </a:lnTo>
                  <a:lnTo>
                    <a:pt x="1934060" y="603772"/>
                  </a:lnTo>
                  <a:lnTo>
                    <a:pt x="1934710" y="594373"/>
                  </a:lnTo>
                  <a:lnTo>
                    <a:pt x="1935360" y="584734"/>
                  </a:lnTo>
                  <a:lnTo>
                    <a:pt x="1936010" y="574844"/>
                  </a:lnTo>
                  <a:lnTo>
                    <a:pt x="1936660" y="564706"/>
                  </a:lnTo>
                  <a:lnTo>
                    <a:pt x="1937310" y="554282"/>
                  </a:lnTo>
                  <a:lnTo>
                    <a:pt x="1937960" y="543518"/>
                  </a:lnTo>
                  <a:lnTo>
                    <a:pt x="1938610" y="532425"/>
                  </a:lnTo>
                  <a:lnTo>
                    <a:pt x="1939260" y="521023"/>
                  </a:lnTo>
                  <a:lnTo>
                    <a:pt x="1939910" y="509339"/>
                  </a:lnTo>
                  <a:lnTo>
                    <a:pt x="1940560" y="497381"/>
                  </a:lnTo>
                  <a:lnTo>
                    <a:pt x="1941209" y="485167"/>
                  </a:lnTo>
                  <a:lnTo>
                    <a:pt x="1941859" y="472690"/>
                  </a:lnTo>
                  <a:lnTo>
                    <a:pt x="1942509" y="459998"/>
                  </a:lnTo>
                  <a:lnTo>
                    <a:pt x="1943159" y="447113"/>
                  </a:lnTo>
                  <a:lnTo>
                    <a:pt x="1943809" y="434147"/>
                  </a:lnTo>
                  <a:lnTo>
                    <a:pt x="1944459" y="421154"/>
                  </a:lnTo>
                  <a:lnTo>
                    <a:pt x="1945109" y="408084"/>
                  </a:lnTo>
                  <a:lnTo>
                    <a:pt x="1945759" y="394924"/>
                  </a:lnTo>
                  <a:lnTo>
                    <a:pt x="1946409" y="381633"/>
                  </a:lnTo>
                  <a:lnTo>
                    <a:pt x="1947059" y="368218"/>
                  </a:lnTo>
                  <a:lnTo>
                    <a:pt x="1947709" y="354713"/>
                  </a:lnTo>
                  <a:lnTo>
                    <a:pt x="1948359" y="341177"/>
                  </a:lnTo>
                  <a:lnTo>
                    <a:pt x="1949009" y="327665"/>
                  </a:lnTo>
                  <a:lnTo>
                    <a:pt x="1949659" y="314228"/>
                  </a:lnTo>
                  <a:lnTo>
                    <a:pt x="1950309" y="300884"/>
                  </a:lnTo>
                  <a:lnTo>
                    <a:pt x="1950958" y="287699"/>
                  </a:lnTo>
                  <a:lnTo>
                    <a:pt x="1951608" y="274800"/>
                  </a:lnTo>
                  <a:lnTo>
                    <a:pt x="1952258" y="262220"/>
                  </a:lnTo>
                  <a:lnTo>
                    <a:pt x="1952908" y="249932"/>
                  </a:lnTo>
                  <a:lnTo>
                    <a:pt x="1953558" y="237918"/>
                  </a:lnTo>
                  <a:lnTo>
                    <a:pt x="1954208" y="226258"/>
                  </a:lnTo>
                  <a:lnTo>
                    <a:pt x="1954858" y="215064"/>
                  </a:lnTo>
                  <a:lnTo>
                    <a:pt x="1955508" y="204460"/>
                  </a:lnTo>
                  <a:lnTo>
                    <a:pt x="1956158" y="194577"/>
                  </a:lnTo>
                  <a:lnTo>
                    <a:pt x="1956808" y="185499"/>
                  </a:lnTo>
                  <a:lnTo>
                    <a:pt x="1957458" y="177280"/>
                  </a:lnTo>
                  <a:lnTo>
                    <a:pt x="1958108" y="169984"/>
                  </a:lnTo>
                  <a:lnTo>
                    <a:pt x="1958758" y="163561"/>
                  </a:lnTo>
                  <a:lnTo>
                    <a:pt x="1959408" y="158011"/>
                  </a:lnTo>
                  <a:lnTo>
                    <a:pt x="1960058" y="153299"/>
                  </a:lnTo>
                  <a:lnTo>
                    <a:pt x="1960708" y="149442"/>
                  </a:lnTo>
                  <a:lnTo>
                    <a:pt x="1961357" y="146391"/>
                  </a:lnTo>
                  <a:lnTo>
                    <a:pt x="1962007" y="144134"/>
                  </a:lnTo>
                  <a:lnTo>
                    <a:pt x="1962657" y="142674"/>
                  </a:lnTo>
                  <a:lnTo>
                    <a:pt x="1963307" y="142010"/>
                  </a:lnTo>
                  <a:lnTo>
                    <a:pt x="1963957" y="142088"/>
                  </a:lnTo>
                  <a:lnTo>
                    <a:pt x="1964607" y="142873"/>
                  </a:lnTo>
                  <a:lnTo>
                    <a:pt x="1965257" y="144324"/>
                  </a:lnTo>
                  <a:lnTo>
                    <a:pt x="1965907" y="146472"/>
                  </a:lnTo>
                  <a:lnTo>
                    <a:pt x="1966557" y="149399"/>
                  </a:lnTo>
                  <a:lnTo>
                    <a:pt x="1967207" y="153173"/>
                  </a:lnTo>
                  <a:lnTo>
                    <a:pt x="1967857" y="157794"/>
                  </a:lnTo>
                  <a:lnTo>
                    <a:pt x="1968507" y="163266"/>
                  </a:lnTo>
                  <a:lnTo>
                    <a:pt x="1969157" y="169605"/>
                  </a:lnTo>
                  <a:lnTo>
                    <a:pt x="1969807" y="176841"/>
                  </a:lnTo>
                  <a:lnTo>
                    <a:pt x="1970457" y="185036"/>
                  </a:lnTo>
                  <a:lnTo>
                    <a:pt x="1971106" y="194254"/>
                  </a:lnTo>
                  <a:lnTo>
                    <a:pt x="1971756" y="204615"/>
                  </a:lnTo>
                  <a:lnTo>
                    <a:pt x="1972406" y="216247"/>
                  </a:lnTo>
                  <a:lnTo>
                    <a:pt x="1973056" y="229172"/>
                  </a:lnTo>
                  <a:lnTo>
                    <a:pt x="1973706" y="243377"/>
                  </a:lnTo>
                  <a:lnTo>
                    <a:pt x="1974356" y="258920"/>
                  </a:lnTo>
                  <a:lnTo>
                    <a:pt x="1975006" y="275849"/>
                  </a:lnTo>
                  <a:lnTo>
                    <a:pt x="1975656" y="294139"/>
                  </a:lnTo>
                  <a:lnTo>
                    <a:pt x="1976306" y="313742"/>
                  </a:lnTo>
                  <a:lnTo>
                    <a:pt x="1976956" y="334604"/>
                  </a:lnTo>
                  <a:lnTo>
                    <a:pt x="1977606" y="356739"/>
                  </a:lnTo>
                  <a:lnTo>
                    <a:pt x="1978256" y="380205"/>
                  </a:lnTo>
                  <a:lnTo>
                    <a:pt x="1978906" y="404998"/>
                  </a:lnTo>
                  <a:lnTo>
                    <a:pt x="1979556" y="431081"/>
                  </a:lnTo>
                  <a:lnTo>
                    <a:pt x="1980206" y="458391"/>
                  </a:lnTo>
                  <a:lnTo>
                    <a:pt x="1980856" y="486866"/>
                  </a:lnTo>
                  <a:lnTo>
                    <a:pt x="1981505" y="516463"/>
                  </a:lnTo>
                  <a:lnTo>
                    <a:pt x="1982155" y="547154"/>
                  </a:lnTo>
                  <a:lnTo>
                    <a:pt x="1982805" y="578863"/>
                  </a:lnTo>
                  <a:lnTo>
                    <a:pt x="1983455" y="611613"/>
                  </a:lnTo>
                  <a:lnTo>
                    <a:pt x="1984105" y="645190"/>
                  </a:lnTo>
                  <a:lnTo>
                    <a:pt x="1984755" y="679458"/>
                  </a:lnTo>
                  <a:lnTo>
                    <a:pt x="1985405" y="714273"/>
                  </a:lnTo>
                  <a:lnTo>
                    <a:pt x="1986055" y="749593"/>
                  </a:lnTo>
                  <a:lnTo>
                    <a:pt x="1986705" y="785360"/>
                  </a:lnTo>
                  <a:lnTo>
                    <a:pt x="1987355" y="821412"/>
                  </a:lnTo>
                  <a:lnTo>
                    <a:pt x="1988005" y="857587"/>
                  </a:lnTo>
                  <a:lnTo>
                    <a:pt x="1988655" y="893803"/>
                  </a:lnTo>
                  <a:lnTo>
                    <a:pt x="1989305" y="930008"/>
                  </a:lnTo>
                  <a:lnTo>
                    <a:pt x="1989955" y="966107"/>
                  </a:lnTo>
                  <a:lnTo>
                    <a:pt x="1990605" y="1001996"/>
                  </a:lnTo>
                  <a:lnTo>
                    <a:pt x="1991254" y="1037562"/>
                  </a:lnTo>
                  <a:lnTo>
                    <a:pt x="1991904" y="1072680"/>
                  </a:lnTo>
                  <a:lnTo>
                    <a:pt x="1992554" y="1107272"/>
                  </a:lnTo>
                  <a:lnTo>
                    <a:pt x="1993204" y="1141208"/>
                  </a:lnTo>
                  <a:lnTo>
                    <a:pt x="1993854" y="1174425"/>
                  </a:lnTo>
                  <a:lnTo>
                    <a:pt x="1994504" y="1206980"/>
                  </a:lnTo>
                  <a:lnTo>
                    <a:pt x="1995154" y="1238924"/>
                  </a:lnTo>
                  <a:lnTo>
                    <a:pt x="1995804" y="1270295"/>
                  </a:lnTo>
                  <a:lnTo>
                    <a:pt x="1996454" y="1301134"/>
                  </a:lnTo>
                  <a:lnTo>
                    <a:pt x="1997104" y="1331450"/>
                  </a:lnTo>
                  <a:lnTo>
                    <a:pt x="1997754" y="1361206"/>
                  </a:lnTo>
                  <a:lnTo>
                    <a:pt x="1998404" y="1390299"/>
                  </a:lnTo>
                  <a:lnTo>
                    <a:pt x="1999054" y="1418540"/>
                  </a:lnTo>
                  <a:lnTo>
                    <a:pt x="1999704" y="1445769"/>
                  </a:lnTo>
                  <a:lnTo>
                    <a:pt x="2000354" y="1471867"/>
                  </a:lnTo>
                  <a:lnTo>
                    <a:pt x="2001004" y="1496780"/>
                  </a:lnTo>
                  <a:lnTo>
                    <a:pt x="2001653" y="1520530"/>
                  </a:lnTo>
                  <a:lnTo>
                    <a:pt x="2002303" y="1543157"/>
                  </a:lnTo>
                  <a:lnTo>
                    <a:pt x="2002953" y="1564642"/>
                  </a:lnTo>
                  <a:lnTo>
                    <a:pt x="2003603" y="1584922"/>
                  </a:lnTo>
                  <a:lnTo>
                    <a:pt x="2004253" y="1603760"/>
                  </a:lnTo>
                  <a:lnTo>
                    <a:pt x="2004903" y="1620841"/>
                  </a:lnTo>
                  <a:lnTo>
                    <a:pt x="2005553" y="1635917"/>
                  </a:lnTo>
                  <a:lnTo>
                    <a:pt x="2006203" y="1648907"/>
                  </a:lnTo>
                  <a:lnTo>
                    <a:pt x="2006853" y="1659750"/>
                  </a:lnTo>
                  <a:lnTo>
                    <a:pt x="2007503" y="1668291"/>
                  </a:lnTo>
                  <a:lnTo>
                    <a:pt x="2008153" y="1674490"/>
                  </a:lnTo>
                  <a:lnTo>
                    <a:pt x="2008803" y="1678389"/>
                  </a:lnTo>
                  <a:lnTo>
                    <a:pt x="2009453" y="1680016"/>
                  </a:lnTo>
                  <a:lnTo>
                    <a:pt x="2010103" y="1679363"/>
                  </a:lnTo>
                  <a:lnTo>
                    <a:pt x="2010753" y="1676437"/>
                  </a:lnTo>
                  <a:lnTo>
                    <a:pt x="2011402" y="1671216"/>
                  </a:lnTo>
                  <a:lnTo>
                    <a:pt x="2012052" y="1663696"/>
                  </a:lnTo>
                  <a:lnTo>
                    <a:pt x="2012702" y="1653912"/>
                  </a:lnTo>
                  <a:lnTo>
                    <a:pt x="2013352" y="1641900"/>
                  </a:lnTo>
                  <a:lnTo>
                    <a:pt x="2014002" y="1627718"/>
                  </a:lnTo>
                  <a:lnTo>
                    <a:pt x="2014652" y="1611391"/>
                  </a:lnTo>
                  <a:lnTo>
                    <a:pt x="2015302" y="1593033"/>
                  </a:lnTo>
                  <a:lnTo>
                    <a:pt x="2015952" y="1572736"/>
                  </a:lnTo>
                  <a:lnTo>
                    <a:pt x="2016602" y="1550627"/>
                  </a:lnTo>
                  <a:lnTo>
                    <a:pt x="2017252" y="1527025"/>
                  </a:lnTo>
                  <a:lnTo>
                    <a:pt x="2017902" y="1502124"/>
                  </a:lnTo>
                  <a:lnTo>
                    <a:pt x="2018552" y="1476107"/>
                  </a:lnTo>
                  <a:lnTo>
                    <a:pt x="2019202" y="1448995"/>
                  </a:lnTo>
                  <a:lnTo>
                    <a:pt x="2019852" y="1420887"/>
                  </a:lnTo>
                  <a:lnTo>
                    <a:pt x="2020502" y="1391963"/>
                  </a:lnTo>
                  <a:lnTo>
                    <a:pt x="2021151" y="1362379"/>
                  </a:lnTo>
                  <a:lnTo>
                    <a:pt x="2021801" y="1332226"/>
                  </a:lnTo>
                  <a:lnTo>
                    <a:pt x="2022451" y="1301619"/>
                  </a:lnTo>
                  <a:lnTo>
                    <a:pt x="2023101" y="1270711"/>
                  </a:lnTo>
                  <a:lnTo>
                    <a:pt x="2023751" y="1239628"/>
                  </a:lnTo>
                  <a:lnTo>
                    <a:pt x="2024401" y="1208532"/>
                  </a:lnTo>
                  <a:lnTo>
                    <a:pt x="2025051" y="1177517"/>
                  </a:lnTo>
                  <a:lnTo>
                    <a:pt x="2025701" y="1146696"/>
                  </a:lnTo>
                  <a:lnTo>
                    <a:pt x="2026351" y="1116224"/>
                  </a:lnTo>
                  <a:lnTo>
                    <a:pt x="2027001" y="1086139"/>
                  </a:lnTo>
                  <a:lnTo>
                    <a:pt x="2027651" y="1056381"/>
                  </a:lnTo>
                  <a:lnTo>
                    <a:pt x="2028301" y="1026895"/>
                  </a:lnTo>
                  <a:lnTo>
                    <a:pt x="2028951" y="997672"/>
                  </a:lnTo>
                  <a:lnTo>
                    <a:pt x="2029601" y="968669"/>
                  </a:lnTo>
                  <a:lnTo>
                    <a:pt x="2030251" y="939911"/>
                  </a:lnTo>
                  <a:lnTo>
                    <a:pt x="2030901" y="911421"/>
                  </a:lnTo>
                  <a:lnTo>
                    <a:pt x="2031550" y="883286"/>
                  </a:lnTo>
                  <a:lnTo>
                    <a:pt x="2032200" y="855607"/>
                  </a:lnTo>
                  <a:lnTo>
                    <a:pt x="2032850" y="828498"/>
                  </a:lnTo>
                  <a:lnTo>
                    <a:pt x="2033500" y="802088"/>
                  </a:lnTo>
                  <a:lnTo>
                    <a:pt x="2034150" y="776365"/>
                  </a:lnTo>
                  <a:lnTo>
                    <a:pt x="2034800" y="751250"/>
                  </a:lnTo>
                  <a:lnTo>
                    <a:pt x="2035450" y="726715"/>
                  </a:lnTo>
                  <a:lnTo>
                    <a:pt x="2036100" y="702737"/>
                  </a:lnTo>
                  <a:lnTo>
                    <a:pt x="2036750" y="679394"/>
                  </a:lnTo>
                  <a:lnTo>
                    <a:pt x="2037400" y="656918"/>
                  </a:lnTo>
                  <a:lnTo>
                    <a:pt x="2038050" y="635535"/>
                  </a:lnTo>
                  <a:lnTo>
                    <a:pt x="2038700" y="615336"/>
                  </a:lnTo>
                  <a:lnTo>
                    <a:pt x="2039350" y="596418"/>
                  </a:lnTo>
                  <a:lnTo>
                    <a:pt x="2040000" y="578899"/>
                  </a:lnTo>
                  <a:lnTo>
                    <a:pt x="2040650" y="562849"/>
                  </a:lnTo>
                  <a:lnTo>
                    <a:pt x="2041299" y="548247"/>
                  </a:lnTo>
                  <a:lnTo>
                    <a:pt x="2041949" y="535009"/>
                  </a:lnTo>
                  <a:lnTo>
                    <a:pt x="2042599" y="523060"/>
                  </a:lnTo>
                  <a:lnTo>
                    <a:pt x="2043249" y="512338"/>
                  </a:lnTo>
                  <a:lnTo>
                    <a:pt x="2043899" y="502837"/>
                  </a:lnTo>
                  <a:lnTo>
                    <a:pt x="2044549" y="494578"/>
                  </a:lnTo>
                  <a:lnTo>
                    <a:pt x="2045199" y="487550"/>
                  </a:lnTo>
                  <a:lnTo>
                    <a:pt x="2045849" y="481746"/>
                  </a:lnTo>
                  <a:lnTo>
                    <a:pt x="2046499" y="477129"/>
                  </a:lnTo>
                  <a:lnTo>
                    <a:pt x="2047149" y="473632"/>
                  </a:lnTo>
                  <a:lnTo>
                    <a:pt x="2047799" y="471208"/>
                  </a:lnTo>
                  <a:lnTo>
                    <a:pt x="2048449" y="469783"/>
                  </a:lnTo>
                  <a:lnTo>
                    <a:pt x="2049099" y="469332"/>
                  </a:lnTo>
                  <a:lnTo>
                    <a:pt x="2049749" y="469638"/>
                  </a:lnTo>
                  <a:lnTo>
                    <a:pt x="2050399" y="470579"/>
                  </a:lnTo>
                  <a:lnTo>
                    <a:pt x="2051049" y="472017"/>
                  </a:lnTo>
                  <a:lnTo>
                    <a:pt x="2051698" y="473943"/>
                  </a:lnTo>
                  <a:lnTo>
                    <a:pt x="2052348" y="476443"/>
                  </a:lnTo>
                  <a:lnTo>
                    <a:pt x="2052998" y="479471"/>
                  </a:lnTo>
                  <a:lnTo>
                    <a:pt x="2053648" y="482969"/>
                  </a:lnTo>
                  <a:lnTo>
                    <a:pt x="2054298" y="486867"/>
                  </a:lnTo>
                  <a:lnTo>
                    <a:pt x="2054948" y="491091"/>
                  </a:lnTo>
                  <a:lnTo>
                    <a:pt x="2055598" y="495562"/>
                  </a:lnTo>
                  <a:lnTo>
                    <a:pt x="2056248" y="500225"/>
                  </a:lnTo>
                  <a:lnTo>
                    <a:pt x="2056898" y="505039"/>
                  </a:lnTo>
                  <a:lnTo>
                    <a:pt x="2057548" y="509943"/>
                  </a:lnTo>
                  <a:lnTo>
                    <a:pt x="2058198" y="514905"/>
                  </a:lnTo>
                  <a:lnTo>
                    <a:pt x="2058848" y="519890"/>
                  </a:lnTo>
                  <a:lnTo>
                    <a:pt x="2059498" y="524791"/>
                  </a:lnTo>
                  <a:lnTo>
                    <a:pt x="2060148" y="529607"/>
                  </a:lnTo>
                  <a:lnTo>
                    <a:pt x="2060798" y="534355"/>
                  </a:lnTo>
                  <a:lnTo>
                    <a:pt x="2061447" y="539002"/>
                  </a:lnTo>
                  <a:lnTo>
                    <a:pt x="2062097" y="543555"/>
                  </a:lnTo>
                  <a:lnTo>
                    <a:pt x="2062747" y="548035"/>
                  </a:lnTo>
                  <a:lnTo>
                    <a:pt x="2063397" y="552483"/>
                  </a:lnTo>
                  <a:lnTo>
                    <a:pt x="2064047" y="556955"/>
                  </a:lnTo>
                  <a:lnTo>
                    <a:pt x="2064697" y="561434"/>
                  </a:lnTo>
                  <a:lnTo>
                    <a:pt x="2065347" y="565901"/>
                  </a:lnTo>
                  <a:lnTo>
                    <a:pt x="2065997" y="570277"/>
                  </a:lnTo>
                  <a:lnTo>
                    <a:pt x="2066647" y="574462"/>
                  </a:lnTo>
                  <a:lnTo>
                    <a:pt x="2067297" y="578519"/>
                  </a:lnTo>
                  <a:lnTo>
                    <a:pt x="2067947" y="582521"/>
                  </a:lnTo>
                  <a:lnTo>
                    <a:pt x="2068597" y="586526"/>
                  </a:lnTo>
                  <a:lnTo>
                    <a:pt x="2069247" y="590605"/>
                  </a:lnTo>
                  <a:lnTo>
                    <a:pt x="2069897" y="594666"/>
                  </a:lnTo>
                  <a:lnTo>
                    <a:pt x="2070547" y="598617"/>
                  </a:lnTo>
                  <a:lnTo>
                    <a:pt x="2071197" y="602445"/>
                  </a:lnTo>
                  <a:lnTo>
                    <a:pt x="2071846" y="606108"/>
                  </a:lnTo>
                  <a:lnTo>
                    <a:pt x="2072496" y="609477"/>
                  </a:lnTo>
                  <a:lnTo>
                    <a:pt x="2073146" y="612463"/>
                  </a:lnTo>
                  <a:lnTo>
                    <a:pt x="2073796" y="615080"/>
                  </a:lnTo>
                  <a:lnTo>
                    <a:pt x="2074446" y="617405"/>
                  </a:lnTo>
                  <a:lnTo>
                    <a:pt x="2075096" y="619586"/>
                  </a:lnTo>
                  <a:lnTo>
                    <a:pt x="2075746" y="621691"/>
                  </a:lnTo>
                  <a:lnTo>
                    <a:pt x="2076396" y="623784"/>
                  </a:lnTo>
                  <a:lnTo>
                    <a:pt x="2077046" y="625817"/>
                  </a:lnTo>
                  <a:lnTo>
                    <a:pt x="2077696" y="627814"/>
                  </a:lnTo>
                  <a:lnTo>
                    <a:pt x="2078346" y="629809"/>
                  </a:lnTo>
                  <a:lnTo>
                    <a:pt x="2078996" y="631785"/>
                  </a:lnTo>
                  <a:lnTo>
                    <a:pt x="2079646" y="633813"/>
                  </a:lnTo>
                  <a:lnTo>
                    <a:pt x="2080296" y="635944"/>
                  </a:lnTo>
                  <a:lnTo>
                    <a:pt x="2080946" y="638159"/>
                  </a:lnTo>
                  <a:lnTo>
                    <a:pt x="2081595" y="640498"/>
                  </a:lnTo>
                  <a:lnTo>
                    <a:pt x="2082245" y="643027"/>
                  </a:lnTo>
                  <a:lnTo>
                    <a:pt x="2082895" y="645857"/>
                  </a:lnTo>
                  <a:lnTo>
                    <a:pt x="2083545" y="649024"/>
                  </a:lnTo>
                  <a:lnTo>
                    <a:pt x="2084195" y="652547"/>
                  </a:lnTo>
                  <a:lnTo>
                    <a:pt x="2084845" y="656354"/>
                  </a:lnTo>
                  <a:lnTo>
                    <a:pt x="2085495" y="660402"/>
                  </a:lnTo>
                  <a:lnTo>
                    <a:pt x="2086145" y="664722"/>
                  </a:lnTo>
                  <a:lnTo>
                    <a:pt x="2086795" y="669356"/>
                  </a:lnTo>
                  <a:lnTo>
                    <a:pt x="2087445" y="674292"/>
                  </a:lnTo>
                  <a:lnTo>
                    <a:pt x="2088095" y="679509"/>
                  </a:lnTo>
                  <a:lnTo>
                    <a:pt x="2088745" y="684990"/>
                  </a:lnTo>
                  <a:lnTo>
                    <a:pt x="2089395" y="690647"/>
                  </a:lnTo>
                  <a:lnTo>
                    <a:pt x="2090045" y="696500"/>
                  </a:lnTo>
                  <a:lnTo>
                    <a:pt x="2090695" y="702582"/>
                  </a:lnTo>
                  <a:lnTo>
                    <a:pt x="2091345" y="708886"/>
                  </a:lnTo>
                  <a:lnTo>
                    <a:pt x="2091994" y="715433"/>
                  </a:lnTo>
                  <a:lnTo>
                    <a:pt x="2092644" y="722278"/>
                  </a:lnTo>
                  <a:lnTo>
                    <a:pt x="2093294" y="729403"/>
                  </a:lnTo>
                  <a:lnTo>
                    <a:pt x="2093944" y="736756"/>
                  </a:lnTo>
                  <a:lnTo>
                    <a:pt x="2094594" y="744378"/>
                  </a:lnTo>
                  <a:lnTo>
                    <a:pt x="2095244" y="752218"/>
                  </a:lnTo>
                  <a:lnTo>
                    <a:pt x="2095894" y="760203"/>
                  </a:lnTo>
                  <a:lnTo>
                    <a:pt x="2096544" y="768196"/>
                  </a:lnTo>
                  <a:lnTo>
                    <a:pt x="2097194" y="776163"/>
                  </a:lnTo>
                  <a:lnTo>
                    <a:pt x="2097844" y="784132"/>
                  </a:lnTo>
                  <a:lnTo>
                    <a:pt x="2098494" y="792130"/>
                  </a:lnTo>
                  <a:lnTo>
                    <a:pt x="2099144" y="800263"/>
                  </a:lnTo>
                  <a:lnTo>
                    <a:pt x="2099794" y="808464"/>
                  </a:lnTo>
                  <a:lnTo>
                    <a:pt x="2100444" y="816638"/>
                  </a:lnTo>
                  <a:lnTo>
                    <a:pt x="2101094" y="824665"/>
                  </a:lnTo>
                  <a:lnTo>
                    <a:pt x="2101743" y="832377"/>
                  </a:lnTo>
                  <a:lnTo>
                    <a:pt x="2102393" y="839729"/>
                  </a:lnTo>
                  <a:lnTo>
                    <a:pt x="2103043" y="846790"/>
                  </a:lnTo>
                  <a:lnTo>
                    <a:pt x="2103693" y="853615"/>
                  </a:lnTo>
                  <a:lnTo>
                    <a:pt x="2104343" y="860223"/>
                  </a:lnTo>
                  <a:lnTo>
                    <a:pt x="2104993" y="866723"/>
                  </a:lnTo>
                  <a:lnTo>
                    <a:pt x="2105643" y="873291"/>
                  </a:lnTo>
                  <a:lnTo>
                    <a:pt x="2106293" y="880022"/>
                  </a:lnTo>
                  <a:lnTo>
                    <a:pt x="2106943" y="886913"/>
                  </a:lnTo>
                  <a:lnTo>
                    <a:pt x="2107593" y="893887"/>
                  </a:lnTo>
                  <a:lnTo>
                    <a:pt x="2108243" y="900909"/>
                  </a:lnTo>
                  <a:lnTo>
                    <a:pt x="2108893" y="907977"/>
                  </a:lnTo>
                  <a:lnTo>
                    <a:pt x="2109543" y="915179"/>
                  </a:lnTo>
                  <a:lnTo>
                    <a:pt x="2110193" y="922568"/>
                  </a:lnTo>
                  <a:lnTo>
                    <a:pt x="2110843" y="930143"/>
                  </a:lnTo>
                  <a:lnTo>
                    <a:pt x="2111493" y="937957"/>
                  </a:lnTo>
                  <a:lnTo>
                    <a:pt x="2112142" y="945976"/>
                  </a:lnTo>
                  <a:lnTo>
                    <a:pt x="2112792" y="954183"/>
                  </a:lnTo>
                  <a:lnTo>
                    <a:pt x="2113442" y="962527"/>
                  </a:lnTo>
                  <a:lnTo>
                    <a:pt x="2114092" y="970942"/>
                  </a:lnTo>
                  <a:lnTo>
                    <a:pt x="2114742" y="979346"/>
                  </a:lnTo>
                  <a:lnTo>
                    <a:pt x="2115392" y="987637"/>
                  </a:lnTo>
                  <a:lnTo>
                    <a:pt x="2116042" y="995730"/>
                  </a:lnTo>
                  <a:lnTo>
                    <a:pt x="2116692" y="1003551"/>
                  </a:lnTo>
                  <a:lnTo>
                    <a:pt x="2117342" y="1011090"/>
                  </a:lnTo>
                  <a:lnTo>
                    <a:pt x="2117992" y="1018343"/>
                  </a:lnTo>
                  <a:lnTo>
                    <a:pt x="2118642" y="1025199"/>
                  </a:lnTo>
                  <a:lnTo>
                    <a:pt x="2119292" y="1031534"/>
                  </a:lnTo>
                  <a:lnTo>
                    <a:pt x="2119942" y="1037271"/>
                  </a:lnTo>
                  <a:lnTo>
                    <a:pt x="2120592" y="1042392"/>
                  </a:lnTo>
                  <a:lnTo>
                    <a:pt x="2121242" y="1046862"/>
                  </a:lnTo>
                  <a:lnTo>
                    <a:pt x="2121891" y="1050721"/>
                  </a:lnTo>
                  <a:lnTo>
                    <a:pt x="2122541" y="1053958"/>
                  </a:lnTo>
                  <a:lnTo>
                    <a:pt x="2123191" y="1056550"/>
                  </a:lnTo>
                  <a:lnTo>
                    <a:pt x="2123841" y="1058419"/>
                  </a:lnTo>
                  <a:lnTo>
                    <a:pt x="2124491" y="1059559"/>
                  </a:lnTo>
                  <a:lnTo>
                    <a:pt x="2125141" y="1059919"/>
                  </a:lnTo>
                  <a:lnTo>
                    <a:pt x="2125791" y="1059485"/>
                  </a:lnTo>
                  <a:lnTo>
                    <a:pt x="2126441" y="1058329"/>
                  </a:lnTo>
                  <a:lnTo>
                    <a:pt x="2127091" y="1056479"/>
                  </a:lnTo>
                  <a:lnTo>
                    <a:pt x="2127741" y="1053958"/>
                  </a:lnTo>
                  <a:lnTo>
                    <a:pt x="2128391" y="1050833"/>
                  </a:lnTo>
                  <a:lnTo>
                    <a:pt x="2129041" y="1047223"/>
                  </a:lnTo>
                  <a:lnTo>
                    <a:pt x="2129691" y="1043238"/>
                  </a:lnTo>
                  <a:lnTo>
                    <a:pt x="2130341" y="1038875"/>
                  </a:lnTo>
                  <a:lnTo>
                    <a:pt x="2130991" y="1034103"/>
                  </a:lnTo>
                  <a:lnTo>
                    <a:pt x="2131641" y="1028923"/>
                  </a:lnTo>
                  <a:lnTo>
                    <a:pt x="2132290" y="1023414"/>
                  </a:lnTo>
                  <a:lnTo>
                    <a:pt x="2132940" y="1017696"/>
                  </a:lnTo>
                  <a:lnTo>
                    <a:pt x="2133590" y="1011910"/>
                  </a:lnTo>
                  <a:lnTo>
                    <a:pt x="2134240" y="1006230"/>
                  </a:lnTo>
                  <a:lnTo>
                    <a:pt x="2134890" y="1000806"/>
                  </a:lnTo>
                  <a:lnTo>
                    <a:pt x="2135540" y="995677"/>
                  </a:lnTo>
                  <a:lnTo>
                    <a:pt x="2136190" y="990811"/>
                  </a:lnTo>
                  <a:lnTo>
                    <a:pt x="2136840" y="986134"/>
                  </a:lnTo>
                  <a:lnTo>
                    <a:pt x="2137490" y="981674"/>
                  </a:lnTo>
                  <a:lnTo>
                    <a:pt x="2138140" y="977356"/>
                  </a:lnTo>
                  <a:lnTo>
                    <a:pt x="2138790" y="973035"/>
                  </a:lnTo>
                  <a:lnTo>
                    <a:pt x="2139440" y="968679"/>
                  </a:lnTo>
                  <a:lnTo>
                    <a:pt x="2140090" y="964315"/>
                  </a:lnTo>
                  <a:lnTo>
                    <a:pt x="2140740" y="959966"/>
                  </a:lnTo>
                  <a:lnTo>
                    <a:pt x="2141390" y="955553"/>
                  </a:lnTo>
                  <a:lnTo>
                    <a:pt x="2142039" y="951007"/>
                  </a:lnTo>
                  <a:lnTo>
                    <a:pt x="2142689" y="946171"/>
                  </a:lnTo>
                  <a:lnTo>
                    <a:pt x="2143339" y="940990"/>
                  </a:lnTo>
                  <a:lnTo>
                    <a:pt x="2143989" y="935382"/>
                  </a:lnTo>
                  <a:lnTo>
                    <a:pt x="2144639" y="929287"/>
                  </a:lnTo>
                  <a:lnTo>
                    <a:pt x="2145289" y="922733"/>
                  </a:lnTo>
                  <a:lnTo>
                    <a:pt x="2145939" y="915772"/>
                  </a:lnTo>
                  <a:lnTo>
                    <a:pt x="2146589" y="908523"/>
                  </a:lnTo>
                  <a:lnTo>
                    <a:pt x="2147239" y="901069"/>
                  </a:lnTo>
                  <a:lnTo>
                    <a:pt x="2147889" y="893480"/>
                  </a:lnTo>
                  <a:lnTo>
                    <a:pt x="2148539" y="885817"/>
                  </a:lnTo>
                  <a:lnTo>
                    <a:pt x="2149189" y="878136"/>
                  </a:lnTo>
                  <a:lnTo>
                    <a:pt x="2149839" y="870446"/>
                  </a:lnTo>
                  <a:lnTo>
                    <a:pt x="2150489" y="862729"/>
                  </a:lnTo>
                  <a:lnTo>
                    <a:pt x="2151139" y="855058"/>
                  </a:lnTo>
                  <a:lnTo>
                    <a:pt x="2151789" y="847508"/>
                  </a:lnTo>
                  <a:lnTo>
                    <a:pt x="2152438" y="840191"/>
                  </a:lnTo>
                  <a:lnTo>
                    <a:pt x="2153088" y="833163"/>
                  </a:lnTo>
                  <a:lnTo>
                    <a:pt x="2153738" y="826492"/>
                  </a:lnTo>
                  <a:lnTo>
                    <a:pt x="2154388" y="820238"/>
                  </a:lnTo>
                  <a:lnTo>
                    <a:pt x="2155038" y="814389"/>
                  </a:lnTo>
                  <a:lnTo>
                    <a:pt x="2155688" y="808991"/>
                  </a:lnTo>
                  <a:lnTo>
                    <a:pt x="2156338" y="804058"/>
                  </a:lnTo>
                  <a:lnTo>
                    <a:pt x="2156988" y="799606"/>
                  </a:lnTo>
                  <a:lnTo>
                    <a:pt x="2157638" y="795626"/>
                  </a:lnTo>
                  <a:lnTo>
                    <a:pt x="2158288" y="792138"/>
                  </a:lnTo>
                  <a:lnTo>
                    <a:pt x="2158938" y="789143"/>
                  </a:lnTo>
                  <a:lnTo>
                    <a:pt x="2159588" y="786600"/>
                  </a:lnTo>
                  <a:lnTo>
                    <a:pt x="2160238" y="784576"/>
                  </a:lnTo>
                  <a:lnTo>
                    <a:pt x="2160888" y="783066"/>
                  </a:lnTo>
                  <a:lnTo>
                    <a:pt x="2161538" y="782027"/>
                  </a:lnTo>
                  <a:lnTo>
                    <a:pt x="2162187" y="781409"/>
                  </a:lnTo>
                  <a:lnTo>
                    <a:pt x="2162837" y="781165"/>
                  </a:lnTo>
                  <a:lnTo>
                    <a:pt x="2163487" y="781278"/>
                  </a:lnTo>
                  <a:lnTo>
                    <a:pt x="2164137" y="781717"/>
                  </a:lnTo>
                  <a:lnTo>
                    <a:pt x="2164787" y="782387"/>
                  </a:lnTo>
                  <a:lnTo>
                    <a:pt x="2165437" y="783146"/>
                  </a:lnTo>
                  <a:lnTo>
                    <a:pt x="2166087" y="783951"/>
                  </a:lnTo>
                  <a:lnTo>
                    <a:pt x="2166737" y="784678"/>
                  </a:lnTo>
                  <a:lnTo>
                    <a:pt x="2167387" y="785259"/>
                  </a:lnTo>
                  <a:lnTo>
                    <a:pt x="2168037" y="785630"/>
                  </a:lnTo>
                  <a:lnTo>
                    <a:pt x="2168687" y="785759"/>
                  </a:lnTo>
                  <a:lnTo>
                    <a:pt x="2169337" y="785671"/>
                  </a:lnTo>
                  <a:lnTo>
                    <a:pt x="2169987" y="785346"/>
                  </a:lnTo>
                  <a:lnTo>
                    <a:pt x="2170637" y="784717"/>
                  </a:lnTo>
                  <a:lnTo>
                    <a:pt x="2171287" y="783818"/>
                  </a:lnTo>
                  <a:lnTo>
                    <a:pt x="2171936" y="782643"/>
                  </a:lnTo>
                  <a:lnTo>
                    <a:pt x="2172586" y="781209"/>
                  </a:lnTo>
                  <a:lnTo>
                    <a:pt x="2173236" y="779518"/>
                  </a:lnTo>
                  <a:lnTo>
                    <a:pt x="2173886" y="777626"/>
                  </a:lnTo>
                  <a:lnTo>
                    <a:pt x="2174536" y="775606"/>
                  </a:lnTo>
                  <a:lnTo>
                    <a:pt x="2175186" y="773572"/>
                  </a:lnTo>
                  <a:lnTo>
                    <a:pt x="2175836" y="771587"/>
                  </a:lnTo>
                  <a:lnTo>
                    <a:pt x="2176486" y="769699"/>
                  </a:lnTo>
                  <a:lnTo>
                    <a:pt x="2177136" y="767984"/>
                  </a:lnTo>
                  <a:lnTo>
                    <a:pt x="2177786" y="766447"/>
                  </a:lnTo>
                  <a:lnTo>
                    <a:pt x="2178436" y="765168"/>
                  </a:lnTo>
                  <a:lnTo>
                    <a:pt x="2179086" y="764090"/>
                  </a:lnTo>
                  <a:lnTo>
                    <a:pt x="2179736" y="763167"/>
                  </a:lnTo>
                  <a:lnTo>
                    <a:pt x="2180386" y="762410"/>
                  </a:lnTo>
                  <a:lnTo>
                    <a:pt x="2181036" y="761781"/>
                  </a:lnTo>
                  <a:lnTo>
                    <a:pt x="2181686" y="761322"/>
                  </a:lnTo>
                  <a:lnTo>
                    <a:pt x="2182335" y="761053"/>
                  </a:lnTo>
                  <a:lnTo>
                    <a:pt x="2182985" y="761065"/>
                  </a:lnTo>
                  <a:lnTo>
                    <a:pt x="2183635" y="761370"/>
                  </a:lnTo>
                  <a:lnTo>
                    <a:pt x="2184285" y="761922"/>
                  </a:lnTo>
                  <a:lnTo>
                    <a:pt x="2184935" y="762716"/>
                  </a:lnTo>
                  <a:lnTo>
                    <a:pt x="2185585" y="763750"/>
                  </a:lnTo>
                  <a:lnTo>
                    <a:pt x="2186235" y="765036"/>
                  </a:lnTo>
                  <a:lnTo>
                    <a:pt x="2186885" y="766507"/>
                  </a:lnTo>
                  <a:lnTo>
                    <a:pt x="2187535" y="768214"/>
                  </a:lnTo>
                  <a:lnTo>
                    <a:pt x="2188185" y="770149"/>
                  </a:lnTo>
                  <a:lnTo>
                    <a:pt x="2188835" y="772337"/>
                  </a:lnTo>
                  <a:lnTo>
                    <a:pt x="2189485" y="774814"/>
                  </a:lnTo>
                  <a:lnTo>
                    <a:pt x="2190135" y="777573"/>
                  </a:lnTo>
                  <a:lnTo>
                    <a:pt x="2190785" y="780613"/>
                  </a:lnTo>
                  <a:lnTo>
                    <a:pt x="2191435" y="783914"/>
                  </a:lnTo>
                  <a:lnTo>
                    <a:pt x="2192084" y="787477"/>
                  </a:lnTo>
                  <a:lnTo>
                    <a:pt x="2192734" y="791209"/>
                  </a:lnTo>
                  <a:lnTo>
                    <a:pt x="2193384" y="795030"/>
                  </a:lnTo>
                  <a:lnTo>
                    <a:pt x="2194034" y="799013"/>
                  </a:lnTo>
                  <a:lnTo>
                    <a:pt x="2194684" y="803144"/>
                  </a:lnTo>
                  <a:lnTo>
                    <a:pt x="2195334" y="807442"/>
                  </a:lnTo>
                  <a:lnTo>
                    <a:pt x="2195984" y="811911"/>
                  </a:lnTo>
                  <a:lnTo>
                    <a:pt x="2196634" y="816676"/>
                  </a:lnTo>
                  <a:lnTo>
                    <a:pt x="2197284" y="821829"/>
                  </a:lnTo>
                  <a:lnTo>
                    <a:pt x="2197934" y="827472"/>
                  </a:lnTo>
                  <a:lnTo>
                    <a:pt x="2198584" y="833600"/>
                  </a:lnTo>
                  <a:lnTo>
                    <a:pt x="2199234" y="840217"/>
                  </a:lnTo>
                  <a:lnTo>
                    <a:pt x="2199884" y="847317"/>
                  </a:lnTo>
                  <a:lnTo>
                    <a:pt x="2200534" y="854894"/>
                  </a:lnTo>
                  <a:lnTo>
                    <a:pt x="2201184" y="862918"/>
                  </a:lnTo>
                  <a:lnTo>
                    <a:pt x="2201834" y="871376"/>
                  </a:lnTo>
                  <a:lnTo>
                    <a:pt x="2202483" y="880253"/>
                  </a:lnTo>
                  <a:lnTo>
                    <a:pt x="2203133" y="889557"/>
                  </a:lnTo>
                  <a:lnTo>
                    <a:pt x="2203783" y="899227"/>
                  </a:lnTo>
                  <a:lnTo>
                    <a:pt x="2204433" y="909238"/>
                  </a:lnTo>
                  <a:lnTo>
                    <a:pt x="2205083" y="919527"/>
                  </a:lnTo>
                  <a:lnTo>
                    <a:pt x="2205733" y="929981"/>
                  </a:lnTo>
                  <a:lnTo>
                    <a:pt x="2206383" y="940533"/>
                  </a:lnTo>
                  <a:lnTo>
                    <a:pt x="2207033" y="951129"/>
                  </a:lnTo>
                  <a:lnTo>
                    <a:pt x="2207683" y="961726"/>
                  </a:lnTo>
                  <a:lnTo>
                    <a:pt x="2208333" y="972265"/>
                  </a:lnTo>
                  <a:lnTo>
                    <a:pt x="2208983" y="982753"/>
                  </a:lnTo>
                  <a:lnTo>
                    <a:pt x="2209633" y="993158"/>
                  </a:lnTo>
                  <a:lnTo>
                    <a:pt x="2210283" y="1003414"/>
                  </a:lnTo>
                  <a:lnTo>
                    <a:pt x="2210933" y="1013408"/>
                  </a:lnTo>
                  <a:lnTo>
                    <a:pt x="2211583" y="1023046"/>
                  </a:lnTo>
                  <a:lnTo>
                    <a:pt x="2212232" y="1032266"/>
                  </a:lnTo>
                  <a:lnTo>
                    <a:pt x="2212882" y="1040990"/>
                  </a:lnTo>
                  <a:lnTo>
                    <a:pt x="2213532" y="1049201"/>
                  </a:lnTo>
                  <a:lnTo>
                    <a:pt x="2214182" y="1056942"/>
                  </a:lnTo>
                  <a:lnTo>
                    <a:pt x="2214832" y="1064254"/>
                  </a:lnTo>
                  <a:lnTo>
                    <a:pt x="2215482" y="1071167"/>
                  </a:lnTo>
                  <a:lnTo>
                    <a:pt x="2216132" y="1077687"/>
                  </a:lnTo>
                  <a:lnTo>
                    <a:pt x="2216782" y="1083835"/>
                  </a:lnTo>
                  <a:lnTo>
                    <a:pt x="2217432" y="1089638"/>
                  </a:lnTo>
                  <a:lnTo>
                    <a:pt x="2218082" y="1095119"/>
                  </a:lnTo>
                  <a:lnTo>
                    <a:pt x="2218732" y="1100263"/>
                  </a:lnTo>
                  <a:lnTo>
                    <a:pt x="2219382" y="1105076"/>
                  </a:lnTo>
                  <a:lnTo>
                    <a:pt x="2220032" y="1109561"/>
                  </a:lnTo>
                  <a:lnTo>
                    <a:pt x="2220682" y="1113664"/>
                  </a:lnTo>
                  <a:lnTo>
                    <a:pt x="2221332" y="1117369"/>
                  </a:lnTo>
                  <a:lnTo>
                    <a:pt x="2221982" y="1120709"/>
                  </a:lnTo>
                  <a:lnTo>
                    <a:pt x="2222631" y="1123711"/>
                  </a:lnTo>
                  <a:lnTo>
                    <a:pt x="2223281" y="1126367"/>
                  </a:lnTo>
                  <a:lnTo>
                    <a:pt x="2223931" y="1128689"/>
                  </a:lnTo>
                  <a:lnTo>
                    <a:pt x="2224581" y="1130660"/>
                  </a:lnTo>
                  <a:lnTo>
                    <a:pt x="2225231" y="1132256"/>
                  </a:lnTo>
                  <a:lnTo>
                    <a:pt x="2225881" y="1133533"/>
                  </a:lnTo>
                  <a:lnTo>
                    <a:pt x="2226531" y="1134465"/>
                  </a:lnTo>
                  <a:lnTo>
                    <a:pt x="2227181" y="1135009"/>
                  </a:lnTo>
                  <a:lnTo>
                    <a:pt x="2227831" y="1135156"/>
                  </a:lnTo>
                  <a:lnTo>
                    <a:pt x="2228481" y="1134837"/>
                  </a:lnTo>
                  <a:lnTo>
                    <a:pt x="2229131" y="1133951"/>
                  </a:lnTo>
                  <a:lnTo>
                    <a:pt x="2229781" y="1132375"/>
                  </a:lnTo>
                  <a:lnTo>
                    <a:pt x="2230431" y="1129994"/>
                  </a:lnTo>
                  <a:lnTo>
                    <a:pt x="2231081" y="1126711"/>
                  </a:lnTo>
                  <a:lnTo>
                    <a:pt x="2231731" y="1122519"/>
                  </a:lnTo>
                  <a:lnTo>
                    <a:pt x="2232380" y="1117430"/>
                  </a:lnTo>
                  <a:lnTo>
                    <a:pt x="2233030" y="1111485"/>
                  </a:lnTo>
                  <a:lnTo>
                    <a:pt x="2233680" y="1104719"/>
                  </a:lnTo>
                  <a:lnTo>
                    <a:pt x="2234330" y="1097187"/>
                  </a:lnTo>
                  <a:lnTo>
                    <a:pt x="2234980" y="1088875"/>
                  </a:lnTo>
                  <a:lnTo>
                    <a:pt x="2235630" y="1079798"/>
                  </a:lnTo>
                  <a:lnTo>
                    <a:pt x="2236280" y="1070039"/>
                  </a:lnTo>
                  <a:lnTo>
                    <a:pt x="2236930" y="1059670"/>
                  </a:lnTo>
                  <a:lnTo>
                    <a:pt x="2237580" y="1048731"/>
                  </a:lnTo>
                  <a:lnTo>
                    <a:pt x="2238230" y="1037385"/>
                  </a:lnTo>
                  <a:lnTo>
                    <a:pt x="2238880" y="1025728"/>
                  </a:lnTo>
                  <a:lnTo>
                    <a:pt x="2239530" y="1013811"/>
                  </a:lnTo>
                  <a:lnTo>
                    <a:pt x="2240180" y="1001688"/>
                  </a:lnTo>
                  <a:lnTo>
                    <a:pt x="2240830" y="989474"/>
                  </a:lnTo>
                  <a:lnTo>
                    <a:pt x="2241480" y="977244"/>
                  </a:lnTo>
                  <a:lnTo>
                    <a:pt x="2242130" y="965031"/>
                  </a:lnTo>
                  <a:lnTo>
                    <a:pt x="2242779" y="952899"/>
                  </a:lnTo>
                  <a:lnTo>
                    <a:pt x="2243429" y="940952"/>
                  </a:lnTo>
                  <a:lnTo>
                    <a:pt x="2244079" y="929294"/>
                  </a:lnTo>
                  <a:lnTo>
                    <a:pt x="2244729" y="918027"/>
                  </a:lnTo>
                  <a:lnTo>
                    <a:pt x="2245379" y="907204"/>
                  </a:lnTo>
                  <a:lnTo>
                    <a:pt x="2246029" y="896885"/>
                  </a:lnTo>
                  <a:lnTo>
                    <a:pt x="2246679" y="887016"/>
                  </a:lnTo>
                  <a:lnTo>
                    <a:pt x="2247329" y="877491"/>
                  </a:lnTo>
                  <a:lnTo>
                    <a:pt x="2247979" y="868132"/>
                  </a:lnTo>
                  <a:lnTo>
                    <a:pt x="2248629" y="858815"/>
                  </a:lnTo>
                  <a:lnTo>
                    <a:pt x="2249279" y="849518"/>
                  </a:lnTo>
                  <a:lnTo>
                    <a:pt x="2249929" y="840221"/>
                  </a:lnTo>
                  <a:lnTo>
                    <a:pt x="2250579" y="830892"/>
                  </a:lnTo>
                  <a:lnTo>
                    <a:pt x="2251229" y="821502"/>
                  </a:lnTo>
                  <a:lnTo>
                    <a:pt x="2251879" y="812044"/>
                  </a:lnTo>
                  <a:lnTo>
                    <a:pt x="2252528" y="802501"/>
                  </a:lnTo>
                  <a:lnTo>
                    <a:pt x="2253178" y="792849"/>
                  </a:lnTo>
                  <a:lnTo>
                    <a:pt x="2253828" y="783118"/>
                  </a:lnTo>
                  <a:lnTo>
                    <a:pt x="2254478" y="773268"/>
                  </a:lnTo>
                  <a:lnTo>
                    <a:pt x="2255128" y="763318"/>
                  </a:lnTo>
                  <a:lnTo>
                    <a:pt x="2255778" y="753330"/>
                  </a:lnTo>
                  <a:lnTo>
                    <a:pt x="2256428" y="743381"/>
                  </a:lnTo>
                  <a:lnTo>
                    <a:pt x="2257078" y="733497"/>
                  </a:lnTo>
                  <a:lnTo>
                    <a:pt x="2257728" y="723797"/>
                  </a:lnTo>
                  <a:lnTo>
                    <a:pt x="2258378" y="714342"/>
                  </a:lnTo>
                  <a:lnTo>
                    <a:pt x="2259028" y="705068"/>
                  </a:lnTo>
                  <a:lnTo>
                    <a:pt x="2259678" y="695974"/>
                  </a:lnTo>
                  <a:lnTo>
                    <a:pt x="2260328" y="687017"/>
                  </a:lnTo>
                  <a:lnTo>
                    <a:pt x="2260978" y="678295"/>
                  </a:lnTo>
                  <a:lnTo>
                    <a:pt x="2261628" y="669906"/>
                  </a:lnTo>
                  <a:lnTo>
                    <a:pt x="2262278" y="661977"/>
                  </a:lnTo>
                  <a:lnTo>
                    <a:pt x="2262927" y="654620"/>
                  </a:lnTo>
                  <a:lnTo>
                    <a:pt x="2263577" y="647985"/>
                  </a:lnTo>
                  <a:lnTo>
                    <a:pt x="2264227" y="642193"/>
                  </a:lnTo>
                  <a:lnTo>
                    <a:pt x="2264877" y="637292"/>
                  </a:lnTo>
                  <a:lnTo>
                    <a:pt x="2265527" y="633273"/>
                  </a:lnTo>
                  <a:lnTo>
                    <a:pt x="2266177" y="630203"/>
                  </a:lnTo>
                  <a:lnTo>
                    <a:pt x="2266827" y="628052"/>
                  </a:lnTo>
                  <a:lnTo>
                    <a:pt x="2267477" y="626822"/>
                  </a:lnTo>
                  <a:lnTo>
                    <a:pt x="2268127" y="626563"/>
                  </a:lnTo>
                  <a:lnTo>
                    <a:pt x="2268777" y="627374"/>
                  </a:lnTo>
                  <a:lnTo>
                    <a:pt x="2269427" y="629270"/>
                  </a:lnTo>
                  <a:lnTo>
                    <a:pt x="2270077" y="632260"/>
                  </a:lnTo>
                  <a:lnTo>
                    <a:pt x="2270727" y="636300"/>
                  </a:lnTo>
                  <a:lnTo>
                    <a:pt x="2271377" y="641348"/>
                  </a:lnTo>
                  <a:lnTo>
                    <a:pt x="2272027" y="647365"/>
                  </a:lnTo>
                  <a:lnTo>
                    <a:pt x="2272676" y="654312"/>
                  </a:lnTo>
                  <a:lnTo>
                    <a:pt x="2273326" y="662141"/>
                  </a:lnTo>
                  <a:lnTo>
                    <a:pt x="2273976" y="670731"/>
                  </a:lnTo>
                  <a:lnTo>
                    <a:pt x="2274626" y="679976"/>
                  </a:lnTo>
                  <a:lnTo>
                    <a:pt x="2275276" y="689774"/>
                  </a:lnTo>
                  <a:lnTo>
                    <a:pt x="2275926" y="699990"/>
                  </a:lnTo>
                  <a:lnTo>
                    <a:pt x="2276576" y="710469"/>
                  </a:lnTo>
                  <a:lnTo>
                    <a:pt x="2277226" y="721098"/>
                  </a:lnTo>
                  <a:lnTo>
                    <a:pt x="2277876" y="731788"/>
                  </a:lnTo>
                  <a:lnTo>
                    <a:pt x="2278526" y="742450"/>
                  </a:lnTo>
                  <a:lnTo>
                    <a:pt x="2279176" y="753081"/>
                  </a:lnTo>
                  <a:lnTo>
                    <a:pt x="2279826" y="763787"/>
                  </a:lnTo>
                  <a:lnTo>
                    <a:pt x="2280476" y="774644"/>
                  </a:lnTo>
                  <a:lnTo>
                    <a:pt x="2281126" y="785711"/>
                  </a:lnTo>
                  <a:lnTo>
                    <a:pt x="2281776" y="797025"/>
                  </a:lnTo>
                  <a:lnTo>
                    <a:pt x="2282426" y="808538"/>
                  </a:lnTo>
                  <a:lnTo>
                    <a:pt x="2283075" y="820275"/>
                  </a:lnTo>
                  <a:lnTo>
                    <a:pt x="2283725" y="832218"/>
                  </a:lnTo>
                  <a:lnTo>
                    <a:pt x="2284375" y="844408"/>
                  </a:lnTo>
                  <a:lnTo>
                    <a:pt x="2285025" y="856875"/>
                  </a:lnTo>
                  <a:lnTo>
                    <a:pt x="2285675" y="869694"/>
                  </a:lnTo>
                  <a:lnTo>
                    <a:pt x="2286325" y="882911"/>
                  </a:lnTo>
                  <a:lnTo>
                    <a:pt x="2286975" y="896449"/>
                  </a:lnTo>
                  <a:lnTo>
                    <a:pt x="2287625" y="910297"/>
                  </a:lnTo>
                  <a:lnTo>
                    <a:pt x="2288275" y="924346"/>
                  </a:lnTo>
                  <a:lnTo>
                    <a:pt x="2288925" y="938490"/>
                  </a:lnTo>
                  <a:lnTo>
                    <a:pt x="2289575" y="952656"/>
                  </a:lnTo>
                  <a:lnTo>
                    <a:pt x="2290225" y="966803"/>
                  </a:lnTo>
                  <a:lnTo>
                    <a:pt x="2290875" y="980846"/>
                  </a:lnTo>
                  <a:lnTo>
                    <a:pt x="2291525" y="994823"/>
                  </a:lnTo>
                  <a:lnTo>
                    <a:pt x="2292175" y="1008789"/>
                  </a:lnTo>
                  <a:lnTo>
                    <a:pt x="2292824" y="1022814"/>
                  </a:lnTo>
                  <a:lnTo>
                    <a:pt x="2293474" y="1036915"/>
                  </a:lnTo>
                  <a:lnTo>
                    <a:pt x="2294124" y="1050962"/>
                  </a:lnTo>
                  <a:lnTo>
                    <a:pt x="2294774" y="1064848"/>
                  </a:lnTo>
                  <a:lnTo>
                    <a:pt x="2295424" y="1078495"/>
                  </a:lnTo>
                  <a:lnTo>
                    <a:pt x="2296074" y="1091788"/>
                  </a:lnTo>
                  <a:lnTo>
                    <a:pt x="2296724" y="1104760"/>
                  </a:lnTo>
                  <a:lnTo>
                    <a:pt x="2297374" y="1117381"/>
                  </a:lnTo>
                  <a:lnTo>
                    <a:pt x="2298024" y="1129656"/>
                  </a:lnTo>
                  <a:lnTo>
                    <a:pt x="2298674" y="1141506"/>
                  </a:lnTo>
                  <a:lnTo>
                    <a:pt x="2299324" y="1152950"/>
                  </a:lnTo>
                  <a:lnTo>
                    <a:pt x="2299974" y="1163968"/>
                  </a:lnTo>
                  <a:lnTo>
                    <a:pt x="2300624" y="1174517"/>
                  </a:lnTo>
                  <a:lnTo>
                    <a:pt x="2301274" y="1184485"/>
                  </a:lnTo>
                  <a:lnTo>
                    <a:pt x="2301924" y="1193786"/>
                  </a:lnTo>
                  <a:lnTo>
                    <a:pt x="2302574" y="1202362"/>
                  </a:lnTo>
                  <a:lnTo>
                    <a:pt x="2303223" y="1210148"/>
                  </a:lnTo>
                  <a:lnTo>
                    <a:pt x="2303873" y="1217205"/>
                  </a:lnTo>
                  <a:lnTo>
                    <a:pt x="2304523" y="1223593"/>
                  </a:lnTo>
                  <a:lnTo>
                    <a:pt x="2305173" y="1229306"/>
                  </a:lnTo>
                  <a:lnTo>
                    <a:pt x="2305823" y="1234309"/>
                  </a:lnTo>
                  <a:lnTo>
                    <a:pt x="2306473" y="1238493"/>
                  </a:lnTo>
                  <a:lnTo>
                    <a:pt x="2307123" y="1241855"/>
                  </a:lnTo>
                  <a:lnTo>
                    <a:pt x="2307773" y="1244487"/>
                  </a:lnTo>
                  <a:lnTo>
                    <a:pt x="2308423" y="1246534"/>
                  </a:lnTo>
                  <a:lnTo>
                    <a:pt x="2309073" y="1248146"/>
                  </a:lnTo>
                  <a:lnTo>
                    <a:pt x="2309723" y="1249537"/>
                  </a:lnTo>
                  <a:lnTo>
                    <a:pt x="2310373" y="1250875"/>
                  </a:lnTo>
                  <a:lnTo>
                    <a:pt x="2311023" y="1252269"/>
                  </a:lnTo>
                  <a:lnTo>
                    <a:pt x="2311673" y="1253738"/>
                  </a:lnTo>
                  <a:lnTo>
                    <a:pt x="2312323" y="1255246"/>
                  </a:lnTo>
                  <a:lnTo>
                    <a:pt x="2312972" y="1256771"/>
                  </a:lnTo>
                  <a:lnTo>
                    <a:pt x="2313622" y="1258236"/>
                  </a:lnTo>
                  <a:lnTo>
                    <a:pt x="2314272" y="1259636"/>
                  </a:lnTo>
                  <a:lnTo>
                    <a:pt x="2314922" y="1261024"/>
                  </a:lnTo>
                  <a:lnTo>
                    <a:pt x="2315572" y="1262385"/>
                  </a:lnTo>
                  <a:lnTo>
                    <a:pt x="2316222" y="1263744"/>
                  </a:lnTo>
                  <a:lnTo>
                    <a:pt x="2316872" y="1265141"/>
                  </a:lnTo>
                  <a:lnTo>
                    <a:pt x="2317522" y="1266458"/>
                  </a:lnTo>
                  <a:lnTo>
                    <a:pt x="2318172" y="1267559"/>
                  </a:lnTo>
                  <a:lnTo>
                    <a:pt x="2318822" y="1268370"/>
                  </a:lnTo>
                  <a:lnTo>
                    <a:pt x="2319472" y="1268904"/>
                  </a:lnTo>
                  <a:lnTo>
                    <a:pt x="2320122" y="1269217"/>
                  </a:lnTo>
                  <a:lnTo>
                    <a:pt x="2320772" y="1269313"/>
                  </a:lnTo>
                  <a:lnTo>
                    <a:pt x="2321422" y="1269170"/>
                  </a:lnTo>
                  <a:lnTo>
                    <a:pt x="2322072" y="1268742"/>
                  </a:lnTo>
                  <a:lnTo>
                    <a:pt x="2322721" y="1268041"/>
                  </a:lnTo>
                  <a:lnTo>
                    <a:pt x="2323371" y="1267156"/>
                  </a:lnTo>
                  <a:lnTo>
                    <a:pt x="2324021" y="1266090"/>
                  </a:lnTo>
                  <a:lnTo>
                    <a:pt x="2324671" y="1264814"/>
                  </a:lnTo>
                  <a:lnTo>
                    <a:pt x="2325321" y="1263317"/>
                  </a:lnTo>
                  <a:lnTo>
                    <a:pt x="2325971" y="1261573"/>
                  </a:lnTo>
                  <a:lnTo>
                    <a:pt x="2326621" y="1259621"/>
                  </a:lnTo>
                  <a:lnTo>
                    <a:pt x="2327271" y="1257547"/>
                  </a:lnTo>
                  <a:lnTo>
                    <a:pt x="2327921" y="1255462"/>
                  </a:lnTo>
                  <a:lnTo>
                    <a:pt x="2328571" y="1253421"/>
                  </a:lnTo>
                  <a:lnTo>
                    <a:pt x="2329221" y="1251333"/>
                  </a:lnTo>
                  <a:lnTo>
                    <a:pt x="2329871" y="1249052"/>
                  </a:lnTo>
                  <a:lnTo>
                    <a:pt x="2330521" y="1246541"/>
                  </a:lnTo>
                  <a:lnTo>
                    <a:pt x="2331171" y="1243830"/>
                  </a:lnTo>
                  <a:lnTo>
                    <a:pt x="2331821" y="1240962"/>
                  </a:lnTo>
                  <a:lnTo>
                    <a:pt x="2332471" y="1237877"/>
                  </a:lnTo>
                  <a:lnTo>
                    <a:pt x="2333120" y="1234523"/>
                  </a:lnTo>
                  <a:lnTo>
                    <a:pt x="2333770" y="1230900"/>
                  </a:lnTo>
                  <a:lnTo>
                    <a:pt x="2334420" y="1227063"/>
                  </a:lnTo>
                  <a:lnTo>
                    <a:pt x="2335070" y="1222982"/>
                  </a:lnTo>
                  <a:lnTo>
                    <a:pt x="2335720" y="1218703"/>
                  </a:lnTo>
                  <a:lnTo>
                    <a:pt x="2336370" y="1214210"/>
                  </a:lnTo>
                  <a:lnTo>
                    <a:pt x="2337020" y="1209382"/>
                  </a:lnTo>
                  <a:lnTo>
                    <a:pt x="2337670" y="1204162"/>
                  </a:lnTo>
                  <a:lnTo>
                    <a:pt x="2338320" y="1198480"/>
                  </a:lnTo>
                  <a:lnTo>
                    <a:pt x="2338970" y="1192468"/>
                  </a:lnTo>
                  <a:lnTo>
                    <a:pt x="2339620" y="1186248"/>
                  </a:lnTo>
                  <a:lnTo>
                    <a:pt x="2340270" y="1179799"/>
                  </a:lnTo>
                  <a:lnTo>
                    <a:pt x="2340920" y="1173054"/>
                  </a:lnTo>
                  <a:lnTo>
                    <a:pt x="2341570" y="1165933"/>
                  </a:lnTo>
                  <a:lnTo>
                    <a:pt x="2342220" y="1158344"/>
                  </a:lnTo>
                  <a:lnTo>
                    <a:pt x="2342869" y="1150187"/>
                  </a:lnTo>
                  <a:lnTo>
                    <a:pt x="2343519" y="1141393"/>
                  </a:lnTo>
                  <a:lnTo>
                    <a:pt x="2344169" y="1131886"/>
                  </a:lnTo>
                  <a:lnTo>
                    <a:pt x="2344819" y="1121705"/>
                  </a:lnTo>
                  <a:lnTo>
                    <a:pt x="2345469" y="1110841"/>
                  </a:lnTo>
                  <a:lnTo>
                    <a:pt x="2346119" y="1099358"/>
                  </a:lnTo>
                  <a:lnTo>
                    <a:pt x="2346769" y="1087357"/>
                  </a:lnTo>
                  <a:lnTo>
                    <a:pt x="2347419" y="1074796"/>
                  </a:lnTo>
                  <a:lnTo>
                    <a:pt x="2348069" y="1061632"/>
                  </a:lnTo>
                  <a:lnTo>
                    <a:pt x="2348719" y="1047832"/>
                  </a:lnTo>
                  <a:lnTo>
                    <a:pt x="2349369" y="1033350"/>
                  </a:lnTo>
                  <a:lnTo>
                    <a:pt x="2350019" y="1018243"/>
                  </a:lnTo>
                  <a:lnTo>
                    <a:pt x="2350669" y="1002666"/>
                  </a:lnTo>
                  <a:lnTo>
                    <a:pt x="2351319" y="986727"/>
                  </a:lnTo>
                  <a:lnTo>
                    <a:pt x="2351969" y="970440"/>
                  </a:lnTo>
                  <a:lnTo>
                    <a:pt x="2352619" y="953809"/>
                  </a:lnTo>
                  <a:lnTo>
                    <a:pt x="2353268" y="936882"/>
                  </a:lnTo>
                  <a:lnTo>
                    <a:pt x="2353918" y="919781"/>
                  </a:lnTo>
                  <a:lnTo>
                    <a:pt x="2354568" y="902623"/>
                  </a:lnTo>
                  <a:lnTo>
                    <a:pt x="2355218" y="885507"/>
                  </a:lnTo>
                  <a:lnTo>
                    <a:pt x="2355868" y="868343"/>
                  </a:lnTo>
                  <a:lnTo>
                    <a:pt x="2356518" y="851066"/>
                  </a:lnTo>
                  <a:lnTo>
                    <a:pt x="2357168" y="833687"/>
                  </a:lnTo>
                  <a:lnTo>
                    <a:pt x="2357818" y="816210"/>
                  </a:lnTo>
                  <a:lnTo>
                    <a:pt x="2358468" y="798658"/>
                  </a:lnTo>
                  <a:lnTo>
                    <a:pt x="2359118" y="781013"/>
                  </a:lnTo>
                  <a:lnTo>
                    <a:pt x="2359768" y="763234"/>
                  </a:lnTo>
                  <a:lnTo>
                    <a:pt x="2360418" y="745262"/>
                  </a:lnTo>
                  <a:lnTo>
                    <a:pt x="2361068" y="727055"/>
                  </a:lnTo>
                  <a:lnTo>
                    <a:pt x="2361718" y="708628"/>
                  </a:lnTo>
                  <a:lnTo>
                    <a:pt x="2362368" y="690123"/>
                  </a:lnTo>
                  <a:lnTo>
                    <a:pt x="2363017" y="671541"/>
                  </a:lnTo>
                  <a:lnTo>
                    <a:pt x="2363667" y="652872"/>
                  </a:lnTo>
                  <a:lnTo>
                    <a:pt x="2364317" y="634041"/>
                  </a:lnTo>
                  <a:lnTo>
                    <a:pt x="2364967" y="615083"/>
                  </a:lnTo>
                  <a:lnTo>
                    <a:pt x="2365617" y="596087"/>
                  </a:lnTo>
                  <a:lnTo>
                    <a:pt x="2366267" y="577130"/>
                  </a:lnTo>
                  <a:lnTo>
                    <a:pt x="2366917" y="558267"/>
                  </a:lnTo>
                  <a:lnTo>
                    <a:pt x="2367567" y="539587"/>
                  </a:lnTo>
                  <a:lnTo>
                    <a:pt x="2368217" y="521135"/>
                  </a:lnTo>
                  <a:lnTo>
                    <a:pt x="2368867" y="502893"/>
                  </a:lnTo>
                  <a:lnTo>
                    <a:pt x="2369517" y="484996"/>
                  </a:lnTo>
                  <a:lnTo>
                    <a:pt x="2370167" y="467518"/>
                  </a:lnTo>
                  <a:lnTo>
                    <a:pt x="2370817" y="450509"/>
                  </a:lnTo>
                  <a:lnTo>
                    <a:pt x="2371467" y="434074"/>
                  </a:lnTo>
                  <a:lnTo>
                    <a:pt x="2372117" y="418210"/>
                  </a:lnTo>
                  <a:lnTo>
                    <a:pt x="2372767" y="402999"/>
                  </a:lnTo>
                  <a:lnTo>
                    <a:pt x="2373416" y="388537"/>
                  </a:lnTo>
                  <a:lnTo>
                    <a:pt x="2374066" y="374936"/>
                  </a:lnTo>
                  <a:lnTo>
                    <a:pt x="2374716" y="362201"/>
                  </a:lnTo>
                  <a:lnTo>
                    <a:pt x="2375366" y="350322"/>
                  </a:lnTo>
                  <a:lnTo>
                    <a:pt x="2376016" y="339356"/>
                  </a:lnTo>
                  <a:lnTo>
                    <a:pt x="2376666" y="329351"/>
                  </a:lnTo>
                  <a:lnTo>
                    <a:pt x="2377316" y="320317"/>
                  </a:lnTo>
                  <a:lnTo>
                    <a:pt x="2377966" y="312346"/>
                  </a:lnTo>
                  <a:lnTo>
                    <a:pt x="2378616" y="305500"/>
                  </a:lnTo>
                  <a:lnTo>
                    <a:pt x="2379266" y="299714"/>
                  </a:lnTo>
                  <a:lnTo>
                    <a:pt x="2379916" y="295041"/>
                  </a:lnTo>
                  <a:lnTo>
                    <a:pt x="2380566" y="291621"/>
                  </a:lnTo>
                  <a:lnTo>
                    <a:pt x="2381216" y="289578"/>
                  </a:lnTo>
                  <a:lnTo>
                    <a:pt x="2381866" y="288953"/>
                  </a:lnTo>
                  <a:lnTo>
                    <a:pt x="2382516" y="289802"/>
                  </a:lnTo>
                  <a:lnTo>
                    <a:pt x="2383165" y="292119"/>
                  </a:lnTo>
                  <a:lnTo>
                    <a:pt x="2383815" y="295826"/>
                  </a:lnTo>
                  <a:lnTo>
                    <a:pt x="2384465" y="300956"/>
                  </a:lnTo>
                  <a:lnTo>
                    <a:pt x="2385115" y="307504"/>
                  </a:lnTo>
                  <a:lnTo>
                    <a:pt x="2385765" y="315459"/>
                  </a:lnTo>
                  <a:lnTo>
                    <a:pt x="2386415" y="324805"/>
                  </a:lnTo>
                  <a:lnTo>
                    <a:pt x="2387065" y="335498"/>
                  </a:lnTo>
                  <a:lnTo>
                    <a:pt x="2387715" y="347445"/>
                  </a:lnTo>
                  <a:lnTo>
                    <a:pt x="2388365" y="360702"/>
                  </a:lnTo>
                  <a:lnTo>
                    <a:pt x="2389015" y="375413"/>
                  </a:lnTo>
                  <a:lnTo>
                    <a:pt x="2389665" y="391616"/>
                  </a:lnTo>
                  <a:lnTo>
                    <a:pt x="2390315" y="409307"/>
                  </a:lnTo>
                  <a:lnTo>
                    <a:pt x="2390965" y="428441"/>
                  </a:lnTo>
                  <a:lnTo>
                    <a:pt x="2391615" y="449028"/>
                  </a:lnTo>
                  <a:lnTo>
                    <a:pt x="2392265" y="471098"/>
                  </a:lnTo>
                  <a:lnTo>
                    <a:pt x="2392915" y="494647"/>
                  </a:lnTo>
                  <a:lnTo>
                    <a:pt x="2393564" y="519736"/>
                  </a:lnTo>
                  <a:lnTo>
                    <a:pt x="2394214" y="546378"/>
                  </a:lnTo>
                  <a:lnTo>
                    <a:pt x="2394864" y="574513"/>
                  </a:lnTo>
                  <a:lnTo>
                    <a:pt x="2395514" y="604106"/>
                  </a:lnTo>
                  <a:lnTo>
                    <a:pt x="2396164" y="635178"/>
                  </a:lnTo>
                  <a:lnTo>
                    <a:pt x="2396814" y="667731"/>
                  </a:lnTo>
                  <a:lnTo>
                    <a:pt x="2397464" y="701786"/>
                  </a:lnTo>
                  <a:lnTo>
                    <a:pt x="2398114" y="737301"/>
                  </a:lnTo>
                  <a:lnTo>
                    <a:pt x="2398764" y="774179"/>
                  </a:lnTo>
                  <a:lnTo>
                    <a:pt x="2399414" y="812364"/>
                  </a:lnTo>
                  <a:lnTo>
                    <a:pt x="2400064" y="851779"/>
                  </a:lnTo>
                  <a:lnTo>
                    <a:pt x="2400714" y="892267"/>
                  </a:lnTo>
                  <a:lnTo>
                    <a:pt x="2401364" y="933772"/>
                  </a:lnTo>
                  <a:lnTo>
                    <a:pt x="2402014" y="976184"/>
                  </a:lnTo>
                  <a:lnTo>
                    <a:pt x="2402664" y="1019407"/>
                  </a:lnTo>
                  <a:lnTo>
                    <a:pt x="2403313" y="1063404"/>
                  </a:lnTo>
                  <a:lnTo>
                    <a:pt x="2403963" y="1108080"/>
                  </a:lnTo>
                  <a:lnTo>
                    <a:pt x="2404613" y="1153383"/>
                  </a:lnTo>
                  <a:lnTo>
                    <a:pt x="2405263" y="1199105"/>
                  </a:lnTo>
                  <a:lnTo>
                    <a:pt x="2405913" y="1244970"/>
                  </a:lnTo>
                  <a:lnTo>
                    <a:pt x="2406563" y="1290792"/>
                  </a:lnTo>
                  <a:lnTo>
                    <a:pt x="2407213" y="1336403"/>
                  </a:lnTo>
                  <a:lnTo>
                    <a:pt x="2407863" y="1381811"/>
                  </a:lnTo>
                  <a:lnTo>
                    <a:pt x="2408513" y="1426936"/>
                  </a:lnTo>
                  <a:lnTo>
                    <a:pt x="2409163" y="1471687"/>
                  </a:lnTo>
                  <a:lnTo>
                    <a:pt x="2409813" y="1515989"/>
                  </a:lnTo>
                  <a:lnTo>
                    <a:pt x="2410463" y="1559786"/>
                  </a:lnTo>
                  <a:lnTo>
                    <a:pt x="2411113" y="1602925"/>
                  </a:lnTo>
                  <a:lnTo>
                    <a:pt x="2411763" y="1645339"/>
                  </a:lnTo>
                  <a:lnTo>
                    <a:pt x="2412413" y="1686925"/>
                  </a:lnTo>
                  <a:lnTo>
                    <a:pt x="2413063" y="1727583"/>
                  </a:lnTo>
                  <a:lnTo>
                    <a:pt x="2413712" y="1767137"/>
                  </a:lnTo>
                  <a:lnTo>
                    <a:pt x="2414362" y="1805444"/>
                  </a:lnTo>
                  <a:lnTo>
                    <a:pt x="2415012" y="1842494"/>
                  </a:lnTo>
                  <a:lnTo>
                    <a:pt x="2415662" y="1878197"/>
                  </a:lnTo>
                  <a:lnTo>
                    <a:pt x="2416312" y="1912464"/>
                  </a:lnTo>
                  <a:lnTo>
                    <a:pt x="2416962" y="1945225"/>
                  </a:lnTo>
                  <a:lnTo>
                    <a:pt x="2417612" y="1976354"/>
                  </a:lnTo>
                  <a:lnTo>
                    <a:pt x="2418262" y="2005754"/>
                  </a:lnTo>
                  <a:lnTo>
                    <a:pt x="2418912" y="2033378"/>
                  </a:lnTo>
                  <a:lnTo>
                    <a:pt x="2419562" y="2059130"/>
                  </a:lnTo>
                  <a:lnTo>
                    <a:pt x="2420212" y="2082971"/>
                  </a:lnTo>
                  <a:lnTo>
                    <a:pt x="2420862" y="2104885"/>
                  </a:lnTo>
                  <a:lnTo>
                    <a:pt x="2421512" y="2124715"/>
                  </a:lnTo>
                  <a:lnTo>
                    <a:pt x="2422162" y="2142367"/>
                  </a:lnTo>
                  <a:lnTo>
                    <a:pt x="2422812" y="2157768"/>
                  </a:lnTo>
                  <a:lnTo>
                    <a:pt x="2423461" y="2170891"/>
                  </a:lnTo>
                  <a:lnTo>
                    <a:pt x="2424111" y="2181749"/>
                  </a:lnTo>
                  <a:lnTo>
                    <a:pt x="2424761" y="2190333"/>
                  </a:lnTo>
                  <a:lnTo>
                    <a:pt x="2425411" y="2196604"/>
                  </a:lnTo>
                  <a:lnTo>
                    <a:pt x="2426061" y="2200571"/>
                  </a:lnTo>
                  <a:lnTo>
                    <a:pt x="2426711" y="2202184"/>
                  </a:lnTo>
                  <a:lnTo>
                    <a:pt x="2427361" y="2201497"/>
                  </a:lnTo>
                  <a:lnTo>
                    <a:pt x="2428011" y="2198589"/>
                  </a:lnTo>
                  <a:lnTo>
                    <a:pt x="2428661" y="2193450"/>
                  </a:lnTo>
                  <a:lnTo>
                    <a:pt x="2429311" y="2186114"/>
                  </a:lnTo>
                  <a:lnTo>
                    <a:pt x="2429961" y="2176606"/>
                  </a:lnTo>
                  <a:lnTo>
                    <a:pt x="2430611" y="2164954"/>
                  </a:lnTo>
                  <a:lnTo>
                    <a:pt x="2431261" y="2151205"/>
                  </a:lnTo>
                  <a:lnTo>
                    <a:pt x="2431911" y="2135376"/>
                  </a:lnTo>
                  <a:lnTo>
                    <a:pt x="2432561" y="2117544"/>
                  </a:lnTo>
                  <a:lnTo>
                    <a:pt x="2433211" y="2097866"/>
                  </a:lnTo>
                  <a:lnTo>
                    <a:pt x="2433860" y="2076467"/>
                  </a:lnTo>
                  <a:lnTo>
                    <a:pt x="2434510" y="2053380"/>
                  </a:lnTo>
                  <a:lnTo>
                    <a:pt x="2435160" y="2028702"/>
                  </a:lnTo>
                  <a:lnTo>
                    <a:pt x="2435810" y="2002495"/>
                  </a:lnTo>
                  <a:lnTo>
                    <a:pt x="2436460" y="1974779"/>
                  </a:lnTo>
                  <a:lnTo>
                    <a:pt x="2437110" y="1945586"/>
                  </a:lnTo>
                  <a:lnTo>
                    <a:pt x="2437760" y="1915023"/>
                  </a:lnTo>
                  <a:lnTo>
                    <a:pt x="2438410" y="1883346"/>
                  </a:lnTo>
                  <a:lnTo>
                    <a:pt x="2439060" y="1850807"/>
                  </a:lnTo>
                  <a:lnTo>
                    <a:pt x="2439710" y="1817563"/>
                  </a:lnTo>
                  <a:lnTo>
                    <a:pt x="2440360" y="1783650"/>
                  </a:lnTo>
                  <a:lnTo>
                    <a:pt x="2441010" y="1749048"/>
                  </a:lnTo>
                  <a:lnTo>
                    <a:pt x="2441660" y="1713888"/>
                  </a:lnTo>
                  <a:lnTo>
                    <a:pt x="2442310" y="1678219"/>
                  </a:lnTo>
                  <a:lnTo>
                    <a:pt x="2442960" y="1642084"/>
                  </a:lnTo>
                  <a:lnTo>
                    <a:pt x="2443609" y="1605607"/>
                  </a:lnTo>
                  <a:lnTo>
                    <a:pt x="2444259" y="1568893"/>
                  </a:lnTo>
                  <a:lnTo>
                    <a:pt x="2444909" y="1532063"/>
                  </a:lnTo>
                  <a:lnTo>
                    <a:pt x="2445559" y="1495170"/>
                  </a:lnTo>
                  <a:lnTo>
                    <a:pt x="2446209" y="1458328"/>
                  </a:lnTo>
                  <a:lnTo>
                    <a:pt x="2446859" y="1421750"/>
                  </a:lnTo>
                  <a:lnTo>
                    <a:pt x="2447509" y="1385547"/>
                  </a:lnTo>
                  <a:lnTo>
                    <a:pt x="2448159" y="1349746"/>
                  </a:lnTo>
                  <a:lnTo>
                    <a:pt x="2448809" y="1314393"/>
                  </a:lnTo>
                  <a:lnTo>
                    <a:pt x="2449459" y="1279568"/>
                  </a:lnTo>
                  <a:lnTo>
                    <a:pt x="2450109" y="1245354"/>
                  </a:lnTo>
                  <a:lnTo>
                    <a:pt x="2450759" y="1211913"/>
                  </a:lnTo>
                  <a:lnTo>
                    <a:pt x="2451409" y="1179298"/>
                  </a:lnTo>
                  <a:lnTo>
                    <a:pt x="2452059" y="1147602"/>
                  </a:lnTo>
                  <a:lnTo>
                    <a:pt x="2452709" y="1116899"/>
                  </a:lnTo>
                  <a:lnTo>
                    <a:pt x="2453358" y="1087195"/>
                  </a:lnTo>
                  <a:lnTo>
                    <a:pt x="2454008" y="1058542"/>
                  </a:lnTo>
                  <a:lnTo>
                    <a:pt x="2454658" y="1030989"/>
                  </a:lnTo>
                  <a:lnTo>
                    <a:pt x="2455308" y="1004601"/>
                  </a:lnTo>
                  <a:lnTo>
                    <a:pt x="2455958" y="979444"/>
                  </a:lnTo>
                  <a:lnTo>
                    <a:pt x="2456608" y="955521"/>
                  </a:lnTo>
                  <a:lnTo>
                    <a:pt x="2457258" y="932802"/>
                  </a:lnTo>
                  <a:lnTo>
                    <a:pt x="2457908" y="911295"/>
                  </a:lnTo>
                  <a:lnTo>
                    <a:pt x="2458558" y="891016"/>
                  </a:lnTo>
                  <a:lnTo>
                    <a:pt x="2459208" y="871906"/>
                  </a:lnTo>
                  <a:lnTo>
                    <a:pt x="2459858" y="853887"/>
                  </a:lnTo>
                  <a:lnTo>
                    <a:pt x="2460508" y="836880"/>
                  </a:lnTo>
                  <a:lnTo>
                    <a:pt x="2461158" y="820854"/>
                  </a:lnTo>
                  <a:lnTo>
                    <a:pt x="2461808" y="805813"/>
                  </a:lnTo>
                  <a:lnTo>
                    <a:pt x="2462458" y="791761"/>
                  </a:lnTo>
                  <a:lnTo>
                    <a:pt x="2463108" y="778670"/>
                  </a:lnTo>
                  <a:lnTo>
                    <a:pt x="2463757" y="766558"/>
                  </a:lnTo>
                  <a:lnTo>
                    <a:pt x="2464407" y="755413"/>
                  </a:lnTo>
                  <a:lnTo>
                    <a:pt x="2465057" y="745175"/>
                  </a:lnTo>
                  <a:lnTo>
                    <a:pt x="2465707" y="735802"/>
                  </a:lnTo>
                  <a:lnTo>
                    <a:pt x="2466357" y="727139"/>
                  </a:lnTo>
                  <a:lnTo>
                    <a:pt x="2467007" y="719104"/>
                  </a:lnTo>
                  <a:lnTo>
                    <a:pt x="2467657" y="711686"/>
                  </a:lnTo>
                  <a:lnTo>
                    <a:pt x="2468307" y="704857"/>
                  </a:lnTo>
                  <a:lnTo>
                    <a:pt x="2468957" y="698600"/>
                  </a:lnTo>
                  <a:lnTo>
                    <a:pt x="2469607" y="692912"/>
                  </a:lnTo>
                  <a:lnTo>
                    <a:pt x="2470257" y="687807"/>
                  </a:lnTo>
                  <a:lnTo>
                    <a:pt x="2470907" y="683212"/>
                  </a:lnTo>
                  <a:lnTo>
                    <a:pt x="2471557" y="679000"/>
                  </a:lnTo>
                  <a:lnTo>
                    <a:pt x="2472207" y="675107"/>
                  </a:lnTo>
                  <a:lnTo>
                    <a:pt x="2472857" y="671501"/>
                  </a:lnTo>
                  <a:lnTo>
                    <a:pt x="2473506" y="668274"/>
                  </a:lnTo>
                  <a:lnTo>
                    <a:pt x="2474156" y="665450"/>
                  </a:lnTo>
                  <a:lnTo>
                    <a:pt x="2474806" y="663038"/>
                  </a:lnTo>
                  <a:lnTo>
                    <a:pt x="2475456" y="660979"/>
                  </a:lnTo>
                  <a:lnTo>
                    <a:pt x="2476106" y="659280"/>
                  </a:lnTo>
                  <a:lnTo>
                    <a:pt x="2476756" y="657881"/>
                  </a:lnTo>
                  <a:lnTo>
                    <a:pt x="2477406" y="656699"/>
                  </a:lnTo>
                  <a:lnTo>
                    <a:pt x="2478056" y="655647"/>
                  </a:lnTo>
                  <a:lnTo>
                    <a:pt x="2478706" y="654695"/>
                  </a:lnTo>
                  <a:lnTo>
                    <a:pt x="2479356" y="653639"/>
                  </a:lnTo>
                  <a:lnTo>
                    <a:pt x="2480006" y="652302"/>
                  </a:lnTo>
                  <a:lnTo>
                    <a:pt x="2480656" y="650600"/>
                  </a:lnTo>
                  <a:lnTo>
                    <a:pt x="2481306" y="648584"/>
                  </a:lnTo>
                  <a:lnTo>
                    <a:pt x="2481956" y="646298"/>
                  </a:lnTo>
                  <a:lnTo>
                    <a:pt x="2482606" y="643745"/>
                  </a:lnTo>
                  <a:lnTo>
                    <a:pt x="2483256" y="640942"/>
                  </a:lnTo>
                  <a:lnTo>
                    <a:pt x="2483905" y="637873"/>
                  </a:lnTo>
                  <a:lnTo>
                    <a:pt x="2484555" y="634572"/>
                  </a:lnTo>
                  <a:lnTo>
                    <a:pt x="2485205" y="631029"/>
                  </a:lnTo>
                  <a:lnTo>
                    <a:pt x="2485855" y="627201"/>
                  </a:lnTo>
                  <a:lnTo>
                    <a:pt x="2486505" y="623121"/>
                  </a:lnTo>
                  <a:lnTo>
                    <a:pt x="2487155" y="618855"/>
                  </a:lnTo>
                  <a:lnTo>
                    <a:pt x="2487805" y="614477"/>
                  </a:lnTo>
                  <a:lnTo>
                    <a:pt x="2488455" y="610014"/>
                  </a:lnTo>
                  <a:lnTo>
                    <a:pt x="2489105" y="605551"/>
                  </a:lnTo>
                  <a:lnTo>
                    <a:pt x="2489755" y="601138"/>
                  </a:lnTo>
                  <a:lnTo>
                    <a:pt x="2490405" y="596834"/>
                  </a:lnTo>
                  <a:lnTo>
                    <a:pt x="2491055" y="592712"/>
                  </a:lnTo>
                  <a:lnTo>
                    <a:pt x="2491705" y="588848"/>
                  </a:lnTo>
                  <a:lnTo>
                    <a:pt x="2492355" y="585368"/>
                  </a:lnTo>
                  <a:lnTo>
                    <a:pt x="2493005" y="582399"/>
                  </a:lnTo>
                  <a:lnTo>
                    <a:pt x="2493654" y="580000"/>
                  </a:lnTo>
                  <a:lnTo>
                    <a:pt x="2494304" y="578145"/>
                  </a:lnTo>
                  <a:lnTo>
                    <a:pt x="2494954" y="576876"/>
                  </a:lnTo>
                  <a:lnTo>
                    <a:pt x="2495604" y="576254"/>
                  </a:lnTo>
                  <a:lnTo>
                    <a:pt x="2496254" y="576313"/>
                  </a:lnTo>
                  <a:lnTo>
                    <a:pt x="2496904" y="576942"/>
                  </a:lnTo>
                  <a:lnTo>
                    <a:pt x="2497554" y="578130"/>
                  </a:lnTo>
                  <a:lnTo>
                    <a:pt x="2498204" y="579766"/>
                  </a:lnTo>
                  <a:lnTo>
                    <a:pt x="2498854" y="581774"/>
                  </a:lnTo>
                  <a:lnTo>
                    <a:pt x="2499504" y="584245"/>
                  </a:lnTo>
                  <a:lnTo>
                    <a:pt x="2500154" y="587184"/>
                  </a:lnTo>
                  <a:lnTo>
                    <a:pt x="2500804" y="590546"/>
                  </a:lnTo>
                  <a:lnTo>
                    <a:pt x="2501454" y="594316"/>
                  </a:lnTo>
                  <a:lnTo>
                    <a:pt x="2502104" y="598442"/>
                  </a:lnTo>
                  <a:lnTo>
                    <a:pt x="2502754" y="602845"/>
                  </a:lnTo>
                  <a:lnTo>
                    <a:pt x="2503404" y="607452"/>
                  </a:lnTo>
                  <a:lnTo>
                    <a:pt x="2504053" y="612257"/>
                  </a:lnTo>
                  <a:lnTo>
                    <a:pt x="2504703" y="617231"/>
                  </a:lnTo>
                  <a:lnTo>
                    <a:pt x="2505353" y="622375"/>
                  </a:lnTo>
                  <a:lnTo>
                    <a:pt x="2506003" y="627664"/>
                  </a:lnTo>
                  <a:lnTo>
                    <a:pt x="2506653" y="633030"/>
                  </a:lnTo>
                  <a:lnTo>
                    <a:pt x="2507303" y="638424"/>
                  </a:lnTo>
                  <a:lnTo>
                    <a:pt x="2507953" y="643860"/>
                  </a:lnTo>
                  <a:lnTo>
                    <a:pt x="2508603" y="649332"/>
                  </a:lnTo>
                  <a:lnTo>
                    <a:pt x="2509253" y="654823"/>
                  </a:lnTo>
                  <a:lnTo>
                    <a:pt x="2509903" y="660328"/>
                  </a:lnTo>
                  <a:lnTo>
                    <a:pt x="2510553" y="665907"/>
                  </a:lnTo>
                  <a:lnTo>
                    <a:pt x="2511203" y="671564"/>
                  </a:lnTo>
                  <a:lnTo>
                    <a:pt x="2511853" y="677391"/>
                  </a:lnTo>
                  <a:lnTo>
                    <a:pt x="2512503" y="683525"/>
                  </a:lnTo>
                  <a:lnTo>
                    <a:pt x="2513153" y="690061"/>
                  </a:lnTo>
                  <a:lnTo>
                    <a:pt x="2513802" y="697035"/>
                  </a:lnTo>
                  <a:lnTo>
                    <a:pt x="2514452" y="704385"/>
                  </a:lnTo>
                  <a:lnTo>
                    <a:pt x="2515102" y="712040"/>
                  </a:lnTo>
                  <a:lnTo>
                    <a:pt x="2515752" y="719954"/>
                  </a:lnTo>
                  <a:lnTo>
                    <a:pt x="2516402" y="728085"/>
                  </a:lnTo>
                  <a:lnTo>
                    <a:pt x="2517052" y="736404"/>
                  </a:lnTo>
                  <a:lnTo>
                    <a:pt x="2517702" y="744896"/>
                  </a:lnTo>
                  <a:lnTo>
                    <a:pt x="2518352" y="753592"/>
                  </a:lnTo>
                  <a:lnTo>
                    <a:pt x="2519002" y="762544"/>
                  </a:lnTo>
                  <a:lnTo>
                    <a:pt x="2519652" y="771697"/>
                  </a:lnTo>
                  <a:lnTo>
                    <a:pt x="2520302" y="781010"/>
                  </a:lnTo>
                  <a:lnTo>
                    <a:pt x="2520952" y="790436"/>
                  </a:lnTo>
                  <a:lnTo>
                    <a:pt x="2521602" y="799809"/>
                  </a:lnTo>
                  <a:lnTo>
                    <a:pt x="2522252" y="808999"/>
                  </a:lnTo>
                  <a:lnTo>
                    <a:pt x="2522902" y="817961"/>
                  </a:lnTo>
                  <a:lnTo>
                    <a:pt x="2523552" y="826543"/>
                  </a:lnTo>
                  <a:lnTo>
                    <a:pt x="2524201" y="834716"/>
                  </a:lnTo>
                  <a:lnTo>
                    <a:pt x="2524851" y="842565"/>
                  </a:lnTo>
                  <a:lnTo>
                    <a:pt x="2525501" y="850020"/>
                  </a:lnTo>
                  <a:lnTo>
                    <a:pt x="2526151" y="857053"/>
                  </a:lnTo>
                  <a:lnTo>
                    <a:pt x="2526801" y="863623"/>
                  </a:lnTo>
                  <a:lnTo>
                    <a:pt x="2527451" y="869698"/>
                  </a:lnTo>
                  <a:lnTo>
                    <a:pt x="2528101" y="875182"/>
                  </a:lnTo>
                  <a:lnTo>
                    <a:pt x="2528751" y="879945"/>
                  </a:lnTo>
                  <a:lnTo>
                    <a:pt x="2529401" y="883988"/>
                  </a:lnTo>
                  <a:lnTo>
                    <a:pt x="2530051" y="887408"/>
                  </a:lnTo>
                  <a:lnTo>
                    <a:pt x="2530701" y="890352"/>
                  </a:lnTo>
                  <a:lnTo>
                    <a:pt x="2531351" y="893167"/>
                  </a:lnTo>
                  <a:lnTo>
                    <a:pt x="2532001" y="895988"/>
                  </a:lnTo>
                  <a:lnTo>
                    <a:pt x="2532651" y="898812"/>
                  </a:lnTo>
                  <a:lnTo>
                    <a:pt x="2533301" y="901742"/>
                  </a:lnTo>
                  <a:lnTo>
                    <a:pt x="2533950" y="904784"/>
                  </a:lnTo>
                  <a:lnTo>
                    <a:pt x="2534600" y="907929"/>
                  </a:lnTo>
                  <a:lnTo>
                    <a:pt x="2535250" y="911286"/>
                  </a:lnTo>
                  <a:lnTo>
                    <a:pt x="2535900" y="914967"/>
                  </a:lnTo>
                  <a:lnTo>
                    <a:pt x="2536550" y="919032"/>
                  </a:lnTo>
                  <a:lnTo>
                    <a:pt x="2537200" y="923491"/>
                  </a:lnTo>
                  <a:lnTo>
                    <a:pt x="2537850" y="928413"/>
                  </a:lnTo>
                  <a:lnTo>
                    <a:pt x="2538500" y="933829"/>
                  </a:lnTo>
                  <a:lnTo>
                    <a:pt x="2539150" y="939766"/>
                  </a:lnTo>
                  <a:lnTo>
                    <a:pt x="2539800" y="946188"/>
                  </a:lnTo>
                  <a:lnTo>
                    <a:pt x="2540450" y="953098"/>
                  </a:lnTo>
                  <a:lnTo>
                    <a:pt x="2541100" y="960458"/>
                  </a:lnTo>
                  <a:lnTo>
                    <a:pt x="2541750" y="968235"/>
                  </a:lnTo>
                  <a:lnTo>
                    <a:pt x="2542400" y="976477"/>
                  </a:lnTo>
                  <a:lnTo>
                    <a:pt x="2543050" y="985192"/>
                  </a:lnTo>
                  <a:lnTo>
                    <a:pt x="2543700" y="994420"/>
                  </a:lnTo>
                  <a:lnTo>
                    <a:pt x="2544349" y="1004172"/>
                  </a:lnTo>
                  <a:lnTo>
                    <a:pt x="2544999" y="1014372"/>
                  </a:lnTo>
                  <a:lnTo>
                    <a:pt x="2545649" y="1024982"/>
                  </a:lnTo>
                  <a:lnTo>
                    <a:pt x="2546299" y="1035931"/>
                  </a:lnTo>
                  <a:lnTo>
                    <a:pt x="2546949" y="1047236"/>
                  </a:lnTo>
                  <a:lnTo>
                    <a:pt x="2547599" y="1058936"/>
                  </a:lnTo>
                  <a:lnTo>
                    <a:pt x="2548249" y="1070984"/>
                  </a:lnTo>
                  <a:lnTo>
                    <a:pt x="2548899" y="1083401"/>
                  </a:lnTo>
                  <a:lnTo>
                    <a:pt x="2549549" y="1096276"/>
                  </a:lnTo>
                  <a:lnTo>
                    <a:pt x="2550199" y="1109571"/>
                  </a:lnTo>
                  <a:lnTo>
                    <a:pt x="2550849" y="1123269"/>
                  </a:lnTo>
                  <a:lnTo>
                    <a:pt x="2551499" y="1137409"/>
                  </a:lnTo>
                  <a:lnTo>
                    <a:pt x="2552149" y="1151969"/>
                  </a:lnTo>
                  <a:lnTo>
                    <a:pt x="2552799" y="1166912"/>
                  </a:lnTo>
                  <a:lnTo>
                    <a:pt x="2553449" y="1181975"/>
                  </a:lnTo>
                  <a:lnTo>
                    <a:pt x="2554098" y="1197206"/>
                  </a:lnTo>
                  <a:lnTo>
                    <a:pt x="2554748" y="1212754"/>
                  </a:lnTo>
                  <a:lnTo>
                    <a:pt x="2555398" y="1228633"/>
                  </a:lnTo>
                  <a:lnTo>
                    <a:pt x="2556048" y="1244883"/>
                  </a:lnTo>
                  <a:lnTo>
                    <a:pt x="2556698" y="1261502"/>
                  </a:lnTo>
                  <a:lnTo>
                    <a:pt x="2557348" y="1278168"/>
                  </a:lnTo>
                  <a:lnTo>
                    <a:pt x="2557998" y="1294724"/>
                  </a:lnTo>
                  <a:lnTo>
                    <a:pt x="2558648" y="1311147"/>
                  </a:lnTo>
                  <a:lnTo>
                    <a:pt x="2559298" y="1327408"/>
                  </a:lnTo>
                  <a:lnTo>
                    <a:pt x="2559948" y="1343427"/>
                  </a:lnTo>
                  <a:lnTo>
                    <a:pt x="2560598" y="1359185"/>
                  </a:lnTo>
                  <a:lnTo>
                    <a:pt x="2561248" y="1374711"/>
                  </a:lnTo>
                  <a:lnTo>
                    <a:pt x="2561898" y="1390099"/>
                  </a:lnTo>
                  <a:lnTo>
                    <a:pt x="2562548" y="1405335"/>
                  </a:lnTo>
                  <a:lnTo>
                    <a:pt x="2563198" y="1420397"/>
                  </a:lnTo>
                  <a:lnTo>
                    <a:pt x="2563848" y="1435032"/>
                  </a:lnTo>
                  <a:lnTo>
                    <a:pt x="2564497" y="1448994"/>
                  </a:lnTo>
                  <a:lnTo>
                    <a:pt x="2565147" y="1462208"/>
                  </a:lnTo>
                  <a:lnTo>
                    <a:pt x="2565797" y="1474595"/>
                  </a:lnTo>
                  <a:lnTo>
                    <a:pt x="2566447" y="1486119"/>
                  </a:lnTo>
                  <a:lnTo>
                    <a:pt x="2567097" y="1496934"/>
                  </a:lnTo>
                  <a:lnTo>
                    <a:pt x="2567747" y="1507097"/>
                  </a:lnTo>
                  <a:lnTo>
                    <a:pt x="2568397" y="1516492"/>
                  </a:lnTo>
                  <a:lnTo>
                    <a:pt x="2569047" y="1525065"/>
                  </a:lnTo>
                  <a:lnTo>
                    <a:pt x="2569697" y="1532878"/>
                  </a:lnTo>
                  <a:lnTo>
                    <a:pt x="2570347" y="1539933"/>
                  </a:lnTo>
                  <a:lnTo>
                    <a:pt x="2570997" y="1546189"/>
                  </a:lnTo>
                  <a:lnTo>
                    <a:pt x="2571647" y="1551573"/>
                  </a:lnTo>
                  <a:lnTo>
                    <a:pt x="2572297" y="1556099"/>
                  </a:lnTo>
                  <a:lnTo>
                    <a:pt x="2572947" y="1559839"/>
                  </a:lnTo>
                  <a:lnTo>
                    <a:pt x="2573597" y="1562854"/>
                  </a:lnTo>
                  <a:lnTo>
                    <a:pt x="2574246" y="1565161"/>
                  </a:lnTo>
                  <a:lnTo>
                    <a:pt x="2574896" y="1566765"/>
                  </a:lnTo>
                  <a:lnTo>
                    <a:pt x="2575546" y="1567609"/>
                  </a:lnTo>
                  <a:lnTo>
                    <a:pt x="2576196" y="1567670"/>
                  </a:lnTo>
                  <a:lnTo>
                    <a:pt x="2576846" y="1566903"/>
                  </a:lnTo>
                  <a:lnTo>
                    <a:pt x="2577496" y="1565277"/>
                  </a:lnTo>
                  <a:lnTo>
                    <a:pt x="2578146" y="1562878"/>
                  </a:lnTo>
                  <a:lnTo>
                    <a:pt x="2578796" y="1559735"/>
                  </a:lnTo>
                  <a:lnTo>
                    <a:pt x="2579446" y="1555822"/>
                  </a:lnTo>
                  <a:lnTo>
                    <a:pt x="2580096" y="1551097"/>
                  </a:lnTo>
                  <a:lnTo>
                    <a:pt x="2580746" y="1545612"/>
                  </a:lnTo>
                  <a:lnTo>
                    <a:pt x="2581396" y="1539429"/>
                  </a:lnTo>
                  <a:lnTo>
                    <a:pt x="2582046" y="1532458"/>
                  </a:lnTo>
                  <a:lnTo>
                    <a:pt x="2582696" y="1524599"/>
                  </a:lnTo>
                  <a:lnTo>
                    <a:pt x="2583346" y="1515830"/>
                  </a:lnTo>
                  <a:lnTo>
                    <a:pt x="2583996" y="1506055"/>
                  </a:lnTo>
                  <a:lnTo>
                    <a:pt x="2584645" y="1495187"/>
                  </a:lnTo>
                  <a:lnTo>
                    <a:pt x="2585295" y="1483219"/>
                  </a:lnTo>
                  <a:lnTo>
                    <a:pt x="2585945" y="1470465"/>
                  </a:lnTo>
                  <a:lnTo>
                    <a:pt x="2586595" y="1457113"/>
                  </a:lnTo>
                  <a:lnTo>
                    <a:pt x="2587245" y="1443116"/>
                  </a:lnTo>
                  <a:lnTo>
                    <a:pt x="2587895" y="1428332"/>
                  </a:lnTo>
                  <a:lnTo>
                    <a:pt x="2588545" y="1412721"/>
                  </a:lnTo>
                  <a:lnTo>
                    <a:pt x="2589195" y="1396311"/>
                  </a:lnTo>
                  <a:lnTo>
                    <a:pt x="2589845" y="1379325"/>
                  </a:lnTo>
                  <a:lnTo>
                    <a:pt x="2590495" y="1362032"/>
                  </a:lnTo>
                  <a:lnTo>
                    <a:pt x="2591145" y="1344389"/>
                  </a:lnTo>
                  <a:lnTo>
                    <a:pt x="2591795" y="1326461"/>
                  </a:lnTo>
                  <a:lnTo>
                    <a:pt x="2592445" y="1308382"/>
                  </a:lnTo>
                  <a:lnTo>
                    <a:pt x="2593095" y="1290305"/>
                  </a:lnTo>
                  <a:lnTo>
                    <a:pt x="2593745" y="1272311"/>
                  </a:lnTo>
                  <a:lnTo>
                    <a:pt x="2594394" y="1254407"/>
                  </a:lnTo>
                  <a:lnTo>
                    <a:pt x="2595044" y="1236507"/>
                  </a:lnTo>
                  <a:lnTo>
                    <a:pt x="2595694" y="1218573"/>
                  </a:lnTo>
                  <a:lnTo>
                    <a:pt x="2596344" y="1200605"/>
                  </a:lnTo>
                  <a:lnTo>
                    <a:pt x="2596994" y="1182709"/>
                  </a:lnTo>
                  <a:lnTo>
                    <a:pt x="2597644" y="1164954"/>
                  </a:lnTo>
                  <a:lnTo>
                    <a:pt x="2598294" y="1147453"/>
                  </a:lnTo>
                  <a:lnTo>
                    <a:pt x="2598944" y="1130324"/>
                  </a:lnTo>
                  <a:lnTo>
                    <a:pt x="2599594" y="1113516"/>
                  </a:lnTo>
                  <a:lnTo>
                    <a:pt x="2600244" y="1096930"/>
                  </a:lnTo>
                  <a:lnTo>
                    <a:pt x="2600894" y="1080603"/>
                  </a:lnTo>
                  <a:lnTo>
                    <a:pt x="2601544" y="1064608"/>
                  </a:lnTo>
                  <a:lnTo>
                    <a:pt x="2602194" y="1048953"/>
                  </a:lnTo>
                  <a:lnTo>
                    <a:pt x="2602844" y="1033556"/>
                  </a:lnTo>
                  <a:lnTo>
                    <a:pt x="2603494" y="1018406"/>
                  </a:lnTo>
                  <a:lnTo>
                    <a:pt x="2604143" y="1003558"/>
                  </a:lnTo>
                  <a:lnTo>
                    <a:pt x="2604793" y="989099"/>
                  </a:lnTo>
                  <a:lnTo>
                    <a:pt x="2605443" y="975036"/>
                  </a:lnTo>
                  <a:lnTo>
                    <a:pt x="2606093" y="961318"/>
                  </a:lnTo>
                  <a:lnTo>
                    <a:pt x="2606743" y="947949"/>
                  </a:lnTo>
                  <a:lnTo>
                    <a:pt x="2607393" y="934971"/>
                  </a:lnTo>
                  <a:lnTo>
                    <a:pt x="2608043" y="922425"/>
                  </a:lnTo>
                  <a:lnTo>
                    <a:pt x="2608693" y="910246"/>
                  </a:lnTo>
                  <a:lnTo>
                    <a:pt x="2609343" y="898399"/>
                  </a:lnTo>
                  <a:lnTo>
                    <a:pt x="2609993" y="886899"/>
                  </a:lnTo>
                  <a:lnTo>
                    <a:pt x="2610643" y="875691"/>
                  </a:lnTo>
                  <a:lnTo>
                    <a:pt x="2611293" y="864704"/>
                  </a:lnTo>
                  <a:lnTo>
                    <a:pt x="2611943" y="853926"/>
                  </a:lnTo>
                  <a:lnTo>
                    <a:pt x="2612593" y="843420"/>
                  </a:lnTo>
                  <a:lnTo>
                    <a:pt x="2613243" y="833143"/>
                  </a:lnTo>
                  <a:lnTo>
                    <a:pt x="2613893" y="823022"/>
                  </a:lnTo>
                  <a:lnTo>
                    <a:pt x="2614542" y="813061"/>
                  </a:lnTo>
                  <a:lnTo>
                    <a:pt x="2615192" y="803304"/>
                  </a:lnTo>
                  <a:lnTo>
                    <a:pt x="2615842" y="793761"/>
                  </a:lnTo>
                  <a:lnTo>
                    <a:pt x="2616492" y="784406"/>
                  </a:lnTo>
                  <a:lnTo>
                    <a:pt x="2617142" y="775329"/>
                  </a:lnTo>
                  <a:lnTo>
                    <a:pt x="2617792" y="766500"/>
                  </a:lnTo>
                  <a:lnTo>
                    <a:pt x="2618442" y="757849"/>
                  </a:lnTo>
                  <a:lnTo>
                    <a:pt x="2619092" y="749162"/>
                  </a:lnTo>
                  <a:lnTo>
                    <a:pt x="2619742" y="740464"/>
                  </a:lnTo>
                  <a:lnTo>
                    <a:pt x="2620392" y="731879"/>
                  </a:lnTo>
                  <a:lnTo>
                    <a:pt x="2621042" y="723602"/>
                  </a:lnTo>
                  <a:lnTo>
                    <a:pt x="2621692" y="715689"/>
                  </a:lnTo>
                  <a:lnTo>
                    <a:pt x="2622342" y="708074"/>
                  </a:lnTo>
                  <a:lnTo>
                    <a:pt x="2622992" y="700627"/>
                  </a:lnTo>
                  <a:lnTo>
                    <a:pt x="2623642" y="693391"/>
                  </a:lnTo>
                  <a:lnTo>
                    <a:pt x="2624291" y="686346"/>
                  </a:lnTo>
                  <a:lnTo>
                    <a:pt x="2624941" y="679376"/>
                  </a:lnTo>
                  <a:lnTo>
                    <a:pt x="2625591" y="672394"/>
                  </a:lnTo>
                  <a:lnTo>
                    <a:pt x="2626241" y="665341"/>
                  </a:lnTo>
                  <a:lnTo>
                    <a:pt x="2626891" y="658239"/>
                  </a:lnTo>
                  <a:lnTo>
                    <a:pt x="2627541" y="651178"/>
                  </a:lnTo>
                  <a:lnTo>
                    <a:pt x="2628191" y="644229"/>
                  </a:lnTo>
                  <a:lnTo>
                    <a:pt x="2628841" y="637433"/>
                  </a:lnTo>
                  <a:lnTo>
                    <a:pt x="2629491" y="630825"/>
                  </a:lnTo>
                  <a:lnTo>
                    <a:pt x="2630141" y="624402"/>
                  </a:lnTo>
                  <a:lnTo>
                    <a:pt x="2630791" y="618036"/>
                  </a:lnTo>
                  <a:lnTo>
                    <a:pt x="2631441" y="611591"/>
                  </a:lnTo>
                  <a:lnTo>
                    <a:pt x="2632091" y="605041"/>
                  </a:lnTo>
                  <a:lnTo>
                    <a:pt x="2632741" y="598376"/>
                  </a:lnTo>
                  <a:lnTo>
                    <a:pt x="2633391" y="591663"/>
                  </a:lnTo>
                  <a:lnTo>
                    <a:pt x="2634041" y="584904"/>
                  </a:lnTo>
                  <a:lnTo>
                    <a:pt x="2634690" y="578144"/>
                  </a:lnTo>
                  <a:lnTo>
                    <a:pt x="2635340" y="571442"/>
                  </a:lnTo>
                  <a:lnTo>
                    <a:pt x="2635990" y="564888"/>
                  </a:lnTo>
                  <a:lnTo>
                    <a:pt x="2636640" y="558484"/>
                  </a:lnTo>
                  <a:lnTo>
                    <a:pt x="2637290" y="552211"/>
                  </a:lnTo>
                  <a:lnTo>
                    <a:pt x="2637940" y="545988"/>
                  </a:lnTo>
                  <a:lnTo>
                    <a:pt x="2638590" y="539809"/>
                  </a:lnTo>
                  <a:lnTo>
                    <a:pt x="2639240" y="533757"/>
                  </a:lnTo>
                  <a:lnTo>
                    <a:pt x="2639890" y="527834"/>
                  </a:lnTo>
                  <a:lnTo>
                    <a:pt x="2640540" y="522087"/>
                  </a:lnTo>
                  <a:lnTo>
                    <a:pt x="2641190" y="516709"/>
                  </a:lnTo>
                  <a:lnTo>
                    <a:pt x="2641840" y="511862"/>
                  </a:lnTo>
                  <a:lnTo>
                    <a:pt x="2642490" y="507640"/>
                  </a:lnTo>
                  <a:lnTo>
                    <a:pt x="2643140" y="504078"/>
                  </a:lnTo>
                  <a:lnTo>
                    <a:pt x="2643790" y="501287"/>
                  </a:lnTo>
                  <a:lnTo>
                    <a:pt x="2644439" y="499396"/>
                  </a:lnTo>
                  <a:lnTo>
                    <a:pt x="2645089" y="498409"/>
                  </a:lnTo>
                  <a:lnTo>
                    <a:pt x="2645739" y="498327"/>
                  </a:lnTo>
                  <a:lnTo>
                    <a:pt x="2646389" y="499180"/>
                  </a:lnTo>
                  <a:lnTo>
                    <a:pt x="2647039" y="500988"/>
                  </a:lnTo>
                  <a:lnTo>
                    <a:pt x="2647689" y="503923"/>
                  </a:lnTo>
                  <a:lnTo>
                    <a:pt x="2648339" y="508117"/>
                  </a:lnTo>
                  <a:lnTo>
                    <a:pt x="2648989" y="513598"/>
                  </a:lnTo>
                  <a:lnTo>
                    <a:pt x="2649639" y="520405"/>
                  </a:lnTo>
                  <a:lnTo>
                    <a:pt x="2650289" y="528570"/>
                  </a:lnTo>
                  <a:lnTo>
                    <a:pt x="2650939" y="538098"/>
                  </a:lnTo>
                  <a:lnTo>
                    <a:pt x="2651589" y="549052"/>
                  </a:lnTo>
                  <a:lnTo>
                    <a:pt x="2652239" y="561404"/>
                  </a:lnTo>
                  <a:lnTo>
                    <a:pt x="2652889" y="575148"/>
                  </a:lnTo>
                  <a:lnTo>
                    <a:pt x="2653539" y="590114"/>
                  </a:lnTo>
                  <a:lnTo>
                    <a:pt x="2654189" y="606146"/>
                  </a:lnTo>
                  <a:lnTo>
                    <a:pt x="2654838" y="623222"/>
                  </a:lnTo>
                  <a:lnTo>
                    <a:pt x="2655488" y="641376"/>
                  </a:lnTo>
                  <a:lnTo>
                    <a:pt x="2656138" y="660627"/>
                  </a:lnTo>
                  <a:lnTo>
                    <a:pt x="2656788" y="681000"/>
                  </a:lnTo>
                  <a:lnTo>
                    <a:pt x="2657438" y="702594"/>
                  </a:lnTo>
                  <a:lnTo>
                    <a:pt x="2658088" y="725456"/>
                  </a:lnTo>
                  <a:lnTo>
                    <a:pt x="2658738" y="749576"/>
                  </a:lnTo>
                  <a:lnTo>
                    <a:pt x="2659388" y="774918"/>
                  </a:lnTo>
                  <a:lnTo>
                    <a:pt x="2660038" y="801385"/>
                  </a:lnTo>
                  <a:lnTo>
                    <a:pt x="2660688" y="828919"/>
                  </a:lnTo>
                  <a:lnTo>
                    <a:pt x="2661338" y="857501"/>
                  </a:lnTo>
                  <a:lnTo>
                    <a:pt x="2661988" y="887074"/>
                  </a:lnTo>
                  <a:lnTo>
                    <a:pt x="2662638" y="917589"/>
                  </a:lnTo>
                  <a:lnTo>
                    <a:pt x="2663288" y="949088"/>
                  </a:lnTo>
                  <a:lnTo>
                    <a:pt x="2663938" y="981636"/>
                  </a:lnTo>
                  <a:lnTo>
                    <a:pt x="2664587" y="1015182"/>
                  </a:lnTo>
                  <a:lnTo>
                    <a:pt x="2665237" y="1049557"/>
                  </a:lnTo>
                  <a:lnTo>
                    <a:pt x="2665887" y="1084776"/>
                  </a:lnTo>
                  <a:lnTo>
                    <a:pt x="2666537" y="1120657"/>
                  </a:lnTo>
                  <a:lnTo>
                    <a:pt x="2667187" y="1157002"/>
                  </a:lnTo>
                  <a:lnTo>
                    <a:pt x="2667837" y="1193723"/>
                  </a:lnTo>
                  <a:lnTo>
                    <a:pt x="2668487" y="1230753"/>
                  </a:lnTo>
                  <a:lnTo>
                    <a:pt x="2669137" y="1267979"/>
                  </a:lnTo>
                  <a:lnTo>
                    <a:pt x="2669787" y="1305360"/>
                  </a:lnTo>
                  <a:lnTo>
                    <a:pt x="2670437" y="1342864"/>
                  </a:lnTo>
                  <a:lnTo>
                    <a:pt x="2671087" y="1380530"/>
                  </a:lnTo>
                  <a:lnTo>
                    <a:pt x="2671737" y="1418239"/>
                  </a:lnTo>
                  <a:lnTo>
                    <a:pt x="2672387" y="1455872"/>
                  </a:lnTo>
                  <a:lnTo>
                    <a:pt x="2673037" y="1493266"/>
                  </a:lnTo>
                  <a:lnTo>
                    <a:pt x="2673687" y="1530177"/>
                  </a:lnTo>
                  <a:lnTo>
                    <a:pt x="2674337" y="1566395"/>
                  </a:lnTo>
                  <a:lnTo>
                    <a:pt x="2674986" y="1601803"/>
                  </a:lnTo>
                  <a:lnTo>
                    <a:pt x="2675636" y="1636297"/>
                  </a:lnTo>
                  <a:lnTo>
                    <a:pt x="2676286" y="1669807"/>
                  </a:lnTo>
                  <a:lnTo>
                    <a:pt x="2676936" y="1702227"/>
                  </a:lnTo>
                  <a:lnTo>
                    <a:pt x="2677586" y="1733383"/>
                  </a:lnTo>
                  <a:lnTo>
                    <a:pt x="2678236" y="1763211"/>
                  </a:lnTo>
                  <a:lnTo>
                    <a:pt x="2678886" y="1791721"/>
                  </a:lnTo>
                  <a:lnTo>
                    <a:pt x="2679536" y="1818828"/>
                  </a:lnTo>
                  <a:lnTo>
                    <a:pt x="2680186" y="1844344"/>
                  </a:lnTo>
                  <a:lnTo>
                    <a:pt x="2680836" y="1867973"/>
                  </a:lnTo>
                  <a:lnTo>
                    <a:pt x="2681486" y="1889625"/>
                  </a:lnTo>
                  <a:lnTo>
                    <a:pt x="2682136" y="1909328"/>
                  </a:lnTo>
                  <a:lnTo>
                    <a:pt x="2682786" y="1927162"/>
                  </a:lnTo>
                  <a:lnTo>
                    <a:pt x="2683436" y="1943187"/>
                  </a:lnTo>
                  <a:lnTo>
                    <a:pt x="2684086" y="1957421"/>
                  </a:lnTo>
                  <a:lnTo>
                    <a:pt x="2684735" y="1969878"/>
                  </a:lnTo>
                  <a:lnTo>
                    <a:pt x="2685385" y="1980561"/>
                  </a:lnTo>
                  <a:lnTo>
                    <a:pt x="2686035" y="1989487"/>
                  </a:lnTo>
                  <a:lnTo>
                    <a:pt x="2686685" y="1996715"/>
                  </a:lnTo>
                  <a:lnTo>
                    <a:pt x="2687335" y="2002352"/>
                  </a:lnTo>
                  <a:lnTo>
                    <a:pt x="2687985" y="2006441"/>
                  </a:lnTo>
                  <a:lnTo>
                    <a:pt x="2688635" y="2009041"/>
                  </a:lnTo>
                  <a:lnTo>
                    <a:pt x="2689285" y="2010198"/>
                  </a:lnTo>
                  <a:lnTo>
                    <a:pt x="2689935" y="2009937"/>
                  </a:lnTo>
                  <a:lnTo>
                    <a:pt x="2690585" y="2008208"/>
                  </a:lnTo>
                  <a:lnTo>
                    <a:pt x="2691235" y="2005059"/>
                  </a:lnTo>
                  <a:lnTo>
                    <a:pt x="2691885" y="2000470"/>
                  </a:lnTo>
                  <a:lnTo>
                    <a:pt x="2692535" y="1994462"/>
                  </a:lnTo>
                  <a:lnTo>
                    <a:pt x="2693185" y="1987028"/>
                  </a:lnTo>
                  <a:lnTo>
                    <a:pt x="2693835" y="1978162"/>
                  </a:lnTo>
                  <a:lnTo>
                    <a:pt x="2694485" y="1967885"/>
                  </a:lnTo>
                  <a:lnTo>
                    <a:pt x="2695134" y="1956214"/>
                  </a:lnTo>
                  <a:lnTo>
                    <a:pt x="2695784" y="1943162"/>
                  </a:lnTo>
                  <a:lnTo>
                    <a:pt x="2696434" y="1928832"/>
                  </a:lnTo>
                  <a:lnTo>
                    <a:pt x="2697084" y="1913335"/>
                  </a:lnTo>
                  <a:lnTo>
                    <a:pt x="2697734" y="1896874"/>
                  </a:lnTo>
                  <a:lnTo>
                    <a:pt x="2698384" y="1879503"/>
                  </a:lnTo>
                  <a:lnTo>
                    <a:pt x="2699034" y="1861256"/>
                  </a:lnTo>
                  <a:lnTo>
                    <a:pt x="2699684" y="1842253"/>
                  </a:lnTo>
                  <a:lnTo>
                    <a:pt x="2700334" y="1822612"/>
                  </a:lnTo>
                  <a:lnTo>
                    <a:pt x="2700984" y="1802307"/>
                  </a:lnTo>
                  <a:lnTo>
                    <a:pt x="2701634" y="1781387"/>
                  </a:lnTo>
                  <a:lnTo>
                    <a:pt x="2702284" y="1759893"/>
                  </a:lnTo>
                  <a:lnTo>
                    <a:pt x="2702934" y="1737917"/>
                  </a:lnTo>
                  <a:lnTo>
                    <a:pt x="2703584" y="1715457"/>
                  </a:lnTo>
                  <a:lnTo>
                    <a:pt x="2704234" y="1692578"/>
                  </a:lnTo>
                  <a:lnTo>
                    <a:pt x="2704883" y="1669462"/>
                  </a:lnTo>
                  <a:lnTo>
                    <a:pt x="2705533" y="1646202"/>
                  </a:lnTo>
                  <a:lnTo>
                    <a:pt x="2706183" y="1622885"/>
                  </a:lnTo>
                  <a:lnTo>
                    <a:pt x="2706833" y="1599650"/>
                  </a:lnTo>
                  <a:lnTo>
                    <a:pt x="2707483" y="1576552"/>
                  </a:lnTo>
                  <a:lnTo>
                    <a:pt x="2708133" y="1553597"/>
                  </a:lnTo>
                  <a:lnTo>
                    <a:pt x="2708783" y="1530821"/>
                  </a:lnTo>
                  <a:lnTo>
                    <a:pt x="2709433" y="1508255"/>
                  </a:lnTo>
                  <a:lnTo>
                    <a:pt x="2710083" y="1486008"/>
                  </a:lnTo>
                  <a:lnTo>
                    <a:pt x="2710733" y="1464217"/>
                  </a:lnTo>
                  <a:lnTo>
                    <a:pt x="2711383" y="1442867"/>
                  </a:lnTo>
                  <a:lnTo>
                    <a:pt x="2712033" y="1421997"/>
                  </a:lnTo>
                  <a:lnTo>
                    <a:pt x="2712683" y="1401739"/>
                  </a:lnTo>
                  <a:lnTo>
                    <a:pt x="2713333" y="1382314"/>
                  </a:lnTo>
                  <a:lnTo>
                    <a:pt x="2713983" y="1363889"/>
                  </a:lnTo>
                  <a:lnTo>
                    <a:pt x="2714633" y="1346435"/>
                  </a:lnTo>
                  <a:lnTo>
                    <a:pt x="2715282" y="1329881"/>
                  </a:lnTo>
                  <a:lnTo>
                    <a:pt x="2715932" y="1314158"/>
                  </a:lnTo>
                  <a:lnTo>
                    <a:pt x="2716582" y="1299153"/>
                  </a:lnTo>
                  <a:lnTo>
                    <a:pt x="2717232" y="1284808"/>
                  </a:lnTo>
                  <a:lnTo>
                    <a:pt x="2717882" y="1271180"/>
                  </a:lnTo>
                  <a:lnTo>
                    <a:pt x="2718532" y="1258247"/>
                  </a:lnTo>
                  <a:lnTo>
                    <a:pt x="2719182" y="1245963"/>
                  </a:lnTo>
                  <a:lnTo>
                    <a:pt x="2719832" y="1234247"/>
                  </a:lnTo>
                  <a:lnTo>
                    <a:pt x="2720482" y="1223049"/>
                  </a:lnTo>
                  <a:lnTo>
                    <a:pt x="2721132" y="1212306"/>
                  </a:lnTo>
                  <a:lnTo>
                    <a:pt x="2721782" y="1201901"/>
                  </a:lnTo>
                  <a:lnTo>
                    <a:pt x="2722432" y="1191675"/>
                  </a:lnTo>
                  <a:lnTo>
                    <a:pt x="2723082" y="1181520"/>
                  </a:lnTo>
                  <a:lnTo>
                    <a:pt x="2723732" y="1171417"/>
                  </a:lnTo>
                  <a:lnTo>
                    <a:pt x="2724382" y="1161368"/>
                  </a:lnTo>
                  <a:lnTo>
                    <a:pt x="2725031" y="1151440"/>
                  </a:lnTo>
                  <a:lnTo>
                    <a:pt x="2725681" y="1141671"/>
                  </a:lnTo>
                  <a:lnTo>
                    <a:pt x="2726331" y="1132098"/>
                  </a:lnTo>
                  <a:lnTo>
                    <a:pt x="2726981" y="1122732"/>
                  </a:lnTo>
                  <a:lnTo>
                    <a:pt x="2727631" y="1113584"/>
                  </a:lnTo>
                  <a:lnTo>
                    <a:pt x="2728281" y="1104693"/>
                  </a:lnTo>
                  <a:lnTo>
                    <a:pt x="2728931" y="1095997"/>
                  </a:lnTo>
                  <a:lnTo>
                    <a:pt x="2729581" y="1087321"/>
                  </a:lnTo>
                  <a:lnTo>
                    <a:pt x="2730231" y="1078611"/>
                  </a:lnTo>
                  <a:lnTo>
                    <a:pt x="2730881" y="1069773"/>
                  </a:lnTo>
                  <a:lnTo>
                    <a:pt x="2731531" y="1060918"/>
                  </a:lnTo>
                  <a:lnTo>
                    <a:pt x="2732181" y="1052130"/>
                  </a:lnTo>
                  <a:lnTo>
                    <a:pt x="2732831" y="1043471"/>
                  </a:lnTo>
                  <a:lnTo>
                    <a:pt x="2733481" y="1035000"/>
                  </a:lnTo>
                  <a:lnTo>
                    <a:pt x="2734131" y="1026748"/>
                  </a:lnTo>
                  <a:lnTo>
                    <a:pt x="2734781" y="1018702"/>
                  </a:lnTo>
                  <a:lnTo>
                    <a:pt x="2735430" y="1010814"/>
                  </a:lnTo>
                  <a:lnTo>
                    <a:pt x="2736080" y="1003065"/>
                  </a:lnTo>
                  <a:lnTo>
                    <a:pt x="2736730" y="995471"/>
                  </a:lnTo>
                  <a:lnTo>
                    <a:pt x="2737380" y="987881"/>
                  </a:lnTo>
                  <a:lnTo>
                    <a:pt x="2738030" y="980253"/>
                  </a:lnTo>
                  <a:lnTo>
                    <a:pt x="2738680" y="972625"/>
                  </a:lnTo>
                  <a:lnTo>
                    <a:pt x="2739330" y="965058"/>
                  </a:lnTo>
                  <a:lnTo>
                    <a:pt x="2739980" y="957517"/>
                  </a:lnTo>
                  <a:lnTo>
                    <a:pt x="2740630" y="950028"/>
                  </a:lnTo>
                  <a:lnTo>
                    <a:pt x="2741280" y="942599"/>
                  </a:lnTo>
                  <a:lnTo>
                    <a:pt x="2741930" y="935181"/>
                  </a:lnTo>
                  <a:lnTo>
                    <a:pt x="2742580" y="927749"/>
                  </a:lnTo>
                  <a:lnTo>
                    <a:pt x="2743230" y="920214"/>
                  </a:lnTo>
                  <a:lnTo>
                    <a:pt x="2743880" y="912540"/>
                  </a:lnTo>
                  <a:lnTo>
                    <a:pt x="2744530" y="904783"/>
                  </a:lnTo>
                  <a:lnTo>
                    <a:pt x="2745179" y="896838"/>
                  </a:lnTo>
                  <a:lnTo>
                    <a:pt x="2745829" y="888657"/>
                  </a:lnTo>
                  <a:lnTo>
                    <a:pt x="2746479" y="880153"/>
                  </a:lnTo>
                  <a:lnTo>
                    <a:pt x="2747129" y="871296"/>
                  </a:lnTo>
                  <a:lnTo>
                    <a:pt x="2747779" y="862028"/>
                  </a:lnTo>
                  <a:lnTo>
                    <a:pt x="2748429" y="852324"/>
                  </a:lnTo>
                  <a:lnTo>
                    <a:pt x="2749079" y="842247"/>
                  </a:lnTo>
                  <a:lnTo>
                    <a:pt x="2749729" y="831886"/>
                  </a:lnTo>
                  <a:lnTo>
                    <a:pt x="2750379" y="821210"/>
                  </a:lnTo>
                  <a:lnTo>
                    <a:pt x="2751029" y="810212"/>
                  </a:lnTo>
                  <a:lnTo>
                    <a:pt x="2751679" y="798975"/>
                  </a:lnTo>
                  <a:lnTo>
                    <a:pt x="2752329" y="787617"/>
                  </a:lnTo>
                  <a:lnTo>
                    <a:pt x="2752979" y="776233"/>
                  </a:lnTo>
                  <a:lnTo>
                    <a:pt x="2753629" y="764766"/>
                  </a:lnTo>
                  <a:lnTo>
                    <a:pt x="2754279" y="753266"/>
                  </a:lnTo>
                  <a:lnTo>
                    <a:pt x="2754928" y="741818"/>
                  </a:lnTo>
                  <a:lnTo>
                    <a:pt x="2755578" y="730569"/>
                  </a:lnTo>
                  <a:lnTo>
                    <a:pt x="2756228" y="719577"/>
                  </a:lnTo>
                  <a:lnTo>
                    <a:pt x="2756878" y="708842"/>
                  </a:lnTo>
                  <a:lnTo>
                    <a:pt x="2757528" y="698306"/>
                  </a:lnTo>
                  <a:lnTo>
                    <a:pt x="2758178" y="687916"/>
                  </a:lnTo>
                  <a:lnTo>
                    <a:pt x="2758828" y="677647"/>
                  </a:lnTo>
                  <a:lnTo>
                    <a:pt x="2759478" y="667530"/>
                  </a:lnTo>
                  <a:lnTo>
                    <a:pt x="2760128" y="657570"/>
                  </a:lnTo>
                  <a:lnTo>
                    <a:pt x="2760778" y="647741"/>
                  </a:lnTo>
                  <a:lnTo>
                    <a:pt x="2761428" y="638099"/>
                  </a:lnTo>
                  <a:lnTo>
                    <a:pt x="2762078" y="628741"/>
                  </a:lnTo>
                  <a:lnTo>
                    <a:pt x="2762728" y="619759"/>
                  </a:lnTo>
                  <a:lnTo>
                    <a:pt x="2763378" y="611130"/>
                  </a:lnTo>
                  <a:lnTo>
                    <a:pt x="2764028" y="602860"/>
                  </a:lnTo>
                  <a:lnTo>
                    <a:pt x="2764678" y="594867"/>
                  </a:lnTo>
                  <a:lnTo>
                    <a:pt x="2765327" y="587013"/>
                  </a:lnTo>
                  <a:lnTo>
                    <a:pt x="2765977" y="579202"/>
                  </a:lnTo>
                  <a:lnTo>
                    <a:pt x="2766627" y="571452"/>
                  </a:lnTo>
                  <a:lnTo>
                    <a:pt x="2767277" y="563804"/>
                  </a:lnTo>
                  <a:lnTo>
                    <a:pt x="2767927" y="556263"/>
                  </a:lnTo>
                  <a:lnTo>
                    <a:pt x="2768577" y="548832"/>
                  </a:lnTo>
                  <a:lnTo>
                    <a:pt x="2769227" y="541480"/>
                  </a:lnTo>
                  <a:lnTo>
                    <a:pt x="2769877" y="534197"/>
                  </a:lnTo>
                  <a:lnTo>
                    <a:pt x="2770527" y="527036"/>
                  </a:lnTo>
                  <a:lnTo>
                    <a:pt x="2771177" y="519952"/>
                  </a:lnTo>
                  <a:lnTo>
                    <a:pt x="2771827" y="512843"/>
                  </a:lnTo>
                  <a:lnTo>
                    <a:pt x="2772477" y="505601"/>
                  </a:lnTo>
                  <a:lnTo>
                    <a:pt x="2773127" y="498284"/>
                  </a:lnTo>
                  <a:lnTo>
                    <a:pt x="2773777" y="490849"/>
                  </a:lnTo>
                  <a:lnTo>
                    <a:pt x="2774427" y="483317"/>
                  </a:lnTo>
                  <a:lnTo>
                    <a:pt x="2775076" y="475766"/>
                  </a:lnTo>
                  <a:lnTo>
                    <a:pt x="2775726" y="468261"/>
                  </a:lnTo>
                  <a:lnTo>
                    <a:pt x="2776376" y="460827"/>
                  </a:lnTo>
                  <a:lnTo>
                    <a:pt x="2777026" y="453406"/>
                  </a:lnTo>
                  <a:lnTo>
                    <a:pt x="2777676" y="446084"/>
                  </a:lnTo>
                  <a:lnTo>
                    <a:pt x="2778326" y="438929"/>
                  </a:lnTo>
                  <a:lnTo>
                    <a:pt x="2778976" y="431942"/>
                  </a:lnTo>
                  <a:lnTo>
                    <a:pt x="2779626" y="425135"/>
                  </a:lnTo>
                  <a:lnTo>
                    <a:pt x="2780276" y="418543"/>
                  </a:lnTo>
                  <a:lnTo>
                    <a:pt x="2780926" y="412229"/>
                  </a:lnTo>
                  <a:lnTo>
                    <a:pt x="2781576" y="406237"/>
                  </a:lnTo>
                  <a:lnTo>
                    <a:pt x="2782226" y="400547"/>
                  </a:lnTo>
                  <a:lnTo>
                    <a:pt x="2782876" y="395131"/>
                  </a:lnTo>
                  <a:lnTo>
                    <a:pt x="2783526" y="390017"/>
                  </a:lnTo>
                  <a:lnTo>
                    <a:pt x="2784176" y="385230"/>
                  </a:lnTo>
                  <a:lnTo>
                    <a:pt x="2784826" y="380760"/>
                  </a:lnTo>
                  <a:lnTo>
                    <a:pt x="2785475" y="376484"/>
                  </a:lnTo>
                  <a:lnTo>
                    <a:pt x="2786125" y="372436"/>
                  </a:lnTo>
                  <a:lnTo>
                    <a:pt x="2786775" y="368664"/>
                  </a:lnTo>
                  <a:lnTo>
                    <a:pt x="2787425" y="365096"/>
                  </a:lnTo>
                  <a:lnTo>
                    <a:pt x="2788075" y="361681"/>
                  </a:lnTo>
                  <a:lnTo>
                    <a:pt x="2788725" y="358317"/>
                  </a:lnTo>
                  <a:lnTo>
                    <a:pt x="2789375" y="354938"/>
                  </a:lnTo>
                  <a:lnTo>
                    <a:pt x="2790025" y="351567"/>
                  </a:lnTo>
                  <a:lnTo>
                    <a:pt x="2790675" y="348236"/>
                  </a:lnTo>
                  <a:lnTo>
                    <a:pt x="2791325" y="344942"/>
                  </a:lnTo>
                  <a:lnTo>
                    <a:pt x="2791975" y="341663"/>
                  </a:lnTo>
                  <a:lnTo>
                    <a:pt x="2792625" y="338437"/>
                  </a:lnTo>
                  <a:lnTo>
                    <a:pt x="2793275" y="335302"/>
                  </a:lnTo>
                  <a:lnTo>
                    <a:pt x="2793925" y="332153"/>
                  </a:lnTo>
                  <a:lnTo>
                    <a:pt x="2794575" y="328891"/>
                  </a:lnTo>
                  <a:lnTo>
                    <a:pt x="2795224" y="325426"/>
                  </a:lnTo>
                  <a:lnTo>
                    <a:pt x="2795874" y="321735"/>
                  </a:lnTo>
                  <a:lnTo>
                    <a:pt x="2796524" y="317809"/>
                  </a:lnTo>
                  <a:lnTo>
                    <a:pt x="2797174" y="313661"/>
                  </a:lnTo>
                  <a:lnTo>
                    <a:pt x="2797824" y="309286"/>
                  </a:lnTo>
                  <a:lnTo>
                    <a:pt x="2798474" y="304748"/>
                  </a:lnTo>
                  <a:lnTo>
                    <a:pt x="2799124" y="300075"/>
                  </a:lnTo>
                  <a:lnTo>
                    <a:pt x="2799774" y="295211"/>
                  </a:lnTo>
                  <a:lnTo>
                    <a:pt x="2800424" y="290111"/>
                  </a:lnTo>
                  <a:lnTo>
                    <a:pt x="2801074" y="284741"/>
                  </a:lnTo>
                  <a:lnTo>
                    <a:pt x="2801724" y="279136"/>
                  </a:lnTo>
                  <a:lnTo>
                    <a:pt x="2802374" y="273274"/>
                  </a:lnTo>
                  <a:lnTo>
                    <a:pt x="2803024" y="267164"/>
                  </a:lnTo>
                  <a:lnTo>
                    <a:pt x="2803674" y="260839"/>
                  </a:lnTo>
                  <a:lnTo>
                    <a:pt x="2804324" y="254310"/>
                  </a:lnTo>
                  <a:lnTo>
                    <a:pt x="2804974" y="247730"/>
                  </a:lnTo>
                  <a:lnTo>
                    <a:pt x="2805623" y="241122"/>
                  </a:lnTo>
                  <a:lnTo>
                    <a:pt x="2806273" y="234484"/>
                  </a:lnTo>
                  <a:lnTo>
                    <a:pt x="2806923" y="227833"/>
                  </a:lnTo>
                  <a:lnTo>
                    <a:pt x="2807573" y="221158"/>
                  </a:lnTo>
                  <a:lnTo>
                    <a:pt x="2808223" y="214422"/>
                  </a:lnTo>
                  <a:lnTo>
                    <a:pt x="2808873" y="207643"/>
                  </a:lnTo>
                  <a:lnTo>
                    <a:pt x="2809523" y="200926"/>
                  </a:lnTo>
                  <a:lnTo>
                    <a:pt x="2810173" y="194324"/>
                  </a:lnTo>
                  <a:lnTo>
                    <a:pt x="2810823" y="187817"/>
                  </a:lnTo>
                  <a:lnTo>
                    <a:pt x="2811473" y="181403"/>
                  </a:lnTo>
                  <a:lnTo>
                    <a:pt x="2812123" y="175076"/>
                  </a:lnTo>
                  <a:lnTo>
                    <a:pt x="2812773" y="168841"/>
                  </a:lnTo>
                  <a:lnTo>
                    <a:pt x="2813423" y="162650"/>
                  </a:lnTo>
                  <a:lnTo>
                    <a:pt x="2814073" y="156484"/>
                  </a:lnTo>
                  <a:lnTo>
                    <a:pt x="2814723" y="150317"/>
                  </a:lnTo>
                  <a:lnTo>
                    <a:pt x="2815372" y="144127"/>
                  </a:lnTo>
                  <a:lnTo>
                    <a:pt x="2816022" y="137892"/>
                  </a:lnTo>
                  <a:lnTo>
                    <a:pt x="2816672" y="131624"/>
                  </a:lnTo>
                  <a:lnTo>
                    <a:pt x="2817322" y="125191"/>
                  </a:lnTo>
                  <a:lnTo>
                    <a:pt x="2817972" y="118534"/>
                  </a:lnTo>
                  <a:lnTo>
                    <a:pt x="2818622" y="111685"/>
                  </a:lnTo>
                  <a:lnTo>
                    <a:pt x="2819272" y="104586"/>
                  </a:lnTo>
                  <a:lnTo>
                    <a:pt x="2819922" y="97315"/>
                  </a:lnTo>
                  <a:lnTo>
                    <a:pt x="2820572" y="89934"/>
                  </a:lnTo>
                  <a:lnTo>
                    <a:pt x="2821222" y="82520"/>
                  </a:lnTo>
                  <a:lnTo>
                    <a:pt x="2821872" y="75271"/>
                  </a:lnTo>
                  <a:lnTo>
                    <a:pt x="2822522" y="68251"/>
                  </a:lnTo>
                  <a:lnTo>
                    <a:pt x="2823172" y="61516"/>
                  </a:lnTo>
                  <a:lnTo>
                    <a:pt x="2823822" y="55110"/>
                  </a:lnTo>
                  <a:lnTo>
                    <a:pt x="2824472" y="49052"/>
                  </a:lnTo>
                  <a:lnTo>
                    <a:pt x="2825122" y="43367"/>
                  </a:lnTo>
                  <a:lnTo>
                    <a:pt x="2825771" y="37996"/>
                  </a:lnTo>
                  <a:lnTo>
                    <a:pt x="2826421" y="32887"/>
                  </a:lnTo>
                  <a:lnTo>
                    <a:pt x="2827071" y="28133"/>
                  </a:lnTo>
                  <a:lnTo>
                    <a:pt x="2827721" y="23817"/>
                  </a:lnTo>
                  <a:lnTo>
                    <a:pt x="2828371" y="19985"/>
                  </a:lnTo>
                  <a:lnTo>
                    <a:pt x="2829021" y="16576"/>
                  </a:lnTo>
                  <a:lnTo>
                    <a:pt x="2829671" y="13565"/>
                  </a:lnTo>
                  <a:lnTo>
                    <a:pt x="2830321" y="10963"/>
                  </a:lnTo>
                  <a:lnTo>
                    <a:pt x="2830971" y="8761"/>
                  </a:lnTo>
                  <a:lnTo>
                    <a:pt x="2831621" y="6895"/>
                  </a:lnTo>
                  <a:lnTo>
                    <a:pt x="2832271" y="5356"/>
                  </a:lnTo>
                  <a:lnTo>
                    <a:pt x="2832921" y="4186"/>
                  </a:lnTo>
                  <a:lnTo>
                    <a:pt x="2833571" y="3440"/>
                  </a:lnTo>
                  <a:lnTo>
                    <a:pt x="2834221" y="3112"/>
                  </a:lnTo>
                  <a:lnTo>
                    <a:pt x="2834871" y="3278"/>
                  </a:lnTo>
                  <a:lnTo>
                    <a:pt x="2835520" y="3968"/>
                  </a:lnTo>
                  <a:lnTo>
                    <a:pt x="2836170" y="5174"/>
                  </a:lnTo>
                  <a:lnTo>
                    <a:pt x="2836820" y="6937"/>
                  </a:lnTo>
                  <a:lnTo>
                    <a:pt x="2837470" y="9236"/>
                  </a:lnTo>
                  <a:lnTo>
                    <a:pt x="2838120" y="11981"/>
                  </a:lnTo>
                  <a:lnTo>
                    <a:pt x="2838770" y="15266"/>
                  </a:lnTo>
                  <a:lnTo>
                    <a:pt x="2839420" y="19083"/>
                  </a:lnTo>
                  <a:lnTo>
                    <a:pt x="2840070" y="23440"/>
                  </a:lnTo>
                  <a:lnTo>
                    <a:pt x="2840720" y="28371"/>
                  </a:lnTo>
                  <a:lnTo>
                    <a:pt x="2841370" y="33869"/>
                  </a:lnTo>
                  <a:lnTo>
                    <a:pt x="2842020" y="39840"/>
                  </a:lnTo>
                  <a:lnTo>
                    <a:pt x="2842670" y="46189"/>
                  </a:lnTo>
                  <a:lnTo>
                    <a:pt x="2843320" y="52793"/>
                  </a:lnTo>
                  <a:lnTo>
                    <a:pt x="2843970" y="59651"/>
                  </a:lnTo>
                  <a:lnTo>
                    <a:pt x="2844620" y="66676"/>
                  </a:lnTo>
                  <a:lnTo>
                    <a:pt x="2845270" y="73859"/>
                  </a:lnTo>
                  <a:lnTo>
                    <a:pt x="2845919" y="81242"/>
                  </a:lnTo>
                  <a:lnTo>
                    <a:pt x="2846569" y="88835"/>
                  </a:lnTo>
                  <a:lnTo>
                    <a:pt x="2847219" y="96643"/>
                  </a:lnTo>
                  <a:lnTo>
                    <a:pt x="2847869" y="104657"/>
                  </a:lnTo>
                  <a:lnTo>
                    <a:pt x="2848519" y="112898"/>
                  </a:lnTo>
                  <a:lnTo>
                    <a:pt x="2849169" y="121348"/>
                  </a:lnTo>
                  <a:lnTo>
                    <a:pt x="2849819" y="129995"/>
                  </a:lnTo>
                  <a:lnTo>
                    <a:pt x="2850469" y="138887"/>
                  </a:lnTo>
                  <a:lnTo>
                    <a:pt x="2851119" y="147991"/>
                  </a:lnTo>
                  <a:lnTo>
                    <a:pt x="2851769" y="157317"/>
                  </a:lnTo>
                  <a:lnTo>
                    <a:pt x="2852419" y="166777"/>
                  </a:lnTo>
                  <a:lnTo>
                    <a:pt x="2853069" y="176333"/>
                  </a:lnTo>
                  <a:lnTo>
                    <a:pt x="2853719" y="185936"/>
                  </a:lnTo>
                  <a:lnTo>
                    <a:pt x="2854369" y="195502"/>
                  </a:lnTo>
                  <a:lnTo>
                    <a:pt x="2855019" y="204930"/>
                  </a:lnTo>
                  <a:lnTo>
                    <a:pt x="2855668" y="214150"/>
                  </a:lnTo>
                  <a:lnTo>
                    <a:pt x="2856318" y="223121"/>
                  </a:lnTo>
                  <a:lnTo>
                    <a:pt x="2856968" y="231814"/>
                  </a:lnTo>
                  <a:lnTo>
                    <a:pt x="2857618" y="240168"/>
                  </a:lnTo>
                  <a:lnTo>
                    <a:pt x="2858268" y="248128"/>
                  </a:lnTo>
                  <a:lnTo>
                    <a:pt x="2858918" y="255748"/>
                  </a:lnTo>
                  <a:lnTo>
                    <a:pt x="2859568" y="263081"/>
                  </a:lnTo>
                  <a:lnTo>
                    <a:pt x="2860218" y="270094"/>
                  </a:lnTo>
                  <a:lnTo>
                    <a:pt x="2860868" y="276793"/>
                  </a:lnTo>
                  <a:lnTo>
                    <a:pt x="2861518" y="283246"/>
                  </a:lnTo>
                  <a:lnTo>
                    <a:pt x="2862168" y="289547"/>
                  </a:lnTo>
                  <a:lnTo>
                    <a:pt x="2862818" y="295709"/>
                  </a:lnTo>
                  <a:lnTo>
                    <a:pt x="2863468" y="301710"/>
                  </a:lnTo>
                  <a:lnTo>
                    <a:pt x="2864118" y="307602"/>
                  </a:lnTo>
                  <a:lnTo>
                    <a:pt x="2864768" y="313394"/>
                  </a:lnTo>
                  <a:lnTo>
                    <a:pt x="2865418" y="319039"/>
                  </a:lnTo>
                  <a:lnTo>
                    <a:pt x="2866067" y="324473"/>
                  </a:lnTo>
                  <a:lnTo>
                    <a:pt x="2866717" y="329713"/>
                  </a:lnTo>
                  <a:lnTo>
                    <a:pt x="2867367" y="334769"/>
                  </a:lnTo>
                  <a:lnTo>
                    <a:pt x="2868017" y="339579"/>
                  </a:lnTo>
                  <a:lnTo>
                    <a:pt x="2868667" y="344122"/>
                  </a:lnTo>
                  <a:lnTo>
                    <a:pt x="2869317" y="348372"/>
                  </a:lnTo>
                  <a:lnTo>
                    <a:pt x="2869967" y="352293"/>
                  </a:lnTo>
                  <a:lnTo>
                    <a:pt x="2870617" y="355944"/>
                  </a:lnTo>
                  <a:lnTo>
                    <a:pt x="2871267" y="359242"/>
                  </a:lnTo>
                  <a:lnTo>
                    <a:pt x="2871917" y="362118"/>
                  </a:lnTo>
                  <a:lnTo>
                    <a:pt x="2872567" y="364606"/>
                  </a:lnTo>
                  <a:lnTo>
                    <a:pt x="2873217" y="366705"/>
                  </a:lnTo>
                  <a:lnTo>
                    <a:pt x="2873867" y="368412"/>
                  </a:lnTo>
                  <a:lnTo>
                    <a:pt x="2874517" y="369813"/>
                  </a:lnTo>
                  <a:lnTo>
                    <a:pt x="2875167" y="371026"/>
                  </a:lnTo>
                  <a:lnTo>
                    <a:pt x="2875816" y="372167"/>
                  </a:lnTo>
                  <a:lnTo>
                    <a:pt x="2876466" y="373295"/>
                  </a:lnTo>
                  <a:lnTo>
                    <a:pt x="2877116" y="374482"/>
                  </a:lnTo>
                  <a:lnTo>
                    <a:pt x="2877766" y="375890"/>
                  </a:lnTo>
                  <a:lnTo>
                    <a:pt x="2878416" y="377611"/>
                  </a:lnTo>
                  <a:lnTo>
                    <a:pt x="2879066" y="379684"/>
                  </a:lnTo>
                  <a:lnTo>
                    <a:pt x="2879716" y="382161"/>
                  </a:lnTo>
                  <a:lnTo>
                    <a:pt x="2880366" y="385109"/>
                  </a:lnTo>
                  <a:lnTo>
                    <a:pt x="2881016" y="388602"/>
                  </a:lnTo>
                  <a:lnTo>
                    <a:pt x="2881666" y="392831"/>
                  </a:lnTo>
                  <a:lnTo>
                    <a:pt x="2882316" y="397853"/>
                  </a:lnTo>
                  <a:lnTo>
                    <a:pt x="2882966" y="403744"/>
                  </a:lnTo>
                  <a:lnTo>
                    <a:pt x="2883616" y="410535"/>
                  </a:lnTo>
                  <a:lnTo>
                    <a:pt x="2884266" y="418275"/>
                  </a:lnTo>
                  <a:lnTo>
                    <a:pt x="2884916" y="427109"/>
                  </a:lnTo>
                  <a:lnTo>
                    <a:pt x="2885566" y="437088"/>
                  </a:lnTo>
                  <a:lnTo>
                    <a:pt x="2886215" y="448140"/>
                  </a:lnTo>
                  <a:lnTo>
                    <a:pt x="2886865" y="460260"/>
                  </a:lnTo>
                  <a:lnTo>
                    <a:pt x="2887515" y="473435"/>
                  </a:lnTo>
                  <a:lnTo>
                    <a:pt x="2888165" y="487623"/>
                  </a:lnTo>
                  <a:lnTo>
                    <a:pt x="2888815" y="502839"/>
                  </a:lnTo>
                  <a:lnTo>
                    <a:pt x="2889465" y="519049"/>
                  </a:lnTo>
                  <a:lnTo>
                    <a:pt x="2890115" y="536260"/>
                  </a:lnTo>
                  <a:lnTo>
                    <a:pt x="2890765" y="554540"/>
                  </a:lnTo>
                  <a:lnTo>
                    <a:pt x="2891415" y="573931"/>
                  </a:lnTo>
                  <a:lnTo>
                    <a:pt x="2892065" y="594459"/>
                  </a:lnTo>
                  <a:lnTo>
                    <a:pt x="2892715" y="616099"/>
                  </a:lnTo>
                  <a:lnTo>
                    <a:pt x="2893365" y="638846"/>
                  </a:lnTo>
                  <a:lnTo>
                    <a:pt x="2894015" y="662483"/>
                  </a:lnTo>
                  <a:lnTo>
                    <a:pt x="2894665" y="686788"/>
                  </a:lnTo>
                  <a:lnTo>
                    <a:pt x="2895315" y="711654"/>
                  </a:lnTo>
                  <a:lnTo>
                    <a:pt x="2895964" y="737127"/>
                  </a:lnTo>
                  <a:lnTo>
                    <a:pt x="2896614" y="763151"/>
                  </a:lnTo>
                  <a:lnTo>
                    <a:pt x="2897264" y="789721"/>
                  </a:lnTo>
                  <a:lnTo>
                    <a:pt x="2897914" y="816850"/>
                  </a:lnTo>
                  <a:lnTo>
                    <a:pt x="2898564" y="844523"/>
                  </a:lnTo>
                  <a:lnTo>
                    <a:pt x="2899214" y="872715"/>
                  </a:lnTo>
                  <a:lnTo>
                    <a:pt x="2899864" y="901317"/>
                  </a:lnTo>
                  <a:lnTo>
                    <a:pt x="2900514" y="930251"/>
                  </a:lnTo>
                  <a:lnTo>
                    <a:pt x="2901164" y="959519"/>
                  </a:lnTo>
                  <a:lnTo>
                    <a:pt x="2901814" y="989114"/>
                  </a:lnTo>
                  <a:lnTo>
                    <a:pt x="2902464" y="1019039"/>
                  </a:lnTo>
                  <a:lnTo>
                    <a:pt x="2903114" y="1049241"/>
                  </a:lnTo>
                  <a:lnTo>
                    <a:pt x="2903764" y="1079710"/>
                  </a:lnTo>
                  <a:lnTo>
                    <a:pt x="2904414" y="1110568"/>
                  </a:lnTo>
                  <a:lnTo>
                    <a:pt x="2905064" y="1141803"/>
                  </a:lnTo>
                  <a:lnTo>
                    <a:pt x="2905713" y="1173346"/>
                  </a:lnTo>
                  <a:lnTo>
                    <a:pt x="2906363" y="1205174"/>
                  </a:lnTo>
                  <a:lnTo>
                    <a:pt x="2907013" y="1237193"/>
                  </a:lnTo>
                  <a:lnTo>
                    <a:pt x="2907663" y="1269282"/>
                  </a:lnTo>
                  <a:lnTo>
                    <a:pt x="2908313" y="1301351"/>
                  </a:lnTo>
                  <a:lnTo>
                    <a:pt x="2908963" y="1333292"/>
                  </a:lnTo>
                  <a:lnTo>
                    <a:pt x="2909613" y="1365160"/>
                  </a:lnTo>
                  <a:lnTo>
                    <a:pt x="2910263" y="1396944"/>
                  </a:lnTo>
                  <a:lnTo>
                    <a:pt x="2910913" y="1428503"/>
                  </a:lnTo>
                  <a:lnTo>
                    <a:pt x="2911563" y="1459691"/>
                  </a:lnTo>
                  <a:lnTo>
                    <a:pt x="2912213" y="1490408"/>
                  </a:lnTo>
                  <a:lnTo>
                    <a:pt x="2912863" y="1520600"/>
                  </a:lnTo>
                  <a:lnTo>
                    <a:pt x="2913513" y="1550285"/>
                  </a:lnTo>
                  <a:lnTo>
                    <a:pt x="2914163" y="1579224"/>
                  </a:lnTo>
                  <a:lnTo>
                    <a:pt x="2914813" y="1607291"/>
                  </a:lnTo>
                  <a:lnTo>
                    <a:pt x="2915463" y="1634506"/>
                  </a:lnTo>
                  <a:lnTo>
                    <a:pt x="2916112" y="1660734"/>
                  </a:lnTo>
                  <a:lnTo>
                    <a:pt x="2916762" y="1685799"/>
                  </a:lnTo>
                  <a:lnTo>
                    <a:pt x="2917412" y="1709574"/>
                  </a:lnTo>
                  <a:lnTo>
                    <a:pt x="2918062" y="1731952"/>
                  </a:lnTo>
                  <a:lnTo>
                    <a:pt x="2918712" y="1752934"/>
                  </a:lnTo>
                  <a:lnTo>
                    <a:pt x="2919362" y="1772455"/>
                  </a:lnTo>
                  <a:lnTo>
                    <a:pt x="2920012" y="1790527"/>
                  </a:lnTo>
                  <a:lnTo>
                    <a:pt x="2920662" y="1807133"/>
                  </a:lnTo>
                  <a:lnTo>
                    <a:pt x="2921312" y="1822238"/>
                  </a:lnTo>
                  <a:lnTo>
                    <a:pt x="2921962" y="1835837"/>
                  </a:lnTo>
                  <a:lnTo>
                    <a:pt x="2922612" y="1847952"/>
                  </a:lnTo>
                  <a:lnTo>
                    <a:pt x="2923262" y="1858556"/>
                  </a:lnTo>
                  <a:lnTo>
                    <a:pt x="2923912" y="1867548"/>
                  </a:lnTo>
                  <a:lnTo>
                    <a:pt x="2924562" y="1874751"/>
                  </a:lnTo>
                  <a:lnTo>
                    <a:pt x="2925212" y="1880071"/>
                  </a:lnTo>
                  <a:lnTo>
                    <a:pt x="2925861" y="1883444"/>
                  </a:lnTo>
                  <a:lnTo>
                    <a:pt x="2926511" y="1885075"/>
                  </a:lnTo>
                  <a:lnTo>
                    <a:pt x="2927161" y="1885287"/>
                  </a:lnTo>
                  <a:lnTo>
                    <a:pt x="2927811" y="1884275"/>
                  </a:lnTo>
                  <a:lnTo>
                    <a:pt x="2928461" y="1882074"/>
                  </a:lnTo>
                  <a:lnTo>
                    <a:pt x="2929111" y="1878706"/>
                  </a:lnTo>
                  <a:lnTo>
                    <a:pt x="2929761" y="1874184"/>
                  </a:lnTo>
                  <a:lnTo>
                    <a:pt x="2930411" y="1868515"/>
                  </a:lnTo>
                  <a:lnTo>
                    <a:pt x="2931061" y="1861786"/>
                  </a:lnTo>
                  <a:lnTo>
                    <a:pt x="2931711" y="1854091"/>
                  </a:lnTo>
                  <a:lnTo>
                    <a:pt x="2932361" y="1845521"/>
                  </a:lnTo>
                  <a:lnTo>
                    <a:pt x="2933011" y="1836208"/>
                  </a:lnTo>
                  <a:lnTo>
                    <a:pt x="2933661" y="1826228"/>
                  </a:lnTo>
                  <a:lnTo>
                    <a:pt x="2934311" y="1815613"/>
                  </a:lnTo>
                  <a:lnTo>
                    <a:pt x="2934961" y="1804347"/>
                  </a:lnTo>
                  <a:lnTo>
                    <a:pt x="2935611" y="1792439"/>
                  </a:lnTo>
                  <a:lnTo>
                    <a:pt x="2936260" y="1779863"/>
                  </a:lnTo>
                  <a:lnTo>
                    <a:pt x="2936910" y="1766544"/>
                  </a:lnTo>
                  <a:lnTo>
                    <a:pt x="2937560" y="1752435"/>
                  </a:lnTo>
                  <a:lnTo>
                    <a:pt x="2938210" y="1737589"/>
                  </a:lnTo>
                  <a:lnTo>
                    <a:pt x="2938860" y="1722020"/>
                  </a:lnTo>
                  <a:lnTo>
                    <a:pt x="2939510" y="1705782"/>
                  </a:lnTo>
                  <a:lnTo>
                    <a:pt x="2940160" y="1688946"/>
                  </a:lnTo>
                  <a:lnTo>
                    <a:pt x="2940810" y="1671476"/>
                  </a:lnTo>
                  <a:lnTo>
                    <a:pt x="2941460" y="1653399"/>
                  </a:lnTo>
                  <a:lnTo>
                    <a:pt x="2942110" y="1634644"/>
                  </a:lnTo>
                  <a:lnTo>
                    <a:pt x="2942760" y="1615096"/>
                  </a:lnTo>
                  <a:lnTo>
                    <a:pt x="2943410" y="1594643"/>
                  </a:lnTo>
                  <a:lnTo>
                    <a:pt x="2944060" y="1573371"/>
                  </a:lnTo>
                  <a:lnTo>
                    <a:pt x="2944710" y="1551422"/>
                  </a:lnTo>
                  <a:lnTo>
                    <a:pt x="2945360" y="1528862"/>
                  </a:lnTo>
                  <a:lnTo>
                    <a:pt x="2946009" y="1505653"/>
                  </a:lnTo>
                  <a:lnTo>
                    <a:pt x="2946659" y="1481714"/>
                  </a:lnTo>
                  <a:lnTo>
                    <a:pt x="2947309" y="1457111"/>
                  </a:lnTo>
                  <a:lnTo>
                    <a:pt x="2947959" y="1431680"/>
                  </a:lnTo>
                  <a:lnTo>
                    <a:pt x="2948609" y="1405478"/>
                  </a:lnTo>
                  <a:lnTo>
                    <a:pt x="2949259" y="1378745"/>
                  </a:lnTo>
                  <a:lnTo>
                    <a:pt x="2949909" y="1351693"/>
                  </a:lnTo>
                  <a:lnTo>
                    <a:pt x="2950559" y="1324424"/>
                  </a:lnTo>
                  <a:lnTo>
                    <a:pt x="2951209" y="1296990"/>
                  </a:lnTo>
                  <a:lnTo>
                    <a:pt x="2951859" y="1269515"/>
                  </a:lnTo>
                  <a:lnTo>
                    <a:pt x="2952509" y="1242153"/>
                  </a:lnTo>
                  <a:lnTo>
                    <a:pt x="2953159" y="1214983"/>
                  </a:lnTo>
                  <a:lnTo>
                    <a:pt x="2953809" y="1188116"/>
                  </a:lnTo>
                  <a:lnTo>
                    <a:pt x="2954459" y="1161582"/>
                  </a:lnTo>
                  <a:lnTo>
                    <a:pt x="2955109" y="1135350"/>
                  </a:lnTo>
                  <a:lnTo>
                    <a:pt x="2955759" y="1109372"/>
                  </a:lnTo>
                  <a:lnTo>
                    <a:pt x="2956408" y="1083717"/>
                  </a:lnTo>
                  <a:lnTo>
                    <a:pt x="2957058" y="1058574"/>
                  </a:lnTo>
                  <a:lnTo>
                    <a:pt x="2957708" y="1034090"/>
                  </a:lnTo>
                  <a:lnTo>
                    <a:pt x="2958358" y="1010350"/>
                  </a:lnTo>
                  <a:lnTo>
                    <a:pt x="2959008" y="987364"/>
                  </a:lnTo>
                  <a:lnTo>
                    <a:pt x="2959658" y="964924"/>
                  </a:lnTo>
                  <a:lnTo>
                    <a:pt x="2960308" y="942932"/>
                  </a:lnTo>
                  <a:lnTo>
                    <a:pt x="2960958" y="921405"/>
                  </a:lnTo>
                  <a:lnTo>
                    <a:pt x="2961608" y="900427"/>
                  </a:lnTo>
                  <a:lnTo>
                    <a:pt x="2962258" y="879983"/>
                  </a:lnTo>
                  <a:lnTo>
                    <a:pt x="2962908" y="860120"/>
                  </a:lnTo>
                  <a:lnTo>
                    <a:pt x="2963558" y="840830"/>
                  </a:lnTo>
                  <a:lnTo>
                    <a:pt x="2964208" y="822007"/>
                  </a:lnTo>
                  <a:lnTo>
                    <a:pt x="2964858" y="803636"/>
                  </a:lnTo>
                  <a:lnTo>
                    <a:pt x="2965508" y="785638"/>
                  </a:lnTo>
                  <a:lnTo>
                    <a:pt x="2966157" y="767916"/>
                  </a:lnTo>
                  <a:lnTo>
                    <a:pt x="2966807" y="750450"/>
                  </a:lnTo>
                  <a:lnTo>
                    <a:pt x="2967457" y="733271"/>
                  </a:lnTo>
                  <a:lnTo>
                    <a:pt x="2968107" y="716433"/>
                  </a:lnTo>
                  <a:lnTo>
                    <a:pt x="2968757" y="700006"/>
                  </a:lnTo>
                  <a:lnTo>
                    <a:pt x="2969407" y="684058"/>
                  </a:lnTo>
                  <a:lnTo>
                    <a:pt x="2970057" y="668609"/>
                  </a:lnTo>
                  <a:lnTo>
                    <a:pt x="2970707" y="653606"/>
                  </a:lnTo>
                  <a:lnTo>
                    <a:pt x="2971357" y="639030"/>
                  </a:lnTo>
                  <a:lnTo>
                    <a:pt x="2972007" y="624860"/>
                  </a:lnTo>
                  <a:lnTo>
                    <a:pt x="2972657" y="610977"/>
                  </a:lnTo>
                  <a:lnTo>
                    <a:pt x="2973307" y="597406"/>
                  </a:lnTo>
                  <a:lnTo>
                    <a:pt x="2973957" y="584212"/>
                  </a:lnTo>
                  <a:lnTo>
                    <a:pt x="2974607" y="571399"/>
                  </a:lnTo>
                  <a:lnTo>
                    <a:pt x="2975257" y="559023"/>
                  </a:lnTo>
                  <a:lnTo>
                    <a:pt x="2975907" y="547179"/>
                  </a:lnTo>
                  <a:lnTo>
                    <a:pt x="2976556" y="535842"/>
                  </a:lnTo>
                  <a:lnTo>
                    <a:pt x="2977206" y="524893"/>
                  </a:lnTo>
                  <a:lnTo>
                    <a:pt x="2977856" y="514198"/>
                  </a:lnTo>
                  <a:lnTo>
                    <a:pt x="2978506" y="503673"/>
                  </a:lnTo>
                  <a:lnTo>
                    <a:pt x="2979156" y="493368"/>
                  </a:lnTo>
                  <a:lnTo>
                    <a:pt x="2979806" y="483341"/>
                  </a:lnTo>
                  <a:lnTo>
                    <a:pt x="2980456" y="473747"/>
                  </a:lnTo>
                  <a:lnTo>
                    <a:pt x="2981106" y="464658"/>
                  </a:lnTo>
                  <a:lnTo>
                    <a:pt x="2981756" y="455952"/>
                  </a:lnTo>
                  <a:lnTo>
                    <a:pt x="2982406" y="447520"/>
                  </a:lnTo>
                  <a:lnTo>
                    <a:pt x="2983056" y="439321"/>
                  </a:lnTo>
                  <a:lnTo>
                    <a:pt x="2983706" y="431398"/>
                  </a:lnTo>
                  <a:lnTo>
                    <a:pt x="2984356" y="423717"/>
                  </a:lnTo>
                  <a:lnTo>
                    <a:pt x="2985006" y="416153"/>
                  </a:lnTo>
                  <a:lnTo>
                    <a:pt x="2985656" y="408754"/>
                  </a:lnTo>
                  <a:lnTo>
                    <a:pt x="2986305" y="401484"/>
                  </a:lnTo>
                  <a:lnTo>
                    <a:pt x="2986955" y="394367"/>
                  </a:lnTo>
                  <a:lnTo>
                    <a:pt x="2987605" y="387557"/>
                  </a:lnTo>
                  <a:lnTo>
                    <a:pt x="2988255" y="381184"/>
                  </a:lnTo>
                  <a:lnTo>
                    <a:pt x="2988905" y="375328"/>
                  </a:lnTo>
                  <a:lnTo>
                    <a:pt x="2989555" y="369877"/>
                  </a:lnTo>
                  <a:lnTo>
                    <a:pt x="2990205" y="364738"/>
                  </a:lnTo>
                  <a:lnTo>
                    <a:pt x="2990855" y="359954"/>
                  </a:lnTo>
                  <a:lnTo>
                    <a:pt x="2991505" y="355489"/>
                  </a:lnTo>
                  <a:lnTo>
                    <a:pt x="2992155" y="351406"/>
                  </a:lnTo>
                  <a:lnTo>
                    <a:pt x="2992805" y="347723"/>
                  </a:lnTo>
                  <a:lnTo>
                    <a:pt x="2993455" y="344360"/>
                  </a:lnTo>
                  <a:lnTo>
                    <a:pt x="2994105" y="341177"/>
                  </a:lnTo>
                  <a:lnTo>
                    <a:pt x="2994755" y="338182"/>
                  </a:lnTo>
                  <a:lnTo>
                    <a:pt x="2995405" y="335340"/>
                  </a:lnTo>
                  <a:lnTo>
                    <a:pt x="2996055" y="332678"/>
                  </a:lnTo>
                  <a:lnTo>
                    <a:pt x="2996704" y="330237"/>
                  </a:lnTo>
                  <a:lnTo>
                    <a:pt x="2997354" y="328012"/>
                  </a:lnTo>
                  <a:lnTo>
                    <a:pt x="2998004" y="326056"/>
                  </a:lnTo>
                  <a:lnTo>
                    <a:pt x="2998654" y="324456"/>
                  </a:lnTo>
                  <a:lnTo>
                    <a:pt x="2999304" y="323268"/>
                  </a:lnTo>
                  <a:lnTo>
                    <a:pt x="2999954" y="322594"/>
                  </a:lnTo>
                  <a:lnTo>
                    <a:pt x="3000604" y="322403"/>
                  </a:lnTo>
                  <a:lnTo>
                    <a:pt x="3001254" y="322711"/>
                  </a:lnTo>
                  <a:lnTo>
                    <a:pt x="3001904" y="323470"/>
                  </a:lnTo>
                  <a:lnTo>
                    <a:pt x="3002554" y="324703"/>
                  </a:lnTo>
                  <a:lnTo>
                    <a:pt x="3003204" y="326458"/>
                  </a:lnTo>
                  <a:lnTo>
                    <a:pt x="3003854" y="328730"/>
                  </a:lnTo>
                  <a:lnTo>
                    <a:pt x="3004504" y="331434"/>
                  </a:lnTo>
                  <a:lnTo>
                    <a:pt x="3005154" y="334644"/>
                  </a:lnTo>
                  <a:lnTo>
                    <a:pt x="3005804" y="338476"/>
                  </a:lnTo>
                  <a:lnTo>
                    <a:pt x="3006453" y="342862"/>
                  </a:lnTo>
                  <a:lnTo>
                    <a:pt x="3007103" y="347813"/>
                  </a:lnTo>
                  <a:lnTo>
                    <a:pt x="3007753" y="353233"/>
                  </a:lnTo>
                  <a:lnTo>
                    <a:pt x="3008403" y="359134"/>
                  </a:lnTo>
                  <a:lnTo>
                    <a:pt x="3009053" y="365508"/>
                  </a:lnTo>
                  <a:lnTo>
                    <a:pt x="3009703" y="372356"/>
                  </a:lnTo>
                  <a:lnTo>
                    <a:pt x="3010353" y="379715"/>
                  </a:lnTo>
                  <a:lnTo>
                    <a:pt x="3011003" y="387601"/>
                  </a:lnTo>
                  <a:lnTo>
                    <a:pt x="3011653" y="396019"/>
                  </a:lnTo>
                  <a:lnTo>
                    <a:pt x="3012303" y="404931"/>
                  </a:lnTo>
                  <a:lnTo>
                    <a:pt x="3012953" y="414256"/>
                  </a:lnTo>
                  <a:lnTo>
                    <a:pt x="3013603" y="423953"/>
                  </a:lnTo>
                  <a:lnTo>
                    <a:pt x="3014253" y="434038"/>
                  </a:lnTo>
                  <a:lnTo>
                    <a:pt x="3014903" y="444462"/>
                  </a:lnTo>
                  <a:lnTo>
                    <a:pt x="3015553" y="455122"/>
                  </a:lnTo>
                  <a:lnTo>
                    <a:pt x="3016203" y="465995"/>
                  </a:lnTo>
                  <a:lnTo>
                    <a:pt x="3016852" y="477005"/>
                  </a:lnTo>
                  <a:lnTo>
                    <a:pt x="3017502" y="488120"/>
                  </a:lnTo>
                  <a:lnTo>
                    <a:pt x="3018152" y="499281"/>
                  </a:lnTo>
                  <a:lnTo>
                    <a:pt x="3018802" y="510374"/>
                  </a:lnTo>
                  <a:lnTo>
                    <a:pt x="3019452" y="521332"/>
                  </a:lnTo>
                  <a:lnTo>
                    <a:pt x="3020102" y="531972"/>
                  </a:lnTo>
                  <a:lnTo>
                    <a:pt x="3020752" y="542144"/>
                  </a:lnTo>
                  <a:lnTo>
                    <a:pt x="3021402" y="551764"/>
                  </a:lnTo>
                  <a:lnTo>
                    <a:pt x="3022052" y="560798"/>
                  </a:lnTo>
                  <a:lnTo>
                    <a:pt x="3022702" y="569357"/>
                  </a:lnTo>
                  <a:lnTo>
                    <a:pt x="3023352" y="577388"/>
                  </a:lnTo>
                  <a:lnTo>
                    <a:pt x="3024002" y="584864"/>
                  </a:lnTo>
                  <a:lnTo>
                    <a:pt x="3024652" y="591774"/>
                  </a:lnTo>
                  <a:lnTo>
                    <a:pt x="3025302" y="598108"/>
                  </a:lnTo>
                  <a:lnTo>
                    <a:pt x="3025952" y="603878"/>
                  </a:lnTo>
                  <a:lnTo>
                    <a:pt x="3026601" y="609121"/>
                  </a:lnTo>
                  <a:lnTo>
                    <a:pt x="3027251" y="613892"/>
                  </a:lnTo>
                  <a:lnTo>
                    <a:pt x="3027901" y="618126"/>
                  </a:lnTo>
                  <a:lnTo>
                    <a:pt x="3028551" y="621777"/>
                  </a:lnTo>
                  <a:lnTo>
                    <a:pt x="3029201" y="624784"/>
                  </a:lnTo>
                  <a:lnTo>
                    <a:pt x="3029851" y="627146"/>
                  </a:lnTo>
                  <a:lnTo>
                    <a:pt x="3030501" y="628880"/>
                  </a:lnTo>
                  <a:lnTo>
                    <a:pt x="3031151" y="629912"/>
                  </a:lnTo>
                  <a:lnTo>
                    <a:pt x="3031801" y="630163"/>
                  </a:lnTo>
                  <a:lnTo>
                    <a:pt x="3032451" y="629487"/>
                  </a:lnTo>
                  <a:lnTo>
                    <a:pt x="3033101" y="627794"/>
                  </a:lnTo>
                  <a:lnTo>
                    <a:pt x="3033751" y="625038"/>
                  </a:lnTo>
                  <a:lnTo>
                    <a:pt x="3034401" y="621177"/>
                  </a:lnTo>
                  <a:lnTo>
                    <a:pt x="3035051" y="616194"/>
                  </a:lnTo>
                  <a:lnTo>
                    <a:pt x="3035701" y="610010"/>
                  </a:lnTo>
                  <a:lnTo>
                    <a:pt x="3036350" y="602625"/>
                  </a:lnTo>
                  <a:lnTo>
                    <a:pt x="3037000" y="594178"/>
                  </a:lnTo>
                  <a:lnTo>
                    <a:pt x="3037650" y="584769"/>
                  </a:lnTo>
                  <a:lnTo>
                    <a:pt x="3038300" y="574348"/>
                  </a:lnTo>
                  <a:lnTo>
                    <a:pt x="3038950" y="562910"/>
                  </a:lnTo>
                  <a:lnTo>
                    <a:pt x="3039600" y="550512"/>
                  </a:lnTo>
                  <a:lnTo>
                    <a:pt x="3040250" y="537229"/>
                  </a:lnTo>
                  <a:lnTo>
                    <a:pt x="3040900" y="523190"/>
                  </a:lnTo>
                  <a:lnTo>
                    <a:pt x="3041550" y="508496"/>
                  </a:lnTo>
                  <a:lnTo>
                    <a:pt x="3042200" y="493221"/>
                  </a:lnTo>
                  <a:lnTo>
                    <a:pt x="3042850" y="477478"/>
                  </a:lnTo>
                  <a:lnTo>
                    <a:pt x="3043500" y="461324"/>
                  </a:lnTo>
                  <a:lnTo>
                    <a:pt x="3044150" y="444812"/>
                  </a:lnTo>
                  <a:lnTo>
                    <a:pt x="3044800" y="428038"/>
                  </a:lnTo>
                  <a:lnTo>
                    <a:pt x="3045450" y="411084"/>
                  </a:lnTo>
                  <a:lnTo>
                    <a:pt x="3046100" y="394059"/>
                  </a:lnTo>
                  <a:lnTo>
                    <a:pt x="3046749" y="376946"/>
                  </a:lnTo>
                  <a:lnTo>
                    <a:pt x="3047399" y="359712"/>
                  </a:lnTo>
                  <a:lnTo>
                    <a:pt x="3048049" y="342466"/>
                  </a:lnTo>
                  <a:lnTo>
                    <a:pt x="3048699" y="325320"/>
                  </a:lnTo>
                  <a:lnTo>
                    <a:pt x="3049349" y="308342"/>
                  </a:lnTo>
                  <a:lnTo>
                    <a:pt x="3049999" y="291586"/>
                  </a:lnTo>
                  <a:lnTo>
                    <a:pt x="3050649" y="275125"/>
                  </a:lnTo>
                  <a:lnTo>
                    <a:pt x="3051299" y="259030"/>
                  </a:lnTo>
                  <a:lnTo>
                    <a:pt x="3051949" y="243374"/>
                  </a:lnTo>
                  <a:lnTo>
                    <a:pt x="3052599" y="228237"/>
                  </a:lnTo>
                  <a:lnTo>
                    <a:pt x="3053249" y="213714"/>
                  </a:lnTo>
                  <a:lnTo>
                    <a:pt x="3053899" y="199831"/>
                  </a:lnTo>
                  <a:lnTo>
                    <a:pt x="3054549" y="186673"/>
                  </a:lnTo>
                  <a:lnTo>
                    <a:pt x="3055199" y="174223"/>
                  </a:lnTo>
                  <a:lnTo>
                    <a:pt x="3055849" y="162474"/>
                  </a:lnTo>
                  <a:lnTo>
                    <a:pt x="3056498" y="151441"/>
                  </a:lnTo>
                  <a:lnTo>
                    <a:pt x="3057148" y="141134"/>
                  </a:lnTo>
                  <a:lnTo>
                    <a:pt x="3057798" y="131518"/>
                  </a:lnTo>
                  <a:lnTo>
                    <a:pt x="3058448" y="122547"/>
                  </a:lnTo>
                  <a:lnTo>
                    <a:pt x="3059098" y="114207"/>
                  </a:lnTo>
                  <a:lnTo>
                    <a:pt x="3059748" y="106492"/>
                  </a:lnTo>
                  <a:lnTo>
                    <a:pt x="3060398" y="99420"/>
                  </a:lnTo>
                  <a:lnTo>
                    <a:pt x="3061048" y="92999"/>
                  </a:lnTo>
                  <a:lnTo>
                    <a:pt x="3061698" y="87287"/>
                  </a:lnTo>
                  <a:lnTo>
                    <a:pt x="3062348" y="82274"/>
                  </a:lnTo>
                  <a:lnTo>
                    <a:pt x="3062998" y="77969"/>
                  </a:lnTo>
                  <a:lnTo>
                    <a:pt x="3063648" y="74409"/>
                  </a:lnTo>
                  <a:lnTo>
                    <a:pt x="3064298" y="71602"/>
                  </a:lnTo>
                  <a:lnTo>
                    <a:pt x="3064948" y="69570"/>
                  </a:lnTo>
                  <a:lnTo>
                    <a:pt x="3065598" y="68422"/>
                  </a:lnTo>
                  <a:lnTo>
                    <a:pt x="3066248" y="68208"/>
                  </a:lnTo>
                  <a:lnTo>
                    <a:pt x="3066897" y="68951"/>
                  </a:lnTo>
                  <a:lnTo>
                    <a:pt x="3067547" y="70702"/>
                  </a:lnTo>
                  <a:lnTo>
                    <a:pt x="3068197" y="73548"/>
                  </a:lnTo>
                  <a:lnTo>
                    <a:pt x="3068847" y="77576"/>
                  </a:lnTo>
                  <a:lnTo>
                    <a:pt x="3069497" y="82782"/>
                  </a:lnTo>
                  <a:lnTo>
                    <a:pt x="3070147" y="89049"/>
                  </a:lnTo>
                  <a:lnTo>
                    <a:pt x="3070797" y="96351"/>
                  </a:lnTo>
                  <a:lnTo>
                    <a:pt x="3071447" y="104756"/>
                  </a:lnTo>
                  <a:lnTo>
                    <a:pt x="3072097" y="114264"/>
                  </a:lnTo>
                  <a:lnTo>
                    <a:pt x="3072747" y="124868"/>
                  </a:lnTo>
                  <a:lnTo>
                    <a:pt x="3073397" y="136436"/>
                  </a:lnTo>
                  <a:lnTo>
                    <a:pt x="3074047" y="148890"/>
                  </a:lnTo>
                  <a:lnTo>
                    <a:pt x="3074697" y="162192"/>
                  </a:lnTo>
                  <a:lnTo>
                    <a:pt x="3075347" y="176265"/>
                  </a:lnTo>
                  <a:lnTo>
                    <a:pt x="3075997" y="191085"/>
                  </a:lnTo>
                  <a:lnTo>
                    <a:pt x="3076646" y="206783"/>
                  </a:lnTo>
                  <a:lnTo>
                    <a:pt x="3077296" y="223395"/>
                  </a:lnTo>
                  <a:lnTo>
                    <a:pt x="3077946" y="240866"/>
                  </a:lnTo>
                  <a:lnTo>
                    <a:pt x="3078596" y="259093"/>
                  </a:lnTo>
                  <a:lnTo>
                    <a:pt x="3079246" y="278071"/>
                  </a:lnTo>
                  <a:lnTo>
                    <a:pt x="3079896" y="297986"/>
                  </a:lnTo>
                  <a:lnTo>
                    <a:pt x="3080546" y="318881"/>
                  </a:lnTo>
                  <a:lnTo>
                    <a:pt x="3081196" y="340654"/>
                  </a:lnTo>
                  <a:lnTo>
                    <a:pt x="3081846" y="363226"/>
                  </a:lnTo>
                  <a:lnTo>
                    <a:pt x="3082496" y="386489"/>
                  </a:lnTo>
                  <a:lnTo>
                    <a:pt x="3083146" y="410407"/>
                  </a:lnTo>
                  <a:lnTo>
                    <a:pt x="3083796" y="434974"/>
                  </a:lnTo>
                  <a:lnTo>
                    <a:pt x="3084446" y="460184"/>
                  </a:lnTo>
                  <a:lnTo>
                    <a:pt x="3085096" y="485994"/>
                  </a:lnTo>
                  <a:lnTo>
                    <a:pt x="3085746" y="512391"/>
                  </a:lnTo>
                  <a:lnTo>
                    <a:pt x="3086396" y="539372"/>
                  </a:lnTo>
                  <a:lnTo>
                    <a:pt x="3087045" y="566846"/>
                  </a:lnTo>
                  <a:lnTo>
                    <a:pt x="3087695" y="594637"/>
                  </a:lnTo>
                  <a:lnTo>
                    <a:pt x="3088345" y="622732"/>
                  </a:lnTo>
                  <a:lnTo>
                    <a:pt x="3088995" y="651088"/>
                  </a:lnTo>
                  <a:lnTo>
                    <a:pt x="3089645" y="679628"/>
                  </a:lnTo>
                  <a:lnTo>
                    <a:pt x="3090295" y="708292"/>
                  </a:lnTo>
                  <a:lnTo>
                    <a:pt x="3090945" y="737105"/>
                  </a:lnTo>
                  <a:lnTo>
                    <a:pt x="3091595" y="766134"/>
                  </a:lnTo>
                  <a:lnTo>
                    <a:pt x="3092245" y="795400"/>
                  </a:lnTo>
                  <a:lnTo>
                    <a:pt x="3092895" y="824873"/>
                  </a:lnTo>
                  <a:lnTo>
                    <a:pt x="3093545" y="854576"/>
                  </a:lnTo>
                  <a:lnTo>
                    <a:pt x="3094195" y="884444"/>
                  </a:lnTo>
                  <a:lnTo>
                    <a:pt x="3094845" y="914438"/>
                  </a:lnTo>
                  <a:lnTo>
                    <a:pt x="3095495" y="944478"/>
                  </a:lnTo>
                  <a:lnTo>
                    <a:pt x="3096145" y="974451"/>
                  </a:lnTo>
                  <a:lnTo>
                    <a:pt x="3096794" y="1004342"/>
                  </a:lnTo>
                  <a:lnTo>
                    <a:pt x="3097444" y="1034149"/>
                  </a:lnTo>
                  <a:lnTo>
                    <a:pt x="3098094" y="1063866"/>
                  </a:lnTo>
                  <a:lnTo>
                    <a:pt x="3098744" y="1093445"/>
                  </a:lnTo>
                  <a:lnTo>
                    <a:pt x="3099394" y="1122796"/>
                  </a:lnTo>
                  <a:lnTo>
                    <a:pt x="3100044" y="1151838"/>
                  </a:lnTo>
                  <a:lnTo>
                    <a:pt x="3100694" y="1180439"/>
                  </a:lnTo>
                  <a:lnTo>
                    <a:pt x="3101344" y="1208450"/>
                  </a:lnTo>
                  <a:lnTo>
                    <a:pt x="3101994" y="1235790"/>
                  </a:lnTo>
                  <a:lnTo>
                    <a:pt x="3102644" y="1262449"/>
                  </a:lnTo>
                  <a:lnTo>
                    <a:pt x="3103294" y="1288376"/>
                  </a:lnTo>
                  <a:lnTo>
                    <a:pt x="3103944" y="1313541"/>
                  </a:lnTo>
                  <a:lnTo>
                    <a:pt x="3104594" y="1337850"/>
                  </a:lnTo>
                  <a:lnTo>
                    <a:pt x="3105244" y="1361281"/>
                  </a:lnTo>
                  <a:lnTo>
                    <a:pt x="3105894" y="1383814"/>
                  </a:lnTo>
                  <a:lnTo>
                    <a:pt x="3106544" y="1405435"/>
                  </a:lnTo>
                  <a:lnTo>
                    <a:pt x="3107193" y="1426081"/>
                  </a:lnTo>
                  <a:lnTo>
                    <a:pt x="3107843" y="1445715"/>
                  </a:lnTo>
                  <a:lnTo>
                    <a:pt x="3108493" y="1464321"/>
                  </a:lnTo>
                  <a:lnTo>
                    <a:pt x="3109143" y="1481743"/>
                  </a:lnTo>
                  <a:lnTo>
                    <a:pt x="3109793" y="1497807"/>
                  </a:lnTo>
                  <a:lnTo>
                    <a:pt x="3110443" y="1512476"/>
                  </a:lnTo>
                  <a:lnTo>
                    <a:pt x="3111093" y="1525782"/>
                  </a:lnTo>
                  <a:lnTo>
                    <a:pt x="3111743" y="1537750"/>
                  </a:lnTo>
                  <a:lnTo>
                    <a:pt x="3112393" y="1548212"/>
                  </a:lnTo>
                  <a:lnTo>
                    <a:pt x="3113043" y="1557010"/>
                  </a:lnTo>
                  <a:lnTo>
                    <a:pt x="3113693" y="1564132"/>
                  </a:lnTo>
                  <a:lnTo>
                    <a:pt x="3114343" y="1569590"/>
                  </a:lnTo>
                  <a:lnTo>
                    <a:pt x="3114993" y="1573495"/>
                  </a:lnTo>
                  <a:lnTo>
                    <a:pt x="3115643" y="1575868"/>
                  </a:lnTo>
                  <a:lnTo>
                    <a:pt x="3116293" y="1576698"/>
                  </a:lnTo>
                  <a:lnTo>
                    <a:pt x="3116942" y="1575911"/>
                  </a:lnTo>
                  <a:lnTo>
                    <a:pt x="3117592" y="1573552"/>
                  </a:lnTo>
                  <a:lnTo>
                    <a:pt x="3118242" y="1569622"/>
                  </a:lnTo>
                  <a:lnTo>
                    <a:pt x="3118892" y="1564107"/>
                  </a:lnTo>
                  <a:lnTo>
                    <a:pt x="3119542" y="1557100"/>
                  </a:lnTo>
                  <a:lnTo>
                    <a:pt x="3120192" y="1548797"/>
                  </a:lnTo>
                  <a:lnTo>
                    <a:pt x="3120842" y="1539293"/>
                  </a:lnTo>
                  <a:lnTo>
                    <a:pt x="3121492" y="1528584"/>
                  </a:lnTo>
                  <a:lnTo>
                    <a:pt x="3122142" y="1516779"/>
                  </a:lnTo>
                  <a:lnTo>
                    <a:pt x="3122792" y="1504062"/>
                  </a:lnTo>
                  <a:lnTo>
                    <a:pt x="3123442" y="1490543"/>
                  </a:lnTo>
                  <a:lnTo>
                    <a:pt x="3124092" y="1476244"/>
                  </a:lnTo>
                  <a:lnTo>
                    <a:pt x="3124742" y="1461098"/>
                  </a:lnTo>
                  <a:lnTo>
                    <a:pt x="3125392" y="1445088"/>
                  </a:lnTo>
                  <a:lnTo>
                    <a:pt x="3126042" y="1428266"/>
                  </a:lnTo>
                  <a:lnTo>
                    <a:pt x="3126692" y="1410697"/>
                  </a:lnTo>
                  <a:lnTo>
                    <a:pt x="3127341" y="1392473"/>
                  </a:lnTo>
                  <a:lnTo>
                    <a:pt x="3127991" y="1373669"/>
                  </a:lnTo>
                  <a:lnTo>
                    <a:pt x="3128641" y="1354362"/>
                  </a:lnTo>
                  <a:lnTo>
                    <a:pt x="3129291" y="1334622"/>
                  </a:lnTo>
                  <a:lnTo>
                    <a:pt x="3129941" y="1314465"/>
                  </a:lnTo>
                  <a:lnTo>
                    <a:pt x="3130591" y="1293890"/>
                  </a:lnTo>
                  <a:lnTo>
                    <a:pt x="3131241" y="1272945"/>
                  </a:lnTo>
                  <a:lnTo>
                    <a:pt x="3131891" y="1251685"/>
                  </a:lnTo>
                  <a:lnTo>
                    <a:pt x="3132541" y="1230138"/>
                  </a:lnTo>
                  <a:lnTo>
                    <a:pt x="3133191" y="1208399"/>
                  </a:lnTo>
                  <a:lnTo>
                    <a:pt x="3133841" y="1186563"/>
                  </a:lnTo>
                  <a:lnTo>
                    <a:pt x="3134491" y="1164696"/>
                  </a:lnTo>
                  <a:lnTo>
                    <a:pt x="3135141" y="1142881"/>
                  </a:lnTo>
                  <a:lnTo>
                    <a:pt x="3135791" y="1121164"/>
                  </a:lnTo>
                  <a:lnTo>
                    <a:pt x="3136441" y="1099601"/>
                  </a:lnTo>
                  <a:lnTo>
                    <a:pt x="3137090" y="1078214"/>
                  </a:lnTo>
                  <a:lnTo>
                    <a:pt x="3137740" y="1057010"/>
                  </a:lnTo>
                  <a:lnTo>
                    <a:pt x="3138390" y="1036037"/>
                  </a:lnTo>
                  <a:lnTo>
                    <a:pt x="3139040" y="1015324"/>
                  </a:lnTo>
                  <a:lnTo>
                    <a:pt x="3139690" y="994973"/>
                  </a:lnTo>
                  <a:lnTo>
                    <a:pt x="3140340" y="975068"/>
                  </a:lnTo>
                  <a:lnTo>
                    <a:pt x="3140990" y="955632"/>
                  </a:lnTo>
                  <a:lnTo>
                    <a:pt x="3141640" y="936772"/>
                  </a:lnTo>
                  <a:lnTo>
                    <a:pt x="3142290" y="918635"/>
                  </a:lnTo>
                  <a:lnTo>
                    <a:pt x="3142940" y="901280"/>
                  </a:lnTo>
                  <a:lnTo>
                    <a:pt x="3143590" y="884716"/>
                  </a:lnTo>
                  <a:lnTo>
                    <a:pt x="3144240" y="868928"/>
                  </a:lnTo>
                  <a:lnTo>
                    <a:pt x="3144890" y="853912"/>
                  </a:lnTo>
                  <a:lnTo>
                    <a:pt x="3145540" y="839768"/>
                  </a:lnTo>
                  <a:lnTo>
                    <a:pt x="3146190" y="826503"/>
                  </a:lnTo>
                  <a:lnTo>
                    <a:pt x="3146840" y="814154"/>
                  </a:lnTo>
                  <a:lnTo>
                    <a:pt x="3147489" y="802744"/>
                  </a:lnTo>
                  <a:lnTo>
                    <a:pt x="3148139" y="792187"/>
                  </a:lnTo>
                  <a:lnTo>
                    <a:pt x="3148789" y="782477"/>
                  </a:lnTo>
                  <a:lnTo>
                    <a:pt x="3149439" y="773672"/>
                  </a:lnTo>
                  <a:lnTo>
                    <a:pt x="3150089" y="765758"/>
                  </a:lnTo>
                  <a:lnTo>
                    <a:pt x="3150739" y="758636"/>
                  </a:lnTo>
                  <a:lnTo>
                    <a:pt x="3151389" y="752261"/>
                  </a:lnTo>
                  <a:lnTo>
                    <a:pt x="3152039" y="746587"/>
                  </a:lnTo>
                  <a:lnTo>
                    <a:pt x="3152689" y="741411"/>
                  </a:lnTo>
                  <a:lnTo>
                    <a:pt x="3153339" y="736621"/>
                  </a:lnTo>
                  <a:lnTo>
                    <a:pt x="3153989" y="732288"/>
                  </a:lnTo>
                  <a:lnTo>
                    <a:pt x="3154639" y="728429"/>
                  </a:lnTo>
                  <a:lnTo>
                    <a:pt x="3155289" y="724901"/>
                  </a:lnTo>
                  <a:lnTo>
                    <a:pt x="3155939" y="721559"/>
                  </a:lnTo>
                  <a:lnTo>
                    <a:pt x="3156589" y="718301"/>
                  </a:lnTo>
                  <a:lnTo>
                    <a:pt x="3157238" y="715107"/>
                  </a:lnTo>
                  <a:lnTo>
                    <a:pt x="3157888" y="712110"/>
                  </a:lnTo>
                  <a:lnTo>
                    <a:pt x="3158538" y="709337"/>
                  </a:lnTo>
                  <a:lnTo>
                    <a:pt x="3159188" y="706770"/>
                  </a:lnTo>
                  <a:lnTo>
                    <a:pt x="3159838" y="704391"/>
                  </a:lnTo>
                  <a:lnTo>
                    <a:pt x="3160488" y="702266"/>
                  </a:lnTo>
                  <a:lnTo>
                    <a:pt x="3161138" y="700423"/>
                  </a:lnTo>
                  <a:lnTo>
                    <a:pt x="3161788" y="698889"/>
                  </a:lnTo>
                  <a:lnTo>
                    <a:pt x="3162438" y="697697"/>
                  </a:lnTo>
                  <a:lnTo>
                    <a:pt x="3163088" y="696820"/>
                  </a:lnTo>
                  <a:lnTo>
                    <a:pt x="3163738" y="696207"/>
                  </a:lnTo>
                  <a:lnTo>
                    <a:pt x="3164388" y="695855"/>
                  </a:lnTo>
                  <a:lnTo>
                    <a:pt x="3165038" y="695799"/>
                  </a:lnTo>
                  <a:lnTo>
                    <a:pt x="3165688" y="696188"/>
                  </a:lnTo>
                  <a:lnTo>
                    <a:pt x="3166338" y="697122"/>
                  </a:lnTo>
                  <a:lnTo>
                    <a:pt x="3166988" y="698685"/>
                  </a:lnTo>
                  <a:lnTo>
                    <a:pt x="3167637" y="700866"/>
                  </a:lnTo>
                  <a:lnTo>
                    <a:pt x="3168287" y="703621"/>
                  </a:lnTo>
                  <a:lnTo>
                    <a:pt x="3168937" y="706866"/>
                  </a:lnTo>
                  <a:lnTo>
                    <a:pt x="3169587" y="710628"/>
                  </a:lnTo>
                  <a:lnTo>
                    <a:pt x="3170237" y="714893"/>
                  </a:lnTo>
                  <a:lnTo>
                    <a:pt x="3170887" y="719703"/>
                  </a:lnTo>
                  <a:lnTo>
                    <a:pt x="3171537" y="725062"/>
                  </a:lnTo>
                  <a:lnTo>
                    <a:pt x="3172187" y="730989"/>
                  </a:lnTo>
                  <a:lnTo>
                    <a:pt x="3172837" y="737525"/>
                  </a:lnTo>
                  <a:lnTo>
                    <a:pt x="3173487" y="744740"/>
                  </a:lnTo>
                  <a:lnTo>
                    <a:pt x="3174137" y="752593"/>
                  </a:lnTo>
                  <a:lnTo>
                    <a:pt x="3174787" y="760983"/>
                  </a:lnTo>
                  <a:lnTo>
                    <a:pt x="3175437" y="769823"/>
                  </a:lnTo>
                  <a:lnTo>
                    <a:pt x="3176087" y="779011"/>
                  </a:lnTo>
                  <a:lnTo>
                    <a:pt x="3176737" y="788534"/>
                  </a:lnTo>
                  <a:lnTo>
                    <a:pt x="3177386" y="798381"/>
                  </a:lnTo>
                  <a:lnTo>
                    <a:pt x="3178036" y="808606"/>
                  </a:lnTo>
                  <a:lnTo>
                    <a:pt x="3178686" y="819263"/>
                  </a:lnTo>
                  <a:lnTo>
                    <a:pt x="3179336" y="830351"/>
                  </a:lnTo>
                  <a:lnTo>
                    <a:pt x="3179986" y="841879"/>
                  </a:lnTo>
                  <a:lnTo>
                    <a:pt x="3180636" y="853890"/>
                  </a:lnTo>
                  <a:lnTo>
                    <a:pt x="3181286" y="866412"/>
                  </a:lnTo>
                  <a:lnTo>
                    <a:pt x="3181936" y="879439"/>
                  </a:lnTo>
                  <a:lnTo>
                    <a:pt x="3182586" y="892781"/>
                  </a:lnTo>
                  <a:lnTo>
                    <a:pt x="3183236" y="906446"/>
                  </a:lnTo>
                  <a:lnTo>
                    <a:pt x="3183886" y="920435"/>
                  </a:lnTo>
                  <a:lnTo>
                    <a:pt x="3184536" y="934725"/>
                  </a:lnTo>
                  <a:lnTo>
                    <a:pt x="3185186" y="949439"/>
                  </a:lnTo>
                  <a:lnTo>
                    <a:pt x="3185836" y="964697"/>
                  </a:lnTo>
                  <a:lnTo>
                    <a:pt x="3186486" y="980455"/>
                  </a:lnTo>
                  <a:lnTo>
                    <a:pt x="3187135" y="996599"/>
                  </a:lnTo>
                  <a:lnTo>
                    <a:pt x="3187785" y="1013106"/>
                  </a:lnTo>
                  <a:lnTo>
                    <a:pt x="3188435" y="1029993"/>
                  </a:lnTo>
                  <a:lnTo>
                    <a:pt x="3189085" y="1047279"/>
                  </a:lnTo>
                  <a:lnTo>
                    <a:pt x="3189735" y="1064980"/>
                  </a:lnTo>
                  <a:lnTo>
                    <a:pt x="3190385" y="1083041"/>
                  </a:lnTo>
                  <a:lnTo>
                    <a:pt x="3191035" y="1101271"/>
                  </a:lnTo>
                  <a:lnTo>
                    <a:pt x="3191685" y="1119551"/>
                  </a:lnTo>
                  <a:lnTo>
                    <a:pt x="3192335" y="1137811"/>
                  </a:lnTo>
                  <a:lnTo>
                    <a:pt x="3192985" y="1155867"/>
                  </a:lnTo>
                  <a:lnTo>
                    <a:pt x="3193635" y="1173617"/>
                  </a:lnTo>
                  <a:lnTo>
                    <a:pt x="3194285" y="1190974"/>
                  </a:lnTo>
                  <a:lnTo>
                    <a:pt x="3194935" y="1207854"/>
                  </a:lnTo>
                  <a:lnTo>
                    <a:pt x="3195585" y="1224245"/>
                  </a:lnTo>
                  <a:lnTo>
                    <a:pt x="3196235" y="1240186"/>
                  </a:lnTo>
                  <a:lnTo>
                    <a:pt x="3196885" y="1255753"/>
                  </a:lnTo>
                  <a:lnTo>
                    <a:pt x="3197534" y="1270902"/>
                  </a:lnTo>
                  <a:lnTo>
                    <a:pt x="3198184" y="1285526"/>
                  </a:lnTo>
                  <a:lnTo>
                    <a:pt x="3198834" y="1299428"/>
                  </a:lnTo>
                  <a:lnTo>
                    <a:pt x="3199484" y="1312435"/>
                  </a:lnTo>
                  <a:lnTo>
                    <a:pt x="3200134" y="1324449"/>
                  </a:lnTo>
                  <a:lnTo>
                    <a:pt x="3200784" y="1335553"/>
                  </a:lnTo>
                  <a:lnTo>
                    <a:pt x="3201434" y="1345817"/>
                  </a:lnTo>
                  <a:lnTo>
                    <a:pt x="3202084" y="1355307"/>
                  </a:lnTo>
                  <a:lnTo>
                    <a:pt x="3202734" y="1364069"/>
                  </a:lnTo>
                  <a:lnTo>
                    <a:pt x="3203384" y="1372089"/>
                  </a:lnTo>
                  <a:lnTo>
                    <a:pt x="3204034" y="1379252"/>
                  </a:lnTo>
                  <a:lnTo>
                    <a:pt x="3204684" y="1385467"/>
                  </a:lnTo>
                  <a:lnTo>
                    <a:pt x="3205334" y="1390587"/>
                  </a:lnTo>
                  <a:lnTo>
                    <a:pt x="3205984" y="1394430"/>
                  </a:lnTo>
                  <a:lnTo>
                    <a:pt x="3206634" y="1396841"/>
                  </a:lnTo>
                  <a:lnTo>
                    <a:pt x="3207283" y="1397819"/>
                  </a:lnTo>
                  <a:lnTo>
                    <a:pt x="3207933" y="1397374"/>
                  </a:lnTo>
                  <a:lnTo>
                    <a:pt x="3208583" y="1395551"/>
                  </a:lnTo>
                  <a:lnTo>
                    <a:pt x="3209233" y="1392403"/>
                  </a:lnTo>
                  <a:lnTo>
                    <a:pt x="3209883" y="1387939"/>
                  </a:lnTo>
                  <a:lnTo>
                    <a:pt x="3210533" y="1382032"/>
                  </a:lnTo>
                  <a:lnTo>
                    <a:pt x="3211183" y="1374593"/>
                  </a:lnTo>
                  <a:lnTo>
                    <a:pt x="3211833" y="1365589"/>
                  </a:lnTo>
                  <a:lnTo>
                    <a:pt x="3212483" y="1354934"/>
                  </a:lnTo>
                  <a:lnTo>
                    <a:pt x="3213133" y="1342561"/>
                  </a:lnTo>
                  <a:lnTo>
                    <a:pt x="3213783" y="1328485"/>
                  </a:lnTo>
                  <a:lnTo>
                    <a:pt x="3214433" y="1312716"/>
                  </a:lnTo>
                  <a:lnTo>
                    <a:pt x="3215083" y="1295456"/>
                  </a:lnTo>
                  <a:lnTo>
                    <a:pt x="3215733" y="1276978"/>
                  </a:lnTo>
                  <a:lnTo>
                    <a:pt x="3216383" y="1257438"/>
                  </a:lnTo>
                  <a:lnTo>
                    <a:pt x="3217033" y="1236952"/>
                  </a:lnTo>
                  <a:lnTo>
                    <a:pt x="3217682" y="1215627"/>
                  </a:lnTo>
                  <a:lnTo>
                    <a:pt x="3218332" y="1193432"/>
                  </a:lnTo>
                  <a:lnTo>
                    <a:pt x="3218982" y="1170391"/>
                  </a:lnTo>
                  <a:lnTo>
                    <a:pt x="3219632" y="1146584"/>
                  </a:lnTo>
                  <a:lnTo>
                    <a:pt x="3220282" y="1122130"/>
                  </a:lnTo>
                  <a:lnTo>
                    <a:pt x="3220932" y="1097133"/>
                  </a:lnTo>
                  <a:lnTo>
                    <a:pt x="3221582" y="1071696"/>
                  </a:lnTo>
                  <a:lnTo>
                    <a:pt x="3222232" y="1045944"/>
                  </a:lnTo>
                  <a:lnTo>
                    <a:pt x="3222882" y="1019920"/>
                  </a:lnTo>
                  <a:lnTo>
                    <a:pt x="3223532" y="993688"/>
                  </a:lnTo>
                  <a:lnTo>
                    <a:pt x="3224182" y="967414"/>
                  </a:lnTo>
                  <a:lnTo>
                    <a:pt x="3224832" y="941234"/>
                  </a:lnTo>
                  <a:lnTo>
                    <a:pt x="3225482" y="915183"/>
                  </a:lnTo>
                  <a:lnTo>
                    <a:pt x="3226132" y="889378"/>
                  </a:lnTo>
                  <a:lnTo>
                    <a:pt x="3226782" y="863807"/>
                  </a:lnTo>
                  <a:lnTo>
                    <a:pt x="3227431" y="838529"/>
                  </a:lnTo>
                  <a:lnTo>
                    <a:pt x="3228081" y="813602"/>
                  </a:lnTo>
                  <a:lnTo>
                    <a:pt x="3228731" y="789025"/>
                  </a:lnTo>
                  <a:lnTo>
                    <a:pt x="3229381" y="764824"/>
                  </a:lnTo>
                  <a:lnTo>
                    <a:pt x="3230031" y="741061"/>
                  </a:lnTo>
                  <a:lnTo>
                    <a:pt x="3230681" y="717716"/>
                  </a:lnTo>
                  <a:lnTo>
                    <a:pt x="3231331" y="694836"/>
                  </a:lnTo>
                  <a:lnTo>
                    <a:pt x="3231981" y="672470"/>
                  </a:lnTo>
                  <a:lnTo>
                    <a:pt x="3232631" y="650613"/>
                  </a:lnTo>
                  <a:lnTo>
                    <a:pt x="3233281" y="629295"/>
                  </a:lnTo>
                  <a:lnTo>
                    <a:pt x="3233931" y="608432"/>
                  </a:lnTo>
                  <a:lnTo>
                    <a:pt x="3234581" y="587973"/>
                  </a:lnTo>
                  <a:lnTo>
                    <a:pt x="3235231" y="567910"/>
                  </a:lnTo>
                  <a:lnTo>
                    <a:pt x="3235881" y="548227"/>
                  </a:lnTo>
                  <a:lnTo>
                    <a:pt x="3236531" y="529050"/>
                  </a:lnTo>
                  <a:lnTo>
                    <a:pt x="3237181" y="510536"/>
                  </a:lnTo>
                  <a:lnTo>
                    <a:pt x="3237830" y="492765"/>
                  </a:lnTo>
                  <a:lnTo>
                    <a:pt x="3238480" y="475876"/>
                  </a:lnTo>
                  <a:lnTo>
                    <a:pt x="3239130" y="459946"/>
                  </a:lnTo>
                  <a:lnTo>
                    <a:pt x="3239780" y="444974"/>
                  </a:lnTo>
                  <a:lnTo>
                    <a:pt x="3240430" y="431002"/>
                  </a:lnTo>
                  <a:lnTo>
                    <a:pt x="3241080" y="418087"/>
                  </a:lnTo>
                  <a:lnTo>
                    <a:pt x="3241730" y="406272"/>
                  </a:lnTo>
                  <a:lnTo>
                    <a:pt x="3242380" y="395675"/>
                  </a:lnTo>
                  <a:lnTo>
                    <a:pt x="3243030" y="386358"/>
                  </a:lnTo>
                  <a:lnTo>
                    <a:pt x="3243680" y="378469"/>
                  </a:lnTo>
                  <a:lnTo>
                    <a:pt x="3244330" y="372086"/>
                  </a:lnTo>
                  <a:lnTo>
                    <a:pt x="3244980" y="367203"/>
                  </a:lnTo>
                  <a:lnTo>
                    <a:pt x="3245630" y="363853"/>
                  </a:lnTo>
                  <a:lnTo>
                    <a:pt x="3246280" y="361989"/>
                  </a:lnTo>
                  <a:lnTo>
                    <a:pt x="3246930" y="361506"/>
                  </a:lnTo>
                  <a:lnTo>
                    <a:pt x="3247579" y="362313"/>
                  </a:lnTo>
                  <a:lnTo>
                    <a:pt x="3248229" y="364211"/>
                  </a:lnTo>
                  <a:lnTo>
                    <a:pt x="3248879" y="367107"/>
                  </a:lnTo>
                  <a:lnTo>
                    <a:pt x="3249529" y="370865"/>
                  </a:lnTo>
                  <a:lnTo>
                    <a:pt x="3250179" y="375393"/>
                  </a:lnTo>
                  <a:lnTo>
                    <a:pt x="3250829" y="380570"/>
                  </a:lnTo>
                  <a:lnTo>
                    <a:pt x="3251479" y="386330"/>
                  </a:lnTo>
                  <a:lnTo>
                    <a:pt x="3252129" y="392621"/>
                  </a:lnTo>
                  <a:lnTo>
                    <a:pt x="3252779" y="399355"/>
                  </a:lnTo>
                  <a:lnTo>
                    <a:pt x="3253429" y="406412"/>
                  </a:lnTo>
                  <a:lnTo>
                    <a:pt x="3254079" y="413673"/>
                  </a:lnTo>
                  <a:lnTo>
                    <a:pt x="3254729" y="420992"/>
                  </a:lnTo>
                  <a:lnTo>
                    <a:pt x="3255379" y="428271"/>
                  </a:lnTo>
                  <a:lnTo>
                    <a:pt x="3256029" y="435554"/>
                  </a:lnTo>
                  <a:lnTo>
                    <a:pt x="3256679" y="442865"/>
                  </a:lnTo>
                  <a:lnTo>
                    <a:pt x="3257329" y="450086"/>
                  </a:lnTo>
                  <a:lnTo>
                    <a:pt x="3257978" y="457214"/>
                  </a:lnTo>
                  <a:lnTo>
                    <a:pt x="3258628" y="464265"/>
                  </a:lnTo>
                  <a:lnTo>
                    <a:pt x="3259278" y="471294"/>
                  </a:lnTo>
                  <a:lnTo>
                    <a:pt x="3259928" y="478337"/>
                  </a:lnTo>
                  <a:lnTo>
                    <a:pt x="3260578" y="485392"/>
                  </a:lnTo>
                  <a:lnTo>
                    <a:pt x="3261228" y="492476"/>
                  </a:lnTo>
                  <a:lnTo>
                    <a:pt x="3261878" y="499530"/>
                  </a:lnTo>
                  <a:lnTo>
                    <a:pt x="3262528" y="506487"/>
                  </a:lnTo>
                  <a:lnTo>
                    <a:pt x="3263178" y="513307"/>
                  </a:lnTo>
                  <a:lnTo>
                    <a:pt x="3263828" y="520051"/>
                  </a:lnTo>
                  <a:lnTo>
                    <a:pt x="3264478" y="526754"/>
                  </a:lnTo>
                  <a:lnTo>
                    <a:pt x="3265128" y="533509"/>
                  </a:lnTo>
                  <a:lnTo>
                    <a:pt x="3265778" y="540294"/>
                  </a:lnTo>
                  <a:lnTo>
                    <a:pt x="3266428" y="547081"/>
                  </a:lnTo>
                  <a:lnTo>
                    <a:pt x="3267078" y="553886"/>
                  </a:lnTo>
                  <a:lnTo>
                    <a:pt x="3267727" y="560718"/>
                  </a:lnTo>
                  <a:lnTo>
                    <a:pt x="3268377" y="567538"/>
                  </a:lnTo>
                  <a:lnTo>
                    <a:pt x="3269027" y="574291"/>
                  </a:lnTo>
                  <a:lnTo>
                    <a:pt x="3269677" y="580893"/>
                  </a:lnTo>
                  <a:lnTo>
                    <a:pt x="3270327" y="587237"/>
                  </a:lnTo>
                  <a:lnTo>
                    <a:pt x="3270977" y="593295"/>
                  </a:lnTo>
                  <a:lnTo>
                    <a:pt x="3271627" y="599118"/>
                  </a:lnTo>
                  <a:lnTo>
                    <a:pt x="3272277" y="604794"/>
                  </a:lnTo>
                  <a:lnTo>
                    <a:pt x="3272927" y="610407"/>
                  </a:lnTo>
                  <a:lnTo>
                    <a:pt x="3273577" y="615918"/>
                  </a:lnTo>
                  <a:lnTo>
                    <a:pt x="3274227" y="621284"/>
                  </a:lnTo>
                  <a:lnTo>
                    <a:pt x="3274877" y="626407"/>
                  </a:lnTo>
                  <a:lnTo>
                    <a:pt x="3275527" y="631249"/>
                  </a:lnTo>
                  <a:lnTo>
                    <a:pt x="3276177" y="635787"/>
                  </a:lnTo>
                  <a:lnTo>
                    <a:pt x="3276827" y="639988"/>
                  </a:lnTo>
                  <a:lnTo>
                    <a:pt x="3277477" y="643843"/>
                  </a:lnTo>
                  <a:lnTo>
                    <a:pt x="3278126" y="647442"/>
                  </a:lnTo>
                  <a:lnTo>
                    <a:pt x="3278776" y="650821"/>
                  </a:lnTo>
                  <a:lnTo>
                    <a:pt x="3279426" y="654032"/>
                  </a:lnTo>
                  <a:lnTo>
                    <a:pt x="3280076" y="657194"/>
                  </a:lnTo>
                  <a:lnTo>
                    <a:pt x="3280726" y="660299"/>
                  </a:lnTo>
                  <a:lnTo>
                    <a:pt x="3281376" y="663257"/>
                  </a:lnTo>
                  <a:lnTo>
                    <a:pt x="3282026" y="666081"/>
                  </a:lnTo>
                  <a:lnTo>
                    <a:pt x="3282676" y="668820"/>
                  </a:lnTo>
                  <a:lnTo>
                    <a:pt x="3283326" y="671557"/>
                  </a:lnTo>
                  <a:lnTo>
                    <a:pt x="3283976" y="674372"/>
                  </a:lnTo>
                  <a:lnTo>
                    <a:pt x="3284626" y="677286"/>
                  </a:lnTo>
                  <a:lnTo>
                    <a:pt x="3285276" y="680331"/>
                  </a:lnTo>
                  <a:lnTo>
                    <a:pt x="3285926" y="683572"/>
                  </a:lnTo>
                  <a:lnTo>
                    <a:pt x="3286576" y="687078"/>
                  </a:lnTo>
                  <a:lnTo>
                    <a:pt x="3287226" y="690912"/>
                  </a:lnTo>
                  <a:lnTo>
                    <a:pt x="3287875" y="695129"/>
                  </a:lnTo>
                  <a:lnTo>
                    <a:pt x="3288525" y="699725"/>
                  </a:lnTo>
                  <a:lnTo>
                    <a:pt x="3289175" y="704615"/>
                  </a:lnTo>
                  <a:lnTo>
                    <a:pt x="3289825" y="709775"/>
                  </a:lnTo>
                  <a:lnTo>
                    <a:pt x="3290475" y="715292"/>
                  </a:lnTo>
                  <a:lnTo>
                    <a:pt x="3291125" y="721161"/>
                  </a:lnTo>
                  <a:lnTo>
                    <a:pt x="3291775" y="727389"/>
                  </a:lnTo>
                  <a:lnTo>
                    <a:pt x="3292425" y="733906"/>
                  </a:lnTo>
                  <a:lnTo>
                    <a:pt x="3293075" y="740637"/>
                  </a:lnTo>
                  <a:lnTo>
                    <a:pt x="3293725" y="747526"/>
                  </a:lnTo>
                  <a:lnTo>
                    <a:pt x="3294375" y="754589"/>
                  </a:lnTo>
                  <a:lnTo>
                    <a:pt x="3295025" y="761793"/>
                  </a:lnTo>
                  <a:lnTo>
                    <a:pt x="3295675" y="769115"/>
                  </a:lnTo>
                  <a:lnTo>
                    <a:pt x="3296325" y="776498"/>
                  </a:lnTo>
                  <a:lnTo>
                    <a:pt x="3296975" y="783886"/>
                  </a:lnTo>
                  <a:lnTo>
                    <a:pt x="3297625" y="791234"/>
                  </a:lnTo>
                  <a:lnTo>
                    <a:pt x="3298274" y="798498"/>
                  </a:lnTo>
                  <a:lnTo>
                    <a:pt x="3298924" y="805730"/>
                  </a:lnTo>
                  <a:lnTo>
                    <a:pt x="3299574" y="812883"/>
                  </a:lnTo>
                  <a:lnTo>
                    <a:pt x="3300224" y="819901"/>
                  </a:lnTo>
                  <a:lnTo>
                    <a:pt x="3300874" y="826768"/>
                  </a:lnTo>
                  <a:lnTo>
                    <a:pt x="3301524" y="833511"/>
                  </a:lnTo>
                  <a:lnTo>
                    <a:pt x="3302174" y="840075"/>
                  </a:lnTo>
                  <a:lnTo>
                    <a:pt x="3302824" y="846507"/>
                  </a:lnTo>
                  <a:lnTo>
                    <a:pt x="3303474" y="852820"/>
                  </a:lnTo>
                  <a:lnTo>
                    <a:pt x="3304124" y="858965"/>
                  </a:lnTo>
                  <a:lnTo>
                    <a:pt x="3304774" y="864896"/>
                  </a:lnTo>
                  <a:lnTo>
                    <a:pt x="3305424" y="870550"/>
                  </a:lnTo>
                  <a:lnTo>
                    <a:pt x="3306074" y="875967"/>
                  </a:lnTo>
                  <a:lnTo>
                    <a:pt x="3306724" y="881114"/>
                  </a:lnTo>
                  <a:lnTo>
                    <a:pt x="3307374" y="885914"/>
                  </a:lnTo>
                  <a:lnTo>
                    <a:pt x="3308023" y="890385"/>
                  </a:lnTo>
                  <a:lnTo>
                    <a:pt x="3308673" y="894438"/>
                  </a:lnTo>
                  <a:lnTo>
                    <a:pt x="3309323" y="898023"/>
                  </a:lnTo>
                  <a:lnTo>
                    <a:pt x="3309973" y="901173"/>
                  </a:lnTo>
                  <a:lnTo>
                    <a:pt x="3310623" y="903806"/>
                  </a:lnTo>
                  <a:lnTo>
                    <a:pt x="3311273" y="905821"/>
                  </a:lnTo>
                  <a:lnTo>
                    <a:pt x="3311923" y="907307"/>
                  </a:lnTo>
                  <a:lnTo>
                    <a:pt x="3312573" y="908260"/>
                  </a:lnTo>
                  <a:lnTo>
                    <a:pt x="3313223" y="908686"/>
                  </a:lnTo>
                  <a:lnTo>
                    <a:pt x="3313873" y="908713"/>
                  </a:lnTo>
                  <a:lnTo>
                    <a:pt x="3314523" y="908411"/>
                  </a:lnTo>
                  <a:lnTo>
                    <a:pt x="3315173" y="907730"/>
                  </a:lnTo>
                  <a:lnTo>
                    <a:pt x="3315823" y="906589"/>
                  </a:lnTo>
                  <a:lnTo>
                    <a:pt x="3316473" y="904994"/>
                  </a:lnTo>
                  <a:lnTo>
                    <a:pt x="3317123" y="902998"/>
                  </a:lnTo>
                  <a:lnTo>
                    <a:pt x="3317773" y="900629"/>
                  </a:lnTo>
                  <a:lnTo>
                    <a:pt x="3318422" y="897902"/>
                  </a:lnTo>
                  <a:lnTo>
                    <a:pt x="3319072" y="894819"/>
                  </a:lnTo>
                  <a:lnTo>
                    <a:pt x="3319722" y="891346"/>
                  </a:lnTo>
                  <a:lnTo>
                    <a:pt x="3320372" y="887466"/>
                  </a:lnTo>
                  <a:lnTo>
                    <a:pt x="3321022" y="883187"/>
                  </a:lnTo>
                  <a:lnTo>
                    <a:pt x="3321672" y="878522"/>
                  </a:lnTo>
                  <a:lnTo>
                    <a:pt x="3322322" y="873513"/>
                  </a:lnTo>
                  <a:lnTo>
                    <a:pt x="3322972" y="868126"/>
                  </a:lnTo>
                  <a:lnTo>
                    <a:pt x="3323622" y="862317"/>
                  </a:lnTo>
                  <a:lnTo>
                    <a:pt x="3324272" y="856069"/>
                  </a:lnTo>
                  <a:lnTo>
                    <a:pt x="3324922" y="849396"/>
                  </a:lnTo>
                  <a:lnTo>
                    <a:pt x="3325572" y="842364"/>
                  </a:lnTo>
                  <a:lnTo>
                    <a:pt x="3326222" y="835017"/>
                  </a:lnTo>
                  <a:lnTo>
                    <a:pt x="3326872" y="827366"/>
                  </a:lnTo>
                  <a:lnTo>
                    <a:pt x="3327522" y="819422"/>
                  </a:lnTo>
                  <a:lnTo>
                    <a:pt x="3328171" y="811212"/>
                  </a:lnTo>
                  <a:lnTo>
                    <a:pt x="3328821" y="802773"/>
                  </a:lnTo>
                  <a:lnTo>
                    <a:pt x="3329471" y="794142"/>
                  </a:lnTo>
                  <a:lnTo>
                    <a:pt x="3330121" y="785342"/>
                  </a:lnTo>
                  <a:lnTo>
                    <a:pt x="3330771" y="776437"/>
                  </a:lnTo>
                  <a:lnTo>
                    <a:pt x="3331421" y="767427"/>
                  </a:lnTo>
                  <a:lnTo>
                    <a:pt x="3332071" y="758347"/>
                  </a:lnTo>
                  <a:lnTo>
                    <a:pt x="3332721" y="749277"/>
                  </a:lnTo>
                  <a:lnTo>
                    <a:pt x="3333371" y="740257"/>
                  </a:lnTo>
                  <a:lnTo>
                    <a:pt x="3334021" y="731259"/>
                  </a:lnTo>
                  <a:lnTo>
                    <a:pt x="3334671" y="722245"/>
                  </a:lnTo>
                  <a:lnTo>
                    <a:pt x="3335321" y="713286"/>
                  </a:lnTo>
                  <a:lnTo>
                    <a:pt x="3335971" y="704342"/>
                  </a:lnTo>
                  <a:lnTo>
                    <a:pt x="3336621" y="695429"/>
                  </a:lnTo>
                  <a:lnTo>
                    <a:pt x="3337271" y="686530"/>
                  </a:lnTo>
                  <a:lnTo>
                    <a:pt x="3337920" y="677583"/>
                  </a:lnTo>
                  <a:lnTo>
                    <a:pt x="3338570" y="668535"/>
                  </a:lnTo>
                  <a:lnTo>
                    <a:pt x="3339220" y="659387"/>
                  </a:lnTo>
                  <a:lnTo>
                    <a:pt x="3339870" y="650293"/>
                  </a:lnTo>
                  <a:lnTo>
                    <a:pt x="3340520" y="641344"/>
                  </a:lnTo>
                  <a:lnTo>
                    <a:pt x="3341170" y="632546"/>
                  </a:lnTo>
                  <a:lnTo>
                    <a:pt x="3341820" y="623896"/>
                  </a:lnTo>
                  <a:lnTo>
                    <a:pt x="3342470" y="615374"/>
                  </a:lnTo>
                  <a:lnTo>
                    <a:pt x="3343120" y="606983"/>
                  </a:lnTo>
                  <a:lnTo>
                    <a:pt x="3343770" y="598832"/>
                  </a:lnTo>
                  <a:lnTo>
                    <a:pt x="3344420" y="590938"/>
                  </a:lnTo>
                  <a:lnTo>
                    <a:pt x="3345070" y="583238"/>
                  </a:lnTo>
                  <a:lnTo>
                    <a:pt x="3345720" y="575741"/>
                  </a:lnTo>
                  <a:lnTo>
                    <a:pt x="3346370" y="568403"/>
                  </a:lnTo>
                  <a:lnTo>
                    <a:pt x="3347020" y="561241"/>
                  </a:lnTo>
                  <a:lnTo>
                    <a:pt x="3347670" y="554344"/>
                  </a:lnTo>
                  <a:lnTo>
                    <a:pt x="3348319" y="547769"/>
                  </a:lnTo>
                  <a:lnTo>
                    <a:pt x="3348969" y="541481"/>
                  </a:lnTo>
                  <a:lnTo>
                    <a:pt x="3349619" y="535403"/>
                  </a:lnTo>
                  <a:lnTo>
                    <a:pt x="3350269" y="529475"/>
                  </a:lnTo>
                  <a:lnTo>
                    <a:pt x="3350919" y="523657"/>
                  </a:lnTo>
                  <a:lnTo>
                    <a:pt x="3351569" y="517945"/>
                  </a:lnTo>
                  <a:lnTo>
                    <a:pt x="3352219" y="512390"/>
                  </a:lnTo>
                  <a:lnTo>
                    <a:pt x="3352869" y="507027"/>
                  </a:lnTo>
                  <a:lnTo>
                    <a:pt x="3353519" y="501860"/>
                  </a:lnTo>
                  <a:lnTo>
                    <a:pt x="3354169" y="496900"/>
                  </a:lnTo>
                  <a:lnTo>
                    <a:pt x="3354819" y="492207"/>
                  </a:lnTo>
                  <a:lnTo>
                    <a:pt x="3355469" y="487780"/>
                  </a:lnTo>
                  <a:lnTo>
                    <a:pt x="3356119" y="483633"/>
                  </a:lnTo>
                  <a:lnTo>
                    <a:pt x="3356769" y="479732"/>
                  </a:lnTo>
                  <a:lnTo>
                    <a:pt x="3357419" y="476037"/>
                  </a:lnTo>
                  <a:lnTo>
                    <a:pt x="3358068" y="472523"/>
                  </a:lnTo>
                  <a:lnTo>
                    <a:pt x="3358718" y="469196"/>
                  </a:lnTo>
                  <a:lnTo>
                    <a:pt x="3359368" y="466055"/>
                  </a:lnTo>
                  <a:lnTo>
                    <a:pt x="3360018" y="463140"/>
                  </a:lnTo>
                  <a:lnTo>
                    <a:pt x="3360668" y="460515"/>
                  </a:lnTo>
                  <a:lnTo>
                    <a:pt x="3361318" y="458198"/>
                  </a:lnTo>
                  <a:lnTo>
                    <a:pt x="3361968" y="456161"/>
                  </a:lnTo>
                  <a:lnTo>
                    <a:pt x="3362618" y="454366"/>
                  </a:lnTo>
                  <a:lnTo>
                    <a:pt x="3363268" y="452788"/>
                  </a:lnTo>
                  <a:lnTo>
                    <a:pt x="3363918" y="451343"/>
                  </a:lnTo>
                  <a:lnTo>
                    <a:pt x="3364568" y="449924"/>
                  </a:lnTo>
                  <a:lnTo>
                    <a:pt x="3365218" y="448433"/>
                  </a:lnTo>
                  <a:lnTo>
                    <a:pt x="3365868" y="446834"/>
                  </a:lnTo>
                  <a:lnTo>
                    <a:pt x="3366518" y="445142"/>
                  </a:lnTo>
                  <a:lnTo>
                    <a:pt x="3367168" y="443477"/>
                  </a:lnTo>
                  <a:lnTo>
                    <a:pt x="3367818" y="441859"/>
                  </a:lnTo>
                  <a:lnTo>
                    <a:pt x="3368467" y="440322"/>
                  </a:lnTo>
                  <a:lnTo>
                    <a:pt x="3369117" y="438892"/>
                  </a:lnTo>
                  <a:lnTo>
                    <a:pt x="3369767" y="437559"/>
                  </a:lnTo>
                  <a:lnTo>
                    <a:pt x="3370417" y="436375"/>
                  </a:lnTo>
                  <a:lnTo>
                    <a:pt x="3371067" y="435418"/>
                  </a:lnTo>
                  <a:lnTo>
                    <a:pt x="3371717" y="434722"/>
                  </a:lnTo>
                  <a:lnTo>
                    <a:pt x="3372367" y="434195"/>
                  </a:lnTo>
                  <a:lnTo>
                    <a:pt x="3373017" y="433729"/>
                  </a:lnTo>
                  <a:lnTo>
                    <a:pt x="3373667" y="433346"/>
                  </a:lnTo>
                  <a:lnTo>
                    <a:pt x="3374317" y="433127"/>
                  </a:lnTo>
                  <a:lnTo>
                    <a:pt x="3374967" y="433144"/>
                  </a:lnTo>
                  <a:lnTo>
                    <a:pt x="3375617" y="433447"/>
                  </a:lnTo>
                  <a:lnTo>
                    <a:pt x="3376267" y="434013"/>
                  </a:lnTo>
                  <a:lnTo>
                    <a:pt x="3376917" y="434791"/>
                  </a:lnTo>
                  <a:lnTo>
                    <a:pt x="3377567" y="435751"/>
                  </a:lnTo>
                  <a:lnTo>
                    <a:pt x="3378216" y="436869"/>
                  </a:lnTo>
                  <a:lnTo>
                    <a:pt x="3378866" y="438092"/>
                  </a:lnTo>
                  <a:lnTo>
                    <a:pt x="3379516" y="439396"/>
                  </a:lnTo>
                  <a:lnTo>
                    <a:pt x="3380166" y="440718"/>
                  </a:lnTo>
                  <a:lnTo>
                    <a:pt x="3380816" y="442014"/>
                  </a:lnTo>
                  <a:lnTo>
                    <a:pt x="3381466" y="443318"/>
                  </a:lnTo>
                  <a:lnTo>
                    <a:pt x="3382116" y="444729"/>
                  </a:lnTo>
                  <a:lnTo>
                    <a:pt x="3382766" y="446248"/>
                  </a:lnTo>
                  <a:lnTo>
                    <a:pt x="3383416" y="447824"/>
                  </a:lnTo>
                  <a:lnTo>
                    <a:pt x="3384066" y="449462"/>
                  </a:lnTo>
                  <a:lnTo>
                    <a:pt x="3384716" y="451079"/>
                  </a:lnTo>
                  <a:lnTo>
                    <a:pt x="3385366" y="452656"/>
                  </a:lnTo>
                  <a:lnTo>
                    <a:pt x="3386016" y="454189"/>
                  </a:lnTo>
                  <a:lnTo>
                    <a:pt x="3386666" y="455648"/>
                  </a:lnTo>
                  <a:lnTo>
                    <a:pt x="3387316" y="457038"/>
                  </a:lnTo>
                  <a:lnTo>
                    <a:pt x="3387966" y="458403"/>
                  </a:lnTo>
                  <a:lnTo>
                    <a:pt x="3388615" y="459820"/>
                  </a:lnTo>
                  <a:lnTo>
                    <a:pt x="3389265" y="461260"/>
                  </a:lnTo>
                  <a:lnTo>
                    <a:pt x="3389915" y="462744"/>
                  </a:lnTo>
                  <a:lnTo>
                    <a:pt x="3390565" y="464296"/>
                  </a:lnTo>
                  <a:lnTo>
                    <a:pt x="3391215" y="465849"/>
                  </a:lnTo>
                  <a:lnTo>
                    <a:pt x="3391865" y="467360"/>
                  </a:lnTo>
                  <a:lnTo>
                    <a:pt x="3392515" y="468837"/>
                  </a:lnTo>
                  <a:lnTo>
                    <a:pt x="3393165" y="470259"/>
                  </a:lnTo>
                  <a:lnTo>
                    <a:pt x="3393815" y="471539"/>
                  </a:lnTo>
                  <a:lnTo>
                    <a:pt x="3394465" y="472711"/>
                  </a:lnTo>
                  <a:lnTo>
                    <a:pt x="3395115" y="473812"/>
                  </a:lnTo>
                  <a:lnTo>
                    <a:pt x="3395765" y="474836"/>
                  </a:lnTo>
                  <a:lnTo>
                    <a:pt x="3396415" y="475860"/>
                  </a:lnTo>
                  <a:lnTo>
                    <a:pt x="3397065" y="477016"/>
                  </a:lnTo>
                  <a:lnTo>
                    <a:pt x="3397715" y="478423"/>
                  </a:lnTo>
                  <a:lnTo>
                    <a:pt x="3398364" y="480147"/>
                  </a:lnTo>
                  <a:lnTo>
                    <a:pt x="3399014" y="482277"/>
                  </a:lnTo>
                  <a:lnTo>
                    <a:pt x="3399664" y="484797"/>
                  </a:lnTo>
                  <a:lnTo>
                    <a:pt x="3400314" y="487653"/>
                  </a:lnTo>
                  <a:lnTo>
                    <a:pt x="3400964" y="490855"/>
                  </a:lnTo>
                  <a:lnTo>
                    <a:pt x="3401614" y="494417"/>
                  </a:lnTo>
                  <a:lnTo>
                    <a:pt x="3402264" y="498389"/>
                  </a:lnTo>
                  <a:lnTo>
                    <a:pt x="3402914" y="502839"/>
                  </a:lnTo>
                  <a:lnTo>
                    <a:pt x="3403564" y="507791"/>
                  </a:lnTo>
                  <a:lnTo>
                    <a:pt x="3404214" y="513261"/>
                  </a:lnTo>
                  <a:lnTo>
                    <a:pt x="3404864" y="519342"/>
                  </a:lnTo>
                  <a:lnTo>
                    <a:pt x="3405514" y="526186"/>
                  </a:lnTo>
                  <a:lnTo>
                    <a:pt x="3406164" y="533874"/>
                  </a:lnTo>
                  <a:lnTo>
                    <a:pt x="3406814" y="542455"/>
                  </a:lnTo>
                  <a:lnTo>
                    <a:pt x="3407464" y="551920"/>
                  </a:lnTo>
                  <a:lnTo>
                    <a:pt x="3408114" y="562269"/>
                  </a:lnTo>
                  <a:lnTo>
                    <a:pt x="3408763" y="573501"/>
                  </a:lnTo>
                  <a:lnTo>
                    <a:pt x="3409413" y="585607"/>
                  </a:lnTo>
                  <a:lnTo>
                    <a:pt x="3410063" y="598630"/>
                  </a:lnTo>
                  <a:lnTo>
                    <a:pt x="3410713" y="612619"/>
                  </a:lnTo>
                  <a:lnTo>
                    <a:pt x="3411363" y="627639"/>
                  </a:lnTo>
                  <a:lnTo>
                    <a:pt x="3412013" y="643722"/>
                  </a:lnTo>
                  <a:lnTo>
                    <a:pt x="3412663" y="660832"/>
                  </a:lnTo>
                  <a:lnTo>
                    <a:pt x="3413313" y="678917"/>
                  </a:lnTo>
                  <a:lnTo>
                    <a:pt x="3413963" y="697924"/>
                  </a:lnTo>
                  <a:lnTo>
                    <a:pt x="3414613" y="717748"/>
                  </a:lnTo>
                  <a:lnTo>
                    <a:pt x="3415263" y="738377"/>
                  </a:lnTo>
                  <a:lnTo>
                    <a:pt x="3415913" y="759905"/>
                  </a:lnTo>
                  <a:lnTo>
                    <a:pt x="3416563" y="782383"/>
                  </a:lnTo>
                  <a:lnTo>
                    <a:pt x="3417213" y="805831"/>
                  </a:lnTo>
                  <a:lnTo>
                    <a:pt x="3417863" y="830207"/>
                  </a:lnTo>
                  <a:lnTo>
                    <a:pt x="3418512" y="855472"/>
                  </a:lnTo>
                  <a:lnTo>
                    <a:pt x="3419162" y="881622"/>
                  </a:lnTo>
                  <a:lnTo>
                    <a:pt x="3419812" y="908616"/>
                  </a:lnTo>
                  <a:lnTo>
                    <a:pt x="3420462" y="936345"/>
                  </a:lnTo>
                  <a:lnTo>
                    <a:pt x="3421112" y="964608"/>
                  </a:lnTo>
                  <a:lnTo>
                    <a:pt x="3421762" y="993333"/>
                  </a:lnTo>
                  <a:lnTo>
                    <a:pt x="3422412" y="1022622"/>
                  </a:lnTo>
                  <a:lnTo>
                    <a:pt x="3423062" y="1052533"/>
                  </a:lnTo>
                  <a:lnTo>
                    <a:pt x="3423712" y="1083146"/>
                  </a:lnTo>
                  <a:lnTo>
                    <a:pt x="3424362" y="1114454"/>
                  </a:lnTo>
                  <a:lnTo>
                    <a:pt x="3425012" y="1146292"/>
                  </a:lnTo>
                  <a:lnTo>
                    <a:pt x="3425662" y="1178492"/>
                  </a:lnTo>
                  <a:lnTo>
                    <a:pt x="3426312" y="1211070"/>
                  </a:lnTo>
                  <a:lnTo>
                    <a:pt x="3426962" y="1244000"/>
                  </a:lnTo>
                  <a:lnTo>
                    <a:pt x="3427612" y="1277295"/>
                  </a:lnTo>
                  <a:lnTo>
                    <a:pt x="3428262" y="1310935"/>
                  </a:lnTo>
                  <a:lnTo>
                    <a:pt x="3428911" y="1344945"/>
                  </a:lnTo>
                  <a:lnTo>
                    <a:pt x="3429561" y="1379219"/>
                  </a:lnTo>
                  <a:lnTo>
                    <a:pt x="3430211" y="1413621"/>
                  </a:lnTo>
                  <a:lnTo>
                    <a:pt x="3430861" y="1448072"/>
                  </a:lnTo>
                  <a:lnTo>
                    <a:pt x="3431511" y="1482446"/>
                  </a:lnTo>
                  <a:lnTo>
                    <a:pt x="3432161" y="1516569"/>
                  </a:lnTo>
                  <a:lnTo>
                    <a:pt x="3432811" y="1550388"/>
                  </a:lnTo>
                  <a:lnTo>
                    <a:pt x="3433461" y="1583809"/>
                  </a:lnTo>
                  <a:lnTo>
                    <a:pt x="3434111" y="1616782"/>
                  </a:lnTo>
                  <a:lnTo>
                    <a:pt x="3434761" y="1649259"/>
                  </a:lnTo>
                  <a:lnTo>
                    <a:pt x="3435411" y="1681145"/>
                  </a:lnTo>
                  <a:lnTo>
                    <a:pt x="3436061" y="1712344"/>
                  </a:lnTo>
                  <a:lnTo>
                    <a:pt x="3436711" y="1742771"/>
                  </a:lnTo>
                  <a:lnTo>
                    <a:pt x="3437361" y="1772265"/>
                  </a:lnTo>
                  <a:lnTo>
                    <a:pt x="3438011" y="1800607"/>
                  </a:lnTo>
                  <a:lnTo>
                    <a:pt x="3438660" y="1827511"/>
                  </a:lnTo>
                  <a:lnTo>
                    <a:pt x="3439310" y="1852788"/>
                  </a:lnTo>
                  <a:lnTo>
                    <a:pt x="3439960" y="1876316"/>
                  </a:lnTo>
                  <a:lnTo>
                    <a:pt x="3440610" y="1898048"/>
                  </a:lnTo>
                  <a:lnTo>
                    <a:pt x="3441260" y="1917983"/>
                  </a:lnTo>
                  <a:lnTo>
                    <a:pt x="3441910" y="1936162"/>
                  </a:lnTo>
                  <a:lnTo>
                    <a:pt x="3442560" y="1952598"/>
                  </a:lnTo>
                  <a:lnTo>
                    <a:pt x="3443210" y="1967299"/>
                  </a:lnTo>
                  <a:lnTo>
                    <a:pt x="3443860" y="1980281"/>
                  </a:lnTo>
                  <a:lnTo>
                    <a:pt x="3444510" y="1991495"/>
                  </a:lnTo>
                  <a:lnTo>
                    <a:pt x="3445160" y="2000975"/>
                  </a:lnTo>
                  <a:lnTo>
                    <a:pt x="3445810" y="2008795"/>
                  </a:lnTo>
                  <a:lnTo>
                    <a:pt x="3446460" y="2015076"/>
                  </a:lnTo>
                  <a:lnTo>
                    <a:pt x="3447110" y="2019936"/>
                  </a:lnTo>
                  <a:lnTo>
                    <a:pt x="3447760" y="2023512"/>
                  </a:lnTo>
                  <a:lnTo>
                    <a:pt x="3448410" y="2025976"/>
                  </a:lnTo>
                  <a:lnTo>
                    <a:pt x="3449059" y="2027324"/>
                  </a:lnTo>
                  <a:lnTo>
                    <a:pt x="3449709" y="2027577"/>
                  </a:lnTo>
                  <a:lnTo>
                    <a:pt x="3450359" y="2026790"/>
                  </a:lnTo>
                  <a:lnTo>
                    <a:pt x="3451009" y="2025008"/>
                  </a:lnTo>
                  <a:lnTo>
                    <a:pt x="3451659" y="2022257"/>
                  </a:lnTo>
                  <a:lnTo>
                    <a:pt x="3452309" y="2018534"/>
                  </a:lnTo>
                  <a:lnTo>
                    <a:pt x="3452959" y="2013905"/>
                  </a:lnTo>
                  <a:lnTo>
                    <a:pt x="3453609" y="2008482"/>
                  </a:lnTo>
                  <a:lnTo>
                    <a:pt x="3454259" y="2002448"/>
                  </a:lnTo>
                  <a:lnTo>
                    <a:pt x="3454909" y="1995825"/>
                  </a:lnTo>
                  <a:lnTo>
                    <a:pt x="3455559" y="1988587"/>
                  </a:lnTo>
                  <a:lnTo>
                    <a:pt x="3456209" y="1980660"/>
                  </a:lnTo>
                  <a:lnTo>
                    <a:pt x="3456859" y="1972044"/>
                  </a:lnTo>
                  <a:lnTo>
                    <a:pt x="3457509" y="1962963"/>
                  </a:lnTo>
                  <a:lnTo>
                    <a:pt x="3458159" y="1953704"/>
                  </a:lnTo>
                  <a:lnTo>
                    <a:pt x="3458808" y="1944435"/>
                  </a:lnTo>
                  <a:lnTo>
                    <a:pt x="3459458" y="1935172"/>
                  </a:lnTo>
                  <a:lnTo>
                    <a:pt x="3460108" y="1925915"/>
                  </a:lnTo>
                  <a:lnTo>
                    <a:pt x="3460758" y="1916721"/>
                  </a:lnTo>
                  <a:lnTo>
                    <a:pt x="3461408" y="1907614"/>
                  </a:lnTo>
                  <a:lnTo>
                    <a:pt x="3462058" y="1898667"/>
                  </a:lnTo>
                  <a:lnTo>
                    <a:pt x="3462708" y="1890003"/>
                  </a:lnTo>
                  <a:lnTo>
                    <a:pt x="3463358" y="1881730"/>
                  </a:lnTo>
                  <a:lnTo>
                    <a:pt x="3464008" y="1873972"/>
                  </a:lnTo>
                  <a:lnTo>
                    <a:pt x="3464658" y="1866919"/>
                  </a:lnTo>
                  <a:lnTo>
                    <a:pt x="3465308" y="1860692"/>
                  </a:lnTo>
                  <a:lnTo>
                    <a:pt x="3465958" y="1855377"/>
                  </a:lnTo>
                  <a:lnTo>
                    <a:pt x="3466608" y="1851020"/>
                  </a:lnTo>
                  <a:lnTo>
                    <a:pt x="3467258" y="1847639"/>
                  </a:lnTo>
                  <a:lnTo>
                    <a:pt x="3467908" y="1845221"/>
                  </a:lnTo>
                  <a:lnTo>
                    <a:pt x="3468557" y="1843786"/>
                  </a:lnTo>
                  <a:lnTo>
                    <a:pt x="3469207" y="1843387"/>
                  </a:lnTo>
                  <a:lnTo>
                    <a:pt x="3469857" y="1844113"/>
                  </a:lnTo>
                  <a:lnTo>
                    <a:pt x="3470507" y="1846106"/>
                  </a:lnTo>
                  <a:lnTo>
                    <a:pt x="3471157" y="1849588"/>
                  </a:lnTo>
                  <a:lnTo>
                    <a:pt x="3471807" y="1854727"/>
                  </a:lnTo>
                  <a:lnTo>
                    <a:pt x="3472457" y="1861609"/>
                  </a:lnTo>
                  <a:lnTo>
                    <a:pt x="3473107" y="1870205"/>
                  </a:lnTo>
                  <a:lnTo>
                    <a:pt x="3473757" y="1880481"/>
                  </a:lnTo>
                  <a:lnTo>
                    <a:pt x="3474407" y="1892347"/>
                  </a:lnTo>
                  <a:lnTo>
                    <a:pt x="3475057" y="1905739"/>
                  </a:lnTo>
                  <a:lnTo>
                    <a:pt x="3475707" y="1920619"/>
                  </a:lnTo>
                  <a:lnTo>
                    <a:pt x="3476357" y="1936921"/>
                  </a:lnTo>
                  <a:lnTo>
                    <a:pt x="3477007" y="1954598"/>
                  </a:lnTo>
                  <a:lnTo>
                    <a:pt x="3477657" y="1973626"/>
                  </a:lnTo>
                  <a:lnTo>
                    <a:pt x="3478307" y="1994012"/>
                  </a:lnTo>
                  <a:lnTo>
                    <a:pt x="3478956" y="2015697"/>
                  </a:lnTo>
                  <a:lnTo>
                    <a:pt x="3479606" y="2038540"/>
                  </a:lnTo>
                  <a:lnTo>
                    <a:pt x="3480256" y="2062386"/>
                  </a:lnTo>
                  <a:lnTo>
                    <a:pt x="3480906" y="2086773"/>
                  </a:lnTo>
                  <a:lnTo>
                    <a:pt x="3481556" y="2111394"/>
                  </a:lnTo>
                  <a:lnTo>
                    <a:pt x="3482206" y="2136171"/>
                  </a:lnTo>
                  <a:lnTo>
                    <a:pt x="3482856" y="2161108"/>
                  </a:lnTo>
                  <a:lnTo>
                    <a:pt x="3483506" y="2186144"/>
                  </a:lnTo>
                  <a:lnTo>
                    <a:pt x="3484156" y="2211231"/>
                  </a:lnTo>
                  <a:lnTo>
                    <a:pt x="3484806" y="2236354"/>
                  </a:lnTo>
                  <a:lnTo>
                    <a:pt x="3485456" y="2261514"/>
                  </a:lnTo>
                  <a:lnTo>
                    <a:pt x="3486106" y="2286710"/>
                  </a:lnTo>
                  <a:lnTo>
                    <a:pt x="3486756" y="2311872"/>
                  </a:lnTo>
                  <a:lnTo>
                    <a:pt x="3487406" y="2336877"/>
                  </a:lnTo>
                  <a:lnTo>
                    <a:pt x="3488056" y="2361626"/>
                  </a:lnTo>
                  <a:lnTo>
                    <a:pt x="3488705" y="2386017"/>
                  </a:lnTo>
                  <a:lnTo>
                    <a:pt x="3489355" y="2410049"/>
                  </a:lnTo>
                  <a:lnTo>
                    <a:pt x="3490005" y="2433622"/>
                  </a:lnTo>
                  <a:lnTo>
                    <a:pt x="3490655" y="2456678"/>
                  </a:lnTo>
                  <a:lnTo>
                    <a:pt x="3491305" y="2479111"/>
                  </a:lnTo>
                  <a:lnTo>
                    <a:pt x="3491955" y="2500894"/>
                  </a:lnTo>
                  <a:lnTo>
                    <a:pt x="3492605" y="2522012"/>
                  </a:lnTo>
                  <a:lnTo>
                    <a:pt x="3493255" y="2542427"/>
                  </a:lnTo>
                  <a:lnTo>
                    <a:pt x="3493905" y="2562080"/>
                  </a:lnTo>
                  <a:lnTo>
                    <a:pt x="3494555" y="2580958"/>
                  </a:lnTo>
                  <a:lnTo>
                    <a:pt x="3495205" y="2598996"/>
                  </a:lnTo>
                  <a:lnTo>
                    <a:pt x="3495855" y="2616132"/>
                  </a:lnTo>
                  <a:lnTo>
                    <a:pt x="3496505" y="2632264"/>
                  </a:lnTo>
                  <a:lnTo>
                    <a:pt x="3497155" y="2647321"/>
                  </a:lnTo>
                  <a:lnTo>
                    <a:pt x="3497805" y="2661255"/>
                  </a:lnTo>
                  <a:lnTo>
                    <a:pt x="3498455" y="2674134"/>
                  </a:lnTo>
                  <a:lnTo>
                    <a:pt x="3499104" y="2685988"/>
                  </a:lnTo>
                  <a:lnTo>
                    <a:pt x="3499754" y="2696877"/>
                  </a:lnTo>
                  <a:lnTo>
                    <a:pt x="3500404" y="2706806"/>
                  </a:lnTo>
                  <a:lnTo>
                    <a:pt x="3501054" y="2715818"/>
                  </a:lnTo>
                  <a:lnTo>
                    <a:pt x="3501704" y="2723941"/>
                  </a:lnTo>
                  <a:lnTo>
                    <a:pt x="3502354" y="2731165"/>
                  </a:lnTo>
                  <a:lnTo>
                    <a:pt x="3503004" y="2737462"/>
                  </a:lnTo>
                  <a:lnTo>
                    <a:pt x="3503654" y="2742787"/>
                  </a:lnTo>
                  <a:lnTo>
                    <a:pt x="3504304" y="2747081"/>
                  </a:lnTo>
                  <a:lnTo>
                    <a:pt x="3504954" y="2750357"/>
                  </a:lnTo>
                  <a:lnTo>
                    <a:pt x="3505604" y="2752648"/>
                  </a:lnTo>
                  <a:lnTo>
                    <a:pt x="3506254" y="2754078"/>
                  </a:lnTo>
                  <a:lnTo>
                    <a:pt x="3506904" y="2754689"/>
                  </a:lnTo>
                  <a:lnTo>
                    <a:pt x="3507554" y="2754531"/>
                  </a:lnTo>
                  <a:lnTo>
                    <a:pt x="3508204" y="2753614"/>
                  </a:lnTo>
                  <a:lnTo>
                    <a:pt x="3508853" y="2751968"/>
                  </a:lnTo>
                  <a:lnTo>
                    <a:pt x="3509503" y="2749630"/>
                  </a:lnTo>
                  <a:lnTo>
                    <a:pt x="3510153" y="2746608"/>
                  </a:lnTo>
                  <a:lnTo>
                    <a:pt x="3510803" y="2742919"/>
                  </a:lnTo>
                  <a:lnTo>
                    <a:pt x="3511453" y="2738540"/>
                  </a:lnTo>
                  <a:lnTo>
                    <a:pt x="3512103" y="2733510"/>
                  </a:lnTo>
                  <a:lnTo>
                    <a:pt x="3512753" y="2727885"/>
                  </a:lnTo>
                  <a:lnTo>
                    <a:pt x="3513403" y="2721935"/>
                  </a:lnTo>
                  <a:lnTo>
                    <a:pt x="3514053" y="2716066"/>
                  </a:lnTo>
                  <a:lnTo>
                    <a:pt x="3514703" y="2710400"/>
                  </a:lnTo>
                  <a:lnTo>
                    <a:pt x="3515353" y="2704865"/>
                  </a:lnTo>
                  <a:lnTo>
                    <a:pt x="3516003" y="2699473"/>
                  </a:lnTo>
                  <a:lnTo>
                    <a:pt x="3516653" y="2694284"/>
                  </a:lnTo>
                  <a:lnTo>
                    <a:pt x="3517303" y="2689376"/>
                  </a:lnTo>
                  <a:lnTo>
                    <a:pt x="3517953" y="2684730"/>
                  </a:lnTo>
                  <a:lnTo>
                    <a:pt x="3518603" y="2680345"/>
                  </a:lnTo>
                  <a:lnTo>
                    <a:pt x="3519252" y="2676215"/>
                  </a:lnTo>
                  <a:lnTo>
                    <a:pt x="3519902" y="2672272"/>
                  </a:lnTo>
                  <a:lnTo>
                    <a:pt x="3520552" y="2668483"/>
                  </a:lnTo>
                  <a:lnTo>
                    <a:pt x="3521202" y="2664884"/>
                  </a:lnTo>
                  <a:lnTo>
                    <a:pt x="3521852" y="2661460"/>
                  </a:lnTo>
                  <a:lnTo>
                    <a:pt x="3522502" y="2658240"/>
                  </a:lnTo>
                  <a:lnTo>
                    <a:pt x="3523152" y="2655177"/>
                  </a:lnTo>
                  <a:lnTo>
                    <a:pt x="3523802" y="2652179"/>
                  </a:lnTo>
                  <a:lnTo>
                    <a:pt x="3524452" y="2649239"/>
                  </a:lnTo>
                  <a:lnTo>
                    <a:pt x="3525102" y="2646384"/>
                  </a:lnTo>
                  <a:lnTo>
                    <a:pt x="3525752" y="2643611"/>
                  </a:lnTo>
                  <a:lnTo>
                    <a:pt x="3526402" y="2640927"/>
                  </a:lnTo>
                  <a:lnTo>
                    <a:pt x="3527052" y="2638222"/>
                  </a:lnTo>
                  <a:lnTo>
                    <a:pt x="3527702" y="2635446"/>
                  </a:lnTo>
                  <a:lnTo>
                    <a:pt x="3528352" y="2632555"/>
                  </a:lnTo>
                  <a:lnTo>
                    <a:pt x="3529001" y="2629577"/>
                  </a:lnTo>
                  <a:lnTo>
                    <a:pt x="3529651" y="2626593"/>
                  </a:lnTo>
                  <a:lnTo>
                    <a:pt x="3530301" y="2623636"/>
                  </a:lnTo>
                  <a:lnTo>
                    <a:pt x="3530951" y="2620668"/>
                  </a:lnTo>
                  <a:lnTo>
                    <a:pt x="3531601" y="2617648"/>
                  </a:lnTo>
                  <a:lnTo>
                    <a:pt x="3532251" y="2614495"/>
                  </a:lnTo>
                  <a:lnTo>
                    <a:pt x="3532901" y="2611110"/>
                  </a:lnTo>
                  <a:lnTo>
                    <a:pt x="3533551" y="2607457"/>
                  </a:lnTo>
                  <a:lnTo>
                    <a:pt x="3534201" y="2603462"/>
                  </a:lnTo>
                  <a:lnTo>
                    <a:pt x="3534851" y="2599077"/>
                  </a:lnTo>
                  <a:lnTo>
                    <a:pt x="3535501" y="2594304"/>
                  </a:lnTo>
                  <a:lnTo>
                    <a:pt x="3536151" y="2589080"/>
                  </a:lnTo>
                  <a:lnTo>
                    <a:pt x="3536801" y="2583420"/>
                  </a:lnTo>
                  <a:lnTo>
                    <a:pt x="3537451" y="2577340"/>
                  </a:lnTo>
                  <a:lnTo>
                    <a:pt x="3538101" y="2570863"/>
                  </a:lnTo>
                  <a:lnTo>
                    <a:pt x="3538751" y="2563882"/>
                  </a:lnTo>
                  <a:lnTo>
                    <a:pt x="3539400" y="2556276"/>
                  </a:lnTo>
                  <a:lnTo>
                    <a:pt x="3540050" y="2548004"/>
                  </a:lnTo>
                  <a:lnTo>
                    <a:pt x="3540700" y="2539026"/>
                  </a:lnTo>
                  <a:lnTo>
                    <a:pt x="3541350" y="2529329"/>
                  </a:lnTo>
                  <a:lnTo>
                    <a:pt x="3542000" y="2518942"/>
                  </a:lnTo>
                  <a:lnTo>
                    <a:pt x="3542650" y="2507867"/>
                  </a:lnTo>
                  <a:lnTo>
                    <a:pt x="3543300" y="2496033"/>
                  </a:lnTo>
                  <a:lnTo>
                    <a:pt x="3543950" y="2483355"/>
                  </a:lnTo>
                  <a:lnTo>
                    <a:pt x="3544600" y="2469820"/>
                  </a:lnTo>
                  <a:lnTo>
                    <a:pt x="3545250" y="2455426"/>
                  </a:lnTo>
                  <a:lnTo>
                    <a:pt x="3545900" y="2440202"/>
                  </a:lnTo>
                  <a:lnTo>
                    <a:pt x="3546550" y="2424007"/>
                  </a:lnTo>
                  <a:lnTo>
                    <a:pt x="3547200" y="2406754"/>
                  </a:lnTo>
                  <a:lnTo>
                    <a:pt x="3547850" y="2388486"/>
                  </a:lnTo>
                  <a:lnTo>
                    <a:pt x="3548500" y="2369303"/>
                  </a:lnTo>
                  <a:lnTo>
                    <a:pt x="3549149" y="2349197"/>
                  </a:lnTo>
                  <a:lnTo>
                    <a:pt x="3549799" y="2328080"/>
                  </a:lnTo>
                  <a:lnTo>
                    <a:pt x="3550449" y="2305916"/>
                  </a:lnTo>
                  <a:lnTo>
                    <a:pt x="3551099" y="2282659"/>
                  </a:lnTo>
                  <a:lnTo>
                    <a:pt x="3551749" y="2258325"/>
                  </a:lnTo>
                  <a:lnTo>
                    <a:pt x="3552399" y="2233006"/>
                  </a:lnTo>
                  <a:lnTo>
                    <a:pt x="3553049" y="2206872"/>
                  </a:lnTo>
                  <a:lnTo>
                    <a:pt x="3553699" y="2180128"/>
                  </a:lnTo>
                  <a:lnTo>
                    <a:pt x="3554349" y="2152906"/>
                  </a:lnTo>
                  <a:lnTo>
                    <a:pt x="3554999" y="2125293"/>
                  </a:lnTo>
                  <a:lnTo>
                    <a:pt x="3555649" y="2097290"/>
                  </a:lnTo>
                  <a:lnTo>
                    <a:pt x="3556299" y="2068956"/>
                  </a:lnTo>
                  <a:lnTo>
                    <a:pt x="3556949" y="2040267"/>
                  </a:lnTo>
                  <a:lnTo>
                    <a:pt x="3557599" y="2011173"/>
                  </a:lnTo>
                  <a:lnTo>
                    <a:pt x="3558249" y="1981616"/>
                  </a:lnTo>
                  <a:lnTo>
                    <a:pt x="3558899" y="1951583"/>
                  </a:lnTo>
                  <a:lnTo>
                    <a:pt x="3559548" y="1921246"/>
                  </a:lnTo>
                  <a:lnTo>
                    <a:pt x="3560198" y="1890728"/>
                  </a:lnTo>
                  <a:lnTo>
                    <a:pt x="3560848" y="1860164"/>
                  </a:lnTo>
                  <a:lnTo>
                    <a:pt x="3561498" y="1829602"/>
                  </a:lnTo>
                  <a:lnTo>
                    <a:pt x="3562148" y="1798962"/>
                  </a:lnTo>
                  <a:lnTo>
                    <a:pt x="3562798" y="1768178"/>
                  </a:lnTo>
                  <a:lnTo>
                    <a:pt x="3563448" y="1737153"/>
                  </a:lnTo>
                  <a:lnTo>
                    <a:pt x="3564098" y="1705820"/>
                  </a:lnTo>
                  <a:lnTo>
                    <a:pt x="3564748" y="1674082"/>
                  </a:lnTo>
                  <a:lnTo>
                    <a:pt x="3565398" y="1642043"/>
                  </a:lnTo>
                  <a:lnTo>
                    <a:pt x="3566048" y="1609816"/>
                  </a:lnTo>
                  <a:lnTo>
                    <a:pt x="3566698" y="1577520"/>
                  </a:lnTo>
                  <a:lnTo>
                    <a:pt x="3567348" y="1545225"/>
                  </a:lnTo>
                  <a:lnTo>
                    <a:pt x="3567998" y="1512980"/>
                  </a:lnTo>
                  <a:lnTo>
                    <a:pt x="3568648" y="1480816"/>
                  </a:lnTo>
                  <a:lnTo>
                    <a:pt x="3569297" y="1448762"/>
                  </a:lnTo>
                  <a:lnTo>
                    <a:pt x="3569947" y="1416777"/>
                  </a:lnTo>
                  <a:lnTo>
                    <a:pt x="3570597" y="1384821"/>
                  </a:lnTo>
                  <a:lnTo>
                    <a:pt x="3571247" y="1352877"/>
                  </a:lnTo>
                  <a:lnTo>
                    <a:pt x="3571897" y="1321067"/>
                  </a:lnTo>
                  <a:lnTo>
                    <a:pt x="3572547" y="1289469"/>
                  </a:lnTo>
                  <a:lnTo>
                    <a:pt x="3573197" y="1258198"/>
                  </a:lnTo>
                  <a:lnTo>
                    <a:pt x="3573847" y="1227317"/>
                  </a:lnTo>
                  <a:lnTo>
                    <a:pt x="3574497" y="1196814"/>
                  </a:lnTo>
                  <a:lnTo>
                    <a:pt x="3575147" y="1166666"/>
                  </a:lnTo>
                  <a:lnTo>
                    <a:pt x="3575797" y="1136896"/>
                  </a:lnTo>
                  <a:lnTo>
                    <a:pt x="3576447" y="1107671"/>
                  </a:lnTo>
                  <a:lnTo>
                    <a:pt x="3577097" y="1079079"/>
                  </a:lnTo>
                  <a:lnTo>
                    <a:pt x="3577747" y="1051140"/>
                  </a:lnTo>
                  <a:lnTo>
                    <a:pt x="3578397" y="1023871"/>
                  </a:lnTo>
                  <a:lnTo>
                    <a:pt x="3579047" y="997212"/>
                  </a:lnTo>
                  <a:lnTo>
                    <a:pt x="3579696" y="971194"/>
                  </a:lnTo>
                  <a:lnTo>
                    <a:pt x="3580346" y="945889"/>
                  </a:lnTo>
                  <a:lnTo>
                    <a:pt x="3580996" y="921215"/>
                  </a:lnTo>
                  <a:lnTo>
                    <a:pt x="3581646" y="897217"/>
                  </a:lnTo>
                  <a:lnTo>
                    <a:pt x="3582296" y="873937"/>
                  </a:lnTo>
                  <a:lnTo>
                    <a:pt x="3582946" y="851458"/>
                  </a:lnTo>
                  <a:lnTo>
                    <a:pt x="3583596" y="829880"/>
                  </a:lnTo>
                  <a:lnTo>
                    <a:pt x="3584246" y="809277"/>
                  </a:lnTo>
                  <a:lnTo>
                    <a:pt x="3584896" y="789703"/>
                  </a:lnTo>
                  <a:lnTo>
                    <a:pt x="3585546" y="771102"/>
                  </a:lnTo>
                  <a:lnTo>
                    <a:pt x="3586196" y="753368"/>
                  </a:lnTo>
                  <a:lnTo>
                    <a:pt x="3586846" y="736413"/>
                  </a:lnTo>
                  <a:lnTo>
                    <a:pt x="3587496" y="720190"/>
                  </a:lnTo>
                  <a:lnTo>
                    <a:pt x="3588146" y="704745"/>
                  </a:lnTo>
                  <a:lnTo>
                    <a:pt x="3588796" y="690126"/>
                  </a:lnTo>
                  <a:lnTo>
                    <a:pt x="3589445" y="676409"/>
                  </a:lnTo>
                  <a:lnTo>
                    <a:pt x="3590095" y="663687"/>
                  </a:lnTo>
                  <a:lnTo>
                    <a:pt x="3590745" y="652113"/>
                  </a:lnTo>
                  <a:lnTo>
                    <a:pt x="3591395" y="641732"/>
                  </a:lnTo>
                  <a:lnTo>
                    <a:pt x="3592045" y="632547"/>
                  </a:lnTo>
                  <a:lnTo>
                    <a:pt x="3592695" y="624516"/>
                  </a:lnTo>
                  <a:lnTo>
                    <a:pt x="3593345" y="617599"/>
                  </a:lnTo>
                  <a:lnTo>
                    <a:pt x="3593995" y="611747"/>
                  </a:lnTo>
                  <a:lnTo>
                    <a:pt x="3594645" y="607018"/>
                  </a:lnTo>
                  <a:lnTo>
                    <a:pt x="3595295" y="603543"/>
                  </a:lnTo>
                  <a:lnTo>
                    <a:pt x="3595945" y="601421"/>
                  </a:lnTo>
                  <a:lnTo>
                    <a:pt x="3596595" y="600727"/>
                  </a:lnTo>
                  <a:lnTo>
                    <a:pt x="3597245" y="601693"/>
                  </a:lnTo>
                  <a:lnTo>
                    <a:pt x="3597895" y="604338"/>
                  </a:lnTo>
                  <a:lnTo>
                    <a:pt x="3598545" y="608509"/>
                  </a:lnTo>
                  <a:lnTo>
                    <a:pt x="3599195" y="614124"/>
                  </a:lnTo>
                  <a:lnTo>
                    <a:pt x="3599844" y="621147"/>
                  </a:lnTo>
                  <a:lnTo>
                    <a:pt x="3600494" y="629587"/>
                  </a:lnTo>
                  <a:lnTo>
                    <a:pt x="3601144" y="639482"/>
                  </a:lnTo>
                  <a:lnTo>
                    <a:pt x="3601794" y="650761"/>
                  </a:lnTo>
                  <a:lnTo>
                    <a:pt x="3602444" y="663387"/>
                  </a:lnTo>
                  <a:lnTo>
                    <a:pt x="3603094" y="677363"/>
                  </a:lnTo>
                  <a:lnTo>
                    <a:pt x="3603744" y="692687"/>
                  </a:lnTo>
                  <a:lnTo>
                    <a:pt x="3604394" y="709304"/>
                  </a:lnTo>
                  <a:lnTo>
                    <a:pt x="3605044" y="727191"/>
                  </a:lnTo>
                  <a:lnTo>
                    <a:pt x="3605694" y="746258"/>
                  </a:lnTo>
                  <a:lnTo>
                    <a:pt x="3606344" y="766396"/>
                  </a:lnTo>
                  <a:lnTo>
                    <a:pt x="3606994" y="787559"/>
                  </a:lnTo>
                  <a:lnTo>
                    <a:pt x="3607644" y="809719"/>
                  </a:lnTo>
                  <a:lnTo>
                    <a:pt x="3608294" y="832877"/>
                  </a:lnTo>
                  <a:lnTo>
                    <a:pt x="3608944" y="856992"/>
                  </a:lnTo>
                  <a:lnTo>
                    <a:pt x="3609593" y="881950"/>
                  </a:lnTo>
                  <a:lnTo>
                    <a:pt x="3610243" y="907705"/>
                  </a:lnTo>
                  <a:lnTo>
                    <a:pt x="3610893" y="934207"/>
                  </a:lnTo>
                  <a:lnTo>
                    <a:pt x="3611543" y="961460"/>
                  </a:lnTo>
                  <a:lnTo>
                    <a:pt x="3612193" y="989485"/>
                  </a:lnTo>
                  <a:lnTo>
                    <a:pt x="3612843" y="1018182"/>
                  </a:lnTo>
                  <a:lnTo>
                    <a:pt x="3613493" y="1047479"/>
                  </a:lnTo>
                  <a:lnTo>
                    <a:pt x="3614143" y="1077326"/>
                  </a:lnTo>
                  <a:lnTo>
                    <a:pt x="3614793" y="1107644"/>
                  </a:lnTo>
                  <a:lnTo>
                    <a:pt x="3615443" y="1138355"/>
                  </a:lnTo>
                  <a:lnTo>
                    <a:pt x="3616093" y="1169403"/>
                  </a:lnTo>
                  <a:lnTo>
                    <a:pt x="3616743" y="1200680"/>
                  </a:lnTo>
                  <a:lnTo>
                    <a:pt x="3617393" y="1232141"/>
                  </a:lnTo>
                  <a:lnTo>
                    <a:pt x="3618043" y="1263735"/>
                  </a:lnTo>
                  <a:lnTo>
                    <a:pt x="3618693" y="1295355"/>
                  </a:lnTo>
                  <a:lnTo>
                    <a:pt x="3619342" y="1326938"/>
                  </a:lnTo>
                  <a:lnTo>
                    <a:pt x="3619992" y="1358409"/>
                  </a:lnTo>
                  <a:lnTo>
                    <a:pt x="3620642" y="1389643"/>
                  </a:lnTo>
                  <a:lnTo>
                    <a:pt x="3621292" y="1420503"/>
                  </a:lnTo>
                  <a:lnTo>
                    <a:pt x="3621942" y="1450900"/>
                  </a:lnTo>
                  <a:lnTo>
                    <a:pt x="3622592" y="1480773"/>
                  </a:lnTo>
                  <a:lnTo>
                    <a:pt x="3623242" y="1510014"/>
                  </a:lnTo>
                  <a:lnTo>
                    <a:pt x="3623892" y="1538550"/>
                  </a:lnTo>
                  <a:lnTo>
                    <a:pt x="3624542" y="1566308"/>
                  </a:lnTo>
                  <a:lnTo>
                    <a:pt x="3625192" y="1593235"/>
                  </a:lnTo>
                  <a:lnTo>
                    <a:pt x="3625842" y="1619189"/>
                  </a:lnTo>
                  <a:lnTo>
                    <a:pt x="3626492" y="1644092"/>
                  </a:lnTo>
                  <a:lnTo>
                    <a:pt x="3627142" y="1667824"/>
                  </a:lnTo>
                  <a:lnTo>
                    <a:pt x="3627792" y="1690211"/>
                  </a:lnTo>
                  <a:lnTo>
                    <a:pt x="3628442" y="1711143"/>
                  </a:lnTo>
                  <a:lnTo>
                    <a:pt x="3629092" y="1730574"/>
                  </a:lnTo>
                  <a:lnTo>
                    <a:pt x="3629741" y="1748387"/>
                  </a:lnTo>
                  <a:lnTo>
                    <a:pt x="3630391" y="1764463"/>
                  </a:lnTo>
                  <a:lnTo>
                    <a:pt x="3631041" y="1778923"/>
                  </a:lnTo>
                  <a:lnTo>
                    <a:pt x="3631691" y="1791808"/>
                  </a:lnTo>
                  <a:lnTo>
                    <a:pt x="3632341" y="1803060"/>
                  </a:lnTo>
                  <a:lnTo>
                    <a:pt x="3632991" y="1812534"/>
                  </a:lnTo>
                  <a:lnTo>
                    <a:pt x="3633641" y="1820130"/>
                  </a:lnTo>
                  <a:lnTo>
                    <a:pt x="3634291" y="1825819"/>
                  </a:lnTo>
                  <a:lnTo>
                    <a:pt x="3634941" y="1829700"/>
                  </a:lnTo>
                  <a:lnTo>
                    <a:pt x="3635591" y="1831883"/>
                  </a:lnTo>
                  <a:lnTo>
                    <a:pt x="3636241" y="1832455"/>
                  </a:lnTo>
                  <a:lnTo>
                    <a:pt x="3636891" y="1831516"/>
                  </a:lnTo>
                  <a:lnTo>
                    <a:pt x="3637541" y="1829102"/>
                  </a:lnTo>
                  <a:lnTo>
                    <a:pt x="3638191" y="1825189"/>
                  </a:lnTo>
                  <a:lnTo>
                    <a:pt x="3638841" y="1819825"/>
                  </a:lnTo>
                  <a:lnTo>
                    <a:pt x="3639490" y="1813065"/>
                  </a:lnTo>
                  <a:lnTo>
                    <a:pt x="3640140" y="1804945"/>
                  </a:lnTo>
                  <a:lnTo>
                    <a:pt x="3640790" y="1795547"/>
                  </a:lnTo>
                  <a:lnTo>
                    <a:pt x="3641440" y="1784893"/>
                  </a:lnTo>
                  <a:lnTo>
                    <a:pt x="3642090" y="1773049"/>
                  </a:lnTo>
                  <a:lnTo>
                    <a:pt x="3642740" y="1760131"/>
                  </a:lnTo>
                  <a:lnTo>
                    <a:pt x="3643390" y="1746176"/>
                  </a:lnTo>
                  <a:lnTo>
                    <a:pt x="3644040" y="1731181"/>
                  </a:lnTo>
                  <a:lnTo>
                    <a:pt x="3644690" y="1715091"/>
                  </a:lnTo>
                  <a:lnTo>
                    <a:pt x="3645340" y="1697914"/>
                  </a:lnTo>
                  <a:lnTo>
                    <a:pt x="3645990" y="1679777"/>
                  </a:lnTo>
                  <a:lnTo>
                    <a:pt x="3646640" y="1660717"/>
                  </a:lnTo>
                  <a:lnTo>
                    <a:pt x="3647290" y="1640837"/>
                  </a:lnTo>
                  <a:lnTo>
                    <a:pt x="3647940" y="1620149"/>
                  </a:lnTo>
                  <a:lnTo>
                    <a:pt x="3648590" y="1598709"/>
                  </a:lnTo>
                  <a:lnTo>
                    <a:pt x="3649240" y="1576530"/>
                  </a:lnTo>
                  <a:lnTo>
                    <a:pt x="3649889" y="1553663"/>
                  </a:lnTo>
                  <a:lnTo>
                    <a:pt x="3650539" y="1530100"/>
                  </a:lnTo>
                  <a:lnTo>
                    <a:pt x="3651189" y="1505896"/>
                  </a:lnTo>
                  <a:lnTo>
                    <a:pt x="3651839" y="1481202"/>
                  </a:lnTo>
                  <a:lnTo>
                    <a:pt x="3652489" y="1456112"/>
                  </a:lnTo>
                  <a:lnTo>
                    <a:pt x="3653139" y="1430645"/>
                  </a:lnTo>
                  <a:lnTo>
                    <a:pt x="3653789" y="1404951"/>
                  </a:lnTo>
                  <a:lnTo>
                    <a:pt x="3654439" y="1379188"/>
                  </a:lnTo>
                  <a:lnTo>
                    <a:pt x="3655089" y="1353376"/>
                  </a:lnTo>
                  <a:lnTo>
                    <a:pt x="3655739" y="1327447"/>
                  </a:lnTo>
                  <a:lnTo>
                    <a:pt x="3656389" y="1301395"/>
                  </a:lnTo>
                  <a:lnTo>
                    <a:pt x="3657039" y="1275216"/>
                  </a:lnTo>
                  <a:lnTo>
                    <a:pt x="3657689" y="1249001"/>
                  </a:lnTo>
                  <a:lnTo>
                    <a:pt x="3658339" y="1222832"/>
                  </a:lnTo>
                  <a:lnTo>
                    <a:pt x="3658989" y="1196877"/>
                  </a:lnTo>
                  <a:lnTo>
                    <a:pt x="3659638" y="1171239"/>
                  </a:lnTo>
                  <a:lnTo>
                    <a:pt x="3660288" y="1146012"/>
                  </a:lnTo>
                  <a:lnTo>
                    <a:pt x="3660938" y="1121258"/>
                  </a:lnTo>
                  <a:lnTo>
                    <a:pt x="3661588" y="1096980"/>
                  </a:lnTo>
                  <a:lnTo>
                    <a:pt x="3662238" y="1073154"/>
                  </a:lnTo>
                  <a:lnTo>
                    <a:pt x="3662888" y="1049925"/>
                  </a:lnTo>
                  <a:lnTo>
                    <a:pt x="3663538" y="1027287"/>
                  </a:lnTo>
                  <a:lnTo>
                    <a:pt x="3664188" y="1005152"/>
                  </a:lnTo>
                  <a:lnTo>
                    <a:pt x="3664838" y="983621"/>
                  </a:lnTo>
                  <a:lnTo>
                    <a:pt x="3665488" y="962836"/>
                  </a:lnTo>
                  <a:lnTo>
                    <a:pt x="3666138" y="942991"/>
                  </a:lnTo>
                  <a:lnTo>
                    <a:pt x="3666788" y="924164"/>
                  </a:lnTo>
                  <a:lnTo>
                    <a:pt x="3667438" y="906289"/>
                  </a:lnTo>
                  <a:lnTo>
                    <a:pt x="3668088" y="889312"/>
                  </a:lnTo>
                  <a:lnTo>
                    <a:pt x="3668738" y="873161"/>
                  </a:lnTo>
                  <a:lnTo>
                    <a:pt x="3669388" y="857773"/>
                  </a:lnTo>
                  <a:lnTo>
                    <a:pt x="3670037" y="843103"/>
                  </a:lnTo>
                  <a:lnTo>
                    <a:pt x="3670687" y="829234"/>
                  </a:lnTo>
                  <a:lnTo>
                    <a:pt x="3671337" y="816233"/>
                  </a:lnTo>
                  <a:lnTo>
                    <a:pt x="3671987" y="804049"/>
                  </a:lnTo>
                  <a:lnTo>
                    <a:pt x="3672637" y="792697"/>
                  </a:lnTo>
                  <a:lnTo>
                    <a:pt x="3673287" y="782140"/>
                  </a:lnTo>
                  <a:lnTo>
                    <a:pt x="3673937" y="772330"/>
                  </a:lnTo>
                  <a:lnTo>
                    <a:pt x="3674587" y="763229"/>
                  </a:lnTo>
                  <a:lnTo>
                    <a:pt x="3675237" y="754735"/>
                  </a:lnTo>
                  <a:lnTo>
                    <a:pt x="3675887" y="746718"/>
                  </a:lnTo>
                  <a:lnTo>
                    <a:pt x="3676537" y="739216"/>
                  </a:lnTo>
                  <a:lnTo>
                    <a:pt x="3677187" y="732303"/>
                  </a:lnTo>
                  <a:lnTo>
                    <a:pt x="3677837" y="726009"/>
                  </a:lnTo>
                  <a:lnTo>
                    <a:pt x="3678487" y="720325"/>
                  </a:lnTo>
                  <a:lnTo>
                    <a:pt x="3679137" y="715169"/>
                  </a:lnTo>
                  <a:lnTo>
                    <a:pt x="3679786" y="710480"/>
                  </a:lnTo>
                  <a:lnTo>
                    <a:pt x="3680436" y="706242"/>
                  </a:lnTo>
                  <a:lnTo>
                    <a:pt x="3681086" y="702454"/>
                  </a:lnTo>
                  <a:lnTo>
                    <a:pt x="3681736" y="699128"/>
                  </a:lnTo>
                  <a:lnTo>
                    <a:pt x="3682386" y="696256"/>
                  </a:lnTo>
                  <a:lnTo>
                    <a:pt x="3683036" y="693872"/>
                  </a:lnTo>
                  <a:lnTo>
                    <a:pt x="3683686" y="691978"/>
                  </a:lnTo>
                  <a:lnTo>
                    <a:pt x="3684336" y="690477"/>
                  </a:lnTo>
                  <a:lnTo>
                    <a:pt x="3684986" y="689306"/>
                  </a:lnTo>
                  <a:lnTo>
                    <a:pt x="3685636" y="688551"/>
                  </a:lnTo>
                  <a:lnTo>
                    <a:pt x="3686286" y="688234"/>
                  </a:lnTo>
                  <a:lnTo>
                    <a:pt x="3686936" y="688269"/>
                  </a:lnTo>
                  <a:lnTo>
                    <a:pt x="3687586" y="688583"/>
                  </a:lnTo>
                  <a:lnTo>
                    <a:pt x="3688236" y="689227"/>
                  </a:lnTo>
                  <a:lnTo>
                    <a:pt x="3688886" y="690305"/>
                  </a:lnTo>
                  <a:lnTo>
                    <a:pt x="3689536" y="691886"/>
                  </a:lnTo>
                  <a:lnTo>
                    <a:pt x="3690185" y="693890"/>
                  </a:lnTo>
                  <a:lnTo>
                    <a:pt x="3690835" y="696283"/>
                  </a:lnTo>
                  <a:lnTo>
                    <a:pt x="3691485" y="699042"/>
                  </a:lnTo>
                  <a:lnTo>
                    <a:pt x="3692135" y="702106"/>
                  </a:lnTo>
                  <a:lnTo>
                    <a:pt x="3692785" y="705468"/>
                  </a:lnTo>
                  <a:lnTo>
                    <a:pt x="3693435" y="709200"/>
                  </a:lnTo>
                  <a:lnTo>
                    <a:pt x="3694085" y="713385"/>
                  </a:lnTo>
                  <a:lnTo>
                    <a:pt x="3694735" y="718041"/>
                  </a:lnTo>
                  <a:lnTo>
                    <a:pt x="3695385" y="723133"/>
                  </a:lnTo>
                  <a:lnTo>
                    <a:pt x="3696035" y="728532"/>
                  </a:lnTo>
                  <a:lnTo>
                    <a:pt x="3696685" y="734242"/>
                  </a:lnTo>
                  <a:lnTo>
                    <a:pt x="3697335" y="740290"/>
                  </a:lnTo>
                  <a:lnTo>
                    <a:pt x="3697985" y="746665"/>
                  </a:lnTo>
                  <a:lnTo>
                    <a:pt x="3698635" y="753320"/>
                  </a:lnTo>
                  <a:lnTo>
                    <a:pt x="3699285" y="760264"/>
                  </a:lnTo>
                  <a:lnTo>
                    <a:pt x="3699934" y="767622"/>
                  </a:lnTo>
                  <a:lnTo>
                    <a:pt x="3700584" y="775408"/>
                  </a:lnTo>
                  <a:lnTo>
                    <a:pt x="3701234" y="783480"/>
                  </a:lnTo>
                  <a:lnTo>
                    <a:pt x="3701884" y="791834"/>
                  </a:lnTo>
                  <a:lnTo>
                    <a:pt x="3702534" y="800461"/>
                  </a:lnTo>
                  <a:lnTo>
                    <a:pt x="3703184" y="809307"/>
                  </a:lnTo>
                  <a:lnTo>
                    <a:pt x="3703834" y="818237"/>
                  </a:lnTo>
                  <a:lnTo>
                    <a:pt x="3704484" y="827237"/>
                  </a:lnTo>
                  <a:lnTo>
                    <a:pt x="3705134" y="836369"/>
                  </a:lnTo>
                  <a:lnTo>
                    <a:pt x="3705784" y="845579"/>
                  </a:lnTo>
                  <a:lnTo>
                    <a:pt x="3706434" y="854833"/>
                  </a:lnTo>
                  <a:lnTo>
                    <a:pt x="3707084" y="864114"/>
                  </a:lnTo>
                  <a:lnTo>
                    <a:pt x="3707734" y="873438"/>
                  </a:lnTo>
                  <a:lnTo>
                    <a:pt x="3708384" y="882859"/>
                  </a:lnTo>
                  <a:lnTo>
                    <a:pt x="3709034" y="892368"/>
                  </a:lnTo>
                  <a:lnTo>
                    <a:pt x="3709684" y="901914"/>
                  </a:lnTo>
                  <a:lnTo>
                    <a:pt x="3710333" y="911476"/>
                  </a:lnTo>
                  <a:lnTo>
                    <a:pt x="3710983" y="921077"/>
                  </a:lnTo>
                  <a:lnTo>
                    <a:pt x="3711633" y="930709"/>
                  </a:lnTo>
                  <a:lnTo>
                    <a:pt x="3712283" y="940376"/>
                  </a:lnTo>
                  <a:lnTo>
                    <a:pt x="3712933" y="950118"/>
                  </a:lnTo>
                  <a:lnTo>
                    <a:pt x="3713583" y="959869"/>
                  </a:lnTo>
                  <a:lnTo>
                    <a:pt x="3714233" y="969619"/>
                  </a:lnTo>
                  <a:lnTo>
                    <a:pt x="3714883" y="979333"/>
                  </a:lnTo>
                  <a:lnTo>
                    <a:pt x="3715533" y="989006"/>
                  </a:lnTo>
                  <a:lnTo>
                    <a:pt x="3716183" y="998658"/>
                  </a:lnTo>
                  <a:lnTo>
                    <a:pt x="3716833" y="1008297"/>
                  </a:lnTo>
                  <a:lnTo>
                    <a:pt x="3717483" y="1017929"/>
                  </a:lnTo>
                  <a:lnTo>
                    <a:pt x="3718133" y="1027509"/>
                  </a:lnTo>
                  <a:lnTo>
                    <a:pt x="3718783" y="1036907"/>
                  </a:lnTo>
                  <a:lnTo>
                    <a:pt x="3719433" y="1046059"/>
                  </a:lnTo>
                  <a:lnTo>
                    <a:pt x="3720082" y="1054969"/>
                  </a:lnTo>
                  <a:lnTo>
                    <a:pt x="3720732" y="1063691"/>
                  </a:lnTo>
                  <a:lnTo>
                    <a:pt x="3721382" y="1072158"/>
                  </a:lnTo>
                  <a:lnTo>
                    <a:pt x="3722032" y="1080287"/>
                  </a:lnTo>
                  <a:lnTo>
                    <a:pt x="3722682" y="1088050"/>
                  </a:lnTo>
                  <a:lnTo>
                    <a:pt x="3723332" y="1095550"/>
                  </a:lnTo>
                  <a:lnTo>
                    <a:pt x="3723982" y="1102734"/>
                  </a:lnTo>
                  <a:lnTo>
                    <a:pt x="3724632" y="1109572"/>
                  </a:lnTo>
                  <a:lnTo>
                    <a:pt x="3725282" y="1116023"/>
                  </a:lnTo>
                  <a:lnTo>
                    <a:pt x="3725932" y="1122003"/>
                  </a:lnTo>
                  <a:lnTo>
                    <a:pt x="3726582" y="1127439"/>
                  </a:lnTo>
                  <a:lnTo>
                    <a:pt x="3727232" y="1132307"/>
                  </a:lnTo>
                  <a:lnTo>
                    <a:pt x="3727882" y="1136584"/>
                  </a:lnTo>
                  <a:lnTo>
                    <a:pt x="3728532" y="1140356"/>
                  </a:lnTo>
                  <a:lnTo>
                    <a:pt x="3729182" y="1143745"/>
                  </a:lnTo>
                  <a:lnTo>
                    <a:pt x="3729832" y="1146708"/>
                  </a:lnTo>
                  <a:lnTo>
                    <a:pt x="3730481" y="1149157"/>
                  </a:lnTo>
                  <a:lnTo>
                    <a:pt x="3731131" y="1150970"/>
                  </a:lnTo>
                  <a:lnTo>
                    <a:pt x="3731781" y="1152059"/>
                  </a:lnTo>
                  <a:lnTo>
                    <a:pt x="3732431" y="1152389"/>
                  </a:lnTo>
                  <a:lnTo>
                    <a:pt x="3733081" y="1151842"/>
                  </a:lnTo>
                  <a:lnTo>
                    <a:pt x="3733731" y="1150585"/>
                  </a:lnTo>
                  <a:lnTo>
                    <a:pt x="3734381" y="1148741"/>
                  </a:lnTo>
                  <a:lnTo>
                    <a:pt x="3735031" y="1146311"/>
                  </a:lnTo>
                  <a:lnTo>
                    <a:pt x="3735681" y="1143316"/>
                  </a:lnTo>
                  <a:lnTo>
                    <a:pt x="3736331" y="1139845"/>
                  </a:lnTo>
                  <a:lnTo>
                    <a:pt x="3736981" y="1136001"/>
                  </a:lnTo>
                  <a:lnTo>
                    <a:pt x="3737631" y="1131819"/>
                  </a:lnTo>
                  <a:lnTo>
                    <a:pt x="3738281" y="1127345"/>
                  </a:lnTo>
                  <a:lnTo>
                    <a:pt x="3738931" y="1122617"/>
                  </a:lnTo>
                  <a:lnTo>
                    <a:pt x="3739581" y="1117654"/>
                  </a:lnTo>
                  <a:lnTo>
                    <a:pt x="3740230" y="1112390"/>
                  </a:lnTo>
                  <a:lnTo>
                    <a:pt x="3740880" y="1106867"/>
                  </a:lnTo>
                  <a:lnTo>
                    <a:pt x="3741530" y="1101123"/>
                  </a:lnTo>
                  <a:lnTo>
                    <a:pt x="3742180" y="1095165"/>
                  </a:lnTo>
                  <a:lnTo>
                    <a:pt x="3742830" y="1089062"/>
                  </a:lnTo>
                  <a:lnTo>
                    <a:pt x="3743480" y="1082756"/>
                  </a:lnTo>
                  <a:lnTo>
                    <a:pt x="3744130" y="1076291"/>
                  </a:lnTo>
                  <a:lnTo>
                    <a:pt x="3744780" y="1069727"/>
                  </a:lnTo>
                  <a:lnTo>
                    <a:pt x="3745430" y="1063062"/>
                  </a:lnTo>
                  <a:lnTo>
                    <a:pt x="3746080" y="1056273"/>
                  </a:lnTo>
                  <a:lnTo>
                    <a:pt x="3746730" y="1049378"/>
                  </a:lnTo>
                  <a:lnTo>
                    <a:pt x="3747380" y="1042349"/>
                  </a:lnTo>
                  <a:lnTo>
                    <a:pt x="3748030" y="1035168"/>
                  </a:lnTo>
                  <a:lnTo>
                    <a:pt x="3748680" y="1027825"/>
                  </a:lnTo>
                  <a:lnTo>
                    <a:pt x="3749330" y="1020351"/>
                  </a:lnTo>
                  <a:lnTo>
                    <a:pt x="3749980" y="1012792"/>
                  </a:lnTo>
                  <a:lnTo>
                    <a:pt x="3750629" y="1005120"/>
                  </a:lnTo>
                  <a:lnTo>
                    <a:pt x="3751279" y="997348"/>
                  </a:lnTo>
                  <a:lnTo>
                    <a:pt x="3751929" y="989528"/>
                  </a:lnTo>
                  <a:lnTo>
                    <a:pt x="3752579" y="981641"/>
                  </a:lnTo>
                  <a:lnTo>
                    <a:pt x="3753229" y="973652"/>
                  </a:lnTo>
                  <a:lnTo>
                    <a:pt x="3753879" y="965535"/>
                  </a:lnTo>
                  <a:lnTo>
                    <a:pt x="3754529" y="957334"/>
                  </a:lnTo>
                  <a:lnTo>
                    <a:pt x="3755179" y="949119"/>
                  </a:lnTo>
                  <a:lnTo>
                    <a:pt x="3755829" y="940862"/>
                  </a:lnTo>
                  <a:lnTo>
                    <a:pt x="3756479" y="932468"/>
                  </a:lnTo>
                  <a:lnTo>
                    <a:pt x="3757129" y="923966"/>
                  </a:lnTo>
                  <a:lnTo>
                    <a:pt x="3757779" y="915373"/>
                  </a:lnTo>
                  <a:lnTo>
                    <a:pt x="3758429" y="906673"/>
                  </a:lnTo>
                  <a:lnTo>
                    <a:pt x="3759079" y="897860"/>
                  </a:lnTo>
                  <a:lnTo>
                    <a:pt x="3759729" y="888923"/>
                  </a:lnTo>
                  <a:lnTo>
                    <a:pt x="3760378" y="879900"/>
                  </a:lnTo>
                  <a:lnTo>
                    <a:pt x="3761028" y="870862"/>
                  </a:lnTo>
                  <a:lnTo>
                    <a:pt x="3761678" y="861753"/>
                  </a:lnTo>
                  <a:lnTo>
                    <a:pt x="3762328" y="852553"/>
                  </a:lnTo>
                  <a:lnTo>
                    <a:pt x="3762978" y="843276"/>
                  </a:lnTo>
                  <a:lnTo>
                    <a:pt x="3763628" y="833972"/>
                  </a:lnTo>
                  <a:lnTo>
                    <a:pt x="3764278" y="824740"/>
                  </a:lnTo>
                  <a:lnTo>
                    <a:pt x="3764928" y="815495"/>
                  </a:lnTo>
                  <a:lnTo>
                    <a:pt x="3765578" y="806207"/>
                  </a:lnTo>
                  <a:lnTo>
                    <a:pt x="3766228" y="796902"/>
                  </a:lnTo>
                  <a:lnTo>
                    <a:pt x="3766878" y="787506"/>
                  </a:lnTo>
                  <a:lnTo>
                    <a:pt x="3767528" y="778027"/>
                  </a:lnTo>
                  <a:lnTo>
                    <a:pt x="3768178" y="768492"/>
                  </a:lnTo>
                  <a:lnTo>
                    <a:pt x="3768828" y="758912"/>
                  </a:lnTo>
                  <a:lnTo>
                    <a:pt x="3769478" y="749194"/>
                  </a:lnTo>
                  <a:lnTo>
                    <a:pt x="3770127" y="739240"/>
                  </a:lnTo>
                  <a:lnTo>
                    <a:pt x="3770777" y="728947"/>
                  </a:lnTo>
                  <a:lnTo>
                    <a:pt x="3771427" y="718248"/>
                  </a:lnTo>
                  <a:lnTo>
                    <a:pt x="3772077" y="707222"/>
                  </a:lnTo>
                  <a:lnTo>
                    <a:pt x="3772727" y="696015"/>
                  </a:lnTo>
                  <a:lnTo>
                    <a:pt x="3773377" y="684704"/>
                  </a:lnTo>
                  <a:lnTo>
                    <a:pt x="3774027" y="673207"/>
                  </a:lnTo>
                  <a:lnTo>
                    <a:pt x="3774677" y="661540"/>
                  </a:lnTo>
                  <a:lnTo>
                    <a:pt x="3775327" y="649730"/>
                  </a:lnTo>
                  <a:lnTo>
                    <a:pt x="3775977" y="637729"/>
                  </a:lnTo>
                  <a:lnTo>
                    <a:pt x="3776627" y="625518"/>
                  </a:lnTo>
                  <a:lnTo>
                    <a:pt x="3777277" y="613042"/>
                  </a:lnTo>
                  <a:lnTo>
                    <a:pt x="3777927" y="600308"/>
                  </a:lnTo>
                  <a:lnTo>
                    <a:pt x="3778577" y="587380"/>
                  </a:lnTo>
                  <a:lnTo>
                    <a:pt x="3779227" y="574379"/>
                  </a:lnTo>
                  <a:lnTo>
                    <a:pt x="3779877" y="561380"/>
                  </a:lnTo>
                  <a:lnTo>
                    <a:pt x="3780526" y="548423"/>
                  </a:lnTo>
                  <a:lnTo>
                    <a:pt x="3781176" y="535564"/>
                  </a:lnTo>
                  <a:lnTo>
                    <a:pt x="3781826" y="522748"/>
                  </a:lnTo>
                  <a:lnTo>
                    <a:pt x="3782476" y="509874"/>
                  </a:lnTo>
                  <a:lnTo>
                    <a:pt x="3783126" y="496946"/>
                  </a:lnTo>
                  <a:lnTo>
                    <a:pt x="3783776" y="484079"/>
                  </a:lnTo>
                  <a:lnTo>
                    <a:pt x="3784426" y="471325"/>
                  </a:lnTo>
                  <a:lnTo>
                    <a:pt x="3785076" y="458736"/>
                  </a:lnTo>
                  <a:lnTo>
                    <a:pt x="3785726" y="446384"/>
                  </a:lnTo>
                  <a:lnTo>
                    <a:pt x="3786376" y="434398"/>
                  </a:lnTo>
                  <a:lnTo>
                    <a:pt x="3787026" y="422821"/>
                  </a:lnTo>
                  <a:lnTo>
                    <a:pt x="3787676" y="411632"/>
                  </a:lnTo>
                  <a:lnTo>
                    <a:pt x="3788326" y="400792"/>
                  </a:lnTo>
                  <a:lnTo>
                    <a:pt x="3788976" y="390397"/>
                  </a:lnTo>
                  <a:lnTo>
                    <a:pt x="3789626" y="380475"/>
                  </a:lnTo>
                  <a:lnTo>
                    <a:pt x="3790275" y="371056"/>
                  </a:lnTo>
                  <a:lnTo>
                    <a:pt x="3790925" y="362156"/>
                  </a:lnTo>
                  <a:lnTo>
                    <a:pt x="3791575" y="353847"/>
                  </a:lnTo>
                  <a:lnTo>
                    <a:pt x="3792225" y="346228"/>
                  </a:lnTo>
                  <a:lnTo>
                    <a:pt x="3792875" y="339322"/>
                  </a:lnTo>
                  <a:lnTo>
                    <a:pt x="3793525" y="333015"/>
                  </a:lnTo>
                  <a:lnTo>
                    <a:pt x="3794175" y="327253"/>
                  </a:lnTo>
                  <a:lnTo>
                    <a:pt x="3794825" y="322023"/>
                  </a:lnTo>
                  <a:lnTo>
                    <a:pt x="3795475" y="317324"/>
                  </a:lnTo>
                  <a:lnTo>
                    <a:pt x="3796125" y="313200"/>
                  </a:lnTo>
                  <a:lnTo>
                    <a:pt x="3796775" y="309599"/>
                  </a:lnTo>
                  <a:lnTo>
                    <a:pt x="3797425" y="306553"/>
                  </a:lnTo>
                  <a:lnTo>
                    <a:pt x="3798075" y="304200"/>
                  </a:lnTo>
                  <a:lnTo>
                    <a:pt x="3798725" y="302503"/>
                  </a:lnTo>
                  <a:lnTo>
                    <a:pt x="3799375" y="301405"/>
                  </a:lnTo>
                  <a:lnTo>
                    <a:pt x="3800025" y="300924"/>
                  </a:lnTo>
                  <a:lnTo>
                    <a:pt x="3800674" y="301091"/>
                  </a:lnTo>
                  <a:lnTo>
                    <a:pt x="3801324" y="301863"/>
                  </a:lnTo>
                  <a:lnTo>
                    <a:pt x="3801974" y="303225"/>
                  </a:lnTo>
                  <a:lnTo>
                    <a:pt x="3802624" y="305217"/>
                  </a:lnTo>
                  <a:lnTo>
                    <a:pt x="3803274" y="307967"/>
                  </a:lnTo>
                  <a:lnTo>
                    <a:pt x="3803924" y="311572"/>
                  </a:lnTo>
                  <a:lnTo>
                    <a:pt x="3804574" y="316098"/>
                  </a:lnTo>
                  <a:lnTo>
                    <a:pt x="3805224" y="321535"/>
                  </a:lnTo>
                  <a:lnTo>
                    <a:pt x="3805874" y="327793"/>
                  </a:lnTo>
                  <a:lnTo>
                    <a:pt x="3806524" y="334968"/>
                  </a:lnTo>
                  <a:lnTo>
                    <a:pt x="3807174" y="343147"/>
                  </a:lnTo>
                  <a:lnTo>
                    <a:pt x="3807824" y="352320"/>
                  </a:lnTo>
                  <a:lnTo>
                    <a:pt x="3808474" y="362517"/>
                  </a:lnTo>
                  <a:lnTo>
                    <a:pt x="3809124" y="373803"/>
                  </a:lnTo>
                  <a:lnTo>
                    <a:pt x="3809774" y="386200"/>
                  </a:lnTo>
                  <a:lnTo>
                    <a:pt x="3810423" y="399684"/>
                  </a:lnTo>
                  <a:lnTo>
                    <a:pt x="3811073" y="414245"/>
                  </a:lnTo>
                  <a:lnTo>
                    <a:pt x="3811723" y="429796"/>
                  </a:lnTo>
                  <a:lnTo>
                    <a:pt x="3812373" y="446212"/>
                  </a:lnTo>
                  <a:lnTo>
                    <a:pt x="3813023" y="463421"/>
                  </a:lnTo>
                  <a:lnTo>
                    <a:pt x="3813673" y="481382"/>
                  </a:lnTo>
                  <a:lnTo>
                    <a:pt x="3814323" y="500063"/>
                  </a:lnTo>
                  <a:lnTo>
                    <a:pt x="3814973" y="519516"/>
                  </a:lnTo>
                  <a:lnTo>
                    <a:pt x="3815623" y="539775"/>
                  </a:lnTo>
                  <a:lnTo>
                    <a:pt x="3816273" y="560784"/>
                  </a:lnTo>
                  <a:lnTo>
                    <a:pt x="3816923" y="582466"/>
                  </a:lnTo>
                  <a:lnTo>
                    <a:pt x="3817573" y="604800"/>
                  </a:lnTo>
                  <a:lnTo>
                    <a:pt x="3818223" y="627764"/>
                  </a:lnTo>
                  <a:lnTo>
                    <a:pt x="3818873" y="651316"/>
                  </a:lnTo>
                  <a:lnTo>
                    <a:pt x="3819523" y="675412"/>
                  </a:lnTo>
                  <a:lnTo>
                    <a:pt x="3820173" y="700012"/>
                  </a:lnTo>
                  <a:lnTo>
                    <a:pt x="3820822" y="725154"/>
                  </a:lnTo>
                  <a:lnTo>
                    <a:pt x="3821472" y="750850"/>
                  </a:lnTo>
                  <a:lnTo>
                    <a:pt x="3822122" y="777130"/>
                  </a:lnTo>
                  <a:lnTo>
                    <a:pt x="3822772" y="804046"/>
                  </a:lnTo>
                  <a:lnTo>
                    <a:pt x="3823422" y="831676"/>
                  </a:lnTo>
                  <a:lnTo>
                    <a:pt x="3824072" y="860027"/>
                  </a:lnTo>
                  <a:lnTo>
                    <a:pt x="3824722" y="889072"/>
                  </a:lnTo>
                  <a:lnTo>
                    <a:pt x="3825372" y="918742"/>
                  </a:lnTo>
                  <a:lnTo>
                    <a:pt x="3826022" y="949027"/>
                  </a:lnTo>
                  <a:lnTo>
                    <a:pt x="3826672" y="979986"/>
                  </a:lnTo>
                  <a:lnTo>
                    <a:pt x="3827322" y="1011630"/>
                  </a:lnTo>
                  <a:lnTo>
                    <a:pt x="3827972" y="1043988"/>
                  </a:lnTo>
                  <a:lnTo>
                    <a:pt x="3828622" y="1077029"/>
                  </a:lnTo>
                  <a:lnTo>
                    <a:pt x="3829272" y="1110625"/>
                  </a:lnTo>
                  <a:lnTo>
                    <a:pt x="3829922" y="1144725"/>
                  </a:lnTo>
                  <a:lnTo>
                    <a:pt x="3830571" y="1179233"/>
                  </a:lnTo>
                  <a:lnTo>
                    <a:pt x="3831221" y="1214130"/>
                  </a:lnTo>
                  <a:lnTo>
                    <a:pt x="3831871" y="1249405"/>
                  </a:lnTo>
                  <a:lnTo>
                    <a:pt x="3832521" y="1284876"/>
                  </a:lnTo>
                  <a:lnTo>
                    <a:pt x="3833171" y="1320406"/>
                  </a:lnTo>
                  <a:lnTo>
                    <a:pt x="3833821" y="1355944"/>
                  </a:lnTo>
                  <a:lnTo>
                    <a:pt x="3834471" y="1391542"/>
                  </a:lnTo>
                  <a:lnTo>
                    <a:pt x="3835121" y="1427164"/>
                  </a:lnTo>
                  <a:lnTo>
                    <a:pt x="3835771" y="1462751"/>
                  </a:lnTo>
                  <a:lnTo>
                    <a:pt x="3836421" y="1498152"/>
                  </a:lnTo>
                  <a:lnTo>
                    <a:pt x="3837071" y="1533132"/>
                  </a:lnTo>
                  <a:lnTo>
                    <a:pt x="3837721" y="1567440"/>
                  </a:lnTo>
                  <a:lnTo>
                    <a:pt x="3838371" y="1600965"/>
                  </a:lnTo>
                  <a:lnTo>
                    <a:pt x="3839021" y="1633652"/>
                  </a:lnTo>
                  <a:lnTo>
                    <a:pt x="3839671" y="1665321"/>
                  </a:lnTo>
                  <a:lnTo>
                    <a:pt x="3840321" y="1695844"/>
                  </a:lnTo>
                  <a:lnTo>
                    <a:pt x="3840970" y="1725171"/>
                  </a:lnTo>
                  <a:lnTo>
                    <a:pt x="3841620" y="1753193"/>
                  </a:lnTo>
                  <a:lnTo>
                    <a:pt x="3842270" y="1779897"/>
                  </a:lnTo>
                  <a:lnTo>
                    <a:pt x="3842920" y="1805340"/>
                  </a:lnTo>
                  <a:lnTo>
                    <a:pt x="3843570" y="1829514"/>
                  </a:lnTo>
                  <a:lnTo>
                    <a:pt x="3844220" y="1852360"/>
                  </a:lnTo>
                  <a:lnTo>
                    <a:pt x="3844870" y="1873889"/>
                  </a:lnTo>
                  <a:lnTo>
                    <a:pt x="3845520" y="1894134"/>
                  </a:lnTo>
                  <a:lnTo>
                    <a:pt x="3846170" y="1913174"/>
                  </a:lnTo>
                  <a:lnTo>
                    <a:pt x="3846820" y="1931104"/>
                  </a:lnTo>
                  <a:lnTo>
                    <a:pt x="3847470" y="1947997"/>
                  </a:lnTo>
                  <a:lnTo>
                    <a:pt x="3848120" y="1963865"/>
                  </a:lnTo>
                  <a:lnTo>
                    <a:pt x="3848770" y="1978710"/>
                  </a:lnTo>
                  <a:lnTo>
                    <a:pt x="3849420" y="1992556"/>
                  </a:lnTo>
                  <a:lnTo>
                    <a:pt x="3850070" y="2005381"/>
                  </a:lnTo>
                  <a:lnTo>
                    <a:pt x="3850719" y="2017072"/>
                  </a:lnTo>
                  <a:lnTo>
                    <a:pt x="3851369" y="2027581"/>
                  </a:lnTo>
                  <a:lnTo>
                    <a:pt x="3852019" y="2036870"/>
                  </a:lnTo>
                  <a:lnTo>
                    <a:pt x="3852669" y="2044889"/>
                  </a:lnTo>
                  <a:lnTo>
                    <a:pt x="3853319" y="2051615"/>
                  </a:lnTo>
                  <a:lnTo>
                    <a:pt x="3853969" y="2057041"/>
                  </a:lnTo>
                  <a:lnTo>
                    <a:pt x="3854619" y="2061148"/>
                  </a:lnTo>
                  <a:lnTo>
                    <a:pt x="3855269" y="2063891"/>
                  </a:lnTo>
                  <a:lnTo>
                    <a:pt x="3855919" y="2065190"/>
                  </a:lnTo>
                  <a:lnTo>
                    <a:pt x="3856569" y="2064935"/>
                  </a:lnTo>
                  <a:lnTo>
                    <a:pt x="3857219" y="2063007"/>
                  </a:lnTo>
                  <a:lnTo>
                    <a:pt x="3857869" y="2059374"/>
                  </a:lnTo>
                  <a:lnTo>
                    <a:pt x="3858519" y="2054088"/>
                  </a:lnTo>
                  <a:lnTo>
                    <a:pt x="3859169" y="2047167"/>
                  </a:lnTo>
                  <a:lnTo>
                    <a:pt x="3859819" y="2038681"/>
                  </a:lnTo>
                  <a:lnTo>
                    <a:pt x="3860469" y="2028693"/>
                  </a:lnTo>
                  <a:lnTo>
                    <a:pt x="3861118" y="2017209"/>
                  </a:lnTo>
                  <a:lnTo>
                    <a:pt x="3861768" y="2004405"/>
                  </a:lnTo>
                  <a:lnTo>
                    <a:pt x="3862418" y="1990452"/>
                  </a:lnTo>
                  <a:lnTo>
                    <a:pt x="3863068" y="1975440"/>
                  </a:lnTo>
                  <a:lnTo>
                    <a:pt x="3863718" y="1959371"/>
                  </a:lnTo>
                  <a:lnTo>
                    <a:pt x="3864368" y="1942233"/>
                  </a:lnTo>
                  <a:lnTo>
                    <a:pt x="3865018" y="1924127"/>
                  </a:lnTo>
                  <a:lnTo>
                    <a:pt x="3865668" y="1905168"/>
                  </a:lnTo>
                  <a:lnTo>
                    <a:pt x="3866318" y="1885428"/>
                  </a:lnTo>
                  <a:lnTo>
                    <a:pt x="3866968" y="1864945"/>
                  </a:lnTo>
                  <a:lnTo>
                    <a:pt x="3867618" y="1843708"/>
                  </a:lnTo>
                  <a:lnTo>
                    <a:pt x="3868268" y="1821701"/>
                  </a:lnTo>
                  <a:lnTo>
                    <a:pt x="3868918" y="1798990"/>
                  </a:lnTo>
                  <a:lnTo>
                    <a:pt x="3869568" y="1775675"/>
                  </a:lnTo>
                  <a:lnTo>
                    <a:pt x="3870218" y="1752068"/>
                  </a:lnTo>
                  <a:lnTo>
                    <a:pt x="3870867" y="1728361"/>
                  </a:lnTo>
                  <a:lnTo>
                    <a:pt x="3871517" y="1704558"/>
                  </a:lnTo>
                  <a:lnTo>
                    <a:pt x="3872167" y="1680715"/>
                  </a:lnTo>
                  <a:lnTo>
                    <a:pt x="3872817" y="1656930"/>
                  </a:lnTo>
                  <a:lnTo>
                    <a:pt x="3873467" y="1633271"/>
                  </a:lnTo>
                  <a:lnTo>
                    <a:pt x="3874117" y="1609793"/>
                  </a:lnTo>
                  <a:lnTo>
                    <a:pt x="3874767" y="1586548"/>
                  </a:lnTo>
                  <a:lnTo>
                    <a:pt x="3875417" y="1563448"/>
                  </a:lnTo>
                  <a:lnTo>
                    <a:pt x="3876067" y="1540483"/>
                  </a:lnTo>
                  <a:lnTo>
                    <a:pt x="3876717" y="1517690"/>
                  </a:lnTo>
                  <a:lnTo>
                    <a:pt x="3877367" y="1495128"/>
                  </a:lnTo>
                  <a:lnTo>
                    <a:pt x="3878017" y="1472896"/>
                  </a:lnTo>
                  <a:lnTo>
                    <a:pt x="3878667" y="1451017"/>
                  </a:lnTo>
                  <a:lnTo>
                    <a:pt x="3879317" y="1429477"/>
                  </a:lnTo>
                  <a:lnTo>
                    <a:pt x="3879967" y="1408157"/>
                  </a:lnTo>
                  <a:lnTo>
                    <a:pt x="3880617" y="1387024"/>
                  </a:lnTo>
                  <a:lnTo>
                    <a:pt x="3881266" y="1366102"/>
                  </a:lnTo>
                  <a:lnTo>
                    <a:pt x="3881916" y="1345420"/>
                  </a:lnTo>
                  <a:lnTo>
                    <a:pt x="3882566" y="1325064"/>
                  </a:lnTo>
                  <a:lnTo>
                    <a:pt x="3883216" y="1305117"/>
                  </a:lnTo>
                  <a:lnTo>
                    <a:pt x="3883866" y="1285693"/>
                  </a:lnTo>
                  <a:lnTo>
                    <a:pt x="3884516" y="1266892"/>
                  </a:lnTo>
                  <a:lnTo>
                    <a:pt x="3885166" y="1248941"/>
                  </a:lnTo>
                  <a:lnTo>
                    <a:pt x="3885816" y="1231867"/>
                  </a:lnTo>
                  <a:lnTo>
                    <a:pt x="3886466" y="1215693"/>
                  </a:lnTo>
                  <a:lnTo>
                    <a:pt x="3887116" y="1200469"/>
                  </a:lnTo>
                  <a:lnTo>
                    <a:pt x="3887766" y="1186127"/>
                  </a:lnTo>
                  <a:lnTo>
                    <a:pt x="3888416" y="1172607"/>
                  </a:lnTo>
                  <a:lnTo>
                    <a:pt x="3889066" y="1159939"/>
                  </a:lnTo>
                  <a:lnTo>
                    <a:pt x="3889716" y="1148144"/>
                  </a:lnTo>
                  <a:lnTo>
                    <a:pt x="3890366" y="1137270"/>
                  </a:lnTo>
                  <a:lnTo>
                    <a:pt x="3891015" y="1127303"/>
                  </a:lnTo>
                  <a:lnTo>
                    <a:pt x="3891665" y="1118203"/>
                  </a:lnTo>
                  <a:lnTo>
                    <a:pt x="3892315" y="1109889"/>
                  </a:lnTo>
                  <a:lnTo>
                    <a:pt x="3892965" y="1102312"/>
                  </a:lnTo>
                  <a:lnTo>
                    <a:pt x="3893615" y="1095464"/>
                  </a:lnTo>
                  <a:lnTo>
                    <a:pt x="3894265" y="1089355"/>
                  </a:lnTo>
                  <a:lnTo>
                    <a:pt x="3894915" y="1083789"/>
                  </a:lnTo>
                  <a:lnTo>
                    <a:pt x="3895565" y="1078755"/>
                  </a:lnTo>
                  <a:lnTo>
                    <a:pt x="3896215" y="1074305"/>
                  </a:lnTo>
                  <a:lnTo>
                    <a:pt x="3896865" y="1070527"/>
                  </a:lnTo>
                  <a:lnTo>
                    <a:pt x="3897515" y="1067527"/>
                  </a:lnTo>
                  <a:lnTo>
                    <a:pt x="3898165" y="1065351"/>
                  </a:lnTo>
                  <a:lnTo>
                    <a:pt x="3898815" y="1064005"/>
                  </a:lnTo>
                  <a:lnTo>
                    <a:pt x="3899465" y="1063475"/>
                  </a:lnTo>
                  <a:lnTo>
                    <a:pt x="3900115" y="1063798"/>
                  </a:lnTo>
                  <a:lnTo>
                    <a:pt x="3900765" y="1064999"/>
                  </a:lnTo>
                  <a:lnTo>
                    <a:pt x="3901414" y="1067126"/>
                  </a:lnTo>
                  <a:lnTo>
                    <a:pt x="3902064" y="1070193"/>
                  </a:lnTo>
                  <a:lnTo>
                    <a:pt x="3902714" y="1074171"/>
                  </a:lnTo>
                  <a:lnTo>
                    <a:pt x="3903364" y="1078940"/>
                  </a:lnTo>
                  <a:lnTo>
                    <a:pt x="3904014" y="1084466"/>
                  </a:lnTo>
                  <a:lnTo>
                    <a:pt x="3904664" y="1090803"/>
                  </a:lnTo>
                  <a:lnTo>
                    <a:pt x="3905314" y="1097975"/>
                  </a:lnTo>
                  <a:lnTo>
                    <a:pt x="3905964" y="1105910"/>
                  </a:lnTo>
                  <a:lnTo>
                    <a:pt x="3906614" y="1114609"/>
                  </a:lnTo>
                  <a:lnTo>
                    <a:pt x="3907264" y="1124005"/>
                  </a:lnTo>
                  <a:lnTo>
                    <a:pt x="3907914" y="1134151"/>
                  </a:lnTo>
                  <a:lnTo>
                    <a:pt x="3908564" y="1145098"/>
                  </a:lnTo>
                  <a:lnTo>
                    <a:pt x="3909214" y="1156864"/>
                  </a:lnTo>
                  <a:lnTo>
                    <a:pt x="3909864" y="1169429"/>
                  </a:lnTo>
                  <a:lnTo>
                    <a:pt x="3910514" y="1182717"/>
                  </a:lnTo>
                  <a:lnTo>
                    <a:pt x="3911163" y="1196550"/>
                  </a:lnTo>
                  <a:lnTo>
                    <a:pt x="3911813" y="1210865"/>
                  </a:lnTo>
                  <a:lnTo>
                    <a:pt x="3912463" y="1225624"/>
                  </a:lnTo>
                  <a:lnTo>
                    <a:pt x="3913113" y="1240839"/>
                  </a:lnTo>
                  <a:lnTo>
                    <a:pt x="3913763" y="1256448"/>
                  </a:lnTo>
                  <a:lnTo>
                    <a:pt x="3914413" y="1272360"/>
                  </a:lnTo>
                  <a:lnTo>
                    <a:pt x="3915063" y="1288455"/>
                  </a:lnTo>
                  <a:lnTo>
                    <a:pt x="3915713" y="1304712"/>
                  </a:lnTo>
                  <a:lnTo>
                    <a:pt x="3916363" y="1321018"/>
                  </a:lnTo>
                  <a:lnTo>
                    <a:pt x="3917013" y="1337223"/>
                  </a:lnTo>
                  <a:lnTo>
                    <a:pt x="3917663" y="1353062"/>
                  </a:lnTo>
                  <a:lnTo>
                    <a:pt x="3918313" y="1368342"/>
                  </a:lnTo>
                  <a:lnTo>
                    <a:pt x="3918963" y="1382989"/>
                  </a:lnTo>
                  <a:lnTo>
                    <a:pt x="3919613" y="1396929"/>
                  </a:lnTo>
                  <a:lnTo>
                    <a:pt x="3920263" y="1410168"/>
                  </a:lnTo>
                  <a:lnTo>
                    <a:pt x="3920912" y="1422858"/>
                  </a:lnTo>
                  <a:lnTo>
                    <a:pt x="3921562" y="1435015"/>
                  </a:lnTo>
                  <a:lnTo>
                    <a:pt x="3922212" y="1446711"/>
                  </a:lnTo>
                  <a:lnTo>
                    <a:pt x="3922862" y="1457978"/>
                  </a:lnTo>
                  <a:lnTo>
                    <a:pt x="3923512" y="1468796"/>
                  </a:lnTo>
                  <a:lnTo>
                    <a:pt x="3924162" y="1479171"/>
                  </a:lnTo>
                  <a:lnTo>
                    <a:pt x="3924812" y="1489075"/>
                  </a:lnTo>
                  <a:lnTo>
                    <a:pt x="3925462" y="1498435"/>
                  </a:lnTo>
                  <a:lnTo>
                    <a:pt x="3926112" y="1507172"/>
                  </a:lnTo>
                  <a:lnTo>
                    <a:pt x="3926762" y="1515199"/>
                  </a:lnTo>
                  <a:lnTo>
                    <a:pt x="3927412" y="1522546"/>
                  </a:lnTo>
                  <a:lnTo>
                    <a:pt x="3928062" y="1529220"/>
                  </a:lnTo>
                  <a:lnTo>
                    <a:pt x="3928712" y="1535180"/>
                  </a:lnTo>
                  <a:lnTo>
                    <a:pt x="3929362" y="1540383"/>
                  </a:lnTo>
                  <a:lnTo>
                    <a:pt x="3930012" y="1544789"/>
                  </a:lnTo>
                  <a:lnTo>
                    <a:pt x="3930662" y="1548284"/>
                  </a:lnTo>
                  <a:lnTo>
                    <a:pt x="3931311" y="1550847"/>
                  </a:lnTo>
                  <a:lnTo>
                    <a:pt x="3931961" y="1552451"/>
                  </a:lnTo>
                  <a:lnTo>
                    <a:pt x="3932611" y="1553018"/>
                  </a:lnTo>
                  <a:lnTo>
                    <a:pt x="3933261" y="1552615"/>
                  </a:lnTo>
                  <a:lnTo>
                    <a:pt x="3933911" y="1551351"/>
                  </a:lnTo>
                  <a:lnTo>
                    <a:pt x="3934561" y="1549257"/>
                  </a:lnTo>
                  <a:lnTo>
                    <a:pt x="3935211" y="1546349"/>
                  </a:lnTo>
                  <a:lnTo>
                    <a:pt x="3935861" y="1542667"/>
                  </a:lnTo>
                  <a:lnTo>
                    <a:pt x="3936511" y="1538242"/>
                  </a:lnTo>
                  <a:lnTo>
                    <a:pt x="3937161" y="1533048"/>
                  </a:lnTo>
                  <a:lnTo>
                    <a:pt x="3937811" y="1527026"/>
                  </a:lnTo>
                  <a:lnTo>
                    <a:pt x="3938461" y="1520181"/>
                  </a:lnTo>
                  <a:lnTo>
                    <a:pt x="3939111" y="1512583"/>
                  </a:lnTo>
                  <a:lnTo>
                    <a:pt x="3939761" y="1504250"/>
                  </a:lnTo>
                  <a:lnTo>
                    <a:pt x="3940411" y="1495204"/>
                  </a:lnTo>
                  <a:lnTo>
                    <a:pt x="3941060" y="1485404"/>
                  </a:lnTo>
                  <a:lnTo>
                    <a:pt x="3941710" y="1474844"/>
                  </a:lnTo>
                  <a:lnTo>
                    <a:pt x="3942360" y="1463534"/>
                  </a:lnTo>
                  <a:lnTo>
                    <a:pt x="3943010" y="1451474"/>
                  </a:lnTo>
                  <a:lnTo>
                    <a:pt x="3943660" y="1438757"/>
                  </a:lnTo>
                  <a:lnTo>
                    <a:pt x="3944310" y="1425467"/>
                  </a:lnTo>
                  <a:lnTo>
                    <a:pt x="3944960" y="1411673"/>
                  </a:lnTo>
                  <a:lnTo>
                    <a:pt x="3945610" y="1397404"/>
                  </a:lnTo>
                  <a:lnTo>
                    <a:pt x="3946260" y="1382712"/>
                  </a:lnTo>
                  <a:lnTo>
                    <a:pt x="3946910" y="1367643"/>
                  </a:lnTo>
                  <a:lnTo>
                    <a:pt x="3947560" y="1352333"/>
                  </a:lnTo>
                  <a:lnTo>
                    <a:pt x="3948210" y="1336868"/>
                  </a:lnTo>
                  <a:lnTo>
                    <a:pt x="3948860" y="1321205"/>
                  </a:lnTo>
                  <a:lnTo>
                    <a:pt x="3949510" y="1305479"/>
                  </a:lnTo>
                  <a:lnTo>
                    <a:pt x="3950160" y="1289917"/>
                  </a:lnTo>
                  <a:lnTo>
                    <a:pt x="3950810" y="1274749"/>
                  </a:lnTo>
                  <a:lnTo>
                    <a:pt x="3951459" y="1260027"/>
                  </a:lnTo>
                  <a:lnTo>
                    <a:pt x="3952109" y="1245737"/>
                  </a:lnTo>
                  <a:lnTo>
                    <a:pt x="3952759" y="1231881"/>
                  </a:lnTo>
                  <a:lnTo>
                    <a:pt x="3953409" y="1218340"/>
                  </a:lnTo>
                  <a:lnTo>
                    <a:pt x="3954059" y="1205103"/>
                  </a:lnTo>
                  <a:lnTo>
                    <a:pt x="3954709" y="1192185"/>
                  </a:lnTo>
                  <a:lnTo>
                    <a:pt x="3955359" y="1179602"/>
                  </a:lnTo>
                  <a:lnTo>
                    <a:pt x="3956009" y="1167438"/>
                  </a:lnTo>
                  <a:lnTo>
                    <a:pt x="3956659" y="1155829"/>
                  </a:lnTo>
                  <a:lnTo>
                    <a:pt x="3957309" y="1144857"/>
                  </a:lnTo>
                  <a:lnTo>
                    <a:pt x="3957959" y="1134648"/>
                  </a:lnTo>
                  <a:lnTo>
                    <a:pt x="3958609" y="1125376"/>
                  </a:lnTo>
                  <a:lnTo>
                    <a:pt x="3959259" y="1117112"/>
                  </a:lnTo>
                  <a:lnTo>
                    <a:pt x="3959909" y="1109875"/>
                  </a:lnTo>
                  <a:lnTo>
                    <a:pt x="3960559" y="1103654"/>
                  </a:lnTo>
                  <a:lnTo>
                    <a:pt x="3961208" y="1098520"/>
                  </a:lnTo>
                  <a:lnTo>
                    <a:pt x="3961858" y="1094576"/>
                  </a:lnTo>
                  <a:lnTo>
                    <a:pt x="3962508" y="1091778"/>
                  </a:lnTo>
                  <a:lnTo>
                    <a:pt x="3963158" y="1090137"/>
                  </a:lnTo>
                  <a:lnTo>
                    <a:pt x="3963808" y="1089723"/>
                  </a:lnTo>
                  <a:lnTo>
                    <a:pt x="3964458" y="1090560"/>
                  </a:lnTo>
                  <a:lnTo>
                    <a:pt x="3965108" y="1092836"/>
                  </a:lnTo>
                  <a:lnTo>
                    <a:pt x="3965758" y="1096563"/>
                  </a:lnTo>
                  <a:lnTo>
                    <a:pt x="3966408" y="1101480"/>
                  </a:lnTo>
                  <a:lnTo>
                    <a:pt x="3967058" y="1107463"/>
                  </a:lnTo>
                  <a:lnTo>
                    <a:pt x="3967708" y="1114341"/>
                  </a:lnTo>
                  <a:lnTo>
                    <a:pt x="3968358" y="1122035"/>
                  </a:lnTo>
                  <a:lnTo>
                    <a:pt x="3969008" y="1130536"/>
                  </a:lnTo>
                  <a:lnTo>
                    <a:pt x="3969658" y="1139804"/>
                  </a:lnTo>
                  <a:lnTo>
                    <a:pt x="3970308" y="1149909"/>
                  </a:lnTo>
                  <a:lnTo>
                    <a:pt x="3970958" y="1160895"/>
                  </a:lnTo>
                  <a:lnTo>
                    <a:pt x="3971607" y="1172690"/>
                  </a:lnTo>
                  <a:lnTo>
                    <a:pt x="3972257" y="1185334"/>
                  </a:lnTo>
                  <a:lnTo>
                    <a:pt x="3972907" y="1198828"/>
                  </a:lnTo>
                  <a:lnTo>
                    <a:pt x="3973557" y="1213168"/>
                  </a:lnTo>
                  <a:lnTo>
                    <a:pt x="3974207" y="1228330"/>
                  </a:lnTo>
                  <a:lnTo>
                    <a:pt x="3974857" y="1244289"/>
                  </a:lnTo>
                  <a:lnTo>
                    <a:pt x="3975507" y="1261010"/>
                  </a:lnTo>
                  <a:lnTo>
                    <a:pt x="3976157" y="1278539"/>
                  </a:lnTo>
                  <a:lnTo>
                    <a:pt x="3976807" y="1296828"/>
                  </a:lnTo>
                  <a:lnTo>
                    <a:pt x="3977457" y="1315942"/>
                  </a:lnTo>
                  <a:lnTo>
                    <a:pt x="3978107" y="1335842"/>
                  </a:lnTo>
                  <a:lnTo>
                    <a:pt x="3978757" y="1356456"/>
                  </a:lnTo>
                  <a:lnTo>
                    <a:pt x="3979407" y="1377821"/>
                  </a:lnTo>
                  <a:lnTo>
                    <a:pt x="3980057" y="1399811"/>
                  </a:lnTo>
                  <a:lnTo>
                    <a:pt x="3980707" y="1422313"/>
                  </a:lnTo>
                  <a:lnTo>
                    <a:pt x="3981356" y="1445367"/>
                  </a:lnTo>
                  <a:lnTo>
                    <a:pt x="3982006" y="1468951"/>
                  </a:lnTo>
                  <a:lnTo>
                    <a:pt x="3982656" y="1492941"/>
                  </a:lnTo>
                  <a:lnTo>
                    <a:pt x="3983306" y="1517211"/>
                  </a:lnTo>
                  <a:lnTo>
                    <a:pt x="3983956" y="1541695"/>
                  </a:lnTo>
                  <a:lnTo>
                    <a:pt x="3984606" y="1566384"/>
                  </a:lnTo>
                  <a:lnTo>
                    <a:pt x="3985256" y="1591343"/>
                  </a:lnTo>
                  <a:lnTo>
                    <a:pt x="3985906" y="1616604"/>
                  </a:lnTo>
                  <a:lnTo>
                    <a:pt x="3986556" y="1642185"/>
                  </a:lnTo>
                  <a:lnTo>
                    <a:pt x="3987206" y="1668024"/>
                  </a:lnTo>
                  <a:lnTo>
                    <a:pt x="3987856" y="1694123"/>
                  </a:lnTo>
                  <a:lnTo>
                    <a:pt x="3988506" y="1720415"/>
                  </a:lnTo>
                  <a:lnTo>
                    <a:pt x="3989156" y="1746748"/>
                  </a:lnTo>
                  <a:lnTo>
                    <a:pt x="3989806" y="1773124"/>
                  </a:lnTo>
                  <a:lnTo>
                    <a:pt x="3990456" y="1799496"/>
                  </a:lnTo>
                  <a:lnTo>
                    <a:pt x="3991106" y="1825783"/>
                  </a:lnTo>
                  <a:lnTo>
                    <a:pt x="3991755" y="1851915"/>
                  </a:lnTo>
                  <a:lnTo>
                    <a:pt x="3992405" y="1877848"/>
                  </a:lnTo>
                  <a:lnTo>
                    <a:pt x="3993055" y="1903494"/>
                  </a:lnTo>
                  <a:lnTo>
                    <a:pt x="3993705" y="1928750"/>
                  </a:lnTo>
                  <a:lnTo>
                    <a:pt x="3994355" y="1953505"/>
                  </a:lnTo>
                  <a:lnTo>
                    <a:pt x="3995005" y="1977629"/>
                  </a:lnTo>
                  <a:lnTo>
                    <a:pt x="3995655" y="2001161"/>
                  </a:lnTo>
                  <a:lnTo>
                    <a:pt x="3996305" y="2024037"/>
                  </a:lnTo>
                  <a:lnTo>
                    <a:pt x="3996955" y="2046148"/>
                  </a:lnTo>
                  <a:lnTo>
                    <a:pt x="3997605" y="2067240"/>
                  </a:lnTo>
                  <a:lnTo>
                    <a:pt x="3998255" y="2087106"/>
                  </a:lnTo>
                  <a:lnTo>
                    <a:pt x="3998905" y="2105822"/>
                  </a:lnTo>
                  <a:lnTo>
                    <a:pt x="3999555" y="2123495"/>
                  </a:lnTo>
                  <a:lnTo>
                    <a:pt x="4000205" y="2140127"/>
                  </a:lnTo>
                  <a:lnTo>
                    <a:pt x="4000855" y="2155781"/>
                  </a:lnTo>
                  <a:lnTo>
                    <a:pt x="4001504" y="2170457"/>
                  </a:lnTo>
                  <a:lnTo>
                    <a:pt x="4002154" y="2184143"/>
                  </a:lnTo>
                  <a:lnTo>
                    <a:pt x="4002804" y="2196814"/>
                  </a:lnTo>
                  <a:lnTo>
                    <a:pt x="4003454" y="2208442"/>
                  </a:lnTo>
                  <a:lnTo>
                    <a:pt x="4004104" y="2219021"/>
                  </a:lnTo>
                  <a:lnTo>
                    <a:pt x="4004754" y="2228530"/>
                  </a:lnTo>
                  <a:lnTo>
                    <a:pt x="4005404" y="2236915"/>
                  </a:lnTo>
                  <a:lnTo>
                    <a:pt x="4006054" y="2244127"/>
                  </a:lnTo>
                  <a:lnTo>
                    <a:pt x="4006704" y="2250166"/>
                  </a:lnTo>
                  <a:lnTo>
                    <a:pt x="4007354" y="2255096"/>
                  </a:lnTo>
                  <a:lnTo>
                    <a:pt x="4008004" y="2258964"/>
                  </a:lnTo>
                  <a:lnTo>
                    <a:pt x="4008654" y="2261740"/>
                  </a:lnTo>
                  <a:lnTo>
                    <a:pt x="4009304" y="2263373"/>
                  </a:lnTo>
                  <a:lnTo>
                    <a:pt x="4009954" y="2263817"/>
                  </a:lnTo>
                  <a:lnTo>
                    <a:pt x="4010604" y="2263065"/>
                  </a:lnTo>
                  <a:lnTo>
                    <a:pt x="4011254" y="2261178"/>
                  </a:lnTo>
                  <a:lnTo>
                    <a:pt x="4011903" y="2258198"/>
                  </a:lnTo>
                  <a:lnTo>
                    <a:pt x="4012553" y="2254109"/>
                  </a:lnTo>
                  <a:lnTo>
                    <a:pt x="4013203" y="2249049"/>
                  </a:lnTo>
                  <a:lnTo>
                    <a:pt x="4013853" y="2243029"/>
                  </a:lnTo>
                  <a:lnTo>
                    <a:pt x="4014503" y="2236024"/>
                  </a:lnTo>
                  <a:lnTo>
                    <a:pt x="4015153" y="2228030"/>
                  </a:lnTo>
                  <a:lnTo>
                    <a:pt x="4015803" y="2219161"/>
                  </a:lnTo>
                  <a:lnTo>
                    <a:pt x="4016453" y="2209491"/>
                  </a:lnTo>
                  <a:lnTo>
                    <a:pt x="4017103" y="2199043"/>
                  </a:lnTo>
                  <a:lnTo>
                    <a:pt x="4017753" y="2187758"/>
                  </a:lnTo>
                  <a:lnTo>
                    <a:pt x="4018403" y="2175575"/>
                  </a:lnTo>
                  <a:lnTo>
                    <a:pt x="4019053" y="2162473"/>
                  </a:lnTo>
                  <a:lnTo>
                    <a:pt x="4019703" y="2148403"/>
                  </a:lnTo>
                  <a:lnTo>
                    <a:pt x="4020353" y="2133315"/>
                  </a:lnTo>
                  <a:lnTo>
                    <a:pt x="4021003" y="2117165"/>
                  </a:lnTo>
                  <a:lnTo>
                    <a:pt x="4021652" y="2099960"/>
                  </a:lnTo>
                  <a:lnTo>
                    <a:pt x="4022302" y="2081691"/>
                  </a:lnTo>
                  <a:lnTo>
                    <a:pt x="4022952" y="2062235"/>
                  </a:lnTo>
                  <a:lnTo>
                    <a:pt x="4023602" y="2041499"/>
                  </a:lnTo>
                  <a:lnTo>
                    <a:pt x="4024252" y="2019447"/>
                  </a:lnTo>
                  <a:lnTo>
                    <a:pt x="4024902" y="1996132"/>
                  </a:lnTo>
                  <a:lnTo>
                    <a:pt x="4025552" y="1971596"/>
                  </a:lnTo>
                  <a:lnTo>
                    <a:pt x="4026202" y="1945904"/>
                  </a:lnTo>
                  <a:lnTo>
                    <a:pt x="4026852" y="1919083"/>
                  </a:lnTo>
                  <a:lnTo>
                    <a:pt x="4027502" y="1891289"/>
                  </a:lnTo>
                  <a:lnTo>
                    <a:pt x="4028152" y="1862531"/>
                  </a:lnTo>
                  <a:lnTo>
                    <a:pt x="4028802" y="1832799"/>
                  </a:lnTo>
                  <a:lnTo>
                    <a:pt x="4029452" y="1802222"/>
                  </a:lnTo>
                  <a:lnTo>
                    <a:pt x="4030102" y="1770902"/>
                  </a:lnTo>
                  <a:lnTo>
                    <a:pt x="4030752" y="1739084"/>
                  </a:lnTo>
                  <a:lnTo>
                    <a:pt x="4031402" y="1706895"/>
                  </a:lnTo>
                  <a:lnTo>
                    <a:pt x="4032051" y="1674283"/>
                  </a:lnTo>
                  <a:lnTo>
                    <a:pt x="4032701" y="1641331"/>
                  </a:lnTo>
                  <a:lnTo>
                    <a:pt x="4033351" y="1608108"/>
                  </a:lnTo>
                  <a:lnTo>
                    <a:pt x="4034001" y="1574732"/>
                  </a:lnTo>
                  <a:lnTo>
                    <a:pt x="4034651" y="1541291"/>
                  </a:lnTo>
                  <a:lnTo>
                    <a:pt x="4035301" y="1507838"/>
                  </a:lnTo>
                  <a:lnTo>
                    <a:pt x="4035951" y="1474448"/>
                  </a:lnTo>
                  <a:lnTo>
                    <a:pt x="4036601" y="1441184"/>
                  </a:lnTo>
                  <a:lnTo>
                    <a:pt x="4037251" y="1408091"/>
                  </a:lnTo>
                  <a:lnTo>
                    <a:pt x="4037901" y="1375248"/>
                  </a:lnTo>
                  <a:lnTo>
                    <a:pt x="4038551" y="1342715"/>
                  </a:lnTo>
                  <a:lnTo>
                    <a:pt x="4039201" y="1310551"/>
                  </a:lnTo>
                  <a:lnTo>
                    <a:pt x="4039851" y="1278730"/>
                  </a:lnTo>
                  <a:lnTo>
                    <a:pt x="4040501" y="1247200"/>
                  </a:lnTo>
                  <a:lnTo>
                    <a:pt x="4041151" y="1215959"/>
                  </a:lnTo>
                  <a:lnTo>
                    <a:pt x="4041800" y="1185097"/>
                  </a:lnTo>
                  <a:lnTo>
                    <a:pt x="4042450" y="1154594"/>
                  </a:lnTo>
                  <a:lnTo>
                    <a:pt x="4043100" y="1124497"/>
                  </a:lnTo>
                  <a:lnTo>
                    <a:pt x="4043750" y="1094753"/>
                  </a:lnTo>
                  <a:lnTo>
                    <a:pt x="4044400" y="1065333"/>
                  </a:lnTo>
                  <a:lnTo>
                    <a:pt x="4045050" y="1036315"/>
                  </a:lnTo>
                  <a:lnTo>
                    <a:pt x="4045700" y="1007625"/>
                  </a:lnTo>
                  <a:lnTo>
                    <a:pt x="4046350" y="979176"/>
                  </a:lnTo>
                  <a:lnTo>
                    <a:pt x="4047000" y="950963"/>
                  </a:lnTo>
                  <a:lnTo>
                    <a:pt x="4047650" y="923003"/>
                  </a:lnTo>
                  <a:lnTo>
                    <a:pt x="4048300" y="895262"/>
                  </a:lnTo>
                  <a:lnTo>
                    <a:pt x="4048950" y="867695"/>
                  </a:lnTo>
                  <a:lnTo>
                    <a:pt x="4049600" y="840366"/>
                  </a:lnTo>
                  <a:lnTo>
                    <a:pt x="4050250" y="813398"/>
                  </a:lnTo>
                  <a:lnTo>
                    <a:pt x="4050900" y="786927"/>
                  </a:lnTo>
                  <a:lnTo>
                    <a:pt x="4051549" y="761043"/>
                  </a:lnTo>
                  <a:lnTo>
                    <a:pt x="4052199" y="735903"/>
                  </a:lnTo>
                  <a:lnTo>
                    <a:pt x="4052849" y="711667"/>
                  </a:lnTo>
                  <a:lnTo>
                    <a:pt x="4053499" y="688368"/>
                  </a:lnTo>
                  <a:lnTo>
                    <a:pt x="4054149" y="666047"/>
                  </a:lnTo>
                  <a:lnTo>
                    <a:pt x="4054799" y="644680"/>
                  </a:lnTo>
                  <a:lnTo>
                    <a:pt x="4055449" y="624432"/>
                  </a:lnTo>
                  <a:lnTo>
                    <a:pt x="4056099" y="605511"/>
                  </a:lnTo>
                  <a:lnTo>
                    <a:pt x="4056749" y="588037"/>
                  </a:lnTo>
                  <a:lnTo>
                    <a:pt x="4057399" y="572041"/>
                  </a:lnTo>
                  <a:lnTo>
                    <a:pt x="4058049" y="557526"/>
                  </a:lnTo>
                  <a:lnTo>
                    <a:pt x="4058699" y="544531"/>
                  </a:lnTo>
                  <a:lnTo>
                    <a:pt x="4059349" y="533108"/>
                  </a:lnTo>
                  <a:lnTo>
                    <a:pt x="4059999" y="523213"/>
                  </a:lnTo>
                  <a:lnTo>
                    <a:pt x="4060649" y="514782"/>
                  </a:lnTo>
                  <a:lnTo>
                    <a:pt x="4061299" y="507827"/>
                  </a:lnTo>
                  <a:lnTo>
                    <a:pt x="4061948" y="502333"/>
                  </a:lnTo>
                  <a:lnTo>
                    <a:pt x="4062598" y="498281"/>
                  </a:lnTo>
                  <a:lnTo>
                    <a:pt x="4063248" y="495643"/>
                  </a:lnTo>
                  <a:lnTo>
                    <a:pt x="4063898" y="494312"/>
                  </a:lnTo>
                  <a:lnTo>
                    <a:pt x="4064548" y="494355"/>
                  </a:lnTo>
                  <a:lnTo>
                    <a:pt x="4065198" y="495828"/>
                  </a:lnTo>
                  <a:lnTo>
                    <a:pt x="4065848" y="498679"/>
                  </a:lnTo>
                  <a:lnTo>
                    <a:pt x="4066498" y="502813"/>
                  </a:lnTo>
                  <a:lnTo>
                    <a:pt x="4067148" y="508169"/>
                  </a:lnTo>
                  <a:lnTo>
                    <a:pt x="4067798" y="514722"/>
                  </a:lnTo>
                  <a:lnTo>
                    <a:pt x="4068448" y="522371"/>
                  </a:lnTo>
                  <a:lnTo>
                    <a:pt x="4069098" y="531008"/>
                  </a:lnTo>
                  <a:lnTo>
                    <a:pt x="4069748" y="540593"/>
                  </a:lnTo>
                  <a:lnTo>
                    <a:pt x="4070398" y="551061"/>
                  </a:lnTo>
                  <a:lnTo>
                    <a:pt x="4071048" y="562348"/>
                  </a:lnTo>
                  <a:lnTo>
                    <a:pt x="4071697" y="574368"/>
                  </a:lnTo>
                  <a:lnTo>
                    <a:pt x="4072347" y="587104"/>
                  </a:lnTo>
                  <a:lnTo>
                    <a:pt x="4072997" y="600564"/>
                  </a:lnTo>
                  <a:lnTo>
                    <a:pt x="4073647" y="614770"/>
                  </a:lnTo>
                  <a:lnTo>
                    <a:pt x="4074297" y="629674"/>
                  </a:lnTo>
                  <a:lnTo>
                    <a:pt x="4074947" y="645236"/>
                  </a:lnTo>
                  <a:lnTo>
                    <a:pt x="4075597" y="661444"/>
                  </a:lnTo>
                  <a:lnTo>
                    <a:pt x="4076247" y="678247"/>
                  </a:lnTo>
                  <a:lnTo>
                    <a:pt x="4076897" y="695547"/>
                  </a:lnTo>
                  <a:lnTo>
                    <a:pt x="4077547" y="713231"/>
                  </a:lnTo>
                  <a:lnTo>
                    <a:pt x="4078197" y="731250"/>
                  </a:lnTo>
                  <a:lnTo>
                    <a:pt x="4078847" y="749745"/>
                  </a:lnTo>
                  <a:lnTo>
                    <a:pt x="4079497" y="768774"/>
                  </a:lnTo>
                  <a:lnTo>
                    <a:pt x="4080147" y="788372"/>
                  </a:lnTo>
                  <a:lnTo>
                    <a:pt x="4080797" y="808557"/>
                  </a:lnTo>
                  <a:lnTo>
                    <a:pt x="4081447" y="829365"/>
                  </a:lnTo>
                  <a:lnTo>
                    <a:pt x="4082096" y="850699"/>
                  </a:lnTo>
                  <a:lnTo>
                    <a:pt x="4082746" y="872344"/>
                  </a:lnTo>
                  <a:lnTo>
                    <a:pt x="4083396" y="894147"/>
                  </a:lnTo>
                  <a:lnTo>
                    <a:pt x="4084046" y="916025"/>
                  </a:lnTo>
                  <a:lnTo>
                    <a:pt x="4084696" y="937931"/>
                  </a:lnTo>
                  <a:lnTo>
                    <a:pt x="4085346" y="959719"/>
                  </a:lnTo>
                  <a:lnTo>
                    <a:pt x="4085996" y="981393"/>
                  </a:lnTo>
                  <a:lnTo>
                    <a:pt x="4086646" y="1003028"/>
                  </a:lnTo>
                  <a:lnTo>
                    <a:pt x="4087296" y="1024678"/>
                  </a:lnTo>
                  <a:lnTo>
                    <a:pt x="4087946" y="1046224"/>
                  </a:lnTo>
                  <a:lnTo>
                    <a:pt x="4088596" y="1067398"/>
                  </a:lnTo>
                  <a:lnTo>
                    <a:pt x="4089246" y="1087992"/>
                  </a:lnTo>
                  <a:lnTo>
                    <a:pt x="4089896" y="1107938"/>
                  </a:lnTo>
                  <a:lnTo>
                    <a:pt x="4090546" y="1127233"/>
                  </a:lnTo>
                  <a:lnTo>
                    <a:pt x="4091196" y="1145849"/>
                  </a:lnTo>
                  <a:lnTo>
                    <a:pt x="4091845" y="1163745"/>
                  </a:lnTo>
                  <a:lnTo>
                    <a:pt x="4092495" y="1181047"/>
                  </a:lnTo>
                  <a:lnTo>
                    <a:pt x="4093145" y="1197742"/>
                  </a:lnTo>
                  <a:lnTo>
                    <a:pt x="4093795" y="1213794"/>
                  </a:lnTo>
                  <a:lnTo>
                    <a:pt x="4094445" y="1229193"/>
                  </a:lnTo>
                  <a:lnTo>
                    <a:pt x="4095095" y="1243903"/>
                  </a:lnTo>
                  <a:lnTo>
                    <a:pt x="4095745" y="1257819"/>
                  </a:lnTo>
                  <a:lnTo>
                    <a:pt x="4096395" y="1270950"/>
                  </a:lnTo>
                  <a:lnTo>
                    <a:pt x="4097045" y="1283284"/>
                  </a:lnTo>
                  <a:lnTo>
                    <a:pt x="4097695" y="1294758"/>
                  </a:lnTo>
                  <a:lnTo>
                    <a:pt x="4098345" y="1305390"/>
                  </a:lnTo>
                  <a:lnTo>
                    <a:pt x="4098995" y="1315208"/>
                  </a:lnTo>
                  <a:lnTo>
                    <a:pt x="4099645" y="1324221"/>
                  </a:lnTo>
                  <a:lnTo>
                    <a:pt x="4100295" y="1332378"/>
                  </a:lnTo>
                  <a:lnTo>
                    <a:pt x="4100945" y="1339654"/>
                  </a:lnTo>
                  <a:lnTo>
                    <a:pt x="4101595" y="1346121"/>
                  </a:lnTo>
                  <a:lnTo>
                    <a:pt x="4102244" y="1351832"/>
                  </a:lnTo>
                  <a:lnTo>
                    <a:pt x="4102894" y="1356815"/>
                  </a:lnTo>
                  <a:lnTo>
                    <a:pt x="4103544" y="1361130"/>
                  </a:lnTo>
                  <a:lnTo>
                    <a:pt x="4104194" y="1364835"/>
                  </a:lnTo>
                  <a:lnTo>
                    <a:pt x="4104844" y="1368012"/>
                  </a:lnTo>
                  <a:lnTo>
                    <a:pt x="4105494" y="1370706"/>
                  </a:lnTo>
                  <a:lnTo>
                    <a:pt x="4106144" y="1372941"/>
                  </a:lnTo>
                  <a:lnTo>
                    <a:pt x="4106794" y="1374699"/>
                  </a:lnTo>
                  <a:lnTo>
                    <a:pt x="4107444" y="1375959"/>
                  </a:lnTo>
                  <a:lnTo>
                    <a:pt x="4108094" y="1376729"/>
                  </a:lnTo>
                  <a:lnTo>
                    <a:pt x="4108744" y="1377088"/>
                  </a:lnTo>
                  <a:lnTo>
                    <a:pt x="4109394" y="1377154"/>
                  </a:lnTo>
                  <a:lnTo>
                    <a:pt x="4110044" y="1377128"/>
                  </a:lnTo>
                  <a:lnTo>
                    <a:pt x="4110694" y="1377173"/>
                  </a:lnTo>
                  <a:lnTo>
                    <a:pt x="4111344" y="1377214"/>
                  </a:lnTo>
                  <a:lnTo>
                    <a:pt x="4111993" y="1377048"/>
                  </a:lnTo>
                  <a:lnTo>
                    <a:pt x="4112643" y="1376639"/>
                  </a:lnTo>
                  <a:lnTo>
                    <a:pt x="4113293" y="1375914"/>
                  </a:lnTo>
                  <a:lnTo>
                    <a:pt x="4113943" y="1374790"/>
                  </a:lnTo>
                  <a:lnTo>
                    <a:pt x="4114593" y="1373285"/>
                  </a:lnTo>
                  <a:lnTo>
                    <a:pt x="4115243" y="1371549"/>
                  </a:lnTo>
                  <a:lnTo>
                    <a:pt x="4115893" y="1369707"/>
                  </a:lnTo>
                  <a:lnTo>
                    <a:pt x="4116543" y="1367789"/>
                  </a:lnTo>
                  <a:lnTo>
                    <a:pt x="4117193" y="1365800"/>
                  </a:lnTo>
                  <a:lnTo>
                    <a:pt x="4117843" y="1363729"/>
                  </a:lnTo>
                  <a:lnTo>
                    <a:pt x="4118493" y="1361537"/>
                  </a:lnTo>
                  <a:lnTo>
                    <a:pt x="4119143" y="1359123"/>
                  </a:lnTo>
                  <a:lnTo>
                    <a:pt x="4119793" y="1356349"/>
                  </a:lnTo>
                  <a:lnTo>
                    <a:pt x="4120443" y="1353147"/>
                  </a:lnTo>
                  <a:lnTo>
                    <a:pt x="4121093" y="1349713"/>
                  </a:lnTo>
                  <a:lnTo>
                    <a:pt x="4121743" y="1346286"/>
                  </a:lnTo>
                  <a:lnTo>
                    <a:pt x="4122392" y="1342980"/>
                  </a:lnTo>
                  <a:lnTo>
                    <a:pt x="4123042" y="1339865"/>
                  </a:lnTo>
                  <a:lnTo>
                    <a:pt x="4123692" y="1336910"/>
                  </a:lnTo>
                  <a:lnTo>
                    <a:pt x="4124342" y="1334074"/>
                  </a:lnTo>
                  <a:lnTo>
                    <a:pt x="4124992" y="1331231"/>
                  </a:lnTo>
                  <a:lnTo>
                    <a:pt x="4125642" y="1328345"/>
                  </a:lnTo>
                  <a:lnTo>
                    <a:pt x="4126292" y="1325544"/>
                  </a:lnTo>
                  <a:lnTo>
                    <a:pt x="4126942" y="1322841"/>
                  </a:lnTo>
                  <a:lnTo>
                    <a:pt x="4127592" y="1320292"/>
                  </a:lnTo>
                  <a:lnTo>
                    <a:pt x="4128242" y="1318020"/>
                  </a:lnTo>
                  <a:lnTo>
                    <a:pt x="4128892" y="1316076"/>
                  </a:lnTo>
                  <a:lnTo>
                    <a:pt x="4129542" y="1314490"/>
                  </a:lnTo>
                  <a:lnTo>
                    <a:pt x="4130192" y="1313258"/>
                  </a:lnTo>
                  <a:lnTo>
                    <a:pt x="4130842" y="1312405"/>
                  </a:lnTo>
                  <a:lnTo>
                    <a:pt x="4131492" y="1311933"/>
                  </a:lnTo>
                  <a:lnTo>
                    <a:pt x="4132141" y="1311827"/>
                  </a:lnTo>
                  <a:lnTo>
                    <a:pt x="4132791" y="1312105"/>
                  </a:lnTo>
                  <a:lnTo>
                    <a:pt x="4133441" y="1312927"/>
                  </a:lnTo>
                  <a:lnTo>
                    <a:pt x="4134091" y="1314285"/>
                  </a:lnTo>
                  <a:lnTo>
                    <a:pt x="4134741" y="1316173"/>
                  </a:lnTo>
                  <a:lnTo>
                    <a:pt x="4135391" y="1318521"/>
                  </a:lnTo>
                  <a:lnTo>
                    <a:pt x="4136041" y="1321318"/>
                  </a:lnTo>
                  <a:lnTo>
                    <a:pt x="4136691" y="1324590"/>
                  </a:lnTo>
                  <a:lnTo>
                    <a:pt x="4137341" y="1328266"/>
                  </a:lnTo>
                  <a:lnTo>
                    <a:pt x="4137991" y="1332232"/>
                  </a:lnTo>
                  <a:lnTo>
                    <a:pt x="4138641" y="1336352"/>
                  </a:lnTo>
                  <a:lnTo>
                    <a:pt x="4139291" y="1340605"/>
                  </a:lnTo>
                  <a:lnTo>
                    <a:pt x="4139941" y="1345068"/>
                  </a:lnTo>
                  <a:lnTo>
                    <a:pt x="4140591" y="1349723"/>
                  </a:lnTo>
                  <a:lnTo>
                    <a:pt x="4141241" y="1354558"/>
                  </a:lnTo>
                  <a:lnTo>
                    <a:pt x="4141891" y="1359542"/>
                  </a:lnTo>
                  <a:lnTo>
                    <a:pt x="4142540" y="1364524"/>
                  </a:lnTo>
                  <a:lnTo>
                    <a:pt x="4143190" y="1369306"/>
                  </a:lnTo>
                  <a:lnTo>
                    <a:pt x="4143840" y="1373823"/>
                  </a:lnTo>
                  <a:lnTo>
                    <a:pt x="4144490" y="1378253"/>
                  </a:lnTo>
                  <a:lnTo>
                    <a:pt x="4145140" y="1382734"/>
                  </a:lnTo>
                  <a:lnTo>
                    <a:pt x="4145790" y="1387300"/>
                  </a:lnTo>
                  <a:lnTo>
                    <a:pt x="4146440" y="1392016"/>
                  </a:lnTo>
                  <a:lnTo>
                    <a:pt x="4147090" y="1396864"/>
                  </a:lnTo>
                  <a:lnTo>
                    <a:pt x="4147740" y="1401824"/>
                  </a:lnTo>
                  <a:lnTo>
                    <a:pt x="4148390" y="1406861"/>
                  </a:lnTo>
                  <a:lnTo>
                    <a:pt x="4149040" y="1412015"/>
                  </a:lnTo>
                  <a:lnTo>
                    <a:pt x="4149690" y="1417263"/>
                  </a:lnTo>
                  <a:lnTo>
                    <a:pt x="4150340" y="1422576"/>
                  </a:lnTo>
                  <a:lnTo>
                    <a:pt x="4150990" y="1427994"/>
                  </a:lnTo>
                  <a:lnTo>
                    <a:pt x="4151640" y="1433487"/>
                  </a:lnTo>
                  <a:lnTo>
                    <a:pt x="4152289" y="1439090"/>
                  </a:lnTo>
                  <a:lnTo>
                    <a:pt x="4152939" y="1444913"/>
                  </a:lnTo>
                  <a:lnTo>
                    <a:pt x="4153589" y="1450948"/>
                  </a:lnTo>
                  <a:lnTo>
                    <a:pt x="4154239" y="1457102"/>
                  </a:lnTo>
                  <a:lnTo>
                    <a:pt x="4154889" y="1463236"/>
                  </a:lnTo>
                  <a:lnTo>
                    <a:pt x="4155539" y="1469250"/>
                  </a:lnTo>
                  <a:lnTo>
                    <a:pt x="4156189" y="1475121"/>
                  </a:lnTo>
                  <a:lnTo>
                    <a:pt x="4156839" y="1480959"/>
                  </a:lnTo>
                  <a:lnTo>
                    <a:pt x="4157489" y="1486872"/>
                  </a:lnTo>
                  <a:lnTo>
                    <a:pt x="4158139" y="1492990"/>
                  </a:lnTo>
                  <a:lnTo>
                    <a:pt x="4158789" y="1499215"/>
                  </a:lnTo>
                  <a:lnTo>
                    <a:pt x="4159439" y="1505527"/>
                  </a:lnTo>
                  <a:lnTo>
                    <a:pt x="4160089" y="1511979"/>
                  </a:lnTo>
                  <a:lnTo>
                    <a:pt x="4160739" y="1518537"/>
                  </a:lnTo>
                  <a:lnTo>
                    <a:pt x="4161389" y="1525250"/>
                  </a:lnTo>
                  <a:lnTo>
                    <a:pt x="4162039" y="1532136"/>
                  </a:lnTo>
                  <a:lnTo>
                    <a:pt x="4162688" y="1539202"/>
                  </a:lnTo>
                  <a:lnTo>
                    <a:pt x="4163338" y="1546447"/>
                  </a:lnTo>
                  <a:lnTo>
                    <a:pt x="4163988" y="1553774"/>
                  </a:lnTo>
                  <a:lnTo>
                    <a:pt x="4164638" y="1561255"/>
                  </a:lnTo>
                  <a:lnTo>
                    <a:pt x="4165288" y="1568966"/>
                  </a:lnTo>
                  <a:lnTo>
                    <a:pt x="4165938" y="1576864"/>
                  </a:lnTo>
                  <a:lnTo>
                    <a:pt x="4166588" y="1584833"/>
                  </a:lnTo>
                  <a:lnTo>
                    <a:pt x="4167238" y="1592779"/>
                  </a:lnTo>
                  <a:lnTo>
                    <a:pt x="4167888" y="1600720"/>
                  </a:lnTo>
                  <a:lnTo>
                    <a:pt x="4168538" y="1608692"/>
                  </a:lnTo>
                  <a:lnTo>
                    <a:pt x="4169188" y="1616595"/>
                  </a:lnTo>
                  <a:lnTo>
                    <a:pt x="4169838" y="1624360"/>
                  </a:lnTo>
                  <a:lnTo>
                    <a:pt x="4170488" y="1632082"/>
                  </a:lnTo>
                  <a:lnTo>
                    <a:pt x="4171138" y="1639887"/>
                  </a:lnTo>
                  <a:lnTo>
                    <a:pt x="4171788" y="1647883"/>
                  </a:lnTo>
                  <a:lnTo>
                    <a:pt x="4172437" y="1656118"/>
                  </a:lnTo>
                  <a:lnTo>
                    <a:pt x="4173087" y="1664619"/>
                  </a:lnTo>
                  <a:lnTo>
                    <a:pt x="4173737" y="1673445"/>
                  </a:lnTo>
                  <a:lnTo>
                    <a:pt x="4174387" y="1682566"/>
                  </a:lnTo>
                  <a:lnTo>
                    <a:pt x="4175037" y="1691989"/>
                  </a:lnTo>
                  <a:lnTo>
                    <a:pt x="4175687" y="1701800"/>
                  </a:lnTo>
                  <a:lnTo>
                    <a:pt x="4176337" y="1712115"/>
                  </a:lnTo>
                  <a:lnTo>
                    <a:pt x="4176987" y="1722928"/>
                  </a:lnTo>
                  <a:lnTo>
                    <a:pt x="4177637" y="1734084"/>
                  </a:lnTo>
                  <a:lnTo>
                    <a:pt x="4178287" y="1745532"/>
                  </a:lnTo>
                  <a:lnTo>
                    <a:pt x="4178937" y="1757275"/>
                  </a:lnTo>
                  <a:lnTo>
                    <a:pt x="4179587" y="1769360"/>
                  </a:lnTo>
                  <a:lnTo>
                    <a:pt x="4180237" y="1781822"/>
                  </a:lnTo>
                  <a:lnTo>
                    <a:pt x="4180887" y="1794628"/>
                  </a:lnTo>
                  <a:lnTo>
                    <a:pt x="4181537" y="1807700"/>
                  </a:lnTo>
                  <a:lnTo>
                    <a:pt x="4182187" y="1820994"/>
                  </a:lnTo>
                  <a:lnTo>
                    <a:pt x="4182836" y="1834569"/>
                  </a:lnTo>
                  <a:lnTo>
                    <a:pt x="4183486" y="1848451"/>
                  </a:lnTo>
                  <a:lnTo>
                    <a:pt x="4184136" y="1862664"/>
                  </a:lnTo>
                  <a:lnTo>
                    <a:pt x="4184786" y="1877350"/>
                  </a:lnTo>
                  <a:lnTo>
                    <a:pt x="4185436" y="1892541"/>
                  </a:lnTo>
                  <a:lnTo>
                    <a:pt x="4186086" y="1908263"/>
                  </a:lnTo>
                  <a:lnTo>
                    <a:pt x="4186736" y="1924555"/>
                  </a:lnTo>
                  <a:lnTo>
                    <a:pt x="4187386" y="1941486"/>
                  </a:lnTo>
                  <a:lnTo>
                    <a:pt x="4188036" y="1959149"/>
                  </a:lnTo>
                  <a:lnTo>
                    <a:pt x="4188686" y="1977614"/>
                  </a:lnTo>
                  <a:lnTo>
                    <a:pt x="4189336" y="1996810"/>
                  </a:lnTo>
                  <a:lnTo>
                    <a:pt x="4189986" y="2016653"/>
                  </a:lnTo>
                  <a:lnTo>
                    <a:pt x="4190636" y="2037049"/>
                  </a:lnTo>
                  <a:lnTo>
                    <a:pt x="4191286" y="2057998"/>
                  </a:lnTo>
                  <a:lnTo>
                    <a:pt x="4191936" y="2079491"/>
                  </a:lnTo>
                  <a:lnTo>
                    <a:pt x="4192585" y="2101466"/>
                  </a:lnTo>
                  <a:lnTo>
                    <a:pt x="4193235" y="2123849"/>
                  </a:lnTo>
                  <a:lnTo>
                    <a:pt x="4193885" y="2146555"/>
                  </a:lnTo>
                  <a:lnTo>
                    <a:pt x="4194535" y="2169422"/>
                  </a:lnTo>
                  <a:lnTo>
                    <a:pt x="4195185" y="2192366"/>
                  </a:lnTo>
                  <a:lnTo>
                    <a:pt x="4195835" y="2215309"/>
                  </a:lnTo>
                  <a:lnTo>
                    <a:pt x="4196485" y="2238258"/>
                  </a:lnTo>
                  <a:lnTo>
                    <a:pt x="4197135" y="2261172"/>
                  </a:lnTo>
                  <a:lnTo>
                    <a:pt x="4197785" y="2283858"/>
                  </a:lnTo>
                  <a:lnTo>
                    <a:pt x="4198435" y="2306208"/>
                  </a:lnTo>
                  <a:lnTo>
                    <a:pt x="4199085" y="2328301"/>
                  </a:lnTo>
                  <a:lnTo>
                    <a:pt x="4199735" y="2350196"/>
                  </a:lnTo>
                  <a:lnTo>
                    <a:pt x="4200385" y="2371978"/>
                  </a:lnTo>
                  <a:lnTo>
                    <a:pt x="4201035" y="2393581"/>
                  </a:lnTo>
                  <a:lnTo>
                    <a:pt x="4201685" y="2415049"/>
                  </a:lnTo>
                  <a:lnTo>
                    <a:pt x="4202334" y="2436454"/>
                  </a:lnTo>
                  <a:lnTo>
                    <a:pt x="4202984" y="2457788"/>
                  </a:lnTo>
                  <a:lnTo>
                    <a:pt x="4203634" y="2479005"/>
                  </a:lnTo>
                  <a:lnTo>
                    <a:pt x="4204284" y="2500055"/>
                  </a:lnTo>
                  <a:lnTo>
                    <a:pt x="4204934" y="2520886"/>
                  </a:lnTo>
                  <a:lnTo>
                    <a:pt x="4205584" y="2541421"/>
                  </a:lnTo>
                  <a:lnTo>
                    <a:pt x="4206234" y="2561578"/>
                  </a:lnTo>
                  <a:lnTo>
                    <a:pt x="4206884" y="2581314"/>
                  </a:lnTo>
                  <a:lnTo>
                    <a:pt x="4207534" y="2600666"/>
                  </a:lnTo>
                  <a:lnTo>
                    <a:pt x="4208184" y="2619651"/>
                  </a:lnTo>
                  <a:lnTo>
                    <a:pt x="4208834" y="2638280"/>
                  </a:lnTo>
                  <a:lnTo>
                    <a:pt x="4209484" y="2656424"/>
                  </a:lnTo>
                  <a:lnTo>
                    <a:pt x="4210134" y="2674058"/>
                  </a:lnTo>
                  <a:lnTo>
                    <a:pt x="4210784" y="2691225"/>
                  </a:lnTo>
                  <a:lnTo>
                    <a:pt x="4211434" y="2707943"/>
                  </a:lnTo>
                  <a:lnTo>
                    <a:pt x="4212084" y="2724204"/>
                  </a:lnTo>
                  <a:lnTo>
                    <a:pt x="4212733" y="2739962"/>
                  </a:lnTo>
                  <a:lnTo>
                    <a:pt x="4213383" y="2755236"/>
                  </a:lnTo>
                  <a:lnTo>
                    <a:pt x="4214033" y="2770055"/>
                  </a:lnTo>
                  <a:lnTo>
                    <a:pt x="4214683" y="2784461"/>
                  </a:lnTo>
                  <a:lnTo>
                    <a:pt x="4215333" y="2798449"/>
                  </a:lnTo>
                  <a:lnTo>
                    <a:pt x="4215983" y="2812018"/>
                  </a:lnTo>
                  <a:lnTo>
                    <a:pt x="4216633" y="2825203"/>
                  </a:lnTo>
                  <a:lnTo>
                    <a:pt x="4217283" y="2837938"/>
                  </a:lnTo>
                  <a:lnTo>
                    <a:pt x="4217933" y="2850152"/>
                  </a:lnTo>
                  <a:lnTo>
                    <a:pt x="4218583" y="2861778"/>
                  </a:lnTo>
                  <a:lnTo>
                    <a:pt x="4219233" y="2872838"/>
                  </a:lnTo>
                  <a:lnTo>
                    <a:pt x="4219883" y="2883376"/>
                  </a:lnTo>
                  <a:lnTo>
                    <a:pt x="4220533" y="2893344"/>
                  </a:lnTo>
                  <a:lnTo>
                    <a:pt x="4221183" y="2902706"/>
                  </a:lnTo>
                  <a:lnTo>
                    <a:pt x="4221833" y="2911437"/>
                  </a:lnTo>
                  <a:lnTo>
                    <a:pt x="4222482" y="2919570"/>
                  </a:lnTo>
                  <a:lnTo>
                    <a:pt x="4223132" y="2927115"/>
                  </a:lnTo>
                  <a:lnTo>
                    <a:pt x="4223782" y="2934082"/>
                  </a:lnTo>
                  <a:lnTo>
                    <a:pt x="4224432" y="2940469"/>
                  </a:lnTo>
                  <a:lnTo>
                    <a:pt x="4225082" y="2946280"/>
                  </a:lnTo>
                  <a:lnTo>
                    <a:pt x="4225732" y="2951568"/>
                  </a:lnTo>
                  <a:lnTo>
                    <a:pt x="4226382" y="2956323"/>
                  </a:lnTo>
                  <a:lnTo>
                    <a:pt x="4227032" y="2960620"/>
                  </a:lnTo>
                  <a:lnTo>
                    <a:pt x="4227682" y="2964494"/>
                  </a:lnTo>
                  <a:lnTo>
                    <a:pt x="4228332" y="2967961"/>
                  </a:lnTo>
                  <a:lnTo>
                    <a:pt x="4228982" y="2971072"/>
                  </a:lnTo>
                  <a:lnTo>
                    <a:pt x="4229632" y="2973826"/>
                  </a:lnTo>
                  <a:lnTo>
                    <a:pt x="4230282" y="2976256"/>
                  </a:lnTo>
                  <a:lnTo>
                    <a:pt x="4230932" y="2978421"/>
                  </a:lnTo>
                  <a:lnTo>
                    <a:pt x="4231582" y="2980346"/>
                  </a:lnTo>
                  <a:lnTo>
                    <a:pt x="4232232" y="2981994"/>
                  </a:lnTo>
                  <a:lnTo>
                    <a:pt x="4232881" y="2983336"/>
                  </a:lnTo>
                  <a:lnTo>
                    <a:pt x="4233531" y="2984398"/>
                  </a:lnTo>
                  <a:lnTo>
                    <a:pt x="4234181" y="2985206"/>
                  </a:lnTo>
                  <a:lnTo>
                    <a:pt x="4234831" y="2985707"/>
                  </a:lnTo>
                  <a:lnTo>
                    <a:pt x="4235481" y="2985878"/>
                  </a:lnTo>
                  <a:lnTo>
                    <a:pt x="4236131" y="2985719"/>
                  </a:lnTo>
                  <a:lnTo>
                    <a:pt x="4236781" y="2985229"/>
                  </a:lnTo>
                  <a:lnTo>
                    <a:pt x="4237431" y="2984410"/>
                  </a:lnTo>
                  <a:lnTo>
                    <a:pt x="4238081" y="2983298"/>
                  </a:lnTo>
                  <a:lnTo>
                    <a:pt x="4238731" y="2981933"/>
                  </a:lnTo>
                  <a:lnTo>
                    <a:pt x="4239381" y="2980364"/>
                  </a:lnTo>
                  <a:lnTo>
                    <a:pt x="4240031" y="2978711"/>
                  </a:lnTo>
                  <a:lnTo>
                    <a:pt x="4240681" y="2976968"/>
                  </a:lnTo>
                  <a:lnTo>
                    <a:pt x="4241331" y="2975083"/>
                  </a:lnTo>
                  <a:lnTo>
                    <a:pt x="4241981" y="2973059"/>
                  </a:lnTo>
                  <a:lnTo>
                    <a:pt x="4242630" y="2971043"/>
                  </a:lnTo>
                  <a:lnTo>
                    <a:pt x="4243280" y="2969079"/>
                  </a:lnTo>
                  <a:lnTo>
                    <a:pt x="4243930" y="2967167"/>
                  </a:lnTo>
                  <a:lnTo>
                    <a:pt x="4244580" y="2965361"/>
                  </a:lnTo>
                  <a:lnTo>
                    <a:pt x="4245230" y="2963685"/>
                  </a:lnTo>
                  <a:lnTo>
                    <a:pt x="4245880" y="2962137"/>
                  </a:lnTo>
                  <a:lnTo>
                    <a:pt x="4246530" y="2960719"/>
                  </a:lnTo>
                  <a:lnTo>
                    <a:pt x="4247180" y="2959391"/>
                  </a:lnTo>
                  <a:lnTo>
                    <a:pt x="4247830" y="2958116"/>
                  </a:lnTo>
                  <a:lnTo>
                    <a:pt x="4248480" y="2956866"/>
                  </a:lnTo>
                  <a:lnTo>
                    <a:pt x="4249130" y="2955580"/>
                  </a:lnTo>
                  <a:lnTo>
                    <a:pt x="4249780" y="2954193"/>
                  </a:lnTo>
                  <a:lnTo>
                    <a:pt x="4250430" y="2952734"/>
                  </a:lnTo>
                  <a:lnTo>
                    <a:pt x="4251080" y="2951204"/>
                  </a:lnTo>
                  <a:lnTo>
                    <a:pt x="4251730" y="2949640"/>
                  </a:lnTo>
                  <a:lnTo>
                    <a:pt x="4252380" y="2947913"/>
                  </a:lnTo>
                  <a:lnTo>
                    <a:pt x="4253029" y="2945966"/>
                  </a:lnTo>
                  <a:lnTo>
                    <a:pt x="4253679" y="2943801"/>
                  </a:lnTo>
                  <a:lnTo>
                    <a:pt x="4254329" y="2941446"/>
                  </a:lnTo>
                  <a:lnTo>
                    <a:pt x="4254979" y="2938902"/>
                  </a:lnTo>
                  <a:lnTo>
                    <a:pt x="4255629" y="2936194"/>
                  </a:lnTo>
                  <a:lnTo>
                    <a:pt x="4256279" y="2933322"/>
                  </a:lnTo>
                  <a:lnTo>
                    <a:pt x="4256929" y="2930332"/>
                  </a:lnTo>
                  <a:lnTo>
                    <a:pt x="4257579" y="2927270"/>
                  </a:lnTo>
                  <a:lnTo>
                    <a:pt x="4258229" y="2924133"/>
                  </a:lnTo>
                  <a:lnTo>
                    <a:pt x="4258879" y="2920944"/>
                  </a:lnTo>
                  <a:lnTo>
                    <a:pt x="4259529" y="2917731"/>
                  </a:lnTo>
                  <a:lnTo>
                    <a:pt x="4260179" y="2914518"/>
                  </a:lnTo>
                  <a:lnTo>
                    <a:pt x="4260829" y="2911362"/>
                  </a:lnTo>
                  <a:lnTo>
                    <a:pt x="4261479" y="2908298"/>
                  </a:lnTo>
                  <a:lnTo>
                    <a:pt x="4262129" y="2905312"/>
                  </a:lnTo>
                  <a:lnTo>
                    <a:pt x="4262778" y="2902392"/>
                  </a:lnTo>
                  <a:lnTo>
                    <a:pt x="4263428" y="2899604"/>
                  </a:lnTo>
                  <a:lnTo>
                    <a:pt x="4264078" y="2896881"/>
                  </a:lnTo>
                  <a:lnTo>
                    <a:pt x="4264728" y="2894195"/>
                  </a:lnTo>
                  <a:lnTo>
                    <a:pt x="4265378" y="2891540"/>
                  </a:lnTo>
                  <a:lnTo>
                    <a:pt x="4266028" y="2888903"/>
                  </a:lnTo>
                  <a:lnTo>
                    <a:pt x="4266678" y="2886207"/>
                  </a:lnTo>
                  <a:lnTo>
                    <a:pt x="4267328" y="2883468"/>
                  </a:lnTo>
                  <a:lnTo>
                    <a:pt x="4267978" y="2880689"/>
                  </a:lnTo>
                  <a:lnTo>
                    <a:pt x="4268628" y="2877855"/>
                  </a:lnTo>
                  <a:lnTo>
                    <a:pt x="4269278" y="2874909"/>
                  </a:lnTo>
                  <a:lnTo>
                    <a:pt x="4269928" y="2871807"/>
                  </a:lnTo>
                  <a:lnTo>
                    <a:pt x="4270578" y="2868456"/>
                  </a:lnTo>
                  <a:lnTo>
                    <a:pt x="4271228" y="2864810"/>
                  </a:lnTo>
                  <a:lnTo>
                    <a:pt x="4271878" y="2860863"/>
                  </a:lnTo>
                  <a:lnTo>
                    <a:pt x="4272528" y="2856494"/>
                  </a:lnTo>
                  <a:lnTo>
                    <a:pt x="4273177" y="2851558"/>
                  </a:lnTo>
                  <a:lnTo>
                    <a:pt x="4273827" y="2846068"/>
                  </a:lnTo>
                  <a:lnTo>
                    <a:pt x="4274477" y="2840137"/>
                  </a:lnTo>
                  <a:lnTo>
                    <a:pt x="4275127" y="2833719"/>
                  </a:lnTo>
                  <a:lnTo>
                    <a:pt x="4275777" y="2826726"/>
                  </a:lnTo>
                  <a:lnTo>
                    <a:pt x="4276427" y="2819159"/>
                  </a:lnTo>
                  <a:lnTo>
                    <a:pt x="4277077" y="2810977"/>
                  </a:lnTo>
                  <a:lnTo>
                    <a:pt x="4277727" y="2802133"/>
                  </a:lnTo>
                  <a:lnTo>
                    <a:pt x="4278377" y="2792637"/>
                  </a:lnTo>
                  <a:lnTo>
                    <a:pt x="4279027" y="2782507"/>
                  </a:lnTo>
                  <a:lnTo>
                    <a:pt x="4279677" y="2771802"/>
                  </a:lnTo>
                  <a:lnTo>
                    <a:pt x="4280327" y="2760698"/>
                  </a:lnTo>
                  <a:lnTo>
                    <a:pt x="4280977" y="2749252"/>
                  </a:lnTo>
                  <a:lnTo>
                    <a:pt x="4281627" y="2737493"/>
                  </a:lnTo>
                  <a:lnTo>
                    <a:pt x="4282277" y="2725511"/>
                  </a:lnTo>
                  <a:lnTo>
                    <a:pt x="4282926" y="2713435"/>
                  </a:lnTo>
                  <a:lnTo>
                    <a:pt x="4283576" y="2701287"/>
                  </a:lnTo>
                  <a:lnTo>
                    <a:pt x="4284226" y="2688956"/>
                  </a:lnTo>
                  <a:lnTo>
                    <a:pt x="4284876" y="2676471"/>
                  </a:lnTo>
                  <a:lnTo>
                    <a:pt x="4285526" y="2663966"/>
                  </a:lnTo>
                  <a:lnTo>
                    <a:pt x="4286176" y="2651482"/>
                  </a:lnTo>
                  <a:lnTo>
                    <a:pt x="4286826" y="2639052"/>
                  </a:lnTo>
                  <a:lnTo>
                    <a:pt x="4287476" y="2626655"/>
                  </a:lnTo>
                  <a:lnTo>
                    <a:pt x="4288126" y="2614230"/>
                  </a:lnTo>
                  <a:lnTo>
                    <a:pt x="4288776" y="2601791"/>
                  </a:lnTo>
                  <a:lnTo>
                    <a:pt x="4289426" y="2589288"/>
                  </a:lnTo>
                  <a:lnTo>
                    <a:pt x="4290076" y="2576625"/>
                  </a:lnTo>
                  <a:lnTo>
                    <a:pt x="4290726" y="2563739"/>
                  </a:lnTo>
                  <a:lnTo>
                    <a:pt x="4291376" y="2550599"/>
                  </a:lnTo>
                  <a:lnTo>
                    <a:pt x="4292026" y="2537170"/>
                  </a:lnTo>
                  <a:lnTo>
                    <a:pt x="4292676" y="2523450"/>
                  </a:lnTo>
                  <a:lnTo>
                    <a:pt x="4293325" y="2509322"/>
                  </a:lnTo>
                  <a:lnTo>
                    <a:pt x="4293975" y="2494729"/>
                  </a:lnTo>
                  <a:lnTo>
                    <a:pt x="4294625" y="2479665"/>
                  </a:lnTo>
                  <a:lnTo>
                    <a:pt x="4295275" y="2464171"/>
                  </a:lnTo>
                  <a:lnTo>
                    <a:pt x="4295925" y="2448256"/>
                  </a:lnTo>
                  <a:lnTo>
                    <a:pt x="4296575" y="2432008"/>
                  </a:lnTo>
                  <a:lnTo>
                    <a:pt x="4297225" y="2415506"/>
                  </a:lnTo>
                  <a:lnTo>
                    <a:pt x="4297875" y="2398798"/>
                  </a:lnTo>
                  <a:lnTo>
                    <a:pt x="4298525" y="2381883"/>
                  </a:lnTo>
                  <a:lnTo>
                    <a:pt x="4299175" y="2364807"/>
                  </a:lnTo>
                  <a:lnTo>
                    <a:pt x="4299825" y="2347644"/>
                  </a:lnTo>
                  <a:lnTo>
                    <a:pt x="4300475" y="2330461"/>
                  </a:lnTo>
                  <a:lnTo>
                    <a:pt x="4301125" y="2313347"/>
                  </a:lnTo>
                  <a:lnTo>
                    <a:pt x="4301775" y="2296395"/>
                  </a:lnTo>
                  <a:lnTo>
                    <a:pt x="4302425" y="2279676"/>
                  </a:lnTo>
                  <a:lnTo>
                    <a:pt x="4303074" y="2263386"/>
                  </a:lnTo>
                  <a:lnTo>
                    <a:pt x="4303724" y="2247681"/>
                  </a:lnTo>
                  <a:lnTo>
                    <a:pt x="4304374" y="2232617"/>
                  </a:lnTo>
                  <a:lnTo>
                    <a:pt x="4305024" y="2218199"/>
                  </a:lnTo>
                  <a:lnTo>
                    <a:pt x="4305674" y="2204544"/>
                  </a:lnTo>
                  <a:lnTo>
                    <a:pt x="4306324" y="2191687"/>
                  </a:lnTo>
                  <a:lnTo>
                    <a:pt x="4306974" y="2179624"/>
                  </a:lnTo>
                  <a:lnTo>
                    <a:pt x="4307624" y="2168318"/>
                  </a:lnTo>
                  <a:lnTo>
                    <a:pt x="4308274" y="2157866"/>
                  </a:lnTo>
                  <a:lnTo>
                    <a:pt x="4308924" y="2148310"/>
                  </a:lnTo>
                  <a:lnTo>
                    <a:pt x="4309574" y="2139661"/>
                  </a:lnTo>
                  <a:lnTo>
                    <a:pt x="4310224" y="2131965"/>
                  </a:lnTo>
                  <a:lnTo>
                    <a:pt x="4310874" y="2125184"/>
                  </a:lnTo>
                  <a:lnTo>
                    <a:pt x="4311524" y="2119263"/>
                  </a:lnTo>
                  <a:lnTo>
                    <a:pt x="4312174" y="2114164"/>
                  </a:lnTo>
                  <a:lnTo>
                    <a:pt x="4312824" y="2109677"/>
                  </a:lnTo>
                  <a:lnTo>
                    <a:pt x="4313473" y="2105670"/>
                  </a:lnTo>
                  <a:lnTo>
                    <a:pt x="4314123" y="2102136"/>
                  </a:lnTo>
                  <a:lnTo>
                    <a:pt x="4314773" y="2099062"/>
                  </a:lnTo>
                  <a:lnTo>
                    <a:pt x="4315423" y="2096315"/>
                  </a:lnTo>
                  <a:lnTo>
                    <a:pt x="4316073" y="2093795"/>
                  </a:lnTo>
                  <a:lnTo>
                    <a:pt x="4316723" y="2091507"/>
                  </a:lnTo>
                  <a:lnTo>
                    <a:pt x="4317373" y="2089535"/>
                  </a:lnTo>
                  <a:lnTo>
                    <a:pt x="4318023" y="2087763"/>
                  </a:lnTo>
                  <a:lnTo>
                    <a:pt x="4318673" y="2086067"/>
                  </a:lnTo>
                  <a:lnTo>
                    <a:pt x="4319323" y="2084340"/>
                  </a:lnTo>
                  <a:lnTo>
                    <a:pt x="4319973" y="2082542"/>
                  </a:lnTo>
                  <a:lnTo>
                    <a:pt x="4320623" y="2080774"/>
                  </a:lnTo>
                  <a:lnTo>
                    <a:pt x="4321273" y="2079098"/>
                  </a:lnTo>
                  <a:lnTo>
                    <a:pt x="4321923" y="2077573"/>
                  </a:lnTo>
                  <a:lnTo>
                    <a:pt x="4322573" y="2076327"/>
                  </a:lnTo>
                  <a:lnTo>
                    <a:pt x="4323222" y="2075439"/>
                  </a:lnTo>
                  <a:lnTo>
                    <a:pt x="4323872" y="2074958"/>
                  </a:lnTo>
                  <a:lnTo>
                    <a:pt x="4324522" y="2074947"/>
                  </a:lnTo>
                  <a:lnTo>
                    <a:pt x="4325172" y="2075459"/>
                  </a:lnTo>
                  <a:lnTo>
                    <a:pt x="4325822" y="2076587"/>
                  </a:lnTo>
                  <a:lnTo>
                    <a:pt x="4326472" y="2078445"/>
                  </a:lnTo>
                  <a:lnTo>
                    <a:pt x="4327122" y="2081077"/>
                  </a:lnTo>
                  <a:lnTo>
                    <a:pt x="4327772" y="2084537"/>
                  </a:lnTo>
                  <a:lnTo>
                    <a:pt x="4328422" y="2088823"/>
                  </a:lnTo>
                  <a:lnTo>
                    <a:pt x="4329072" y="2093940"/>
                  </a:lnTo>
                  <a:lnTo>
                    <a:pt x="4329722" y="2099839"/>
                  </a:lnTo>
                  <a:lnTo>
                    <a:pt x="4330372" y="2106510"/>
                  </a:lnTo>
                  <a:lnTo>
                    <a:pt x="4331022" y="2113948"/>
                  </a:lnTo>
                  <a:lnTo>
                    <a:pt x="4331672" y="2122170"/>
                  </a:lnTo>
                  <a:lnTo>
                    <a:pt x="4332322" y="2131158"/>
                  </a:lnTo>
                  <a:lnTo>
                    <a:pt x="4332972" y="2140880"/>
                  </a:lnTo>
                  <a:lnTo>
                    <a:pt x="4333621" y="2151254"/>
                  </a:lnTo>
                  <a:lnTo>
                    <a:pt x="4334271" y="2162300"/>
                  </a:lnTo>
                  <a:lnTo>
                    <a:pt x="4334921" y="2174018"/>
                  </a:lnTo>
                  <a:lnTo>
                    <a:pt x="4335571" y="2186349"/>
                  </a:lnTo>
                  <a:lnTo>
                    <a:pt x="4336221" y="2199123"/>
                  </a:lnTo>
                  <a:lnTo>
                    <a:pt x="4336871" y="2212275"/>
                  </a:lnTo>
                  <a:lnTo>
                    <a:pt x="4337521" y="2225809"/>
                  </a:lnTo>
                  <a:lnTo>
                    <a:pt x="4338171" y="2239736"/>
                  </a:lnTo>
                  <a:lnTo>
                    <a:pt x="4338821" y="2254028"/>
                  </a:lnTo>
                  <a:lnTo>
                    <a:pt x="4339471" y="2268691"/>
                  </a:lnTo>
                  <a:lnTo>
                    <a:pt x="4340121" y="2283674"/>
                  </a:lnTo>
                  <a:lnTo>
                    <a:pt x="4340771" y="2298913"/>
                  </a:lnTo>
                  <a:lnTo>
                    <a:pt x="4341421" y="2314344"/>
                  </a:lnTo>
                  <a:lnTo>
                    <a:pt x="4342071" y="2329965"/>
                  </a:lnTo>
                  <a:lnTo>
                    <a:pt x="4342721" y="2345737"/>
                  </a:lnTo>
                  <a:lnTo>
                    <a:pt x="4343370" y="2361646"/>
                  </a:lnTo>
                  <a:lnTo>
                    <a:pt x="4344020" y="2377559"/>
                  </a:lnTo>
                  <a:lnTo>
                    <a:pt x="4344670" y="2393482"/>
                  </a:lnTo>
                  <a:lnTo>
                    <a:pt x="4345320" y="2409423"/>
                  </a:lnTo>
                  <a:lnTo>
                    <a:pt x="4345970" y="2425473"/>
                  </a:lnTo>
                  <a:lnTo>
                    <a:pt x="4346620" y="2441569"/>
                  </a:lnTo>
                  <a:lnTo>
                    <a:pt x="4347270" y="2457653"/>
                  </a:lnTo>
                  <a:lnTo>
                    <a:pt x="4347920" y="2473712"/>
                  </a:lnTo>
                  <a:lnTo>
                    <a:pt x="4348570" y="2489803"/>
                  </a:lnTo>
                  <a:lnTo>
                    <a:pt x="4349220" y="2505895"/>
                  </a:lnTo>
                  <a:lnTo>
                    <a:pt x="4349870" y="2521899"/>
                  </a:lnTo>
                  <a:lnTo>
                    <a:pt x="4350520" y="2537854"/>
                  </a:lnTo>
                  <a:lnTo>
                    <a:pt x="4351170" y="2553811"/>
                  </a:lnTo>
                  <a:lnTo>
                    <a:pt x="4351820" y="2569752"/>
                  </a:lnTo>
                  <a:lnTo>
                    <a:pt x="4352470" y="2585743"/>
                  </a:lnTo>
                  <a:lnTo>
                    <a:pt x="4353119" y="2601748"/>
                  </a:lnTo>
                  <a:lnTo>
                    <a:pt x="4353769" y="2617736"/>
                  </a:lnTo>
                  <a:lnTo>
                    <a:pt x="4354419" y="2633640"/>
                  </a:lnTo>
                  <a:lnTo>
                    <a:pt x="4355069" y="2649346"/>
                  </a:lnTo>
                  <a:lnTo>
                    <a:pt x="4355719" y="2664796"/>
                  </a:lnTo>
                  <a:lnTo>
                    <a:pt x="4356369" y="2680031"/>
                  </a:lnTo>
                  <a:lnTo>
                    <a:pt x="4357019" y="2694997"/>
                  </a:lnTo>
                  <a:lnTo>
                    <a:pt x="4357669" y="2709622"/>
                  </a:lnTo>
                  <a:lnTo>
                    <a:pt x="4358319" y="2723866"/>
                  </a:lnTo>
                  <a:lnTo>
                    <a:pt x="4358969" y="2737662"/>
                  </a:lnTo>
                  <a:lnTo>
                    <a:pt x="4359619" y="2751026"/>
                  </a:lnTo>
                  <a:lnTo>
                    <a:pt x="4360269" y="2763920"/>
                  </a:lnTo>
                  <a:lnTo>
                    <a:pt x="4360919" y="2776289"/>
                  </a:lnTo>
                  <a:lnTo>
                    <a:pt x="4361569" y="2788184"/>
                  </a:lnTo>
                  <a:lnTo>
                    <a:pt x="4362219" y="2799606"/>
                  </a:lnTo>
                  <a:lnTo>
                    <a:pt x="4362869" y="2810519"/>
                  </a:lnTo>
                  <a:lnTo>
                    <a:pt x="4363518" y="2820936"/>
                  </a:lnTo>
                  <a:lnTo>
                    <a:pt x="4364168" y="2830821"/>
                  </a:lnTo>
                  <a:lnTo>
                    <a:pt x="4364818" y="2840093"/>
                  </a:lnTo>
                  <a:lnTo>
                    <a:pt x="4365468" y="2848724"/>
                  </a:lnTo>
                  <a:lnTo>
                    <a:pt x="4366118" y="2856722"/>
                  </a:lnTo>
                  <a:lnTo>
                    <a:pt x="4366768" y="2864024"/>
                  </a:lnTo>
                  <a:lnTo>
                    <a:pt x="4367418" y="2870546"/>
                  </a:lnTo>
                  <a:lnTo>
                    <a:pt x="4368068" y="2876219"/>
                  </a:lnTo>
                  <a:lnTo>
                    <a:pt x="4368718" y="2881088"/>
                  </a:lnTo>
                  <a:lnTo>
                    <a:pt x="4369368" y="2885223"/>
                  </a:lnTo>
                  <a:lnTo>
                    <a:pt x="4370018" y="2888652"/>
                  </a:lnTo>
                  <a:lnTo>
                    <a:pt x="4370668" y="2891283"/>
                  </a:lnTo>
                  <a:lnTo>
                    <a:pt x="4371318" y="2893048"/>
                  </a:lnTo>
                  <a:lnTo>
                    <a:pt x="4371968" y="2893875"/>
                  </a:lnTo>
                  <a:lnTo>
                    <a:pt x="4372618" y="2893755"/>
                  </a:lnTo>
                  <a:lnTo>
                    <a:pt x="4373267" y="2892701"/>
                  </a:lnTo>
                  <a:lnTo>
                    <a:pt x="4373917" y="2890715"/>
                  </a:lnTo>
                  <a:lnTo>
                    <a:pt x="4374567" y="2887753"/>
                  </a:lnTo>
                  <a:lnTo>
                    <a:pt x="4375217" y="2883822"/>
                  </a:lnTo>
                  <a:lnTo>
                    <a:pt x="4375867" y="2878951"/>
                  </a:lnTo>
                  <a:lnTo>
                    <a:pt x="4376517" y="2873248"/>
                  </a:lnTo>
                  <a:lnTo>
                    <a:pt x="4377167" y="2866859"/>
                  </a:lnTo>
                  <a:lnTo>
                    <a:pt x="4377817" y="2859819"/>
                  </a:lnTo>
                  <a:lnTo>
                    <a:pt x="4378467" y="2852180"/>
                  </a:lnTo>
                  <a:lnTo>
                    <a:pt x="4379117" y="2844042"/>
                  </a:lnTo>
                  <a:lnTo>
                    <a:pt x="4379767" y="2835467"/>
                  </a:lnTo>
                  <a:lnTo>
                    <a:pt x="4380417" y="2826528"/>
                  </a:lnTo>
                  <a:lnTo>
                    <a:pt x="4381067" y="2817262"/>
                  </a:lnTo>
                  <a:lnTo>
                    <a:pt x="4381717" y="2807765"/>
                  </a:lnTo>
                  <a:lnTo>
                    <a:pt x="4382367" y="2798167"/>
                  </a:lnTo>
                  <a:lnTo>
                    <a:pt x="4383017" y="2788560"/>
                  </a:lnTo>
                  <a:lnTo>
                    <a:pt x="4383666" y="2778974"/>
                  </a:lnTo>
                  <a:lnTo>
                    <a:pt x="4384316" y="2769501"/>
                  </a:lnTo>
                  <a:lnTo>
                    <a:pt x="4384966" y="2760199"/>
                  </a:lnTo>
                  <a:lnTo>
                    <a:pt x="4385616" y="2751066"/>
                  </a:lnTo>
                  <a:lnTo>
                    <a:pt x="4386266" y="2742123"/>
                  </a:lnTo>
                  <a:lnTo>
                    <a:pt x="4386916" y="2733341"/>
                  </a:lnTo>
                  <a:lnTo>
                    <a:pt x="4387566" y="2724822"/>
                  </a:lnTo>
                  <a:lnTo>
                    <a:pt x="4388216" y="2716582"/>
                  </a:lnTo>
                  <a:lnTo>
                    <a:pt x="4388866" y="2708520"/>
                  </a:lnTo>
                  <a:lnTo>
                    <a:pt x="4389516" y="2700538"/>
                  </a:lnTo>
                  <a:lnTo>
                    <a:pt x="4390166" y="2692606"/>
                  </a:lnTo>
                  <a:lnTo>
                    <a:pt x="4390816" y="2684786"/>
                  </a:lnTo>
                  <a:lnTo>
                    <a:pt x="4391466" y="2677088"/>
                  </a:lnTo>
                  <a:lnTo>
                    <a:pt x="4392116" y="2669424"/>
                  </a:lnTo>
                  <a:lnTo>
                    <a:pt x="4392766" y="2661775"/>
                  </a:lnTo>
                  <a:lnTo>
                    <a:pt x="4393415" y="2654162"/>
                  </a:lnTo>
                  <a:lnTo>
                    <a:pt x="4394065" y="2646552"/>
                  </a:lnTo>
                  <a:lnTo>
                    <a:pt x="4394715" y="2638869"/>
                  </a:lnTo>
                  <a:lnTo>
                    <a:pt x="4395365" y="2631096"/>
                  </a:lnTo>
                  <a:lnTo>
                    <a:pt x="4396015" y="2623183"/>
                  </a:lnTo>
                  <a:lnTo>
                    <a:pt x="4396665" y="2615158"/>
                  </a:lnTo>
                  <a:lnTo>
                    <a:pt x="4397315" y="2607107"/>
                  </a:lnTo>
                  <a:lnTo>
                    <a:pt x="4397965" y="2599108"/>
                  </a:lnTo>
                  <a:lnTo>
                    <a:pt x="4398615" y="2591187"/>
                  </a:lnTo>
                  <a:lnTo>
                    <a:pt x="4399265" y="2583410"/>
                  </a:lnTo>
                  <a:lnTo>
                    <a:pt x="4399915" y="2575904"/>
                  </a:lnTo>
                  <a:lnTo>
                    <a:pt x="4400565" y="2568668"/>
                  </a:lnTo>
                  <a:lnTo>
                    <a:pt x="4401215" y="2561716"/>
                  </a:lnTo>
                  <a:lnTo>
                    <a:pt x="4401865" y="2554994"/>
                  </a:lnTo>
                  <a:lnTo>
                    <a:pt x="4402515" y="2548428"/>
                  </a:lnTo>
                  <a:lnTo>
                    <a:pt x="4403165" y="2542067"/>
                  </a:lnTo>
                  <a:lnTo>
                    <a:pt x="4403814" y="2536047"/>
                  </a:lnTo>
                  <a:lnTo>
                    <a:pt x="4404464" y="2530482"/>
                  </a:lnTo>
                  <a:lnTo>
                    <a:pt x="4405114" y="2525484"/>
                  </a:lnTo>
                  <a:lnTo>
                    <a:pt x="4405764" y="2521169"/>
                  </a:lnTo>
                  <a:lnTo>
                    <a:pt x="4406414" y="2517554"/>
                  </a:lnTo>
                  <a:lnTo>
                    <a:pt x="4407064" y="2514587"/>
                  </a:lnTo>
                  <a:lnTo>
                    <a:pt x="4407714" y="2512276"/>
                  </a:lnTo>
                  <a:lnTo>
                    <a:pt x="4408364" y="2510624"/>
                  </a:lnTo>
                  <a:lnTo>
                    <a:pt x="4409014" y="2509695"/>
                  </a:lnTo>
                  <a:lnTo>
                    <a:pt x="4409664" y="2509453"/>
                  </a:lnTo>
                  <a:lnTo>
                    <a:pt x="4410314" y="2509958"/>
                  </a:lnTo>
                  <a:lnTo>
                    <a:pt x="4410964" y="2511195"/>
                  </a:lnTo>
                  <a:lnTo>
                    <a:pt x="4411614" y="2513104"/>
                  </a:lnTo>
                  <a:lnTo>
                    <a:pt x="4412264" y="2515587"/>
                  </a:lnTo>
                  <a:lnTo>
                    <a:pt x="4412914" y="2518616"/>
                  </a:lnTo>
                  <a:lnTo>
                    <a:pt x="4413563" y="2522174"/>
                  </a:lnTo>
                  <a:lnTo>
                    <a:pt x="4414213" y="2526202"/>
                  </a:lnTo>
                  <a:lnTo>
                    <a:pt x="4414863" y="2530591"/>
                  </a:lnTo>
                  <a:lnTo>
                    <a:pt x="4415513" y="2535209"/>
                  </a:lnTo>
                  <a:lnTo>
                    <a:pt x="4416163" y="2540027"/>
                  </a:lnTo>
                  <a:lnTo>
                    <a:pt x="4416813" y="2545081"/>
                  </a:lnTo>
                  <a:lnTo>
                    <a:pt x="4417463" y="2550321"/>
                  </a:lnTo>
                  <a:lnTo>
                    <a:pt x="4418113" y="2555747"/>
                  </a:lnTo>
                  <a:lnTo>
                    <a:pt x="4418763" y="2561313"/>
                  </a:lnTo>
                  <a:lnTo>
                    <a:pt x="4419413" y="2566992"/>
                  </a:lnTo>
                  <a:lnTo>
                    <a:pt x="4420063" y="2572673"/>
                  </a:lnTo>
                  <a:lnTo>
                    <a:pt x="4420713" y="2578322"/>
                  </a:lnTo>
                  <a:lnTo>
                    <a:pt x="4421363" y="2584005"/>
                  </a:lnTo>
                  <a:lnTo>
                    <a:pt x="4422013" y="2589900"/>
                  </a:lnTo>
                  <a:lnTo>
                    <a:pt x="4422663" y="2596090"/>
                  </a:lnTo>
                  <a:lnTo>
                    <a:pt x="4423313" y="2602611"/>
                  </a:lnTo>
                  <a:lnTo>
                    <a:pt x="4423962" y="2609402"/>
                  </a:lnTo>
                  <a:lnTo>
                    <a:pt x="4424612" y="2616476"/>
                  </a:lnTo>
                  <a:lnTo>
                    <a:pt x="4425262" y="2623895"/>
                  </a:lnTo>
                  <a:lnTo>
                    <a:pt x="4425912" y="2631642"/>
                  </a:lnTo>
                  <a:lnTo>
                    <a:pt x="4426562" y="2639678"/>
                  </a:lnTo>
                  <a:lnTo>
                    <a:pt x="4427212" y="2648037"/>
                  </a:lnTo>
                  <a:lnTo>
                    <a:pt x="4427862" y="2656704"/>
                  </a:lnTo>
                  <a:lnTo>
                    <a:pt x="4428512" y="2665747"/>
                  </a:lnTo>
                  <a:lnTo>
                    <a:pt x="4429162" y="2675187"/>
                  </a:lnTo>
                  <a:lnTo>
                    <a:pt x="4429812" y="2685000"/>
                  </a:lnTo>
                  <a:lnTo>
                    <a:pt x="4430462" y="2695121"/>
                  </a:lnTo>
                  <a:lnTo>
                    <a:pt x="4431112" y="2705497"/>
                  </a:lnTo>
                  <a:lnTo>
                    <a:pt x="4431762" y="2716055"/>
                  </a:lnTo>
                  <a:lnTo>
                    <a:pt x="4432412" y="2726663"/>
                  </a:lnTo>
                  <a:lnTo>
                    <a:pt x="4433062" y="2737286"/>
                  </a:lnTo>
                  <a:lnTo>
                    <a:pt x="4433711" y="2747948"/>
                  </a:lnTo>
                  <a:lnTo>
                    <a:pt x="4434361" y="2758650"/>
                  </a:lnTo>
                  <a:lnTo>
                    <a:pt x="4435011" y="2769444"/>
                  </a:lnTo>
                  <a:lnTo>
                    <a:pt x="4435661" y="2780354"/>
                  </a:lnTo>
                  <a:lnTo>
                    <a:pt x="4436311" y="2791306"/>
                  </a:lnTo>
                  <a:lnTo>
                    <a:pt x="4436961" y="2802238"/>
                  </a:lnTo>
                  <a:lnTo>
                    <a:pt x="4437611" y="2813082"/>
                  </a:lnTo>
                  <a:lnTo>
                    <a:pt x="4438261" y="2823705"/>
                  </a:lnTo>
                  <a:lnTo>
                    <a:pt x="4438911" y="2834035"/>
                  </a:lnTo>
                  <a:lnTo>
                    <a:pt x="4439561" y="2844148"/>
                  </a:lnTo>
                  <a:lnTo>
                    <a:pt x="4440211" y="2854121"/>
                  </a:lnTo>
                  <a:lnTo>
                    <a:pt x="4440861" y="2863978"/>
                  </a:lnTo>
                  <a:lnTo>
                    <a:pt x="4441511" y="2873713"/>
                  </a:lnTo>
                  <a:lnTo>
                    <a:pt x="4442161" y="2883233"/>
                  </a:lnTo>
                  <a:lnTo>
                    <a:pt x="4442811" y="2892474"/>
                  </a:lnTo>
                  <a:lnTo>
                    <a:pt x="4443461" y="2901388"/>
                  </a:lnTo>
                  <a:lnTo>
                    <a:pt x="4444110" y="2909997"/>
                  </a:lnTo>
                  <a:lnTo>
                    <a:pt x="4444760" y="2918376"/>
                  </a:lnTo>
                  <a:lnTo>
                    <a:pt x="4445410" y="2926577"/>
                  </a:lnTo>
                  <a:lnTo>
                    <a:pt x="4446060" y="2934601"/>
                  </a:lnTo>
                  <a:lnTo>
                    <a:pt x="4446710" y="2942437"/>
                  </a:lnTo>
                  <a:lnTo>
                    <a:pt x="4447360" y="2950126"/>
                  </a:lnTo>
                  <a:lnTo>
                    <a:pt x="4448010" y="2957709"/>
                  </a:lnTo>
                  <a:lnTo>
                    <a:pt x="4448660" y="2965215"/>
                  </a:lnTo>
                  <a:lnTo>
                    <a:pt x="4449310" y="2972579"/>
                  </a:lnTo>
                  <a:lnTo>
                    <a:pt x="4449960" y="2979724"/>
                  </a:lnTo>
                  <a:lnTo>
                    <a:pt x="4450610" y="2986639"/>
                  </a:lnTo>
                  <a:lnTo>
                    <a:pt x="4451260" y="2993304"/>
                  </a:lnTo>
                  <a:lnTo>
                    <a:pt x="4451910" y="2999766"/>
                  </a:lnTo>
                  <a:lnTo>
                    <a:pt x="4452560" y="3006075"/>
                  </a:lnTo>
                  <a:lnTo>
                    <a:pt x="4453210" y="3012290"/>
                  </a:lnTo>
                  <a:lnTo>
                    <a:pt x="4453210" y="3012293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451318" y="506180"/>
              <a:ext cx="1386048" cy="2756296"/>
            </a:xfrm>
            <a:custGeom>
              <a:avLst/>
              <a:pathLst>
                <a:path w="1386048" h="2756296">
                  <a:moveTo>
                    <a:pt x="0" y="2756296"/>
                  </a:moveTo>
                  <a:lnTo>
                    <a:pt x="427" y="2752427"/>
                  </a:lnTo>
                  <a:lnTo>
                    <a:pt x="1077" y="2746400"/>
                  </a:lnTo>
                  <a:lnTo>
                    <a:pt x="1727" y="2740304"/>
                  </a:lnTo>
                  <a:lnTo>
                    <a:pt x="2377" y="2734151"/>
                  </a:lnTo>
                  <a:lnTo>
                    <a:pt x="3027" y="2727917"/>
                  </a:lnTo>
                  <a:lnTo>
                    <a:pt x="3677" y="2721551"/>
                  </a:lnTo>
                  <a:lnTo>
                    <a:pt x="4327" y="2715051"/>
                  </a:lnTo>
                  <a:lnTo>
                    <a:pt x="4977" y="2708446"/>
                  </a:lnTo>
                  <a:lnTo>
                    <a:pt x="5627" y="2701736"/>
                  </a:lnTo>
                  <a:lnTo>
                    <a:pt x="6277" y="2694921"/>
                  </a:lnTo>
                  <a:lnTo>
                    <a:pt x="6927" y="2688000"/>
                  </a:lnTo>
                  <a:lnTo>
                    <a:pt x="7577" y="2680975"/>
                  </a:lnTo>
                  <a:lnTo>
                    <a:pt x="8227" y="2673909"/>
                  </a:lnTo>
                  <a:lnTo>
                    <a:pt x="8877" y="2666814"/>
                  </a:lnTo>
                  <a:lnTo>
                    <a:pt x="9527" y="2659688"/>
                  </a:lnTo>
                  <a:lnTo>
                    <a:pt x="10177" y="2652558"/>
                  </a:lnTo>
                  <a:lnTo>
                    <a:pt x="10826" y="2645419"/>
                  </a:lnTo>
                  <a:lnTo>
                    <a:pt x="11476" y="2638272"/>
                  </a:lnTo>
                  <a:lnTo>
                    <a:pt x="12126" y="2631093"/>
                  </a:lnTo>
                  <a:lnTo>
                    <a:pt x="12776" y="2623848"/>
                  </a:lnTo>
                  <a:lnTo>
                    <a:pt x="13426" y="2616583"/>
                  </a:lnTo>
                  <a:lnTo>
                    <a:pt x="14076" y="2609316"/>
                  </a:lnTo>
                  <a:lnTo>
                    <a:pt x="14726" y="2602065"/>
                  </a:lnTo>
                  <a:lnTo>
                    <a:pt x="15376" y="2594871"/>
                  </a:lnTo>
                  <a:lnTo>
                    <a:pt x="16026" y="2587833"/>
                  </a:lnTo>
                  <a:lnTo>
                    <a:pt x="16676" y="2581001"/>
                  </a:lnTo>
                  <a:lnTo>
                    <a:pt x="17326" y="2574433"/>
                  </a:lnTo>
                  <a:lnTo>
                    <a:pt x="17976" y="2568114"/>
                  </a:lnTo>
                  <a:lnTo>
                    <a:pt x="18626" y="2562038"/>
                  </a:lnTo>
                  <a:lnTo>
                    <a:pt x="19276" y="2556157"/>
                  </a:lnTo>
                  <a:lnTo>
                    <a:pt x="19926" y="2550504"/>
                  </a:lnTo>
                  <a:lnTo>
                    <a:pt x="20575" y="2545153"/>
                  </a:lnTo>
                  <a:lnTo>
                    <a:pt x="21225" y="2540246"/>
                  </a:lnTo>
                  <a:lnTo>
                    <a:pt x="21875" y="2535870"/>
                  </a:lnTo>
                  <a:lnTo>
                    <a:pt x="22525" y="2532022"/>
                  </a:lnTo>
                  <a:lnTo>
                    <a:pt x="23175" y="2528714"/>
                  </a:lnTo>
                  <a:lnTo>
                    <a:pt x="23825" y="2525968"/>
                  </a:lnTo>
                  <a:lnTo>
                    <a:pt x="24475" y="2523835"/>
                  </a:lnTo>
                  <a:lnTo>
                    <a:pt x="25125" y="2522355"/>
                  </a:lnTo>
                  <a:lnTo>
                    <a:pt x="25775" y="2521506"/>
                  </a:lnTo>
                  <a:lnTo>
                    <a:pt x="26425" y="2521258"/>
                  </a:lnTo>
                  <a:lnTo>
                    <a:pt x="27075" y="2521548"/>
                  </a:lnTo>
                  <a:lnTo>
                    <a:pt x="27725" y="2522401"/>
                  </a:lnTo>
                  <a:lnTo>
                    <a:pt x="28375" y="2523825"/>
                  </a:lnTo>
                  <a:lnTo>
                    <a:pt x="29025" y="2525843"/>
                  </a:lnTo>
                  <a:lnTo>
                    <a:pt x="29675" y="2528441"/>
                  </a:lnTo>
                  <a:lnTo>
                    <a:pt x="30324" y="2531544"/>
                  </a:lnTo>
                  <a:lnTo>
                    <a:pt x="30974" y="2534977"/>
                  </a:lnTo>
                  <a:lnTo>
                    <a:pt x="31624" y="2538579"/>
                  </a:lnTo>
                  <a:lnTo>
                    <a:pt x="32274" y="2542329"/>
                  </a:lnTo>
                  <a:lnTo>
                    <a:pt x="32924" y="2546257"/>
                  </a:lnTo>
                  <a:lnTo>
                    <a:pt x="33574" y="2550361"/>
                  </a:lnTo>
                  <a:lnTo>
                    <a:pt x="34224" y="2554563"/>
                  </a:lnTo>
                  <a:lnTo>
                    <a:pt x="34874" y="2558774"/>
                  </a:lnTo>
                  <a:lnTo>
                    <a:pt x="35524" y="2562986"/>
                  </a:lnTo>
                  <a:lnTo>
                    <a:pt x="36174" y="2567197"/>
                  </a:lnTo>
                  <a:lnTo>
                    <a:pt x="36824" y="2571409"/>
                  </a:lnTo>
                  <a:lnTo>
                    <a:pt x="37474" y="2575620"/>
                  </a:lnTo>
                  <a:lnTo>
                    <a:pt x="38124" y="2579832"/>
                  </a:lnTo>
                  <a:lnTo>
                    <a:pt x="38774" y="2584043"/>
                  </a:lnTo>
                  <a:lnTo>
                    <a:pt x="39424" y="2588255"/>
                  </a:lnTo>
                  <a:lnTo>
                    <a:pt x="40074" y="2592466"/>
                  </a:lnTo>
                  <a:lnTo>
                    <a:pt x="40723" y="2596678"/>
                  </a:lnTo>
                  <a:lnTo>
                    <a:pt x="41373" y="2600889"/>
                  </a:lnTo>
                  <a:lnTo>
                    <a:pt x="42023" y="2605100"/>
                  </a:lnTo>
                  <a:lnTo>
                    <a:pt x="42673" y="2609312"/>
                  </a:lnTo>
                  <a:lnTo>
                    <a:pt x="43323" y="2613523"/>
                  </a:lnTo>
                  <a:lnTo>
                    <a:pt x="43973" y="2617735"/>
                  </a:lnTo>
                  <a:lnTo>
                    <a:pt x="44623" y="2621946"/>
                  </a:lnTo>
                  <a:lnTo>
                    <a:pt x="45273" y="2626186"/>
                  </a:lnTo>
                  <a:lnTo>
                    <a:pt x="45923" y="2630481"/>
                  </a:lnTo>
                  <a:lnTo>
                    <a:pt x="46573" y="2634739"/>
                  </a:lnTo>
                  <a:lnTo>
                    <a:pt x="47223" y="2638974"/>
                  </a:lnTo>
                  <a:lnTo>
                    <a:pt x="47873" y="2643140"/>
                  </a:lnTo>
                  <a:lnTo>
                    <a:pt x="48523" y="2647149"/>
                  </a:lnTo>
                  <a:lnTo>
                    <a:pt x="49173" y="2650925"/>
                  </a:lnTo>
                  <a:lnTo>
                    <a:pt x="49823" y="2654460"/>
                  </a:lnTo>
                  <a:lnTo>
                    <a:pt x="50472" y="2657767"/>
                  </a:lnTo>
                  <a:lnTo>
                    <a:pt x="51122" y="2660865"/>
                  </a:lnTo>
                  <a:lnTo>
                    <a:pt x="51772" y="2663820"/>
                  </a:lnTo>
                  <a:lnTo>
                    <a:pt x="52422" y="2666675"/>
                  </a:lnTo>
                  <a:lnTo>
                    <a:pt x="53072" y="2669431"/>
                  </a:lnTo>
                  <a:lnTo>
                    <a:pt x="53722" y="2671953"/>
                  </a:lnTo>
                  <a:lnTo>
                    <a:pt x="54372" y="2674172"/>
                  </a:lnTo>
                  <a:lnTo>
                    <a:pt x="55022" y="2676014"/>
                  </a:lnTo>
                  <a:lnTo>
                    <a:pt x="55672" y="2677476"/>
                  </a:lnTo>
                  <a:lnTo>
                    <a:pt x="56322" y="2678595"/>
                  </a:lnTo>
                  <a:lnTo>
                    <a:pt x="56972" y="2679387"/>
                  </a:lnTo>
                  <a:lnTo>
                    <a:pt x="57622" y="2679786"/>
                  </a:lnTo>
                  <a:lnTo>
                    <a:pt x="58272" y="2679795"/>
                  </a:lnTo>
                  <a:lnTo>
                    <a:pt x="58922" y="2679436"/>
                  </a:lnTo>
                  <a:lnTo>
                    <a:pt x="59572" y="2678697"/>
                  </a:lnTo>
                  <a:lnTo>
                    <a:pt x="60222" y="2677528"/>
                  </a:lnTo>
                  <a:lnTo>
                    <a:pt x="60871" y="2675853"/>
                  </a:lnTo>
                  <a:lnTo>
                    <a:pt x="61521" y="2673603"/>
                  </a:lnTo>
                  <a:lnTo>
                    <a:pt x="62171" y="2670723"/>
                  </a:lnTo>
                  <a:lnTo>
                    <a:pt x="62821" y="2667195"/>
                  </a:lnTo>
                  <a:lnTo>
                    <a:pt x="63471" y="2663126"/>
                  </a:lnTo>
                  <a:lnTo>
                    <a:pt x="64121" y="2658633"/>
                  </a:lnTo>
                  <a:lnTo>
                    <a:pt x="64771" y="2653805"/>
                  </a:lnTo>
                  <a:lnTo>
                    <a:pt x="65421" y="2648555"/>
                  </a:lnTo>
                  <a:lnTo>
                    <a:pt x="66071" y="2642850"/>
                  </a:lnTo>
                  <a:lnTo>
                    <a:pt x="66721" y="2636690"/>
                  </a:lnTo>
                  <a:lnTo>
                    <a:pt x="67371" y="2630197"/>
                  </a:lnTo>
                  <a:lnTo>
                    <a:pt x="68021" y="2623357"/>
                  </a:lnTo>
                  <a:lnTo>
                    <a:pt x="68671" y="2616141"/>
                  </a:lnTo>
                  <a:lnTo>
                    <a:pt x="69321" y="2608577"/>
                  </a:lnTo>
                  <a:lnTo>
                    <a:pt x="69971" y="2600721"/>
                  </a:lnTo>
                  <a:lnTo>
                    <a:pt x="70620" y="2592632"/>
                  </a:lnTo>
                  <a:lnTo>
                    <a:pt x="71270" y="2584310"/>
                  </a:lnTo>
                  <a:lnTo>
                    <a:pt x="71920" y="2575756"/>
                  </a:lnTo>
                  <a:lnTo>
                    <a:pt x="72570" y="2566970"/>
                  </a:lnTo>
                  <a:lnTo>
                    <a:pt x="73220" y="2557951"/>
                  </a:lnTo>
                  <a:lnTo>
                    <a:pt x="73870" y="2548699"/>
                  </a:lnTo>
                  <a:lnTo>
                    <a:pt x="74520" y="2539228"/>
                  </a:lnTo>
                  <a:lnTo>
                    <a:pt x="75170" y="2529554"/>
                  </a:lnTo>
                  <a:lnTo>
                    <a:pt x="75820" y="2519714"/>
                  </a:lnTo>
                  <a:lnTo>
                    <a:pt x="76470" y="2509710"/>
                  </a:lnTo>
                  <a:lnTo>
                    <a:pt x="77120" y="2499541"/>
                  </a:lnTo>
                  <a:lnTo>
                    <a:pt x="77770" y="2489206"/>
                  </a:lnTo>
                  <a:lnTo>
                    <a:pt x="78420" y="2478784"/>
                  </a:lnTo>
                  <a:lnTo>
                    <a:pt x="79070" y="2468382"/>
                  </a:lnTo>
                  <a:lnTo>
                    <a:pt x="79720" y="2458004"/>
                  </a:lnTo>
                  <a:lnTo>
                    <a:pt x="80370" y="2447579"/>
                  </a:lnTo>
                  <a:lnTo>
                    <a:pt x="81019" y="2437135"/>
                  </a:lnTo>
                  <a:lnTo>
                    <a:pt x="81669" y="2426660"/>
                  </a:lnTo>
                  <a:lnTo>
                    <a:pt x="82319" y="2416116"/>
                  </a:lnTo>
                  <a:lnTo>
                    <a:pt x="82969" y="2405514"/>
                  </a:lnTo>
                  <a:lnTo>
                    <a:pt x="83619" y="2394836"/>
                  </a:lnTo>
                  <a:lnTo>
                    <a:pt x="84269" y="2384086"/>
                  </a:lnTo>
                  <a:lnTo>
                    <a:pt x="84919" y="2373196"/>
                  </a:lnTo>
                  <a:lnTo>
                    <a:pt x="85569" y="2362130"/>
                  </a:lnTo>
                  <a:lnTo>
                    <a:pt x="86219" y="2350892"/>
                  </a:lnTo>
                  <a:lnTo>
                    <a:pt x="86869" y="2339503"/>
                  </a:lnTo>
                  <a:lnTo>
                    <a:pt x="87519" y="2327989"/>
                  </a:lnTo>
                  <a:lnTo>
                    <a:pt x="88169" y="2316346"/>
                  </a:lnTo>
                  <a:lnTo>
                    <a:pt x="88819" y="2304518"/>
                  </a:lnTo>
                  <a:lnTo>
                    <a:pt x="89469" y="2292403"/>
                  </a:lnTo>
                  <a:lnTo>
                    <a:pt x="90119" y="2279942"/>
                  </a:lnTo>
                  <a:lnTo>
                    <a:pt x="90768" y="2267174"/>
                  </a:lnTo>
                  <a:lnTo>
                    <a:pt x="91418" y="2254108"/>
                  </a:lnTo>
                  <a:lnTo>
                    <a:pt x="92068" y="2240798"/>
                  </a:lnTo>
                  <a:lnTo>
                    <a:pt x="92718" y="2227309"/>
                  </a:lnTo>
                  <a:lnTo>
                    <a:pt x="93368" y="2213763"/>
                  </a:lnTo>
                  <a:lnTo>
                    <a:pt x="94018" y="2200192"/>
                  </a:lnTo>
                  <a:lnTo>
                    <a:pt x="94668" y="2186678"/>
                  </a:lnTo>
                  <a:lnTo>
                    <a:pt x="95318" y="2173265"/>
                  </a:lnTo>
                  <a:lnTo>
                    <a:pt x="95968" y="2159921"/>
                  </a:lnTo>
                  <a:lnTo>
                    <a:pt x="96618" y="2146634"/>
                  </a:lnTo>
                  <a:lnTo>
                    <a:pt x="97268" y="2133394"/>
                  </a:lnTo>
                  <a:lnTo>
                    <a:pt x="97918" y="2120300"/>
                  </a:lnTo>
                  <a:lnTo>
                    <a:pt x="98568" y="2107461"/>
                  </a:lnTo>
                  <a:lnTo>
                    <a:pt x="99218" y="2094947"/>
                  </a:lnTo>
                  <a:lnTo>
                    <a:pt x="99868" y="2082877"/>
                  </a:lnTo>
                  <a:lnTo>
                    <a:pt x="100518" y="2071246"/>
                  </a:lnTo>
                  <a:lnTo>
                    <a:pt x="101167" y="2060125"/>
                  </a:lnTo>
                  <a:lnTo>
                    <a:pt x="101817" y="2049562"/>
                  </a:lnTo>
                  <a:lnTo>
                    <a:pt x="102467" y="2039433"/>
                  </a:lnTo>
                  <a:lnTo>
                    <a:pt x="103117" y="2029546"/>
                  </a:lnTo>
                  <a:lnTo>
                    <a:pt x="103767" y="2019857"/>
                  </a:lnTo>
                  <a:lnTo>
                    <a:pt x="104417" y="2010400"/>
                  </a:lnTo>
                  <a:lnTo>
                    <a:pt x="105067" y="2001176"/>
                  </a:lnTo>
                  <a:lnTo>
                    <a:pt x="105717" y="1992252"/>
                  </a:lnTo>
                  <a:lnTo>
                    <a:pt x="106367" y="1983642"/>
                  </a:lnTo>
                  <a:lnTo>
                    <a:pt x="107017" y="1975121"/>
                  </a:lnTo>
                  <a:lnTo>
                    <a:pt x="107667" y="1966636"/>
                  </a:lnTo>
                  <a:lnTo>
                    <a:pt x="108317" y="1958096"/>
                  </a:lnTo>
                  <a:lnTo>
                    <a:pt x="108967" y="1949392"/>
                  </a:lnTo>
                  <a:lnTo>
                    <a:pt x="109617" y="1940470"/>
                  </a:lnTo>
                  <a:lnTo>
                    <a:pt x="110267" y="1931314"/>
                  </a:lnTo>
                  <a:lnTo>
                    <a:pt x="110916" y="1921809"/>
                  </a:lnTo>
                  <a:lnTo>
                    <a:pt x="111566" y="1911830"/>
                  </a:lnTo>
                  <a:lnTo>
                    <a:pt x="112216" y="1901325"/>
                  </a:lnTo>
                  <a:lnTo>
                    <a:pt x="112866" y="1890460"/>
                  </a:lnTo>
                  <a:lnTo>
                    <a:pt x="113516" y="1879248"/>
                  </a:lnTo>
                  <a:lnTo>
                    <a:pt x="114166" y="1867707"/>
                  </a:lnTo>
                  <a:lnTo>
                    <a:pt x="114816" y="1855947"/>
                  </a:lnTo>
                  <a:lnTo>
                    <a:pt x="115466" y="1843992"/>
                  </a:lnTo>
                  <a:lnTo>
                    <a:pt x="116116" y="1831790"/>
                  </a:lnTo>
                  <a:lnTo>
                    <a:pt x="116766" y="1819330"/>
                  </a:lnTo>
                  <a:lnTo>
                    <a:pt x="117416" y="1806660"/>
                  </a:lnTo>
                  <a:lnTo>
                    <a:pt x="118066" y="1793798"/>
                  </a:lnTo>
                  <a:lnTo>
                    <a:pt x="118716" y="1780822"/>
                  </a:lnTo>
                  <a:lnTo>
                    <a:pt x="119366" y="1767762"/>
                  </a:lnTo>
                  <a:lnTo>
                    <a:pt x="120016" y="1754697"/>
                  </a:lnTo>
                  <a:lnTo>
                    <a:pt x="120666" y="1741652"/>
                  </a:lnTo>
                  <a:lnTo>
                    <a:pt x="121315" y="1728685"/>
                  </a:lnTo>
                  <a:lnTo>
                    <a:pt x="121965" y="1715882"/>
                  </a:lnTo>
                  <a:lnTo>
                    <a:pt x="122615" y="1703339"/>
                  </a:lnTo>
                  <a:lnTo>
                    <a:pt x="123265" y="1691115"/>
                  </a:lnTo>
                  <a:lnTo>
                    <a:pt x="123915" y="1679187"/>
                  </a:lnTo>
                  <a:lnTo>
                    <a:pt x="124565" y="1667550"/>
                  </a:lnTo>
                  <a:lnTo>
                    <a:pt x="125215" y="1656118"/>
                  </a:lnTo>
                  <a:lnTo>
                    <a:pt x="125865" y="1644840"/>
                  </a:lnTo>
                  <a:lnTo>
                    <a:pt x="126515" y="1633706"/>
                  </a:lnTo>
                  <a:lnTo>
                    <a:pt x="127165" y="1622655"/>
                  </a:lnTo>
                  <a:lnTo>
                    <a:pt x="127815" y="1611599"/>
                  </a:lnTo>
                  <a:lnTo>
                    <a:pt x="128465" y="1600503"/>
                  </a:lnTo>
                  <a:lnTo>
                    <a:pt x="129115" y="1589359"/>
                  </a:lnTo>
                  <a:lnTo>
                    <a:pt x="129765" y="1578074"/>
                  </a:lnTo>
                  <a:lnTo>
                    <a:pt x="130415" y="1566581"/>
                  </a:lnTo>
                  <a:lnTo>
                    <a:pt x="131064" y="1554697"/>
                  </a:lnTo>
                  <a:lnTo>
                    <a:pt x="131714" y="1542315"/>
                  </a:lnTo>
                  <a:lnTo>
                    <a:pt x="132364" y="1529204"/>
                  </a:lnTo>
                  <a:lnTo>
                    <a:pt x="133014" y="1515159"/>
                  </a:lnTo>
                  <a:lnTo>
                    <a:pt x="133664" y="1500093"/>
                  </a:lnTo>
                  <a:lnTo>
                    <a:pt x="134314" y="1483906"/>
                  </a:lnTo>
                  <a:lnTo>
                    <a:pt x="134964" y="1466649"/>
                  </a:lnTo>
                  <a:lnTo>
                    <a:pt x="135614" y="1448509"/>
                  </a:lnTo>
                  <a:lnTo>
                    <a:pt x="136264" y="1429643"/>
                  </a:lnTo>
                  <a:lnTo>
                    <a:pt x="136914" y="1410052"/>
                  </a:lnTo>
                  <a:lnTo>
                    <a:pt x="137564" y="1389756"/>
                  </a:lnTo>
                  <a:lnTo>
                    <a:pt x="138214" y="1368688"/>
                  </a:lnTo>
                  <a:lnTo>
                    <a:pt x="138864" y="1346794"/>
                  </a:lnTo>
                  <a:lnTo>
                    <a:pt x="139514" y="1324271"/>
                  </a:lnTo>
                  <a:lnTo>
                    <a:pt x="140164" y="1301397"/>
                  </a:lnTo>
                  <a:lnTo>
                    <a:pt x="140814" y="1278248"/>
                  </a:lnTo>
                  <a:lnTo>
                    <a:pt x="141463" y="1254973"/>
                  </a:lnTo>
                  <a:lnTo>
                    <a:pt x="142113" y="1231702"/>
                  </a:lnTo>
                  <a:lnTo>
                    <a:pt x="142763" y="1208564"/>
                  </a:lnTo>
                  <a:lnTo>
                    <a:pt x="143413" y="1185693"/>
                  </a:lnTo>
                  <a:lnTo>
                    <a:pt x="144063" y="1163246"/>
                  </a:lnTo>
                  <a:lnTo>
                    <a:pt x="144713" y="1141263"/>
                  </a:lnTo>
                  <a:lnTo>
                    <a:pt x="145363" y="1119666"/>
                  </a:lnTo>
                  <a:lnTo>
                    <a:pt x="146013" y="1098406"/>
                  </a:lnTo>
                  <a:lnTo>
                    <a:pt x="146663" y="1077600"/>
                  </a:lnTo>
                  <a:lnTo>
                    <a:pt x="147313" y="1057261"/>
                  </a:lnTo>
                  <a:lnTo>
                    <a:pt x="147963" y="1037408"/>
                  </a:lnTo>
                  <a:lnTo>
                    <a:pt x="148613" y="1018083"/>
                  </a:lnTo>
                  <a:lnTo>
                    <a:pt x="149263" y="999304"/>
                  </a:lnTo>
                  <a:lnTo>
                    <a:pt x="149913" y="981045"/>
                  </a:lnTo>
                  <a:lnTo>
                    <a:pt x="150563" y="963374"/>
                  </a:lnTo>
                  <a:lnTo>
                    <a:pt x="151212" y="946293"/>
                  </a:lnTo>
                  <a:lnTo>
                    <a:pt x="151862" y="929768"/>
                  </a:lnTo>
                  <a:lnTo>
                    <a:pt x="152512" y="913793"/>
                  </a:lnTo>
                  <a:lnTo>
                    <a:pt x="153162" y="898293"/>
                  </a:lnTo>
                  <a:lnTo>
                    <a:pt x="153812" y="883156"/>
                  </a:lnTo>
                  <a:lnTo>
                    <a:pt x="154462" y="868373"/>
                  </a:lnTo>
                  <a:lnTo>
                    <a:pt x="155112" y="854015"/>
                  </a:lnTo>
                  <a:lnTo>
                    <a:pt x="155762" y="840079"/>
                  </a:lnTo>
                  <a:lnTo>
                    <a:pt x="156412" y="826485"/>
                  </a:lnTo>
                  <a:lnTo>
                    <a:pt x="157062" y="813207"/>
                  </a:lnTo>
                  <a:lnTo>
                    <a:pt x="157712" y="800247"/>
                  </a:lnTo>
                  <a:lnTo>
                    <a:pt x="158362" y="787663"/>
                  </a:lnTo>
                  <a:lnTo>
                    <a:pt x="159012" y="775433"/>
                  </a:lnTo>
                  <a:lnTo>
                    <a:pt x="159662" y="763566"/>
                  </a:lnTo>
                  <a:lnTo>
                    <a:pt x="160312" y="752106"/>
                  </a:lnTo>
                  <a:lnTo>
                    <a:pt x="160962" y="741116"/>
                  </a:lnTo>
                  <a:lnTo>
                    <a:pt x="161611" y="730615"/>
                  </a:lnTo>
                  <a:lnTo>
                    <a:pt x="162261" y="720682"/>
                  </a:lnTo>
                  <a:lnTo>
                    <a:pt x="162911" y="711396"/>
                  </a:lnTo>
                  <a:lnTo>
                    <a:pt x="163561" y="702877"/>
                  </a:lnTo>
                  <a:lnTo>
                    <a:pt x="164211" y="695151"/>
                  </a:lnTo>
                  <a:lnTo>
                    <a:pt x="164861" y="688285"/>
                  </a:lnTo>
                  <a:lnTo>
                    <a:pt x="165511" y="682553"/>
                  </a:lnTo>
                  <a:lnTo>
                    <a:pt x="166161" y="678133"/>
                  </a:lnTo>
                  <a:lnTo>
                    <a:pt x="166811" y="675102"/>
                  </a:lnTo>
                  <a:lnTo>
                    <a:pt x="167461" y="673513"/>
                  </a:lnTo>
                  <a:lnTo>
                    <a:pt x="168111" y="673295"/>
                  </a:lnTo>
                  <a:lnTo>
                    <a:pt x="168761" y="674331"/>
                  </a:lnTo>
                  <a:lnTo>
                    <a:pt x="169411" y="676544"/>
                  </a:lnTo>
                  <a:lnTo>
                    <a:pt x="170061" y="679908"/>
                  </a:lnTo>
                  <a:lnTo>
                    <a:pt x="170711" y="684416"/>
                  </a:lnTo>
                  <a:lnTo>
                    <a:pt x="171360" y="690117"/>
                  </a:lnTo>
                  <a:lnTo>
                    <a:pt x="172010" y="696927"/>
                  </a:lnTo>
                  <a:lnTo>
                    <a:pt x="172660" y="704587"/>
                  </a:lnTo>
                  <a:lnTo>
                    <a:pt x="173310" y="713099"/>
                  </a:lnTo>
                  <a:lnTo>
                    <a:pt x="173960" y="722518"/>
                  </a:lnTo>
                  <a:lnTo>
                    <a:pt x="174610" y="732771"/>
                  </a:lnTo>
                  <a:lnTo>
                    <a:pt x="175260" y="743660"/>
                  </a:lnTo>
                  <a:lnTo>
                    <a:pt x="175910" y="755007"/>
                  </a:lnTo>
                  <a:lnTo>
                    <a:pt x="176560" y="766673"/>
                  </a:lnTo>
                  <a:lnTo>
                    <a:pt x="177210" y="778602"/>
                  </a:lnTo>
                  <a:lnTo>
                    <a:pt x="177860" y="790827"/>
                  </a:lnTo>
                  <a:lnTo>
                    <a:pt x="178510" y="803411"/>
                  </a:lnTo>
                  <a:lnTo>
                    <a:pt x="179160" y="816318"/>
                  </a:lnTo>
                  <a:lnTo>
                    <a:pt x="179810" y="829451"/>
                  </a:lnTo>
                  <a:lnTo>
                    <a:pt x="180460" y="842732"/>
                  </a:lnTo>
                  <a:lnTo>
                    <a:pt x="181109" y="856113"/>
                  </a:lnTo>
                  <a:lnTo>
                    <a:pt x="181759" y="869666"/>
                  </a:lnTo>
                  <a:lnTo>
                    <a:pt x="182409" y="883426"/>
                  </a:lnTo>
                  <a:lnTo>
                    <a:pt x="183059" y="897320"/>
                  </a:lnTo>
                  <a:lnTo>
                    <a:pt x="183709" y="911281"/>
                  </a:lnTo>
                  <a:lnTo>
                    <a:pt x="184359" y="925310"/>
                  </a:lnTo>
                  <a:lnTo>
                    <a:pt x="185009" y="939437"/>
                  </a:lnTo>
                  <a:lnTo>
                    <a:pt x="185659" y="953708"/>
                  </a:lnTo>
                  <a:lnTo>
                    <a:pt x="186309" y="968228"/>
                  </a:lnTo>
                  <a:lnTo>
                    <a:pt x="186959" y="983109"/>
                  </a:lnTo>
                  <a:lnTo>
                    <a:pt x="187609" y="998271"/>
                  </a:lnTo>
                  <a:lnTo>
                    <a:pt x="188259" y="1013553"/>
                  </a:lnTo>
                  <a:lnTo>
                    <a:pt x="188909" y="1028976"/>
                  </a:lnTo>
                  <a:lnTo>
                    <a:pt x="189559" y="1044594"/>
                  </a:lnTo>
                  <a:lnTo>
                    <a:pt x="190209" y="1060446"/>
                  </a:lnTo>
                  <a:lnTo>
                    <a:pt x="190859" y="1076534"/>
                  </a:lnTo>
                  <a:lnTo>
                    <a:pt x="191508" y="1092804"/>
                  </a:lnTo>
                  <a:lnTo>
                    <a:pt x="192158" y="1109262"/>
                  </a:lnTo>
                  <a:lnTo>
                    <a:pt x="192808" y="1125907"/>
                  </a:lnTo>
                  <a:lnTo>
                    <a:pt x="193458" y="1142737"/>
                  </a:lnTo>
                  <a:lnTo>
                    <a:pt x="194108" y="1159718"/>
                  </a:lnTo>
                  <a:lnTo>
                    <a:pt x="194758" y="1176812"/>
                  </a:lnTo>
                  <a:lnTo>
                    <a:pt x="195408" y="1193934"/>
                  </a:lnTo>
                  <a:lnTo>
                    <a:pt x="196058" y="1211041"/>
                  </a:lnTo>
                  <a:lnTo>
                    <a:pt x="196708" y="1228115"/>
                  </a:lnTo>
                  <a:lnTo>
                    <a:pt x="197358" y="1245201"/>
                  </a:lnTo>
                  <a:lnTo>
                    <a:pt x="198008" y="1262284"/>
                  </a:lnTo>
                  <a:lnTo>
                    <a:pt x="198658" y="1279225"/>
                  </a:lnTo>
                  <a:lnTo>
                    <a:pt x="199308" y="1295860"/>
                  </a:lnTo>
                  <a:lnTo>
                    <a:pt x="199958" y="1312137"/>
                  </a:lnTo>
                  <a:lnTo>
                    <a:pt x="200608" y="1328040"/>
                  </a:lnTo>
                  <a:lnTo>
                    <a:pt x="201257" y="1343599"/>
                  </a:lnTo>
                  <a:lnTo>
                    <a:pt x="201907" y="1358906"/>
                  </a:lnTo>
                  <a:lnTo>
                    <a:pt x="202557" y="1374010"/>
                  </a:lnTo>
                  <a:lnTo>
                    <a:pt x="203207" y="1388884"/>
                  </a:lnTo>
                  <a:lnTo>
                    <a:pt x="203857" y="1403515"/>
                  </a:lnTo>
                  <a:lnTo>
                    <a:pt x="204507" y="1418031"/>
                  </a:lnTo>
                  <a:lnTo>
                    <a:pt x="205157" y="1432543"/>
                  </a:lnTo>
                  <a:lnTo>
                    <a:pt x="205807" y="1447044"/>
                  </a:lnTo>
                  <a:lnTo>
                    <a:pt x="206457" y="1461399"/>
                  </a:lnTo>
                  <a:lnTo>
                    <a:pt x="207107" y="1475564"/>
                  </a:lnTo>
                  <a:lnTo>
                    <a:pt x="207757" y="1489618"/>
                  </a:lnTo>
                  <a:lnTo>
                    <a:pt x="208407" y="1503723"/>
                  </a:lnTo>
                  <a:lnTo>
                    <a:pt x="209057" y="1518089"/>
                  </a:lnTo>
                  <a:lnTo>
                    <a:pt x="209707" y="1532819"/>
                  </a:lnTo>
                  <a:lnTo>
                    <a:pt x="210357" y="1547878"/>
                  </a:lnTo>
                  <a:lnTo>
                    <a:pt x="211007" y="1563195"/>
                  </a:lnTo>
                  <a:lnTo>
                    <a:pt x="211656" y="1578711"/>
                  </a:lnTo>
                  <a:lnTo>
                    <a:pt x="212306" y="1594419"/>
                  </a:lnTo>
                  <a:lnTo>
                    <a:pt x="212956" y="1610355"/>
                  </a:lnTo>
                  <a:lnTo>
                    <a:pt x="213606" y="1626593"/>
                  </a:lnTo>
                  <a:lnTo>
                    <a:pt x="214256" y="1643059"/>
                  </a:lnTo>
                  <a:lnTo>
                    <a:pt x="214906" y="1659640"/>
                  </a:lnTo>
                  <a:lnTo>
                    <a:pt x="215556" y="1676257"/>
                  </a:lnTo>
                  <a:lnTo>
                    <a:pt x="216206" y="1692949"/>
                  </a:lnTo>
                  <a:lnTo>
                    <a:pt x="216856" y="1709676"/>
                  </a:lnTo>
                  <a:lnTo>
                    <a:pt x="217506" y="1726327"/>
                  </a:lnTo>
                  <a:lnTo>
                    <a:pt x="218156" y="1742813"/>
                  </a:lnTo>
                  <a:lnTo>
                    <a:pt x="218806" y="1759054"/>
                  </a:lnTo>
                  <a:lnTo>
                    <a:pt x="219456" y="1774937"/>
                  </a:lnTo>
                  <a:lnTo>
                    <a:pt x="220106" y="1790452"/>
                  </a:lnTo>
                  <a:lnTo>
                    <a:pt x="220756" y="1805708"/>
                  </a:lnTo>
                  <a:lnTo>
                    <a:pt x="221405" y="1820768"/>
                  </a:lnTo>
                  <a:lnTo>
                    <a:pt x="222055" y="1835614"/>
                  </a:lnTo>
                  <a:lnTo>
                    <a:pt x="222705" y="1850226"/>
                  </a:lnTo>
                  <a:lnTo>
                    <a:pt x="223355" y="1864533"/>
                  </a:lnTo>
                  <a:lnTo>
                    <a:pt x="224005" y="1878562"/>
                  </a:lnTo>
                  <a:lnTo>
                    <a:pt x="224655" y="1892383"/>
                  </a:lnTo>
                  <a:lnTo>
                    <a:pt x="225305" y="1906128"/>
                  </a:lnTo>
                  <a:lnTo>
                    <a:pt x="225955" y="1919798"/>
                  </a:lnTo>
                  <a:lnTo>
                    <a:pt x="226605" y="1933435"/>
                  </a:lnTo>
                  <a:lnTo>
                    <a:pt x="227255" y="1947103"/>
                  </a:lnTo>
                  <a:lnTo>
                    <a:pt x="227905" y="1960863"/>
                  </a:lnTo>
                  <a:lnTo>
                    <a:pt x="228555" y="1974758"/>
                  </a:lnTo>
                  <a:lnTo>
                    <a:pt x="229205" y="1988820"/>
                  </a:lnTo>
                  <a:lnTo>
                    <a:pt x="229855" y="2002970"/>
                  </a:lnTo>
                  <a:lnTo>
                    <a:pt x="230505" y="2017077"/>
                  </a:lnTo>
                  <a:lnTo>
                    <a:pt x="231155" y="2031145"/>
                  </a:lnTo>
                  <a:lnTo>
                    <a:pt x="231804" y="2045279"/>
                  </a:lnTo>
                  <a:lnTo>
                    <a:pt x="232454" y="2059509"/>
                  </a:lnTo>
                  <a:lnTo>
                    <a:pt x="233104" y="2073833"/>
                  </a:lnTo>
                  <a:lnTo>
                    <a:pt x="233754" y="2088184"/>
                  </a:lnTo>
                  <a:lnTo>
                    <a:pt x="234404" y="2102437"/>
                  </a:lnTo>
                  <a:lnTo>
                    <a:pt x="235054" y="2116485"/>
                  </a:lnTo>
                  <a:lnTo>
                    <a:pt x="235704" y="2130324"/>
                  </a:lnTo>
                  <a:lnTo>
                    <a:pt x="236354" y="2143947"/>
                  </a:lnTo>
                  <a:lnTo>
                    <a:pt x="237004" y="2157282"/>
                  </a:lnTo>
                  <a:lnTo>
                    <a:pt x="237654" y="2170196"/>
                  </a:lnTo>
                  <a:lnTo>
                    <a:pt x="238304" y="2182602"/>
                  </a:lnTo>
                  <a:lnTo>
                    <a:pt x="238954" y="2194464"/>
                  </a:lnTo>
                  <a:lnTo>
                    <a:pt x="239604" y="2205749"/>
                  </a:lnTo>
                  <a:lnTo>
                    <a:pt x="240254" y="2216411"/>
                  </a:lnTo>
                  <a:lnTo>
                    <a:pt x="240904" y="2226336"/>
                  </a:lnTo>
                  <a:lnTo>
                    <a:pt x="241553" y="2235369"/>
                  </a:lnTo>
                  <a:lnTo>
                    <a:pt x="242203" y="2243373"/>
                  </a:lnTo>
                  <a:lnTo>
                    <a:pt x="242853" y="2250343"/>
                  </a:lnTo>
                  <a:lnTo>
                    <a:pt x="243503" y="2256385"/>
                  </a:lnTo>
                  <a:lnTo>
                    <a:pt x="244153" y="2261577"/>
                  </a:lnTo>
                  <a:lnTo>
                    <a:pt x="244803" y="2265900"/>
                  </a:lnTo>
                  <a:lnTo>
                    <a:pt x="245453" y="2269334"/>
                  </a:lnTo>
                  <a:lnTo>
                    <a:pt x="246103" y="2271835"/>
                  </a:lnTo>
                  <a:lnTo>
                    <a:pt x="246753" y="2273355"/>
                  </a:lnTo>
                  <a:lnTo>
                    <a:pt x="247403" y="2273966"/>
                  </a:lnTo>
                  <a:lnTo>
                    <a:pt x="248053" y="2273775"/>
                  </a:lnTo>
                  <a:lnTo>
                    <a:pt x="248703" y="2272885"/>
                  </a:lnTo>
                  <a:lnTo>
                    <a:pt x="249353" y="2271382"/>
                  </a:lnTo>
                  <a:lnTo>
                    <a:pt x="250003" y="2269331"/>
                  </a:lnTo>
                  <a:lnTo>
                    <a:pt x="250653" y="2266875"/>
                  </a:lnTo>
                  <a:lnTo>
                    <a:pt x="251303" y="2264029"/>
                  </a:lnTo>
                  <a:lnTo>
                    <a:pt x="251952" y="2260809"/>
                  </a:lnTo>
                  <a:lnTo>
                    <a:pt x="252602" y="2257225"/>
                  </a:lnTo>
                  <a:lnTo>
                    <a:pt x="253252" y="2253193"/>
                  </a:lnTo>
                  <a:lnTo>
                    <a:pt x="253902" y="2248714"/>
                  </a:lnTo>
                  <a:lnTo>
                    <a:pt x="254552" y="2243818"/>
                  </a:lnTo>
                  <a:lnTo>
                    <a:pt x="255202" y="2238503"/>
                  </a:lnTo>
                  <a:lnTo>
                    <a:pt x="255852" y="2232868"/>
                  </a:lnTo>
                  <a:lnTo>
                    <a:pt x="256502" y="2227033"/>
                  </a:lnTo>
                  <a:lnTo>
                    <a:pt x="257152" y="2220950"/>
                  </a:lnTo>
                  <a:lnTo>
                    <a:pt x="257802" y="2214528"/>
                  </a:lnTo>
                  <a:lnTo>
                    <a:pt x="258452" y="2207707"/>
                  </a:lnTo>
                  <a:lnTo>
                    <a:pt x="259102" y="2200502"/>
                  </a:lnTo>
                  <a:lnTo>
                    <a:pt x="259752" y="2192924"/>
                  </a:lnTo>
                  <a:lnTo>
                    <a:pt x="260402" y="2184943"/>
                  </a:lnTo>
                  <a:lnTo>
                    <a:pt x="261052" y="2176631"/>
                  </a:lnTo>
                  <a:lnTo>
                    <a:pt x="261701" y="2167990"/>
                  </a:lnTo>
                  <a:lnTo>
                    <a:pt x="262351" y="2159054"/>
                  </a:lnTo>
                  <a:lnTo>
                    <a:pt x="263001" y="2149975"/>
                  </a:lnTo>
                  <a:lnTo>
                    <a:pt x="263651" y="2140854"/>
                  </a:lnTo>
                  <a:lnTo>
                    <a:pt x="264301" y="2131694"/>
                  </a:lnTo>
                  <a:lnTo>
                    <a:pt x="264951" y="2122489"/>
                  </a:lnTo>
                  <a:lnTo>
                    <a:pt x="265601" y="2113303"/>
                  </a:lnTo>
                  <a:lnTo>
                    <a:pt x="266251" y="2104210"/>
                  </a:lnTo>
                  <a:lnTo>
                    <a:pt x="266901" y="2095326"/>
                  </a:lnTo>
                  <a:lnTo>
                    <a:pt x="267551" y="2086749"/>
                  </a:lnTo>
                  <a:lnTo>
                    <a:pt x="268201" y="2078520"/>
                  </a:lnTo>
                  <a:lnTo>
                    <a:pt x="268851" y="2070650"/>
                  </a:lnTo>
                  <a:lnTo>
                    <a:pt x="269501" y="2063181"/>
                  </a:lnTo>
                  <a:lnTo>
                    <a:pt x="270151" y="2056154"/>
                  </a:lnTo>
                  <a:lnTo>
                    <a:pt x="270801" y="2049634"/>
                  </a:lnTo>
                  <a:lnTo>
                    <a:pt x="271451" y="2043661"/>
                  </a:lnTo>
                  <a:lnTo>
                    <a:pt x="272100" y="2038328"/>
                  </a:lnTo>
                  <a:lnTo>
                    <a:pt x="272750" y="2033723"/>
                  </a:lnTo>
                  <a:lnTo>
                    <a:pt x="273400" y="2029882"/>
                  </a:lnTo>
                  <a:lnTo>
                    <a:pt x="274050" y="2026811"/>
                  </a:lnTo>
                  <a:lnTo>
                    <a:pt x="274700" y="2024597"/>
                  </a:lnTo>
                  <a:lnTo>
                    <a:pt x="275350" y="2023177"/>
                  </a:lnTo>
                  <a:lnTo>
                    <a:pt x="276000" y="2022462"/>
                  </a:lnTo>
                  <a:lnTo>
                    <a:pt x="276650" y="2022314"/>
                  </a:lnTo>
                  <a:lnTo>
                    <a:pt x="277300" y="2022685"/>
                  </a:lnTo>
                  <a:lnTo>
                    <a:pt x="277950" y="2023630"/>
                  </a:lnTo>
                  <a:lnTo>
                    <a:pt x="278600" y="2025189"/>
                  </a:lnTo>
                  <a:lnTo>
                    <a:pt x="279250" y="2027377"/>
                  </a:lnTo>
                  <a:lnTo>
                    <a:pt x="279900" y="2030187"/>
                  </a:lnTo>
                  <a:lnTo>
                    <a:pt x="280550" y="2033589"/>
                  </a:lnTo>
                  <a:lnTo>
                    <a:pt x="281200" y="2037501"/>
                  </a:lnTo>
                  <a:lnTo>
                    <a:pt x="281849" y="2041817"/>
                  </a:lnTo>
                  <a:lnTo>
                    <a:pt x="282499" y="2046439"/>
                  </a:lnTo>
                  <a:lnTo>
                    <a:pt x="283149" y="2051270"/>
                  </a:lnTo>
                  <a:lnTo>
                    <a:pt x="283799" y="2056303"/>
                  </a:lnTo>
                  <a:lnTo>
                    <a:pt x="284449" y="2061523"/>
                  </a:lnTo>
                  <a:lnTo>
                    <a:pt x="285099" y="2066955"/>
                  </a:lnTo>
                  <a:lnTo>
                    <a:pt x="285749" y="2072636"/>
                  </a:lnTo>
                  <a:lnTo>
                    <a:pt x="286399" y="2078626"/>
                  </a:lnTo>
                  <a:lnTo>
                    <a:pt x="287049" y="2084906"/>
                  </a:lnTo>
                  <a:lnTo>
                    <a:pt x="287699" y="2091445"/>
                  </a:lnTo>
                  <a:lnTo>
                    <a:pt x="288349" y="2098132"/>
                  </a:lnTo>
                  <a:lnTo>
                    <a:pt x="288999" y="2104790"/>
                  </a:lnTo>
                  <a:lnTo>
                    <a:pt x="289649" y="2111384"/>
                  </a:lnTo>
                  <a:lnTo>
                    <a:pt x="290299" y="2117902"/>
                  </a:lnTo>
                  <a:lnTo>
                    <a:pt x="290949" y="2124348"/>
                  </a:lnTo>
                  <a:lnTo>
                    <a:pt x="291599" y="2130694"/>
                  </a:lnTo>
                  <a:lnTo>
                    <a:pt x="292248" y="2136882"/>
                  </a:lnTo>
                  <a:lnTo>
                    <a:pt x="292898" y="2142898"/>
                  </a:lnTo>
                  <a:lnTo>
                    <a:pt x="293548" y="2148672"/>
                  </a:lnTo>
                  <a:lnTo>
                    <a:pt x="294198" y="2154158"/>
                  </a:lnTo>
                  <a:lnTo>
                    <a:pt x="294848" y="2159300"/>
                  </a:lnTo>
                  <a:lnTo>
                    <a:pt x="295498" y="2164034"/>
                  </a:lnTo>
                  <a:lnTo>
                    <a:pt x="296148" y="2168220"/>
                  </a:lnTo>
                  <a:lnTo>
                    <a:pt x="296798" y="2171857"/>
                  </a:lnTo>
                  <a:lnTo>
                    <a:pt x="297448" y="2174942"/>
                  </a:lnTo>
                  <a:lnTo>
                    <a:pt x="298098" y="2177473"/>
                  </a:lnTo>
                  <a:lnTo>
                    <a:pt x="298748" y="2179536"/>
                  </a:lnTo>
                  <a:lnTo>
                    <a:pt x="299398" y="2181125"/>
                  </a:lnTo>
                  <a:lnTo>
                    <a:pt x="300048" y="2182146"/>
                  </a:lnTo>
                  <a:lnTo>
                    <a:pt x="300698" y="2182530"/>
                  </a:lnTo>
                  <a:lnTo>
                    <a:pt x="301348" y="2182218"/>
                  </a:lnTo>
                  <a:lnTo>
                    <a:pt x="301997" y="2181239"/>
                  </a:lnTo>
                  <a:lnTo>
                    <a:pt x="302647" y="2179613"/>
                  </a:lnTo>
                  <a:lnTo>
                    <a:pt x="303297" y="2177299"/>
                  </a:lnTo>
                  <a:lnTo>
                    <a:pt x="303947" y="2174337"/>
                  </a:lnTo>
                  <a:lnTo>
                    <a:pt x="304597" y="2170804"/>
                  </a:lnTo>
                  <a:lnTo>
                    <a:pt x="305247" y="2166700"/>
                  </a:lnTo>
                  <a:lnTo>
                    <a:pt x="305897" y="2162054"/>
                  </a:lnTo>
                  <a:lnTo>
                    <a:pt x="306547" y="2156884"/>
                  </a:lnTo>
                  <a:lnTo>
                    <a:pt x="307197" y="2151233"/>
                  </a:lnTo>
                  <a:lnTo>
                    <a:pt x="307847" y="2145205"/>
                  </a:lnTo>
                  <a:lnTo>
                    <a:pt x="308497" y="2138895"/>
                  </a:lnTo>
                  <a:lnTo>
                    <a:pt x="309147" y="2132363"/>
                  </a:lnTo>
                  <a:lnTo>
                    <a:pt x="309797" y="2125763"/>
                  </a:lnTo>
                  <a:lnTo>
                    <a:pt x="310447" y="2119110"/>
                  </a:lnTo>
                  <a:lnTo>
                    <a:pt x="311097" y="2112407"/>
                  </a:lnTo>
                  <a:lnTo>
                    <a:pt x="311747" y="2105644"/>
                  </a:lnTo>
                  <a:lnTo>
                    <a:pt x="312396" y="2098815"/>
                  </a:lnTo>
                  <a:lnTo>
                    <a:pt x="313046" y="2091963"/>
                  </a:lnTo>
                  <a:lnTo>
                    <a:pt x="313696" y="2085011"/>
                  </a:lnTo>
                  <a:lnTo>
                    <a:pt x="314346" y="2077945"/>
                  </a:lnTo>
                  <a:lnTo>
                    <a:pt x="314996" y="2070876"/>
                  </a:lnTo>
                  <a:lnTo>
                    <a:pt x="315646" y="2063891"/>
                  </a:lnTo>
                  <a:lnTo>
                    <a:pt x="316296" y="2057042"/>
                  </a:lnTo>
                  <a:lnTo>
                    <a:pt x="316946" y="2050279"/>
                  </a:lnTo>
                  <a:lnTo>
                    <a:pt x="317596" y="2043569"/>
                  </a:lnTo>
                  <a:lnTo>
                    <a:pt x="318246" y="2036810"/>
                  </a:lnTo>
                  <a:lnTo>
                    <a:pt x="318896" y="2029922"/>
                  </a:lnTo>
                  <a:lnTo>
                    <a:pt x="319546" y="2022829"/>
                  </a:lnTo>
                  <a:lnTo>
                    <a:pt x="320196" y="2015552"/>
                  </a:lnTo>
                  <a:lnTo>
                    <a:pt x="320846" y="2008109"/>
                  </a:lnTo>
                  <a:lnTo>
                    <a:pt x="321496" y="2000635"/>
                  </a:lnTo>
                  <a:lnTo>
                    <a:pt x="322145" y="1993241"/>
                  </a:lnTo>
                  <a:lnTo>
                    <a:pt x="322795" y="1985935"/>
                  </a:lnTo>
                  <a:lnTo>
                    <a:pt x="323445" y="1978787"/>
                  </a:lnTo>
                  <a:lnTo>
                    <a:pt x="324095" y="1971831"/>
                  </a:lnTo>
                  <a:lnTo>
                    <a:pt x="324745" y="1964970"/>
                  </a:lnTo>
                  <a:lnTo>
                    <a:pt x="325395" y="1958196"/>
                  </a:lnTo>
                  <a:lnTo>
                    <a:pt x="326045" y="1951413"/>
                  </a:lnTo>
                  <a:lnTo>
                    <a:pt x="326695" y="1944682"/>
                  </a:lnTo>
                  <a:lnTo>
                    <a:pt x="327345" y="1938039"/>
                  </a:lnTo>
                  <a:lnTo>
                    <a:pt x="327995" y="1931636"/>
                  </a:lnTo>
                  <a:lnTo>
                    <a:pt x="328645" y="1925591"/>
                  </a:lnTo>
                  <a:lnTo>
                    <a:pt x="329295" y="1919978"/>
                  </a:lnTo>
                  <a:lnTo>
                    <a:pt x="329945" y="1914828"/>
                  </a:lnTo>
                  <a:lnTo>
                    <a:pt x="330595" y="1910173"/>
                  </a:lnTo>
                  <a:lnTo>
                    <a:pt x="331245" y="1905800"/>
                  </a:lnTo>
                  <a:lnTo>
                    <a:pt x="331894" y="1901559"/>
                  </a:lnTo>
                  <a:lnTo>
                    <a:pt x="332544" y="1897470"/>
                  </a:lnTo>
                  <a:lnTo>
                    <a:pt x="333194" y="1893659"/>
                  </a:lnTo>
                  <a:lnTo>
                    <a:pt x="333844" y="1890278"/>
                  </a:lnTo>
                  <a:lnTo>
                    <a:pt x="334494" y="1887401"/>
                  </a:lnTo>
                  <a:lnTo>
                    <a:pt x="335144" y="1884945"/>
                  </a:lnTo>
                  <a:lnTo>
                    <a:pt x="335794" y="1882965"/>
                  </a:lnTo>
                  <a:lnTo>
                    <a:pt x="336444" y="1881430"/>
                  </a:lnTo>
                  <a:lnTo>
                    <a:pt x="337094" y="1880183"/>
                  </a:lnTo>
                  <a:lnTo>
                    <a:pt x="337744" y="1879179"/>
                  </a:lnTo>
                  <a:lnTo>
                    <a:pt x="338394" y="1878410"/>
                  </a:lnTo>
                  <a:lnTo>
                    <a:pt x="339044" y="1877863"/>
                  </a:lnTo>
                  <a:lnTo>
                    <a:pt x="339694" y="1877492"/>
                  </a:lnTo>
                  <a:lnTo>
                    <a:pt x="340344" y="1877272"/>
                  </a:lnTo>
                  <a:lnTo>
                    <a:pt x="340994" y="1877151"/>
                  </a:lnTo>
                  <a:lnTo>
                    <a:pt x="341644" y="1877124"/>
                  </a:lnTo>
                  <a:lnTo>
                    <a:pt x="342293" y="1877129"/>
                  </a:lnTo>
                  <a:lnTo>
                    <a:pt x="342943" y="1877093"/>
                  </a:lnTo>
                  <a:lnTo>
                    <a:pt x="343593" y="1877008"/>
                  </a:lnTo>
                  <a:lnTo>
                    <a:pt x="344243" y="1876887"/>
                  </a:lnTo>
                  <a:lnTo>
                    <a:pt x="344893" y="1876805"/>
                  </a:lnTo>
                  <a:lnTo>
                    <a:pt x="345543" y="1876806"/>
                  </a:lnTo>
                  <a:lnTo>
                    <a:pt x="346193" y="1877012"/>
                  </a:lnTo>
                  <a:lnTo>
                    <a:pt x="346843" y="1877612"/>
                  </a:lnTo>
                  <a:lnTo>
                    <a:pt x="347493" y="1878556"/>
                  </a:lnTo>
                  <a:lnTo>
                    <a:pt x="348143" y="1879720"/>
                  </a:lnTo>
                  <a:lnTo>
                    <a:pt x="348793" y="1880989"/>
                  </a:lnTo>
                  <a:lnTo>
                    <a:pt x="349443" y="1882409"/>
                  </a:lnTo>
                  <a:lnTo>
                    <a:pt x="350093" y="1884027"/>
                  </a:lnTo>
                  <a:lnTo>
                    <a:pt x="350743" y="1886028"/>
                  </a:lnTo>
                  <a:lnTo>
                    <a:pt x="351393" y="1888512"/>
                  </a:lnTo>
                  <a:lnTo>
                    <a:pt x="352042" y="1891560"/>
                  </a:lnTo>
                  <a:lnTo>
                    <a:pt x="352692" y="1895154"/>
                  </a:lnTo>
                  <a:lnTo>
                    <a:pt x="353342" y="1899259"/>
                  </a:lnTo>
                  <a:lnTo>
                    <a:pt x="353992" y="1903788"/>
                  </a:lnTo>
                  <a:lnTo>
                    <a:pt x="354642" y="1908635"/>
                  </a:lnTo>
                  <a:lnTo>
                    <a:pt x="355292" y="1913764"/>
                  </a:lnTo>
                  <a:lnTo>
                    <a:pt x="355942" y="1919096"/>
                  </a:lnTo>
                  <a:lnTo>
                    <a:pt x="356592" y="1924547"/>
                  </a:lnTo>
                  <a:lnTo>
                    <a:pt x="357242" y="1930228"/>
                  </a:lnTo>
                  <a:lnTo>
                    <a:pt x="357892" y="1936267"/>
                  </a:lnTo>
                  <a:lnTo>
                    <a:pt x="358542" y="1942768"/>
                  </a:lnTo>
                  <a:lnTo>
                    <a:pt x="359192" y="1949636"/>
                  </a:lnTo>
                  <a:lnTo>
                    <a:pt x="359842" y="1956745"/>
                  </a:lnTo>
                  <a:lnTo>
                    <a:pt x="360492" y="1963887"/>
                  </a:lnTo>
                  <a:lnTo>
                    <a:pt x="361142" y="1970877"/>
                  </a:lnTo>
                  <a:lnTo>
                    <a:pt x="361792" y="1977569"/>
                  </a:lnTo>
                  <a:lnTo>
                    <a:pt x="362441" y="1983907"/>
                  </a:lnTo>
                  <a:lnTo>
                    <a:pt x="363091" y="1989804"/>
                  </a:lnTo>
                  <a:lnTo>
                    <a:pt x="363741" y="1995324"/>
                  </a:lnTo>
                  <a:lnTo>
                    <a:pt x="364391" y="2000635"/>
                  </a:lnTo>
                  <a:lnTo>
                    <a:pt x="365041" y="2005717"/>
                  </a:lnTo>
                  <a:lnTo>
                    <a:pt x="365691" y="2010523"/>
                  </a:lnTo>
                  <a:lnTo>
                    <a:pt x="366341" y="2014896"/>
                  </a:lnTo>
                  <a:lnTo>
                    <a:pt x="366991" y="2018713"/>
                  </a:lnTo>
                  <a:lnTo>
                    <a:pt x="367641" y="2021991"/>
                  </a:lnTo>
                  <a:lnTo>
                    <a:pt x="368291" y="2024774"/>
                  </a:lnTo>
                  <a:lnTo>
                    <a:pt x="368941" y="2027127"/>
                  </a:lnTo>
                  <a:lnTo>
                    <a:pt x="369591" y="2029264"/>
                  </a:lnTo>
                  <a:lnTo>
                    <a:pt x="370241" y="2031306"/>
                  </a:lnTo>
                  <a:lnTo>
                    <a:pt x="370891" y="2033264"/>
                  </a:lnTo>
                  <a:lnTo>
                    <a:pt x="371541" y="2035169"/>
                  </a:lnTo>
                  <a:lnTo>
                    <a:pt x="372190" y="2037051"/>
                  </a:lnTo>
                  <a:lnTo>
                    <a:pt x="372840" y="2038914"/>
                  </a:lnTo>
                  <a:lnTo>
                    <a:pt x="373490" y="2040751"/>
                  </a:lnTo>
                  <a:lnTo>
                    <a:pt x="374140" y="2042577"/>
                  </a:lnTo>
                  <a:lnTo>
                    <a:pt x="374790" y="2044458"/>
                  </a:lnTo>
                  <a:lnTo>
                    <a:pt x="375440" y="2046410"/>
                  </a:lnTo>
                  <a:lnTo>
                    <a:pt x="376090" y="2048562"/>
                  </a:lnTo>
                  <a:lnTo>
                    <a:pt x="376740" y="2050923"/>
                  </a:lnTo>
                  <a:lnTo>
                    <a:pt x="377390" y="2053411"/>
                  </a:lnTo>
                  <a:lnTo>
                    <a:pt x="378040" y="2055853"/>
                  </a:lnTo>
                  <a:lnTo>
                    <a:pt x="378690" y="2058155"/>
                  </a:lnTo>
                  <a:lnTo>
                    <a:pt x="379340" y="2060087"/>
                  </a:lnTo>
                  <a:lnTo>
                    <a:pt x="379990" y="2061577"/>
                  </a:lnTo>
                  <a:lnTo>
                    <a:pt x="380640" y="2062744"/>
                  </a:lnTo>
                  <a:lnTo>
                    <a:pt x="381290" y="2063735"/>
                  </a:lnTo>
                  <a:lnTo>
                    <a:pt x="381940" y="2064615"/>
                  </a:lnTo>
                  <a:lnTo>
                    <a:pt x="382589" y="2065345"/>
                  </a:lnTo>
                  <a:lnTo>
                    <a:pt x="383239" y="2065797"/>
                  </a:lnTo>
                  <a:lnTo>
                    <a:pt x="383889" y="2065886"/>
                  </a:lnTo>
                  <a:lnTo>
                    <a:pt x="384539" y="2065576"/>
                  </a:lnTo>
                  <a:lnTo>
                    <a:pt x="385189" y="2064914"/>
                  </a:lnTo>
                  <a:lnTo>
                    <a:pt x="385839" y="2063993"/>
                  </a:lnTo>
                  <a:lnTo>
                    <a:pt x="386489" y="2062873"/>
                  </a:lnTo>
                  <a:lnTo>
                    <a:pt x="387139" y="2061651"/>
                  </a:lnTo>
                  <a:lnTo>
                    <a:pt x="387789" y="2060380"/>
                  </a:lnTo>
                  <a:lnTo>
                    <a:pt x="388439" y="2059088"/>
                  </a:lnTo>
                  <a:lnTo>
                    <a:pt x="389089" y="2057829"/>
                  </a:lnTo>
                  <a:lnTo>
                    <a:pt x="389739" y="2056595"/>
                  </a:lnTo>
                  <a:lnTo>
                    <a:pt x="390389" y="2055214"/>
                  </a:lnTo>
                  <a:lnTo>
                    <a:pt x="391039" y="2053566"/>
                  </a:lnTo>
                  <a:lnTo>
                    <a:pt x="391689" y="2051668"/>
                  </a:lnTo>
                  <a:lnTo>
                    <a:pt x="392338" y="2049713"/>
                  </a:lnTo>
                  <a:lnTo>
                    <a:pt x="392988" y="2047922"/>
                  </a:lnTo>
                  <a:lnTo>
                    <a:pt x="393638" y="2046474"/>
                  </a:lnTo>
                  <a:lnTo>
                    <a:pt x="394288" y="2045472"/>
                  </a:lnTo>
                  <a:lnTo>
                    <a:pt x="394938" y="2044956"/>
                  </a:lnTo>
                  <a:lnTo>
                    <a:pt x="395588" y="2044943"/>
                  </a:lnTo>
                  <a:lnTo>
                    <a:pt x="396238" y="2045455"/>
                  </a:lnTo>
                  <a:lnTo>
                    <a:pt x="396888" y="2046436"/>
                  </a:lnTo>
                  <a:lnTo>
                    <a:pt x="397538" y="2047983"/>
                  </a:lnTo>
                  <a:lnTo>
                    <a:pt x="398188" y="2050095"/>
                  </a:lnTo>
                  <a:lnTo>
                    <a:pt x="398838" y="2052784"/>
                  </a:lnTo>
                  <a:lnTo>
                    <a:pt x="399488" y="2056110"/>
                  </a:lnTo>
                  <a:lnTo>
                    <a:pt x="400138" y="2060051"/>
                  </a:lnTo>
                  <a:lnTo>
                    <a:pt x="400788" y="2064587"/>
                  </a:lnTo>
                  <a:lnTo>
                    <a:pt x="401438" y="2069691"/>
                  </a:lnTo>
                  <a:lnTo>
                    <a:pt x="402088" y="2075222"/>
                  </a:lnTo>
                  <a:lnTo>
                    <a:pt x="402737" y="2080987"/>
                  </a:lnTo>
                  <a:lnTo>
                    <a:pt x="403387" y="2086898"/>
                  </a:lnTo>
                  <a:lnTo>
                    <a:pt x="404037" y="2092901"/>
                  </a:lnTo>
                  <a:lnTo>
                    <a:pt x="404687" y="2098936"/>
                  </a:lnTo>
                  <a:lnTo>
                    <a:pt x="405337" y="2104920"/>
                  </a:lnTo>
                  <a:lnTo>
                    <a:pt x="405987" y="2110857"/>
                  </a:lnTo>
                  <a:lnTo>
                    <a:pt x="406637" y="2116736"/>
                  </a:lnTo>
                  <a:lnTo>
                    <a:pt x="407287" y="2122377"/>
                  </a:lnTo>
                  <a:lnTo>
                    <a:pt x="407937" y="2127747"/>
                  </a:lnTo>
                  <a:lnTo>
                    <a:pt x="408587" y="2132727"/>
                  </a:lnTo>
                  <a:lnTo>
                    <a:pt x="409237" y="2137212"/>
                  </a:lnTo>
                  <a:lnTo>
                    <a:pt x="409887" y="2141313"/>
                  </a:lnTo>
                  <a:lnTo>
                    <a:pt x="410537" y="2145135"/>
                  </a:lnTo>
                  <a:lnTo>
                    <a:pt x="411187" y="2148766"/>
                  </a:lnTo>
                  <a:lnTo>
                    <a:pt x="411837" y="2152306"/>
                  </a:lnTo>
                  <a:lnTo>
                    <a:pt x="412486" y="2155855"/>
                  </a:lnTo>
                  <a:lnTo>
                    <a:pt x="413136" y="2159392"/>
                  </a:lnTo>
                  <a:lnTo>
                    <a:pt x="413786" y="2162859"/>
                  </a:lnTo>
                  <a:lnTo>
                    <a:pt x="414436" y="2166200"/>
                  </a:lnTo>
                  <a:lnTo>
                    <a:pt x="415086" y="2169473"/>
                  </a:lnTo>
                  <a:lnTo>
                    <a:pt x="415736" y="2172724"/>
                  </a:lnTo>
                  <a:lnTo>
                    <a:pt x="416386" y="2176016"/>
                  </a:lnTo>
                  <a:lnTo>
                    <a:pt x="417036" y="2179463"/>
                  </a:lnTo>
                  <a:lnTo>
                    <a:pt x="417686" y="2183004"/>
                  </a:lnTo>
                  <a:lnTo>
                    <a:pt x="418336" y="2186538"/>
                  </a:lnTo>
                  <a:lnTo>
                    <a:pt x="418986" y="2189987"/>
                  </a:lnTo>
                  <a:lnTo>
                    <a:pt x="419636" y="2193238"/>
                  </a:lnTo>
                  <a:lnTo>
                    <a:pt x="420286" y="2196252"/>
                  </a:lnTo>
                  <a:lnTo>
                    <a:pt x="420936" y="2199011"/>
                  </a:lnTo>
                  <a:lnTo>
                    <a:pt x="421586" y="2201510"/>
                  </a:lnTo>
                  <a:lnTo>
                    <a:pt x="422236" y="2203749"/>
                  </a:lnTo>
                  <a:lnTo>
                    <a:pt x="422885" y="2205794"/>
                  </a:lnTo>
                  <a:lnTo>
                    <a:pt x="423535" y="2207732"/>
                  </a:lnTo>
                  <a:lnTo>
                    <a:pt x="424185" y="2209539"/>
                  </a:lnTo>
                  <a:lnTo>
                    <a:pt x="424835" y="2211185"/>
                  </a:lnTo>
                  <a:lnTo>
                    <a:pt x="425485" y="2212529"/>
                  </a:lnTo>
                  <a:lnTo>
                    <a:pt x="426135" y="2213463"/>
                  </a:lnTo>
                  <a:lnTo>
                    <a:pt x="426785" y="2213940"/>
                  </a:lnTo>
                  <a:lnTo>
                    <a:pt x="427435" y="2213965"/>
                  </a:lnTo>
                  <a:lnTo>
                    <a:pt x="428085" y="2213540"/>
                  </a:lnTo>
                  <a:lnTo>
                    <a:pt x="428735" y="2212711"/>
                  </a:lnTo>
                  <a:lnTo>
                    <a:pt x="429385" y="2211521"/>
                  </a:lnTo>
                  <a:lnTo>
                    <a:pt x="430035" y="2209866"/>
                  </a:lnTo>
                  <a:lnTo>
                    <a:pt x="430685" y="2207696"/>
                  </a:lnTo>
                  <a:lnTo>
                    <a:pt x="431335" y="2205107"/>
                  </a:lnTo>
                  <a:lnTo>
                    <a:pt x="431985" y="2202105"/>
                  </a:lnTo>
                  <a:lnTo>
                    <a:pt x="432634" y="2198778"/>
                  </a:lnTo>
                  <a:lnTo>
                    <a:pt x="433284" y="2195151"/>
                  </a:lnTo>
                  <a:lnTo>
                    <a:pt x="433934" y="2191276"/>
                  </a:lnTo>
                  <a:lnTo>
                    <a:pt x="434584" y="2187131"/>
                  </a:lnTo>
                  <a:lnTo>
                    <a:pt x="435234" y="2182813"/>
                  </a:lnTo>
                  <a:lnTo>
                    <a:pt x="435884" y="2178364"/>
                  </a:lnTo>
                  <a:lnTo>
                    <a:pt x="436534" y="2173770"/>
                  </a:lnTo>
                  <a:lnTo>
                    <a:pt x="437184" y="2169077"/>
                  </a:lnTo>
                  <a:lnTo>
                    <a:pt x="437834" y="2164420"/>
                  </a:lnTo>
                  <a:lnTo>
                    <a:pt x="438484" y="2159849"/>
                  </a:lnTo>
                  <a:lnTo>
                    <a:pt x="439134" y="2155360"/>
                  </a:lnTo>
                  <a:lnTo>
                    <a:pt x="439784" y="2151054"/>
                  </a:lnTo>
                  <a:lnTo>
                    <a:pt x="440434" y="2147079"/>
                  </a:lnTo>
                  <a:lnTo>
                    <a:pt x="441084" y="2143387"/>
                  </a:lnTo>
                  <a:lnTo>
                    <a:pt x="441734" y="2140074"/>
                  </a:lnTo>
                  <a:lnTo>
                    <a:pt x="442384" y="2137025"/>
                  </a:lnTo>
                  <a:lnTo>
                    <a:pt x="443033" y="2134102"/>
                  </a:lnTo>
                  <a:lnTo>
                    <a:pt x="443683" y="2131214"/>
                  </a:lnTo>
                  <a:lnTo>
                    <a:pt x="444333" y="2128311"/>
                  </a:lnTo>
                  <a:lnTo>
                    <a:pt x="444983" y="2125361"/>
                  </a:lnTo>
                  <a:lnTo>
                    <a:pt x="445633" y="2122372"/>
                  </a:lnTo>
                  <a:lnTo>
                    <a:pt x="446283" y="2119322"/>
                  </a:lnTo>
                  <a:lnTo>
                    <a:pt x="446933" y="2116164"/>
                  </a:lnTo>
                  <a:lnTo>
                    <a:pt x="447583" y="2112833"/>
                  </a:lnTo>
                  <a:lnTo>
                    <a:pt x="448233" y="2109252"/>
                  </a:lnTo>
                  <a:lnTo>
                    <a:pt x="448883" y="2105354"/>
                  </a:lnTo>
                  <a:lnTo>
                    <a:pt x="449533" y="2101004"/>
                  </a:lnTo>
                  <a:lnTo>
                    <a:pt x="450183" y="2096112"/>
                  </a:lnTo>
                  <a:lnTo>
                    <a:pt x="450833" y="2090727"/>
                  </a:lnTo>
                  <a:lnTo>
                    <a:pt x="451483" y="2084911"/>
                  </a:lnTo>
                  <a:lnTo>
                    <a:pt x="452133" y="2078775"/>
                  </a:lnTo>
                  <a:lnTo>
                    <a:pt x="452782" y="2072419"/>
                  </a:lnTo>
                  <a:lnTo>
                    <a:pt x="453432" y="2065893"/>
                  </a:lnTo>
                  <a:lnTo>
                    <a:pt x="454082" y="2059237"/>
                  </a:lnTo>
                  <a:lnTo>
                    <a:pt x="454732" y="2052455"/>
                  </a:lnTo>
                  <a:lnTo>
                    <a:pt x="455382" y="2045512"/>
                  </a:lnTo>
                  <a:lnTo>
                    <a:pt x="456032" y="2038437"/>
                  </a:lnTo>
                  <a:lnTo>
                    <a:pt x="456682" y="2031366"/>
                  </a:lnTo>
                  <a:lnTo>
                    <a:pt x="457332" y="2024411"/>
                  </a:lnTo>
                  <a:lnTo>
                    <a:pt x="457982" y="2017604"/>
                  </a:lnTo>
                  <a:lnTo>
                    <a:pt x="458632" y="2011101"/>
                  </a:lnTo>
                  <a:lnTo>
                    <a:pt x="459282" y="2004989"/>
                  </a:lnTo>
                  <a:lnTo>
                    <a:pt x="459932" y="1999250"/>
                  </a:lnTo>
                  <a:lnTo>
                    <a:pt x="460582" y="1993933"/>
                  </a:lnTo>
                  <a:lnTo>
                    <a:pt x="461232" y="1989002"/>
                  </a:lnTo>
                  <a:lnTo>
                    <a:pt x="461882" y="1984376"/>
                  </a:lnTo>
                  <a:lnTo>
                    <a:pt x="462531" y="1980040"/>
                  </a:lnTo>
                  <a:lnTo>
                    <a:pt x="463181" y="1976056"/>
                  </a:lnTo>
                  <a:lnTo>
                    <a:pt x="463831" y="1972385"/>
                  </a:lnTo>
                  <a:lnTo>
                    <a:pt x="464481" y="1968989"/>
                  </a:lnTo>
                  <a:lnTo>
                    <a:pt x="465131" y="1965868"/>
                  </a:lnTo>
                  <a:lnTo>
                    <a:pt x="465781" y="1962955"/>
                  </a:lnTo>
                  <a:lnTo>
                    <a:pt x="466431" y="1960205"/>
                  </a:lnTo>
                  <a:lnTo>
                    <a:pt x="467081" y="1957529"/>
                  </a:lnTo>
                  <a:lnTo>
                    <a:pt x="467731" y="1954888"/>
                  </a:lnTo>
                  <a:lnTo>
                    <a:pt x="468381" y="1952198"/>
                  </a:lnTo>
                  <a:lnTo>
                    <a:pt x="469031" y="1949503"/>
                  </a:lnTo>
                  <a:lnTo>
                    <a:pt x="469681" y="1946784"/>
                  </a:lnTo>
                  <a:lnTo>
                    <a:pt x="470331" y="1943959"/>
                  </a:lnTo>
                  <a:lnTo>
                    <a:pt x="470981" y="1940957"/>
                  </a:lnTo>
                  <a:lnTo>
                    <a:pt x="471631" y="1937786"/>
                  </a:lnTo>
                  <a:lnTo>
                    <a:pt x="472281" y="1934492"/>
                  </a:lnTo>
                  <a:lnTo>
                    <a:pt x="472930" y="1930995"/>
                  </a:lnTo>
                  <a:lnTo>
                    <a:pt x="473580" y="1927312"/>
                  </a:lnTo>
                  <a:lnTo>
                    <a:pt x="474230" y="1923456"/>
                  </a:lnTo>
                  <a:lnTo>
                    <a:pt x="474880" y="1919402"/>
                  </a:lnTo>
                  <a:lnTo>
                    <a:pt x="475530" y="1915259"/>
                  </a:lnTo>
                  <a:lnTo>
                    <a:pt x="476180" y="1911071"/>
                  </a:lnTo>
                  <a:lnTo>
                    <a:pt x="476830" y="1906888"/>
                  </a:lnTo>
                  <a:lnTo>
                    <a:pt x="477480" y="1902765"/>
                  </a:lnTo>
                  <a:lnTo>
                    <a:pt x="478130" y="1898700"/>
                  </a:lnTo>
                  <a:lnTo>
                    <a:pt x="478780" y="1894721"/>
                  </a:lnTo>
                  <a:lnTo>
                    <a:pt x="479430" y="1890940"/>
                  </a:lnTo>
                  <a:lnTo>
                    <a:pt x="480080" y="1887437"/>
                  </a:lnTo>
                  <a:lnTo>
                    <a:pt x="480730" y="1884348"/>
                  </a:lnTo>
                  <a:lnTo>
                    <a:pt x="481380" y="1881717"/>
                  </a:lnTo>
                  <a:lnTo>
                    <a:pt x="482030" y="1879590"/>
                  </a:lnTo>
                  <a:lnTo>
                    <a:pt x="482679" y="1878137"/>
                  </a:lnTo>
                  <a:lnTo>
                    <a:pt x="483329" y="1877358"/>
                  </a:lnTo>
                  <a:lnTo>
                    <a:pt x="483979" y="1877315"/>
                  </a:lnTo>
                  <a:lnTo>
                    <a:pt x="484629" y="1878105"/>
                  </a:lnTo>
                  <a:lnTo>
                    <a:pt x="485279" y="1879678"/>
                  </a:lnTo>
                  <a:lnTo>
                    <a:pt x="485929" y="1882031"/>
                  </a:lnTo>
                  <a:lnTo>
                    <a:pt x="486579" y="1885112"/>
                  </a:lnTo>
                  <a:lnTo>
                    <a:pt x="487229" y="1888880"/>
                  </a:lnTo>
                  <a:lnTo>
                    <a:pt x="487879" y="1893367"/>
                  </a:lnTo>
                  <a:lnTo>
                    <a:pt x="488529" y="1898585"/>
                  </a:lnTo>
                  <a:lnTo>
                    <a:pt x="489179" y="1904490"/>
                  </a:lnTo>
                  <a:lnTo>
                    <a:pt x="489829" y="1910876"/>
                  </a:lnTo>
                  <a:lnTo>
                    <a:pt x="490479" y="1917708"/>
                  </a:lnTo>
                  <a:lnTo>
                    <a:pt x="491129" y="1924853"/>
                  </a:lnTo>
                  <a:lnTo>
                    <a:pt x="491779" y="1932193"/>
                  </a:lnTo>
                  <a:lnTo>
                    <a:pt x="492429" y="1939657"/>
                  </a:lnTo>
                  <a:lnTo>
                    <a:pt x="493078" y="1947199"/>
                  </a:lnTo>
                  <a:lnTo>
                    <a:pt x="493728" y="1954750"/>
                  </a:lnTo>
                  <a:lnTo>
                    <a:pt x="494378" y="1962359"/>
                  </a:lnTo>
                  <a:lnTo>
                    <a:pt x="495028" y="1970108"/>
                  </a:lnTo>
                  <a:lnTo>
                    <a:pt x="495678" y="1978017"/>
                  </a:lnTo>
                  <a:lnTo>
                    <a:pt x="496328" y="1986070"/>
                  </a:lnTo>
                  <a:lnTo>
                    <a:pt x="496978" y="1994200"/>
                  </a:lnTo>
                  <a:lnTo>
                    <a:pt x="497628" y="2002287"/>
                  </a:lnTo>
                  <a:lnTo>
                    <a:pt x="498278" y="2010317"/>
                  </a:lnTo>
                  <a:lnTo>
                    <a:pt x="498928" y="2018240"/>
                  </a:lnTo>
                  <a:lnTo>
                    <a:pt x="499578" y="2026141"/>
                  </a:lnTo>
                  <a:lnTo>
                    <a:pt x="500228" y="2034035"/>
                  </a:lnTo>
                  <a:lnTo>
                    <a:pt x="500878" y="2042016"/>
                  </a:lnTo>
                  <a:lnTo>
                    <a:pt x="501528" y="2050122"/>
                  </a:lnTo>
                  <a:lnTo>
                    <a:pt x="502178" y="2058367"/>
                  </a:lnTo>
                  <a:lnTo>
                    <a:pt x="502827" y="2066832"/>
                  </a:lnTo>
                  <a:lnTo>
                    <a:pt x="503477" y="2075532"/>
                  </a:lnTo>
                  <a:lnTo>
                    <a:pt x="504127" y="2084402"/>
                  </a:lnTo>
                  <a:lnTo>
                    <a:pt x="504777" y="2093401"/>
                  </a:lnTo>
                  <a:lnTo>
                    <a:pt x="505427" y="2102390"/>
                  </a:lnTo>
                  <a:lnTo>
                    <a:pt x="506077" y="2111354"/>
                  </a:lnTo>
                  <a:lnTo>
                    <a:pt x="506727" y="2120307"/>
                  </a:lnTo>
                  <a:lnTo>
                    <a:pt x="507377" y="2129375"/>
                  </a:lnTo>
                  <a:lnTo>
                    <a:pt x="508027" y="2138631"/>
                  </a:lnTo>
                  <a:lnTo>
                    <a:pt x="508677" y="2148074"/>
                  </a:lnTo>
                  <a:lnTo>
                    <a:pt x="509327" y="2157719"/>
                  </a:lnTo>
                  <a:lnTo>
                    <a:pt x="509977" y="2167552"/>
                  </a:lnTo>
                  <a:lnTo>
                    <a:pt x="510627" y="2177565"/>
                  </a:lnTo>
                  <a:lnTo>
                    <a:pt x="511277" y="2187723"/>
                  </a:lnTo>
                  <a:lnTo>
                    <a:pt x="511927" y="2197937"/>
                  </a:lnTo>
                  <a:lnTo>
                    <a:pt x="512577" y="2208084"/>
                  </a:lnTo>
                  <a:lnTo>
                    <a:pt x="513226" y="2218082"/>
                  </a:lnTo>
                  <a:lnTo>
                    <a:pt x="513876" y="2227920"/>
                  </a:lnTo>
                  <a:lnTo>
                    <a:pt x="514526" y="2237476"/>
                  </a:lnTo>
                  <a:lnTo>
                    <a:pt x="515176" y="2246807"/>
                  </a:lnTo>
                  <a:lnTo>
                    <a:pt x="515826" y="2255926"/>
                  </a:lnTo>
                  <a:lnTo>
                    <a:pt x="516476" y="2264631"/>
                  </a:lnTo>
                  <a:lnTo>
                    <a:pt x="517126" y="2272736"/>
                  </a:lnTo>
                  <a:lnTo>
                    <a:pt x="517776" y="2280099"/>
                  </a:lnTo>
                  <a:lnTo>
                    <a:pt x="518426" y="2286641"/>
                  </a:lnTo>
                  <a:lnTo>
                    <a:pt x="519076" y="2292332"/>
                  </a:lnTo>
                  <a:lnTo>
                    <a:pt x="519726" y="2297143"/>
                  </a:lnTo>
                  <a:lnTo>
                    <a:pt x="520376" y="2300985"/>
                  </a:lnTo>
                  <a:lnTo>
                    <a:pt x="521026" y="2303752"/>
                  </a:lnTo>
                  <a:lnTo>
                    <a:pt x="521676" y="2305414"/>
                  </a:lnTo>
                  <a:lnTo>
                    <a:pt x="522326" y="2306012"/>
                  </a:lnTo>
                  <a:lnTo>
                    <a:pt x="522975" y="2305585"/>
                  </a:lnTo>
                  <a:lnTo>
                    <a:pt x="523625" y="2304142"/>
                  </a:lnTo>
                  <a:lnTo>
                    <a:pt x="524275" y="2301760"/>
                  </a:lnTo>
                  <a:lnTo>
                    <a:pt x="524925" y="2298457"/>
                  </a:lnTo>
                  <a:lnTo>
                    <a:pt x="525575" y="2294210"/>
                  </a:lnTo>
                  <a:lnTo>
                    <a:pt x="526225" y="2289126"/>
                  </a:lnTo>
                  <a:lnTo>
                    <a:pt x="526875" y="2283175"/>
                  </a:lnTo>
                  <a:lnTo>
                    <a:pt x="527525" y="2276318"/>
                  </a:lnTo>
                  <a:lnTo>
                    <a:pt x="528175" y="2268502"/>
                  </a:lnTo>
                  <a:lnTo>
                    <a:pt x="528825" y="2259743"/>
                  </a:lnTo>
                  <a:lnTo>
                    <a:pt x="529475" y="2250149"/>
                  </a:lnTo>
                  <a:lnTo>
                    <a:pt x="530125" y="2239912"/>
                  </a:lnTo>
                  <a:lnTo>
                    <a:pt x="530775" y="2229191"/>
                  </a:lnTo>
                  <a:lnTo>
                    <a:pt x="531425" y="2217996"/>
                  </a:lnTo>
                  <a:lnTo>
                    <a:pt x="532075" y="2206351"/>
                  </a:lnTo>
                  <a:lnTo>
                    <a:pt x="532725" y="2194291"/>
                  </a:lnTo>
                  <a:lnTo>
                    <a:pt x="533374" y="2181833"/>
                  </a:lnTo>
                  <a:lnTo>
                    <a:pt x="534024" y="2168948"/>
                  </a:lnTo>
                  <a:lnTo>
                    <a:pt x="534674" y="2155653"/>
                  </a:lnTo>
                  <a:lnTo>
                    <a:pt x="535324" y="2141948"/>
                  </a:lnTo>
                  <a:lnTo>
                    <a:pt x="535974" y="2127875"/>
                  </a:lnTo>
                  <a:lnTo>
                    <a:pt x="536624" y="2113588"/>
                  </a:lnTo>
                  <a:lnTo>
                    <a:pt x="537274" y="2099166"/>
                  </a:lnTo>
                  <a:lnTo>
                    <a:pt x="537924" y="2084736"/>
                  </a:lnTo>
                  <a:lnTo>
                    <a:pt x="538574" y="2070403"/>
                  </a:lnTo>
                  <a:lnTo>
                    <a:pt x="539224" y="2056165"/>
                  </a:lnTo>
                  <a:lnTo>
                    <a:pt x="539874" y="2041968"/>
                  </a:lnTo>
                  <a:lnTo>
                    <a:pt x="540524" y="2027686"/>
                  </a:lnTo>
                  <a:lnTo>
                    <a:pt x="541174" y="2013347"/>
                  </a:lnTo>
                  <a:lnTo>
                    <a:pt x="541824" y="1999010"/>
                  </a:lnTo>
                  <a:lnTo>
                    <a:pt x="542474" y="1984641"/>
                  </a:lnTo>
                  <a:lnTo>
                    <a:pt x="543123" y="1970238"/>
                  </a:lnTo>
                  <a:lnTo>
                    <a:pt x="543773" y="1955787"/>
                  </a:lnTo>
                  <a:lnTo>
                    <a:pt x="544423" y="1941309"/>
                  </a:lnTo>
                  <a:lnTo>
                    <a:pt x="545073" y="1926856"/>
                  </a:lnTo>
                  <a:lnTo>
                    <a:pt x="545723" y="1912439"/>
                  </a:lnTo>
                  <a:lnTo>
                    <a:pt x="546373" y="1897983"/>
                  </a:lnTo>
                  <a:lnTo>
                    <a:pt x="547023" y="1883441"/>
                  </a:lnTo>
                  <a:lnTo>
                    <a:pt x="547673" y="1868807"/>
                  </a:lnTo>
                  <a:lnTo>
                    <a:pt x="548323" y="1853994"/>
                  </a:lnTo>
                  <a:lnTo>
                    <a:pt x="548973" y="1839129"/>
                  </a:lnTo>
                  <a:lnTo>
                    <a:pt x="549623" y="1824366"/>
                  </a:lnTo>
                  <a:lnTo>
                    <a:pt x="550273" y="1809825"/>
                  </a:lnTo>
                  <a:lnTo>
                    <a:pt x="550923" y="1795521"/>
                  </a:lnTo>
                  <a:lnTo>
                    <a:pt x="551573" y="1781500"/>
                  </a:lnTo>
                  <a:lnTo>
                    <a:pt x="552223" y="1767723"/>
                  </a:lnTo>
                  <a:lnTo>
                    <a:pt x="552873" y="1754300"/>
                  </a:lnTo>
                  <a:lnTo>
                    <a:pt x="553522" y="1741405"/>
                  </a:lnTo>
                  <a:lnTo>
                    <a:pt x="554172" y="1729156"/>
                  </a:lnTo>
                  <a:lnTo>
                    <a:pt x="554822" y="1717583"/>
                  </a:lnTo>
                  <a:lnTo>
                    <a:pt x="555472" y="1706629"/>
                  </a:lnTo>
                  <a:lnTo>
                    <a:pt x="556122" y="1696341"/>
                  </a:lnTo>
                  <a:lnTo>
                    <a:pt x="556772" y="1686770"/>
                  </a:lnTo>
                  <a:lnTo>
                    <a:pt x="557422" y="1677967"/>
                  </a:lnTo>
                  <a:lnTo>
                    <a:pt x="558072" y="1670007"/>
                  </a:lnTo>
                  <a:lnTo>
                    <a:pt x="558722" y="1662873"/>
                  </a:lnTo>
                  <a:lnTo>
                    <a:pt x="559372" y="1656588"/>
                  </a:lnTo>
                  <a:lnTo>
                    <a:pt x="560022" y="1651228"/>
                  </a:lnTo>
                  <a:lnTo>
                    <a:pt x="560672" y="1646841"/>
                  </a:lnTo>
                  <a:lnTo>
                    <a:pt x="561322" y="1643472"/>
                  </a:lnTo>
                  <a:lnTo>
                    <a:pt x="561972" y="1641195"/>
                  </a:lnTo>
                  <a:lnTo>
                    <a:pt x="562622" y="1639943"/>
                  </a:lnTo>
                  <a:lnTo>
                    <a:pt x="563271" y="1639606"/>
                  </a:lnTo>
                  <a:lnTo>
                    <a:pt x="563921" y="1640152"/>
                  </a:lnTo>
                  <a:lnTo>
                    <a:pt x="564571" y="1641653"/>
                  </a:lnTo>
                  <a:lnTo>
                    <a:pt x="565221" y="1644196"/>
                  </a:lnTo>
                  <a:lnTo>
                    <a:pt x="565871" y="1647745"/>
                  </a:lnTo>
                  <a:lnTo>
                    <a:pt x="566521" y="1652292"/>
                  </a:lnTo>
                  <a:lnTo>
                    <a:pt x="567171" y="1657704"/>
                  </a:lnTo>
                  <a:lnTo>
                    <a:pt x="567821" y="1663767"/>
                  </a:lnTo>
                  <a:lnTo>
                    <a:pt x="568471" y="1670396"/>
                  </a:lnTo>
                  <a:lnTo>
                    <a:pt x="569121" y="1677417"/>
                  </a:lnTo>
                  <a:lnTo>
                    <a:pt x="569771" y="1684661"/>
                  </a:lnTo>
                  <a:lnTo>
                    <a:pt x="570421" y="1692074"/>
                  </a:lnTo>
                  <a:lnTo>
                    <a:pt x="571071" y="1699561"/>
                  </a:lnTo>
                  <a:lnTo>
                    <a:pt x="571721" y="1707072"/>
                  </a:lnTo>
                  <a:lnTo>
                    <a:pt x="572371" y="1714566"/>
                  </a:lnTo>
                  <a:lnTo>
                    <a:pt x="573021" y="1722023"/>
                  </a:lnTo>
                  <a:lnTo>
                    <a:pt x="573670" y="1729343"/>
                  </a:lnTo>
                  <a:lnTo>
                    <a:pt x="574320" y="1736393"/>
                  </a:lnTo>
                  <a:lnTo>
                    <a:pt x="574970" y="1743088"/>
                  </a:lnTo>
                  <a:lnTo>
                    <a:pt x="575620" y="1749398"/>
                  </a:lnTo>
                  <a:lnTo>
                    <a:pt x="576270" y="1755364"/>
                  </a:lnTo>
                  <a:lnTo>
                    <a:pt x="576920" y="1761087"/>
                  </a:lnTo>
                  <a:lnTo>
                    <a:pt x="577570" y="1766632"/>
                  </a:lnTo>
                  <a:lnTo>
                    <a:pt x="578220" y="1771958"/>
                  </a:lnTo>
                  <a:lnTo>
                    <a:pt x="578870" y="1777133"/>
                  </a:lnTo>
                  <a:lnTo>
                    <a:pt x="579520" y="1782365"/>
                  </a:lnTo>
                  <a:lnTo>
                    <a:pt x="580170" y="1787607"/>
                  </a:lnTo>
                  <a:lnTo>
                    <a:pt x="580820" y="1792821"/>
                  </a:lnTo>
                  <a:lnTo>
                    <a:pt x="581470" y="1798002"/>
                  </a:lnTo>
                  <a:lnTo>
                    <a:pt x="582120" y="1803036"/>
                  </a:lnTo>
                  <a:lnTo>
                    <a:pt x="582770" y="1807908"/>
                  </a:lnTo>
                  <a:lnTo>
                    <a:pt x="583419" y="1812673"/>
                  </a:lnTo>
                  <a:lnTo>
                    <a:pt x="584069" y="1817342"/>
                  </a:lnTo>
                  <a:lnTo>
                    <a:pt x="584719" y="1821958"/>
                  </a:lnTo>
                  <a:lnTo>
                    <a:pt x="585369" y="1826531"/>
                  </a:lnTo>
                  <a:lnTo>
                    <a:pt x="586019" y="1830930"/>
                  </a:lnTo>
                  <a:lnTo>
                    <a:pt x="586669" y="1835039"/>
                  </a:lnTo>
                  <a:lnTo>
                    <a:pt x="587319" y="1838831"/>
                  </a:lnTo>
                  <a:lnTo>
                    <a:pt x="587969" y="1842317"/>
                  </a:lnTo>
                  <a:lnTo>
                    <a:pt x="588619" y="1845499"/>
                  </a:lnTo>
                  <a:lnTo>
                    <a:pt x="589269" y="1848269"/>
                  </a:lnTo>
                  <a:lnTo>
                    <a:pt x="589919" y="1850500"/>
                  </a:lnTo>
                  <a:lnTo>
                    <a:pt x="590569" y="1852076"/>
                  </a:lnTo>
                  <a:lnTo>
                    <a:pt x="591219" y="1852966"/>
                  </a:lnTo>
                  <a:lnTo>
                    <a:pt x="591869" y="1853166"/>
                  </a:lnTo>
                  <a:lnTo>
                    <a:pt x="592519" y="1852596"/>
                  </a:lnTo>
                  <a:lnTo>
                    <a:pt x="593169" y="1851212"/>
                  </a:lnTo>
                  <a:lnTo>
                    <a:pt x="593818" y="1848928"/>
                  </a:lnTo>
                  <a:lnTo>
                    <a:pt x="594468" y="1845635"/>
                  </a:lnTo>
                  <a:lnTo>
                    <a:pt x="595118" y="1841213"/>
                  </a:lnTo>
                  <a:lnTo>
                    <a:pt x="595768" y="1835609"/>
                  </a:lnTo>
                  <a:lnTo>
                    <a:pt x="596418" y="1828833"/>
                  </a:lnTo>
                  <a:lnTo>
                    <a:pt x="597068" y="1820800"/>
                  </a:lnTo>
                  <a:lnTo>
                    <a:pt x="597718" y="1811389"/>
                  </a:lnTo>
                  <a:lnTo>
                    <a:pt x="598368" y="1800526"/>
                  </a:lnTo>
                  <a:lnTo>
                    <a:pt x="599018" y="1788203"/>
                  </a:lnTo>
                  <a:lnTo>
                    <a:pt x="599668" y="1774546"/>
                  </a:lnTo>
                  <a:lnTo>
                    <a:pt x="600318" y="1759820"/>
                  </a:lnTo>
                  <a:lnTo>
                    <a:pt x="600968" y="1744139"/>
                  </a:lnTo>
                  <a:lnTo>
                    <a:pt x="601618" y="1727576"/>
                  </a:lnTo>
                  <a:lnTo>
                    <a:pt x="602268" y="1710275"/>
                  </a:lnTo>
                  <a:lnTo>
                    <a:pt x="602918" y="1692283"/>
                  </a:lnTo>
                  <a:lnTo>
                    <a:pt x="603567" y="1673620"/>
                  </a:lnTo>
                  <a:lnTo>
                    <a:pt x="604217" y="1654292"/>
                  </a:lnTo>
                  <a:lnTo>
                    <a:pt x="604867" y="1634345"/>
                  </a:lnTo>
                  <a:lnTo>
                    <a:pt x="605517" y="1613858"/>
                  </a:lnTo>
                  <a:lnTo>
                    <a:pt x="606167" y="1592956"/>
                  </a:lnTo>
                  <a:lnTo>
                    <a:pt x="606817" y="1571751"/>
                  </a:lnTo>
                  <a:lnTo>
                    <a:pt x="607467" y="1550321"/>
                  </a:lnTo>
                  <a:lnTo>
                    <a:pt x="608117" y="1528696"/>
                  </a:lnTo>
                  <a:lnTo>
                    <a:pt x="608767" y="1506922"/>
                  </a:lnTo>
                  <a:lnTo>
                    <a:pt x="609417" y="1484884"/>
                  </a:lnTo>
                  <a:lnTo>
                    <a:pt x="610067" y="1462483"/>
                  </a:lnTo>
                  <a:lnTo>
                    <a:pt x="610717" y="1439746"/>
                  </a:lnTo>
                  <a:lnTo>
                    <a:pt x="611367" y="1416703"/>
                  </a:lnTo>
                  <a:lnTo>
                    <a:pt x="612017" y="1393275"/>
                  </a:lnTo>
                  <a:lnTo>
                    <a:pt x="612667" y="1369447"/>
                  </a:lnTo>
                  <a:lnTo>
                    <a:pt x="613316" y="1345375"/>
                  </a:lnTo>
                  <a:lnTo>
                    <a:pt x="613966" y="1321261"/>
                  </a:lnTo>
                  <a:lnTo>
                    <a:pt x="614616" y="1297097"/>
                  </a:lnTo>
                  <a:lnTo>
                    <a:pt x="615266" y="1272893"/>
                  </a:lnTo>
                  <a:lnTo>
                    <a:pt x="615916" y="1248599"/>
                  </a:lnTo>
                  <a:lnTo>
                    <a:pt x="616566" y="1224205"/>
                  </a:lnTo>
                  <a:lnTo>
                    <a:pt x="617216" y="1199809"/>
                  </a:lnTo>
                  <a:lnTo>
                    <a:pt x="617866" y="1175452"/>
                  </a:lnTo>
                  <a:lnTo>
                    <a:pt x="618516" y="1151174"/>
                  </a:lnTo>
                  <a:lnTo>
                    <a:pt x="619166" y="1127028"/>
                  </a:lnTo>
                  <a:lnTo>
                    <a:pt x="619816" y="1103051"/>
                  </a:lnTo>
                  <a:lnTo>
                    <a:pt x="620466" y="1079260"/>
                  </a:lnTo>
                  <a:lnTo>
                    <a:pt x="621116" y="1055610"/>
                  </a:lnTo>
                  <a:lnTo>
                    <a:pt x="621766" y="1032128"/>
                  </a:lnTo>
                  <a:lnTo>
                    <a:pt x="622416" y="1008967"/>
                  </a:lnTo>
                  <a:lnTo>
                    <a:pt x="623066" y="986290"/>
                  </a:lnTo>
                  <a:lnTo>
                    <a:pt x="623715" y="964147"/>
                  </a:lnTo>
                  <a:lnTo>
                    <a:pt x="624365" y="942531"/>
                  </a:lnTo>
                  <a:lnTo>
                    <a:pt x="625015" y="921455"/>
                  </a:lnTo>
                  <a:lnTo>
                    <a:pt x="625665" y="900939"/>
                  </a:lnTo>
                  <a:lnTo>
                    <a:pt x="626315" y="880992"/>
                  </a:lnTo>
                  <a:lnTo>
                    <a:pt x="626965" y="861662"/>
                  </a:lnTo>
                  <a:lnTo>
                    <a:pt x="627615" y="843020"/>
                  </a:lnTo>
                  <a:lnTo>
                    <a:pt x="628265" y="825111"/>
                  </a:lnTo>
                  <a:lnTo>
                    <a:pt x="628915" y="807987"/>
                  </a:lnTo>
                  <a:lnTo>
                    <a:pt x="629565" y="791631"/>
                  </a:lnTo>
                  <a:lnTo>
                    <a:pt x="630215" y="776074"/>
                  </a:lnTo>
                  <a:lnTo>
                    <a:pt x="630865" y="761377"/>
                  </a:lnTo>
                  <a:lnTo>
                    <a:pt x="631515" y="747554"/>
                  </a:lnTo>
                  <a:lnTo>
                    <a:pt x="632165" y="734560"/>
                  </a:lnTo>
                  <a:lnTo>
                    <a:pt x="632815" y="722204"/>
                  </a:lnTo>
                  <a:lnTo>
                    <a:pt x="633464" y="710436"/>
                  </a:lnTo>
                  <a:lnTo>
                    <a:pt x="634114" y="699362"/>
                  </a:lnTo>
                  <a:lnTo>
                    <a:pt x="634764" y="688957"/>
                  </a:lnTo>
                  <a:lnTo>
                    <a:pt x="635414" y="679214"/>
                  </a:lnTo>
                  <a:lnTo>
                    <a:pt x="636064" y="670063"/>
                  </a:lnTo>
                  <a:lnTo>
                    <a:pt x="636714" y="661496"/>
                  </a:lnTo>
                  <a:lnTo>
                    <a:pt x="637364" y="653469"/>
                  </a:lnTo>
                  <a:lnTo>
                    <a:pt x="638014" y="645936"/>
                  </a:lnTo>
                  <a:lnTo>
                    <a:pt x="638664" y="638838"/>
                  </a:lnTo>
                  <a:lnTo>
                    <a:pt x="639314" y="632084"/>
                  </a:lnTo>
                  <a:lnTo>
                    <a:pt x="639964" y="625670"/>
                  </a:lnTo>
                  <a:lnTo>
                    <a:pt x="640614" y="619603"/>
                  </a:lnTo>
                  <a:lnTo>
                    <a:pt x="641264" y="613871"/>
                  </a:lnTo>
                  <a:lnTo>
                    <a:pt x="641914" y="608471"/>
                  </a:lnTo>
                  <a:lnTo>
                    <a:pt x="642564" y="603463"/>
                  </a:lnTo>
                  <a:lnTo>
                    <a:pt x="643214" y="598852"/>
                  </a:lnTo>
                  <a:lnTo>
                    <a:pt x="643863" y="594595"/>
                  </a:lnTo>
                  <a:lnTo>
                    <a:pt x="644513" y="590707"/>
                  </a:lnTo>
                  <a:lnTo>
                    <a:pt x="645163" y="587183"/>
                  </a:lnTo>
                  <a:lnTo>
                    <a:pt x="645813" y="584026"/>
                  </a:lnTo>
                  <a:lnTo>
                    <a:pt x="646463" y="581093"/>
                  </a:lnTo>
                  <a:lnTo>
                    <a:pt x="647113" y="578364"/>
                  </a:lnTo>
                  <a:lnTo>
                    <a:pt x="647763" y="575893"/>
                  </a:lnTo>
                  <a:lnTo>
                    <a:pt x="648413" y="573708"/>
                  </a:lnTo>
                  <a:lnTo>
                    <a:pt x="649063" y="571877"/>
                  </a:lnTo>
                  <a:lnTo>
                    <a:pt x="649713" y="570388"/>
                  </a:lnTo>
                  <a:lnTo>
                    <a:pt x="650363" y="569236"/>
                  </a:lnTo>
                  <a:lnTo>
                    <a:pt x="651013" y="568416"/>
                  </a:lnTo>
                  <a:lnTo>
                    <a:pt x="651663" y="567935"/>
                  </a:lnTo>
                  <a:lnTo>
                    <a:pt x="652313" y="567843"/>
                  </a:lnTo>
                  <a:lnTo>
                    <a:pt x="652963" y="568060"/>
                  </a:lnTo>
                  <a:lnTo>
                    <a:pt x="653612" y="568530"/>
                  </a:lnTo>
                  <a:lnTo>
                    <a:pt x="654262" y="569334"/>
                  </a:lnTo>
                  <a:lnTo>
                    <a:pt x="654912" y="570460"/>
                  </a:lnTo>
                  <a:lnTo>
                    <a:pt x="655562" y="571820"/>
                  </a:lnTo>
                  <a:lnTo>
                    <a:pt x="656212" y="573338"/>
                  </a:lnTo>
                  <a:lnTo>
                    <a:pt x="656862" y="575008"/>
                  </a:lnTo>
                  <a:lnTo>
                    <a:pt x="657512" y="576908"/>
                  </a:lnTo>
                  <a:lnTo>
                    <a:pt x="658162" y="579090"/>
                  </a:lnTo>
                  <a:lnTo>
                    <a:pt x="658812" y="581546"/>
                  </a:lnTo>
                  <a:lnTo>
                    <a:pt x="659462" y="584234"/>
                  </a:lnTo>
                  <a:lnTo>
                    <a:pt x="660112" y="587139"/>
                  </a:lnTo>
                  <a:lnTo>
                    <a:pt x="660762" y="590197"/>
                  </a:lnTo>
                  <a:lnTo>
                    <a:pt x="661412" y="593372"/>
                  </a:lnTo>
                  <a:lnTo>
                    <a:pt x="662062" y="596704"/>
                  </a:lnTo>
                  <a:lnTo>
                    <a:pt x="662712" y="600274"/>
                  </a:lnTo>
                  <a:lnTo>
                    <a:pt x="663362" y="604173"/>
                  </a:lnTo>
                  <a:lnTo>
                    <a:pt x="664011" y="608353"/>
                  </a:lnTo>
                  <a:lnTo>
                    <a:pt x="664661" y="612870"/>
                  </a:lnTo>
                  <a:lnTo>
                    <a:pt x="665311" y="617850"/>
                  </a:lnTo>
                  <a:lnTo>
                    <a:pt x="665961" y="623339"/>
                  </a:lnTo>
                  <a:lnTo>
                    <a:pt x="666611" y="629248"/>
                  </a:lnTo>
                  <a:lnTo>
                    <a:pt x="667261" y="635525"/>
                  </a:lnTo>
                  <a:lnTo>
                    <a:pt x="667911" y="642111"/>
                  </a:lnTo>
                  <a:lnTo>
                    <a:pt x="668561" y="649048"/>
                  </a:lnTo>
                  <a:lnTo>
                    <a:pt x="669211" y="656439"/>
                  </a:lnTo>
                  <a:lnTo>
                    <a:pt x="669861" y="664228"/>
                  </a:lnTo>
                  <a:lnTo>
                    <a:pt x="670511" y="672439"/>
                  </a:lnTo>
                  <a:lnTo>
                    <a:pt x="671161" y="681123"/>
                  </a:lnTo>
                  <a:lnTo>
                    <a:pt x="671811" y="690306"/>
                  </a:lnTo>
                  <a:lnTo>
                    <a:pt x="672461" y="700016"/>
                  </a:lnTo>
                  <a:lnTo>
                    <a:pt x="673111" y="710175"/>
                  </a:lnTo>
                  <a:lnTo>
                    <a:pt x="673760" y="720738"/>
                  </a:lnTo>
                  <a:lnTo>
                    <a:pt x="674410" y="731631"/>
                  </a:lnTo>
                  <a:lnTo>
                    <a:pt x="675060" y="742823"/>
                  </a:lnTo>
                  <a:lnTo>
                    <a:pt x="675710" y="754314"/>
                  </a:lnTo>
                  <a:lnTo>
                    <a:pt x="676360" y="766108"/>
                  </a:lnTo>
                  <a:lnTo>
                    <a:pt x="677010" y="778210"/>
                  </a:lnTo>
                  <a:lnTo>
                    <a:pt x="677660" y="790617"/>
                  </a:lnTo>
                  <a:lnTo>
                    <a:pt x="678310" y="803329"/>
                  </a:lnTo>
                  <a:lnTo>
                    <a:pt x="678960" y="816237"/>
                  </a:lnTo>
                  <a:lnTo>
                    <a:pt x="679610" y="829310"/>
                  </a:lnTo>
                  <a:lnTo>
                    <a:pt x="680260" y="842432"/>
                  </a:lnTo>
                  <a:lnTo>
                    <a:pt x="680910" y="855523"/>
                  </a:lnTo>
                  <a:lnTo>
                    <a:pt x="681560" y="868504"/>
                  </a:lnTo>
                  <a:lnTo>
                    <a:pt x="682210" y="881320"/>
                  </a:lnTo>
                  <a:lnTo>
                    <a:pt x="682860" y="893932"/>
                  </a:lnTo>
                  <a:lnTo>
                    <a:pt x="683510" y="906286"/>
                  </a:lnTo>
                  <a:lnTo>
                    <a:pt x="684159" y="918419"/>
                  </a:lnTo>
                  <a:lnTo>
                    <a:pt x="684809" y="930286"/>
                  </a:lnTo>
                  <a:lnTo>
                    <a:pt x="685459" y="941912"/>
                  </a:lnTo>
                  <a:lnTo>
                    <a:pt x="686109" y="953427"/>
                  </a:lnTo>
                  <a:lnTo>
                    <a:pt x="686759" y="964763"/>
                  </a:lnTo>
                  <a:lnTo>
                    <a:pt x="687409" y="975887"/>
                  </a:lnTo>
                  <a:lnTo>
                    <a:pt x="688059" y="986752"/>
                  </a:lnTo>
                  <a:lnTo>
                    <a:pt x="688709" y="997263"/>
                  </a:lnTo>
                  <a:lnTo>
                    <a:pt x="689359" y="1007451"/>
                  </a:lnTo>
                  <a:lnTo>
                    <a:pt x="690009" y="1017322"/>
                  </a:lnTo>
                  <a:lnTo>
                    <a:pt x="690659" y="1026818"/>
                  </a:lnTo>
                  <a:lnTo>
                    <a:pt x="691309" y="1035917"/>
                  </a:lnTo>
                  <a:lnTo>
                    <a:pt x="691959" y="1044577"/>
                  </a:lnTo>
                  <a:lnTo>
                    <a:pt x="692609" y="1052803"/>
                  </a:lnTo>
                  <a:lnTo>
                    <a:pt x="693259" y="1060618"/>
                  </a:lnTo>
                  <a:lnTo>
                    <a:pt x="693908" y="1068005"/>
                  </a:lnTo>
                  <a:lnTo>
                    <a:pt x="694558" y="1074863"/>
                  </a:lnTo>
                  <a:lnTo>
                    <a:pt x="695208" y="1081039"/>
                  </a:lnTo>
                  <a:lnTo>
                    <a:pt x="695858" y="1086367"/>
                  </a:lnTo>
                  <a:lnTo>
                    <a:pt x="696508" y="1090858"/>
                  </a:lnTo>
                  <a:lnTo>
                    <a:pt x="697158" y="1094453"/>
                  </a:lnTo>
                  <a:lnTo>
                    <a:pt x="697808" y="1097018"/>
                  </a:lnTo>
                  <a:lnTo>
                    <a:pt x="698458" y="1098457"/>
                  </a:lnTo>
                  <a:lnTo>
                    <a:pt x="699108" y="1098761"/>
                  </a:lnTo>
                  <a:lnTo>
                    <a:pt x="699758" y="1097935"/>
                  </a:lnTo>
                  <a:lnTo>
                    <a:pt x="700408" y="1095974"/>
                  </a:lnTo>
                  <a:lnTo>
                    <a:pt x="701058" y="1092930"/>
                  </a:lnTo>
                  <a:lnTo>
                    <a:pt x="701708" y="1088723"/>
                  </a:lnTo>
                  <a:lnTo>
                    <a:pt x="702358" y="1083441"/>
                  </a:lnTo>
                  <a:lnTo>
                    <a:pt x="703008" y="1077198"/>
                  </a:lnTo>
                  <a:lnTo>
                    <a:pt x="703658" y="1070022"/>
                  </a:lnTo>
                  <a:lnTo>
                    <a:pt x="704307" y="1061946"/>
                  </a:lnTo>
                  <a:lnTo>
                    <a:pt x="704957" y="1052975"/>
                  </a:lnTo>
                  <a:lnTo>
                    <a:pt x="705607" y="1043177"/>
                  </a:lnTo>
                  <a:lnTo>
                    <a:pt x="706257" y="1032608"/>
                  </a:lnTo>
                  <a:lnTo>
                    <a:pt x="706907" y="1021407"/>
                  </a:lnTo>
                  <a:lnTo>
                    <a:pt x="707557" y="1009703"/>
                  </a:lnTo>
                  <a:lnTo>
                    <a:pt x="708207" y="997528"/>
                  </a:lnTo>
                  <a:lnTo>
                    <a:pt x="708857" y="984905"/>
                  </a:lnTo>
                  <a:lnTo>
                    <a:pt x="709507" y="971795"/>
                  </a:lnTo>
                  <a:lnTo>
                    <a:pt x="710157" y="958150"/>
                  </a:lnTo>
                  <a:lnTo>
                    <a:pt x="710807" y="943944"/>
                  </a:lnTo>
                  <a:lnTo>
                    <a:pt x="711457" y="929261"/>
                  </a:lnTo>
                  <a:lnTo>
                    <a:pt x="712107" y="914157"/>
                  </a:lnTo>
                  <a:lnTo>
                    <a:pt x="712757" y="898705"/>
                  </a:lnTo>
                  <a:lnTo>
                    <a:pt x="713407" y="882998"/>
                  </a:lnTo>
                  <a:lnTo>
                    <a:pt x="714056" y="867075"/>
                  </a:lnTo>
                  <a:lnTo>
                    <a:pt x="714706" y="850956"/>
                  </a:lnTo>
                  <a:lnTo>
                    <a:pt x="715356" y="834588"/>
                  </a:lnTo>
                  <a:lnTo>
                    <a:pt x="716006" y="817938"/>
                  </a:lnTo>
                  <a:lnTo>
                    <a:pt x="716656" y="800901"/>
                  </a:lnTo>
                  <a:lnTo>
                    <a:pt x="717306" y="783392"/>
                  </a:lnTo>
                  <a:lnTo>
                    <a:pt x="717956" y="765458"/>
                  </a:lnTo>
                  <a:lnTo>
                    <a:pt x="718606" y="747010"/>
                  </a:lnTo>
                  <a:lnTo>
                    <a:pt x="719256" y="728037"/>
                  </a:lnTo>
                  <a:lnTo>
                    <a:pt x="719906" y="708644"/>
                  </a:lnTo>
                  <a:lnTo>
                    <a:pt x="720556" y="688885"/>
                  </a:lnTo>
                  <a:lnTo>
                    <a:pt x="721206" y="668885"/>
                  </a:lnTo>
                  <a:lnTo>
                    <a:pt x="721856" y="648730"/>
                  </a:lnTo>
                  <a:lnTo>
                    <a:pt x="722506" y="628341"/>
                  </a:lnTo>
                  <a:lnTo>
                    <a:pt x="723156" y="607644"/>
                  </a:lnTo>
                  <a:lnTo>
                    <a:pt x="723806" y="586584"/>
                  </a:lnTo>
                  <a:lnTo>
                    <a:pt x="724455" y="565200"/>
                  </a:lnTo>
                  <a:lnTo>
                    <a:pt x="725105" y="543582"/>
                  </a:lnTo>
                  <a:lnTo>
                    <a:pt x="725755" y="521793"/>
                  </a:lnTo>
                  <a:lnTo>
                    <a:pt x="726405" y="499885"/>
                  </a:lnTo>
                  <a:lnTo>
                    <a:pt x="727055" y="478003"/>
                  </a:lnTo>
                  <a:lnTo>
                    <a:pt x="727705" y="456263"/>
                  </a:lnTo>
                  <a:lnTo>
                    <a:pt x="728355" y="434778"/>
                  </a:lnTo>
                  <a:lnTo>
                    <a:pt x="729005" y="413605"/>
                  </a:lnTo>
                  <a:lnTo>
                    <a:pt x="729655" y="392712"/>
                  </a:lnTo>
                  <a:lnTo>
                    <a:pt x="730305" y="372238"/>
                  </a:lnTo>
                  <a:lnTo>
                    <a:pt x="730955" y="352265"/>
                  </a:lnTo>
                  <a:lnTo>
                    <a:pt x="731605" y="332821"/>
                  </a:lnTo>
                  <a:lnTo>
                    <a:pt x="732255" y="313913"/>
                  </a:lnTo>
                  <a:lnTo>
                    <a:pt x="732905" y="295605"/>
                  </a:lnTo>
                  <a:lnTo>
                    <a:pt x="733555" y="277947"/>
                  </a:lnTo>
                  <a:lnTo>
                    <a:pt x="734204" y="260974"/>
                  </a:lnTo>
                  <a:lnTo>
                    <a:pt x="734854" y="244719"/>
                  </a:lnTo>
                  <a:lnTo>
                    <a:pt x="735504" y="229107"/>
                  </a:lnTo>
                  <a:lnTo>
                    <a:pt x="736154" y="214104"/>
                  </a:lnTo>
                  <a:lnTo>
                    <a:pt x="736804" y="199677"/>
                  </a:lnTo>
                  <a:lnTo>
                    <a:pt x="737454" y="185800"/>
                  </a:lnTo>
                  <a:lnTo>
                    <a:pt x="738104" y="172509"/>
                  </a:lnTo>
                  <a:lnTo>
                    <a:pt x="738754" y="159805"/>
                  </a:lnTo>
                  <a:lnTo>
                    <a:pt x="739404" y="147699"/>
                  </a:lnTo>
                  <a:lnTo>
                    <a:pt x="740054" y="136045"/>
                  </a:lnTo>
                  <a:lnTo>
                    <a:pt x="740704" y="124742"/>
                  </a:lnTo>
                  <a:lnTo>
                    <a:pt x="741354" y="113810"/>
                  </a:lnTo>
                  <a:lnTo>
                    <a:pt x="742004" y="103276"/>
                  </a:lnTo>
                  <a:lnTo>
                    <a:pt x="742654" y="93247"/>
                  </a:lnTo>
                  <a:lnTo>
                    <a:pt x="743304" y="83780"/>
                  </a:lnTo>
                  <a:lnTo>
                    <a:pt x="743954" y="74867"/>
                  </a:lnTo>
                  <a:lnTo>
                    <a:pt x="744603" y="66498"/>
                  </a:lnTo>
                  <a:lnTo>
                    <a:pt x="745253" y="58642"/>
                  </a:lnTo>
                  <a:lnTo>
                    <a:pt x="745903" y="51257"/>
                  </a:lnTo>
                  <a:lnTo>
                    <a:pt x="746553" y="44246"/>
                  </a:lnTo>
                  <a:lnTo>
                    <a:pt x="747203" y="37558"/>
                  </a:lnTo>
                  <a:lnTo>
                    <a:pt x="747853" y="31195"/>
                  </a:lnTo>
                  <a:lnTo>
                    <a:pt x="748503" y="25256"/>
                  </a:lnTo>
                  <a:lnTo>
                    <a:pt x="749153" y="19777"/>
                  </a:lnTo>
                  <a:lnTo>
                    <a:pt x="749803" y="14880"/>
                  </a:lnTo>
                  <a:lnTo>
                    <a:pt x="750453" y="10660"/>
                  </a:lnTo>
                  <a:lnTo>
                    <a:pt x="751103" y="7193"/>
                  </a:lnTo>
                  <a:lnTo>
                    <a:pt x="751753" y="4517"/>
                  </a:lnTo>
                  <a:lnTo>
                    <a:pt x="752403" y="2536"/>
                  </a:lnTo>
                  <a:lnTo>
                    <a:pt x="753053" y="1166"/>
                  </a:lnTo>
                  <a:lnTo>
                    <a:pt x="753703" y="350"/>
                  </a:lnTo>
                  <a:lnTo>
                    <a:pt x="754352" y="0"/>
                  </a:lnTo>
                  <a:lnTo>
                    <a:pt x="755002" y="132"/>
                  </a:lnTo>
                  <a:lnTo>
                    <a:pt x="755652" y="839"/>
                  </a:lnTo>
                  <a:lnTo>
                    <a:pt x="756302" y="2322"/>
                  </a:lnTo>
                  <a:lnTo>
                    <a:pt x="756952" y="4709"/>
                  </a:lnTo>
                  <a:lnTo>
                    <a:pt x="757602" y="8045"/>
                  </a:lnTo>
                  <a:lnTo>
                    <a:pt x="758252" y="12315"/>
                  </a:lnTo>
                  <a:lnTo>
                    <a:pt x="758902" y="17518"/>
                  </a:lnTo>
                  <a:lnTo>
                    <a:pt x="759552" y="23598"/>
                  </a:lnTo>
                  <a:lnTo>
                    <a:pt x="760202" y="30447"/>
                  </a:lnTo>
                  <a:lnTo>
                    <a:pt x="760852" y="38013"/>
                  </a:lnTo>
                  <a:lnTo>
                    <a:pt x="761502" y="46318"/>
                  </a:lnTo>
                  <a:lnTo>
                    <a:pt x="762152" y="55523"/>
                  </a:lnTo>
                  <a:lnTo>
                    <a:pt x="762802" y="65677"/>
                  </a:lnTo>
                  <a:lnTo>
                    <a:pt x="763452" y="76780"/>
                  </a:lnTo>
                  <a:lnTo>
                    <a:pt x="764101" y="88821"/>
                  </a:lnTo>
                  <a:lnTo>
                    <a:pt x="764751" y="101743"/>
                  </a:lnTo>
                  <a:lnTo>
                    <a:pt x="765401" y="115544"/>
                  </a:lnTo>
                  <a:lnTo>
                    <a:pt x="766051" y="130147"/>
                  </a:lnTo>
                  <a:lnTo>
                    <a:pt x="766701" y="145516"/>
                  </a:lnTo>
                  <a:lnTo>
                    <a:pt x="767351" y="161570"/>
                  </a:lnTo>
                  <a:lnTo>
                    <a:pt x="768001" y="178210"/>
                  </a:lnTo>
                  <a:lnTo>
                    <a:pt x="768651" y="195339"/>
                  </a:lnTo>
                  <a:lnTo>
                    <a:pt x="769301" y="212899"/>
                  </a:lnTo>
                  <a:lnTo>
                    <a:pt x="769951" y="230879"/>
                  </a:lnTo>
                  <a:lnTo>
                    <a:pt x="770601" y="249170"/>
                  </a:lnTo>
                  <a:lnTo>
                    <a:pt x="771251" y="267714"/>
                  </a:lnTo>
                  <a:lnTo>
                    <a:pt x="771901" y="286367"/>
                  </a:lnTo>
                  <a:lnTo>
                    <a:pt x="772551" y="305102"/>
                  </a:lnTo>
                  <a:lnTo>
                    <a:pt x="773201" y="323947"/>
                  </a:lnTo>
                  <a:lnTo>
                    <a:pt x="773851" y="342873"/>
                  </a:lnTo>
                  <a:lnTo>
                    <a:pt x="774500" y="361848"/>
                  </a:lnTo>
                  <a:lnTo>
                    <a:pt x="775150" y="380735"/>
                  </a:lnTo>
                  <a:lnTo>
                    <a:pt x="775800" y="399379"/>
                  </a:lnTo>
                  <a:lnTo>
                    <a:pt x="776450" y="417666"/>
                  </a:lnTo>
                  <a:lnTo>
                    <a:pt x="777100" y="435500"/>
                  </a:lnTo>
                  <a:lnTo>
                    <a:pt x="777750" y="452861"/>
                  </a:lnTo>
                  <a:lnTo>
                    <a:pt x="778400" y="469809"/>
                  </a:lnTo>
                  <a:lnTo>
                    <a:pt x="779050" y="486459"/>
                  </a:lnTo>
                  <a:lnTo>
                    <a:pt x="779700" y="502942"/>
                  </a:lnTo>
                  <a:lnTo>
                    <a:pt x="780350" y="519341"/>
                  </a:lnTo>
                  <a:lnTo>
                    <a:pt x="781000" y="535602"/>
                  </a:lnTo>
                  <a:lnTo>
                    <a:pt x="781650" y="551730"/>
                  </a:lnTo>
                  <a:lnTo>
                    <a:pt x="782300" y="567665"/>
                  </a:lnTo>
                  <a:lnTo>
                    <a:pt x="782950" y="583250"/>
                  </a:lnTo>
                  <a:lnTo>
                    <a:pt x="783600" y="598345"/>
                  </a:lnTo>
                  <a:lnTo>
                    <a:pt x="784249" y="612831"/>
                  </a:lnTo>
                  <a:lnTo>
                    <a:pt x="784899" y="626720"/>
                  </a:lnTo>
                  <a:lnTo>
                    <a:pt x="785549" y="640119"/>
                  </a:lnTo>
                  <a:lnTo>
                    <a:pt x="786199" y="653110"/>
                  </a:lnTo>
                  <a:lnTo>
                    <a:pt x="786849" y="665757"/>
                  </a:lnTo>
                  <a:lnTo>
                    <a:pt x="787499" y="678074"/>
                  </a:lnTo>
                  <a:lnTo>
                    <a:pt x="788149" y="689999"/>
                  </a:lnTo>
                  <a:lnTo>
                    <a:pt x="788799" y="701405"/>
                  </a:lnTo>
                  <a:lnTo>
                    <a:pt x="789449" y="712108"/>
                  </a:lnTo>
                  <a:lnTo>
                    <a:pt x="790099" y="721939"/>
                  </a:lnTo>
                  <a:lnTo>
                    <a:pt x="790749" y="730815"/>
                  </a:lnTo>
                  <a:lnTo>
                    <a:pt x="791399" y="738733"/>
                  </a:lnTo>
                  <a:lnTo>
                    <a:pt x="792049" y="745715"/>
                  </a:lnTo>
                  <a:lnTo>
                    <a:pt x="792699" y="751845"/>
                  </a:lnTo>
                  <a:lnTo>
                    <a:pt x="793349" y="757174"/>
                  </a:lnTo>
                  <a:lnTo>
                    <a:pt x="793999" y="761734"/>
                  </a:lnTo>
                  <a:lnTo>
                    <a:pt x="794648" y="765403"/>
                  </a:lnTo>
                  <a:lnTo>
                    <a:pt x="795298" y="767988"/>
                  </a:lnTo>
                  <a:lnTo>
                    <a:pt x="795948" y="769420"/>
                  </a:lnTo>
                  <a:lnTo>
                    <a:pt x="796598" y="769669"/>
                  </a:lnTo>
                  <a:lnTo>
                    <a:pt x="797248" y="768812"/>
                  </a:lnTo>
                  <a:lnTo>
                    <a:pt x="797898" y="766934"/>
                  </a:lnTo>
                  <a:lnTo>
                    <a:pt x="798548" y="764021"/>
                  </a:lnTo>
                  <a:lnTo>
                    <a:pt x="799198" y="760068"/>
                  </a:lnTo>
                  <a:lnTo>
                    <a:pt x="799848" y="754995"/>
                  </a:lnTo>
                  <a:lnTo>
                    <a:pt x="800498" y="748885"/>
                  </a:lnTo>
                  <a:lnTo>
                    <a:pt x="801148" y="741834"/>
                  </a:lnTo>
                  <a:lnTo>
                    <a:pt x="801798" y="733935"/>
                  </a:lnTo>
                  <a:lnTo>
                    <a:pt x="802448" y="725203"/>
                  </a:lnTo>
                  <a:lnTo>
                    <a:pt x="803098" y="715687"/>
                  </a:lnTo>
                  <a:lnTo>
                    <a:pt x="803748" y="705429"/>
                  </a:lnTo>
                  <a:lnTo>
                    <a:pt x="804397" y="694497"/>
                  </a:lnTo>
                  <a:lnTo>
                    <a:pt x="805047" y="683000"/>
                  </a:lnTo>
                  <a:lnTo>
                    <a:pt x="805697" y="671028"/>
                  </a:lnTo>
                  <a:lnTo>
                    <a:pt x="806347" y="658648"/>
                  </a:lnTo>
                  <a:lnTo>
                    <a:pt x="806997" y="645938"/>
                  </a:lnTo>
                  <a:lnTo>
                    <a:pt x="807647" y="632927"/>
                  </a:lnTo>
                  <a:lnTo>
                    <a:pt x="808297" y="619786"/>
                  </a:lnTo>
                  <a:lnTo>
                    <a:pt x="808947" y="606713"/>
                  </a:lnTo>
                  <a:lnTo>
                    <a:pt x="809597" y="593917"/>
                  </a:lnTo>
                  <a:lnTo>
                    <a:pt x="810247" y="581556"/>
                  </a:lnTo>
                  <a:lnTo>
                    <a:pt x="810897" y="569556"/>
                  </a:lnTo>
                  <a:lnTo>
                    <a:pt x="811547" y="557839"/>
                  </a:lnTo>
                  <a:lnTo>
                    <a:pt x="812197" y="546378"/>
                  </a:lnTo>
                  <a:lnTo>
                    <a:pt x="812847" y="535226"/>
                  </a:lnTo>
                  <a:lnTo>
                    <a:pt x="813497" y="524470"/>
                  </a:lnTo>
                  <a:lnTo>
                    <a:pt x="814147" y="514148"/>
                  </a:lnTo>
                  <a:lnTo>
                    <a:pt x="814796" y="504268"/>
                  </a:lnTo>
                  <a:lnTo>
                    <a:pt x="815446" y="494897"/>
                  </a:lnTo>
                  <a:lnTo>
                    <a:pt x="816096" y="486131"/>
                  </a:lnTo>
                  <a:lnTo>
                    <a:pt x="816746" y="478016"/>
                  </a:lnTo>
                  <a:lnTo>
                    <a:pt x="817396" y="470620"/>
                  </a:lnTo>
                  <a:lnTo>
                    <a:pt x="818046" y="463878"/>
                  </a:lnTo>
                  <a:lnTo>
                    <a:pt x="818696" y="457749"/>
                  </a:lnTo>
                  <a:lnTo>
                    <a:pt x="819346" y="452172"/>
                  </a:lnTo>
                  <a:lnTo>
                    <a:pt x="819996" y="447135"/>
                  </a:lnTo>
                  <a:lnTo>
                    <a:pt x="820646" y="442774"/>
                  </a:lnTo>
                  <a:lnTo>
                    <a:pt x="821296" y="439221"/>
                  </a:lnTo>
                  <a:lnTo>
                    <a:pt x="821946" y="436542"/>
                  </a:lnTo>
                  <a:lnTo>
                    <a:pt x="822596" y="434759"/>
                  </a:lnTo>
                  <a:lnTo>
                    <a:pt x="823246" y="433913"/>
                  </a:lnTo>
                  <a:lnTo>
                    <a:pt x="823896" y="433986"/>
                  </a:lnTo>
                  <a:lnTo>
                    <a:pt x="824545" y="434922"/>
                  </a:lnTo>
                  <a:lnTo>
                    <a:pt x="825195" y="436645"/>
                  </a:lnTo>
                  <a:lnTo>
                    <a:pt x="825845" y="439186"/>
                  </a:lnTo>
                  <a:lnTo>
                    <a:pt x="826495" y="442588"/>
                  </a:lnTo>
                  <a:lnTo>
                    <a:pt x="827145" y="446869"/>
                  </a:lnTo>
                  <a:lnTo>
                    <a:pt x="827795" y="452195"/>
                  </a:lnTo>
                  <a:lnTo>
                    <a:pt x="828445" y="458586"/>
                  </a:lnTo>
                  <a:lnTo>
                    <a:pt x="829095" y="466008"/>
                  </a:lnTo>
                  <a:lnTo>
                    <a:pt x="829745" y="474429"/>
                  </a:lnTo>
                  <a:lnTo>
                    <a:pt x="830395" y="483762"/>
                  </a:lnTo>
                  <a:lnTo>
                    <a:pt x="831045" y="494010"/>
                  </a:lnTo>
                  <a:lnTo>
                    <a:pt x="831695" y="505224"/>
                  </a:lnTo>
                  <a:lnTo>
                    <a:pt x="832345" y="517552"/>
                  </a:lnTo>
                  <a:lnTo>
                    <a:pt x="832995" y="531130"/>
                  </a:lnTo>
                  <a:lnTo>
                    <a:pt x="833645" y="545943"/>
                  </a:lnTo>
                  <a:lnTo>
                    <a:pt x="834295" y="561942"/>
                  </a:lnTo>
                  <a:lnTo>
                    <a:pt x="834944" y="579096"/>
                  </a:lnTo>
                  <a:lnTo>
                    <a:pt x="835594" y="597418"/>
                  </a:lnTo>
                  <a:lnTo>
                    <a:pt x="836244" y="616845"/>
                  </a:lnTo>
                  <a:lnTo>
                    <a:pt x="836894" y="637321"/>
                  </a:lnTo>
                  <a:lnTo>
                    <a:pt x="837544" y="658623"/>
                  </a:lnTo>
                  <a:lnTo>
                    <a:pt x="838194" y="680614"/>
                  </a:lnTo>
                  <a:lnTo>
                    <a:pt x="838844" y="703216"/>
                  </a:lnTo>
                  <a:lnTo>
                    <a:pt x="839494" y="726322"/>
                  </a:lnTo>
                  <a:lnTo>
                    <a:pt x="840144" y="749918"/>
                  </a:lnTo>
                  <a:lnTo>
                    <a:pt x="840794" y="773900"/>
                  </a:lnTo>
                  <a:lnTo>
                    <a:pt x="841444" y="798127"/>
                  </a:lnTo>
                  <a:lnTo>
                    <a:pt x="842094" y="822435"/>
                  </a:lnTo>
                  <a:lnTo>
                    <a:pt x="842744" y="846638"/>
                  </a:lnTo>
                  <a:lnTo>
                    <a:pt x="843394" y="870689"/>
                  </a:lnTo>
                  <a:lnTo>
                    <a:pt x="844044" y="894633"/>
                  </a:lnTo>
                  <a:lnTo>
                    <a:pt x="844693" y="918406"/>
                  </a:lnTo>
                  <a:lnTo>
                    <a:pt x="845343" y="941790"/>
                  </a:lnTo>
                  <a:lnTo>
                    <a:pt x="845993" y="964641"/>
                  </a:lnTo>
                  <a:lnTo>
                    <a:pt x="846643" y="986883"/>
                  </a:lnTo>
                  <a:lnTo>
                    <a:pt x="847293" y="1008614"/>
                  </a:lnTo>
                  <a:lnTo>
                    <a:pt x="847943" y="1029821"/>
                  </a:lnTo>
                  <a:lnTo>
                    <a:pt x="848593" y="1050507"/>
                  </a:lnTo>
                  <a:lnTo>
                    <a:pt x="849243" y="1070732"/>
                  </a:lnTo>
                  <a:lnTo>
                    <a:pt x="849893" y="1090428"/>
                  </a:lnTo>
                  <a:lnTo>
                    <a:pt x="850543" y="1109597"/>
                  </a:lnTo>
                  <a:lnTo>
                    <a:pt x="851193" y="1128235"/>
                  </a:lnTo>
                  <a:lnTo>
                    <a:pt x="851843" y="1146293"/>
                  </a:lnTo>
                  <a:lnTo>
                    <a:pt x="852493" y="1163763"/>
                  </a:lnTo>
                  <a:lnTo>
                    <a:pt x="853143" y="1180505"/>
                  </a:lnTo>
                  <a:lnTo>
                    <a:pt x="853793" y="1196320"/>
                  </a:lnTo>
                  <a:lnTo>
                    <a:pt x="854443" y="1211135"/>
                  </a:lnTo>
                  <a:lnTo>
                    <a:pt x="855092" y="1225000"/>
                  </a:lnTo>
                  <a:lnTo>
                    <a:pt x="855742" y="1237957"/>
                  </a:lnTo>
                  <a:lnTo>
                    <a:pt x="856392" y="1249975"/>
                  </a:lnTo>
                  <a:lnTo>
                    <a:pt x="857042" y="1261049"/>
                  </a:lnTo>
                  <a:lnTo>
                    <a:pt x="857692" y="1271165"/>
                  </a:lnTo>
                  <a:lnTo>
                    <a:pt x="858342" y="1280274"/>
                  </a:lnTo>
                  <a:lnTo>
                    <a:pt x="858992" y="1288264"/>
                  </a:lnTo>
                  <a:lnTo>
                    <a:pt x="859642" y="1295052"/>
                  </a:lnTo>
                  <a:lnTo>
                    <a:pt x="860292" y="1300527"/>
                  </a:lnTo>
                  <a:lnTo>
                    <a:pt x="860942" y="1304616"/>
                  </a:lnTo>
                  <a:lnTo>
                    <a:pt x="861592" y="1307385"/>
                  </a:lnTo>
                  <a:lnTo>
                    <a:pt x="862242" y="1308862"/>
                  </a:lnTo>
                  <a:lnTo>
                    <a:pt x="862892" y="1309060"/>
                  </a:lnTo>
                  <a:lnTo>
                    <a:pt x="863542" y="1308009"/>
                  </a:lnTo>
                  <a:lnTo>
                    <a:pt x="864192" y="1305658"/>
                  </a:lnTo>
                  <a:lnTo>
                    <a:pt x="864841" y="1301959"/>
                  </a:lnTo>
                  <a:lnTo>
                    <a:pt x="865491" y="1296756"/>
                  </a:lnTo>
                  <a:lnTo>
                    <a:pt x="866141" y="1289972"/>
                  </a:lnTo>
                  <a:lnTo>
                    <a:pt x="866791" y="1281607"/>
                  </a:lnTo>
                  <a:lnTo>
                    <a:pt x="867441" y="1271722"/>
                  </a:lnTo>
                  <a:lnTo>
                    <a:pt x="868091" y="1260368"/>
                  </a:lnTo>
                  <a:lnTo>
                    <a:pt x="868741" y="1247628"/>
                  </a:lnTo>
                  <a:lnTo>
                    <a:pt x="869391" y="1233639"/>
                  </a:lnTo>
                  <a:lnTo>
                    <a:pt x="870041" y="1218665"/>
                  </a:lnTo>
                  <a:lnTo>
                    <a:pt x="870691" y="1202938"/>
                  </a:lnTo>
                  <a:lnTo>
                    <a:pt x="871341" y="1186516"/>
                  </a:lnTo>
                  <a:lnTo>
                    <a:pt x="871991" y="1169468"/>
                  </a:lnTo>
                  <a:lnTo>
                    <a:pt x="872641" y="1151898"/>
                  </a:lnTo>
                  <a:lnTo>
                    <a:pt x="873291" y="1133852"/>
                  </a:lnTo>
                  <a:lnTo>
                    <a:pt x="873941" y="1115428"/>
                  </a:lnTo>
                  <a:lnTo>
                    <a:pt x="874591" y="1096681"/>
                  </a:lnTo>
                  <a:lnTo>
                    <a:pt x="875240" y="1077718"/>
                  </a:lnTo>
                  <a:lnTo>
                    <a:pt x="875890" y="1058652"/>
                  </a:lnTo>
                  <a:lnTo>
                    <a:pt x="876540" y="1039475"/>
                  </a:lnTo>
                  <a:lnTo>
                    <a:pt x="877190" y="1020262"/>
                  </a:lnTo>
                  <a:lnTo>
                    <a:pt x="877840" y="1001156"/>
                  </a:lnTo>
                  <a:lnTo>
                    <a:pt x="878490" y="982276"/>
                  </a:lnTo>
                  <a:lnTo>
                    <a:pt x="879140" y="963617"/>
                  </a:lnTo>
                  <a:lnTo>
                    <a:pt x="879790" y="945066"/>
                  </a:lnTo>
                  <a:lnTo>
                    <a:pt x="880440" y="926604"/>
                  </a:lnTo>
                  <a:lnTo>
                    <a:pt x="881090" y="908251"/>
                  </a:lnTo>
                  <a:lnTo>
                    <a:pt x="881740" y="890014"/>
                  </a:lnTo>
                  <a:lnTo>
                    <a:pt x="882390" y="871845"/>
                  </a:lnTo>
                  <a:lnTo>
                    <a:pt x="883040" y="853800"/>
                  </a:lnTo>
                  <a:lnTo>
                    <a:pt x="883690" y="835832"/>
                  </a:lnTo>
                  <a:lnTo>
                    <a:pt x="884340" y="818009"/>
                  </a:lnTo>
                  <a:lnTo>
                    <a:pt x="884989" y="800321"/>
                  </a:lnTo>
                  <a:lnTo>
                    <a:pt x="885639" y="782781"/>
                  </a:lnTo>
                  <a:lnTo>
                    <a:pt x="886289" y="765496"/>
                  </a:lnTo>
                  <a:lnTo>
                    <a:pt x="886939" y="748480"/>
                  </a:lnTo>
                  <a:lnTo>
                    <a:pt x="887589" y="731669"/>
                  </a:lnTo>
                  <a:lnTo>
                    <a:pt x="888239" y="714942"/>
                  </a:lnTo>
                  <a:lnTo>
                    <a:pt x="888889" y="698317"/>
                  </a:lnTo>
                  <a:lnTo>
                    <a:pt x="889539" y="681871"/>
                  </a:lnTo>
                  <a:lnTo>
                    <a:pt x="890189" y="665617"/>
                  </a:lnTo>
                  <a:lnTo>
                    <a:pt x="890839" y="649594"/>
                  </a:lnTo>
                  <a:lnTo>
                    <a:pt x="891489" y="633802"/>
                  </a:lnTo>
                  <a:lnTo>
                    <a:pt x="892139" y="618222"/>
                  </a:lnTo>
                  <a:lnTo>
                    <a:pt x="892789" y="602878"/>
                  </a:lnTo>
                  <a:lnTo>
                    <a:pt x="893439" y="587838"/>
                  </a:lnTo>
                  <a:lnTo>
                    <a:pt x="894089" y="573064"/>
                  </a:lnTo>
                  <a:lnTo>
                    <a:pt x="894738" y="558542"/>
                  </a:lnTo>
                  <a:lnTo>
                    <a:pt x="895388" y="544279"/>
                  </a:lnTo>
                  <a:lnTo>
                    <a:pt x="896038" y="530266"/>
                  </a:lnTo>
                  <a:lnTo>
                    <a:pt x="896688" y="516487"/>
                  </a:lnTo>
                  <a:lnTo>
                    <a:pt x="897338" y="503010"/>
                  </a:lnTo>
                  <a:lnTo>
                    <a:pt x="897988" y="489925"/>
                  </a:lnTo>
                  <a:lnTo>
                    <a:pt x="898638" y="477311"/>
                  </a:lnTo>
                  <a:lnTo>
                    <a:pt x="899288" y="465176"/>
                  </a:lnTo>
                  <a:lnTo>
                    <a:pt x="899938" y="453570"/>
                  </a:lnTo>
                  <a:lnTo>
                    <a:pt x="900588" y="442473"/>
                  </a:lnTo>
                  <a:lnTo>
                    <a:pt x="901238" y="431829"/>
                  </a:lnTo>
                  <a:lnTo>
                    <a:pt x="901888" y="421553"/>
                  </a:lnTo>
                  <a:lnTo>
                    <a:pt x="902538" y="411577"/>
                  </a:lnTo>
                  <a:lnTo>
                    <a:pt x="903188" y="401819"/>
                  </a:lnTo>
                  <a:lnTo>
                    <a:pt x="903838" y="392252"/>
                  </a:lnTo>
                  <a:lnTo>
                    <a:pt x="904488" y="382936"/>
                  </a:lnTo>
                  <a:lnTo>
                    <a:pt x="905137" y="373835"/>
                  </a:lnTo>
                  <a:lnTo>
                    <a:pt x="905787" y="364886"/>
                  </a:lnTo>
                  <a:lnTo>
                    <a:pt x="906437" y="356037"/>
                  </a:lnTo>
                  <a:lnTo>
                    <a:pt x="907087" y="347312"/>
                  </a:lnTo>
                  <a:lnTo>
                    <a:pt x="907737" y="338657"/>
                  </a:lnTo>
                  <a:lnTo>
                    <a:pt x="908387" y="329986"/>
                  </a:lnTo>
                  <a:lnTo>
                    <a:pt x="909037" y="321307"/>
                  </a:lnTo>
                  <a:lnTo>
                    <a:pt x="909687" y="312584"/>
                  </a:lnTo>
                  <a:lnTo>
                    <a:pt x="910337" y="303756"/>
                  </a:lnTo>
                  <a:lnTo>
                    <a:pt x="910987" y="294821"/>
                  </a:lnTo>
                  <a:lnTo>
                    <a:pt x="911637" y="285844"/>
                  </a:lnTo>
                  <a:lnTo>
                    <a:pt x="912287" y="276823"/>
                  </a:lnTo>
                  <a:lnTo>
                    <a:pt x="912937" y="267743"/>
                  </a:lnTo>
                  <a:lnTo>
                    <a:pt x="913587" y="258516"/>
                  </a:lnTo>
                  <a:lnTo>
                    <a:pt x="914237" y="249085"/>
                  </a:lnTo>
                  <a:lnTo>
                    <a:pt x="914886" y="239476"/>
                  </a:lnTo>
                  <a:lnTo>
                    <a:pt x="915536" y="229727"/>
                  </a:lnTo>
                  <a:lnTo>
                    <a:pt x="916186" y="219900"/>
                  </a:lnTo>
                  <a:lnTo>
                    <a:pt x="916836" y="210034"/>
                  </a:lnTo>
                  <a:lnTo>
                    <a:pt x="917486" y="200146"/>
                  </a:lnTo>
                  <a:lnTo>
                    <a:pt x="918136" y="190366"/>
                  </a:lnTo>
                  <a:lnTo>
                    <a:pt x="918786" y="180716"/>
                  </a:lnTo>
                  <a:lnTo>
                    <a:pt x="919436" y="171248"/>
                  </a:lnTo>
                  <a:lnTo>
                    <a:pt x="920086" y="162046"/>
                  </a:lnTo>
                  <a:lnTo>
                    <a:pt x="920736" y="153228"/>
                  </a:lnTo>
                  <a:lnTo>
                    <a:pt x="921386" y="144902"/>
                  </a:lnTo>
                  <a:lnTo>
                    <a:pt x="922036" y="137058"/>
                  </a:lnTo>
                  <a:lnTo>
                    <a:pt x="922686" y="129767"/>
                  </a:lnTo>
                  <a:lnTo>
                    <a:pt x="923336" y="123077"/>
                  </a:lnTo>
                  <a:lnTo>
                    <a:pt x="923986" y="117005"/>
                  </a:lnTo>
                  <a:lnTo>
                    <a:pt x="924636" y="111652"/>
                  </a:lnTo>
                  <a:lnTo>
                    <a:pt x="925285" y="107069"/>
                  </a:lnTo>
                  <a:lnTo>
                    <a:pt x="925935" y="103245"/>
                  </a:lnTo>
                  <a:lnTo>
                    <a:pt x="926585" y="100234"/>
                  </a:lnTo>
                  <a:lnTo>
                    <a:pt x="927235" y="98016"/>
                  </a:lnTo>
                  <a:lnTo>
                    <a:pt x="927885" y="96513"/>
                  </a:lnTo>
                  <a:lnTo>
                    <a:pt x="928535" y="95697"/>
                  </a:lnTo>
                  <a:lnTo>
                    <a:pt x="929185" y="95584"/>
                  </a:lnTo>
                  <a:lnTo>
                    <a:pt x="929835" y="96142"/>
                  </a:lnTo>
                  <a:lnTo>
                    <a:pt x="930485" y="97272"/>
                  </a:lnTo>
                  <a:lnTo>
                    <a:pt x="931135" y="98876"/>
                  </a:lnTo>
                  <a:lnTo>
                    <a:pt x="931785" y="100955"/>
                  </a:lnTo>
                  <a:lnTo>
                    <a:pt x="932435" y="103461"/>
                  </a:lnTo>
                  <a:lnTo>
                    <a:pt x="933085" y="106316"/>
                  </a:lnTo>
                  <a:lnTo>
                    <a:pt x="933735" y="109535"/>
                  </a:lnTo>
                  <a:lnTo>
                    <a:pt x="934385" y="113107"/>
                  </a:lnTo>
                  <a:lnTo>
                    <a:pt x="935034" y="117020"/>
                  </a:lnTo>
                  <a:lnTo>
                    <a:pt x="935684" y="121190"/>
                  </a:lnTo>
                  <a:lnTo>
                    <a:pt x="936334" y="125513"/>
                  </a:lnTo>
                  <a:lnTo>
                    <a:pt x="936984" y="129911"/>
                  </a:lnTo>
                  <a:lnTo>
                    <a:pt x="937634" y="134328"/>
                  </a:lnTo>
                  <a:lnTo>
                    <a:pt x="938284" y="138769"/>
                  </a:lnTo>
                  <a:lnTo>
                    <a:pt x="938934" y="143219"/>
                  </a:lnTo>
                  <a:lnTo>
                    <a:pt x="939584" y="147650"/>
                  </a:lnTo>
                  <a:lnTo>
                    <a:pt x="940234" y="152033"/>
                  </a:lnTo>
                  <a:lnTo>
                    <a:pt x="940884" y="156460"/>
                  </a:lnTo>
                  <a:lnTo>
                    <a:pt x="941534" y="160953"/>
                  </a:lnTo>
                  <a:lnTo>
                    <a:pt x="942184" y="165467"/>
                  </a:lnTo>
                  <a:lnTo>
                    <a:pt x="942834" y="170088"/>
                  </a:lnTo>
                  <a:lnTo>
                    <a:pt x="943484" y="174797"/>
                  </a:lnTo>
                  <a:lnTo>
                    <a:pt x="944134" y="179558"/>
                  </a:lnTo>
                  <a:lnTo>
                    <a:pt x="944784" y="184388"/>
                  </a:lnTo>
                  <a:lnTo>
                    <a:pt x="945433" y="189382"/>
                  </a:lnTo>
                  <a:lnTo>
                    <a:pt x="946083" y="194641"/>
                  </a:lnTo>
                  <a:lnTo>
                    <a:pt x="946733" y="200202"/>
                  </a:lnTo>
                  <a:lnTo>
                    <a:pt x="947383" y="206102"/>
                  </a:lnTo>
                  <a:lnTo>
                    <a:pt x="948033" y="212338"/>
                  </a:lnTo>
                  <a:lnTo>
                    <a:pt x="948683" y="218903"/>
                  </a:lnTo>
                  <a:lnTo>
                    <a:pt x="949333" y="225734"/>
                  </a:lnTo>
                  <a:lnTo>
                    <a:pt x="949983" y="232877"/>
                  </a:lnTo>
                  <a:lnTo>
                    <a:pt x="950633" y="240232"/>
                  </a:lnTo>
                  <a:lnTo>
                    <a:pt x="951283" y="247709"/>
                  </a:lnTo>
                  <a:lnTo>
                    <a:pt x="951933" y="255283"/>
                  </a:lnTo>
                  <a:lnTo>
                    <a:pt x="952583" y="262879"/>
                  </a:lnTo>
                  <a:lnTo>
                    <a:pt x="953233" y="270487"/>
                  </a:lnTo>
                  <a:lnTo>
                    <a:pt x="953883" y="278079"/>
                  </a:lnTo>
                  <a:lnTo>
                    <a:pt x="954533" y="285612"/>
                  </a:lnTo>
                  <a:lnTo>
                    <a:pt x="955182" y="293040"/>
                  </a:lnTo>
                  <a:lnTo>
                    <a:pt x="955832" y="300274"/>
                  </a:lnTo>
                  <a:lnTo>
                    <a:pt x="956482" y="307286"/>
                  </a:lnTo>
                  <a:lnTo>
                    <a:pt x="957132" y="314073"/>
                  </a:lnTo>
                  <a:lnTo>
                    <a:pt x="957782" y="320573"/>
                  </a:lnTo>
                  <a:lnTo>
                    <a:pt x="958432" y="326789"/>
                  </a:lnTo>
                  <a:lnTo>
                    <a:pt x="959082" y="332691"/>
                  </a:lnTo>
                  <a:lnTo>
                    <a:pt x="959732" y="338223"/>
                  </a:lnTo>
                  <a:lnTo>
                    <a:pt x="960382" y="343483"/>
                  </a:lnTo>
                  <a:lnTo>
                    <a:pt x="961032" y="348584"/>
                  </a:lnTo>
                  <a:lnTo>
                    <a:pt x="961682" y="353507"/>
                  </a:lnTo>
                  <a:lnTo>
                    <a:pt x="962332" y="358232"/>
                  </a:lnTo>
                  <a:lnTo>
                    <a:pt x="962982" y="362787"/>
                  </a:lnTo>
                  <a:lnTo>
                    <a:pt x="963632" y="367215"/>
                  </a:lnTo>
                  <a:lnTo>
                    <a:pt x="964282" y="371527"/>
                  </a:lnTo>
                  <a:lnTo>
                    <a:pt x="964932" y="375639"/>
                  </a:lnTo>
                  <a:lnTo>
                    <a:pt x="965581" y="379569"/>
                  </a:lnTo>
                  <a:lnTo>
                    <a:pt x="966231" y="383311"/>
                  </a:lnTo>
                  <a:lnTo>
                    <a:pt x="966881" y="386877"/>
                  </a:lnTo>
                  <a:lnTo>
                    <a:pt x="967531" y="390272"/>
                  </a:lnTo>
                  <a:lnTo>
                    <a:pt x="968181" y="393468"/>
                  </a:lnTo>
                  <a:lnTo>
                    <a:pt x="968831" y="396566"/>
                  </a:lnTo>
                  <a:lnTo>
                    <a:pt x="969481" y="399608"/>
                  </a:lnTo>
                  <a:lnTo>
                    <a:pt x="970131" y="402684"/>
                  </a:lnTo>
                  <a:lnTo>
                    <a:pt x="970781" y="405826"/>
                  </a:lnTo>
                  <a:lnTo>
                    <a:pt x="971431" y="409085"/>
                  </a:lnTo>
                  <a:lnTo>
                    <a:pt x="972081" y="412563"/>
                  </a:lnTo>
                  <a:lnTo>
                    <a:pt x="972731" y="416325"/>
                  </a:lnTo>
                  <a:lnTo>
                    <a:pt x="973381" y="420333"/>
                  </a:lnTo>
                  <a:lnTo>
                    <a:pt x="974031" y="424571"/>
                  </a:lnTo>
                  <a:lnTo>
                    <a:pt x="974681" y="429070"/>
                  </a:lnTo>
                  <a:lnTo>
                    <a:pt x="975330" y="433724"/>
                  </a:lnTo>
                  <a:lnTo>
                    <a:pt x="975980" y="438497"/>
                  </a:lnTo>
                  <a:lnTo>
                    <a:pt x="976630" y="443404"/>
                  </a:lnTo>
                  <a:lnTo>
                    <a:pt x="977280" y="448442"/>
                  </a:lnTo>
                  <a:lnTo>
                    <a:pt x="977930" y="453578"/>
                  </a:lnTo>
                  <a:lnTo>
                    <a:pt x="978580" y="458801"/>
                  </a:lnTo>
                  <a:lnTo>
                    <a:pt x="979230" y="464118"/>
                  </a:lnTo>
                  <a:lnTo>
                    <a:pt x="979880" y="469436"/>
                  </a:lnTo>
                  <a:lnTo>
                    <a:pt x="980530" y="474686"/>
                  </a:lnTo>
                  <a:lnTo>
                    <a:pt x="981180" y="479791"/>
                  </a:lnTo>
                  <a:lnTo>
                    <a:pt x="981830" y="484722"/>
                  </a:lnTo>
                  <a:lnTo>
                    <a:pt x="982480" y="489373"/>
                  </a:lnTo>
                  <a:lnTo>
                    <a:pt x="983130" y="493683"/>
                  </a:lnTo>
                  <a:lnTo>
                    <a:pt x="983780" y="497730"/>
                  </a:lnTo>
                  <a:lnTo>
                    <a:pt x="984430" y="501495"/>
                  </a:lnTo>
                  <a:lnTo>
                    <a:pt x="985080" y="505040"/>
                  </a:lnTo>
                  <a:lnTo>
                    <a:pt x="985729" y="508353"/>
                  </a:lnTo>
                  <a:lnTo>
                    <a:pt x="986379" y="511397"/>
                  </a:lnTo>
                  <a:lnTo>
                    <a:pt x="987029" y="514167"/>
                  </a:lnTo>
                  <a:lnTo>
                    <a:pt x="987679" y="516645"/>
                  </a:lnTo>
                  <a:lnTo>
                    <a:pt x="988329" y="518820"/>
                  </a:lnTo>
                  <a:lnTo>
                    <a:pt x="988979" y="520717"/>
                  </a:lnTo>
                  <a:lnTo>
                    <a:pt x="989629" y="522320"/>
                  </a:lnTo>
                  <a:lnTo>
                    <a:pt x="990279" y="523650"/>
                  </a:lnTo>
                  <a:lnTo>
                    <a:pt x="990929" y="524728"/>
                  </a:lnTo>
                  <a:lnTo>
                    <a:pt x="991579" y="525566"/>
                  </a:lnTo>
                  <a:lnTo>
                    <a:pt x="992229" y="526294"/>
                  </a:lnTo>
                  <a:lnTo>
                    <a:pt x="992879" y="526935"/>
                  </a:lnTo>
                  <a:lnTo>
                    <a:pt x="993529" y="527402"/>
                  </a:lnTo>
                  <a:lnTo>
                    <a:pt x="994179" y="527683"/>
                  </a:lnTo>
                  <a:lnTo>
                    <a:pt x="994829" y="527852"/>
                  </a:lnTo>
                  <a:lnTo>
                    <a:pt x="995478" y="527911"/>
                  </a:lnTo>
                  <a:lnTo>
                    <a:pt x="996128" y="527896"/>
                  </a:lnTo>
                  <a:lnTo>
                    <a:pt x="996778" y="527784"/>
                  </a:lnTo>
                  <a:lnTo>
                    <a:pt x="997428" y="527702"/>
                  </a:lnTo>
                  <a:lnTo>
                    <a:pt x="998078" y="527729"/>
                  </a:lnTo>
                  <a:lnTo>
                    <a:pt x="998728" y="527917"/>
                  </a:lnTo>
                  <a:lnTo>
                    <a:pt x="999378" y="528294"/>
                  </a:lnTo>
                  <a:lnTo>
                    <a:pt x="1000028" y="528893"/>
                  </a:lnTo>
                  <a:lnTo>
                    <a:pt x="1000678" y="529860"/>
                  </a:lnTo>
                  <a:lnTo>
                    <a:pt x="1001328" y="531269"/>
                  </a:lnTo>
                  <a:lnTo>
                    <a:pt x="1001978" y="533086"/>
                  </a:lnTo>
                  <a:lnTo>
                    <a:pt x="1002628" y="535349"/>
                  </a:lnTo>
                  <a:lnTo>
                    <a:pt x="1003278" y="537983"/>
                  </a:lnTo>
                  <a:lnTo>
                    <a:pt x="1003928" y="541010"/>
                  </a:lnTo>
                  <a:lnTo>
                    <a:pt x="1004578" y="544289"/>
                  </a:lnTo>
                  <a:lnTo>
                    <a:pt x="1005228" y="547725"/>
                  </a:lnTo>
                  <a:lnTo>
                    <a:pt x="1005877" y="551275"/>
                  </a:lnTo>
                  <a:lnTo>
                    <a:pt x="1006527" y="554923"/>
                  </a:lnTo>
                  <a:lnTo>
                    <a:pt x="1007177" y="558625"/>
                  </a:lnTo>
                  <a:lnTo>
                    <a:pt x="1007827" y="562373"/>
                  </a:lnTo>
                  <a:lnTo>
                    <a:pt x="1008477" y="566170"/>
                  </a:lnTo>
                  <a:lnTo>
                    <a:pt x="1009127" y="569975"/>
                  </a:lnTo>
                  <a:lnTo>
                    <a:pt x="1009777" y="573742"/>
                  </a:lnTo>
                  <a:lnTo>
                    <a:pt x="1010427" y="577431"/>
                  </a:lnTo>
                  <a:lnTo>
                    <a:pt x="1011077" y="580943"/>
                  </a:lnTo>
                  <a:lnTo>
                    <a:pt x="1011727" y="584153"/>
                  </a:lnTo>
                  <a:lnTo>
                    <a:pt x="1012377" y="587075"/>
                  </a:lnTo>
                  <a:lnTo>
                    <a:pt x="1013027" y="589762"/>
                  </a:lnTo>
                  <a:lnTo>
                    <a:pt x="1013677" y="592263"/>
                  </a:lnTo>
                  <a:lnTo>
                    <a:pt x="1014327" y="594556"/>
                  </a:lnTo>
                  <a:lnTo>
                    <a:pt x="1014977" y="596665"/>
                  </a:lnTo>
                  <a:lnTo>
                    <a:pt x="1015626" y="598664"/>
                  </a:lnTo>
                  <a:lnTo>
                    <a:pt x="1016276" y="600529"/>
                  </a:lnTo>
                  <a:lnTo>
                    <a:pt x="1016926" y="602289"/>
                  </a:lnTo>
                  <a:lnTo>
                    <a:pt x="1017576" y="603981"/>
                  </a:lnTo>
                  <a:lnTo>
                    <a:pt x="1018226" y="605628"/>
                  </a:lnTo>
                  <a:lnTo>
                    <a:pt x="1018876" y="607201"/>
                  </a:lnTo>
                  <a:lnTo>
                    <a:pt x="1019526" y="608682"/>
                  </a:lnTo>
                  <a:lnTo>
                    <a:pt x="1020176" y="610050"/>
                  </a:lnTo>
                  <a:lnTo>
                    <a:pt x="1020826" y="611341"/>
                  </a:lnTo>
                  <a:lnTo>
                    <a:pt x="1021476" y="612616"/>
                  </a:lnTo>
                  <a:lnTo>
                    <a:pt x="1022126" y="613870"/>
                  </a:lnTo>
                  <a:lnTo>
                    <a:pt x="1022776" y="615144"/>
                  </a:lnTo>
                  <a:lnTo>
                    <a:pt x="1023426" y="616432"/>
                  </a:lnTo>
                  <a:lnTo>
                    <a:pt x="1024076" y="617809"/>
                  </a:lnTo>
                  <a:lnTo>
                    <a:pt x="1024726" y="619264"/>
                  </a:lnTo>
                  <a:lnTo>
                    <a:pt x="1025376" y="620747"/>
                  </a:lnTo>
                  <a:lnTo>
                    <a:pt x="1026025" y="622249"/>
                  </a:lnTo>
                  <a:lnTo>
                    <a:pt x="1026675" y="623788"/>
                  </a:lnTo>
                  <a:lnTo>
                    <a:pt x="1027325" y="625296"/>
                  </a:lnTo>
                  <a:lnTo>
                    <a:pt x="1027975" y="626741"/>
                  </a:lnTo>
                  <a:lnTo>
                    <a:pt x="1028625" y="628161"/>
                  </a:lnTo>
                  <a:lnTo>
                    <a:pt x="1029275" y="629597"/>
                  </a:lnTo>
                  <a:lnTo>
                    <a:pt x="1029925" y="631075"/>
                  </a:lnTo>
                  <a:lnTo>
                    <a:pt x="1030575" y="632553"/>
                  </a:lnTo>
                  <a:lnTo>
                    <a:pt x="1031225" y="633968"/>
                  </a:lnTo>
                  <a:lnTo>
                    <a:pt x="1031875" y="635272"/>
                  </a:lnTo>
                  <a:lnTo>
                    <a:pt x="1032525" y="636425"/>
                  </a:lnTo>
                  <a:lnTo>
                    <a:pt x="1033175" y="637355"/>
                  </a:lnTo>
                  <a:lnTo>
                    <a:pt x="1033825" y="637896"/>
                  </a:lnTo>
                  <a:lnTo>
                    <a:pt x="1034475" y="638029"/>
                  </a:lnTo>
                  <a:lnTo>
                    <a:pt x="1035125" y="637725"/>
                  </a:lnTo>
                  <a:lnTo>
                    <a:pt x="1035774" y="636959"/>
                  </a:lnTo>
                  <a:lnTo>
                    <a:pt x="1036424" y="635697"/>
                  </a:lnTo>
                  <a:lnTo>
                    <a:pt x="1037074" y="633945"/>
                  </a:lnTo>
                  <a:lnTo>
                    <a:pt x="1037724" y="631778"/>
                  </a:lnTo>
                  <a:lnTo>
                    <a:pt x="1038374" y="629309"/>
                  </a:lnTo>
                  <a:lnTo>
                    <a:pt x="1039024" y="626557"/>
                  </a:lnTo>
                  <a:lnTo>
                    <a:pt x="1039674" y="623543"/>
                  </a:lnTo>
                  <a:lnTo>
                    <a:pt x="1040324" y="620349"/>
                  </a:lnTo>
                  <a:lnTo>
                    <a:pt x="1040974" y="617063"/>
                  </a:lnTo>
                  <a:lnTo>
                    <a:pt x="1041624" y="613792"/>
                  </a:lnTo>
                  <a:lnTo>
                    <a:pt x="1042274" y="610617"/>
                  </a:lnTo>
                  <a:lnTo>
                    <a:pt x="1042924" y="607578"/>
                  </a:lnTo>
                  <a:lnTo>
                    <a:pt x="1043574" y="604722"/>
                  </a:lnTo>
                  <a:lnTo>
                    <a:pt x="1044224" y="602204"/>
                  </a:lnTo>
                  <a:lnTo>
                    <a:pt x="1044874" y="600153"/>
                  </a:lnTo>
                  <a:lnTo>
                    <a:pt x="1045523" y="598618"/>
                  </a:lnTo>
                  <a:lnTo>
                    <a:pt x="1046173" y="597698"/>
                  </a:lnTo>
                  <a:lnTo>
                    <a:pt x="1046823" y="597503"/>
                  </a:lnTo>
                  <a:lnTo>
                    <a:pt x="1047473" y="598173"/>
                  </a:lnTo>
                  <a:lnTo>
                    <a:pt x="1048123" y="599716"/>
                  </a:lnTo>
                  <a:lnTo>
                    <a:pt x="1048773" y="602192"/>
                  </a:lnTo>
                  <a:lnTo>
                    <a:pt x="1049423" y="605669"/>
                  </a:lnTo>
                  <a:lnTo>
                    <a:pt x="1050073" y="610039"/>
                  </a:lnTo>
                  <a:lnTo>
                    <a:pt x="1050723" y="615182"/>
                  </a:lnTo>
                  <a:lnTo>
                    <a:pt x="1051373" y="621012"/>
                  </a:lnTo>
                  <a:lnTo>
                    <a:pt x="1052023" y="627579"/>
                  </a:lnTo>
                  <a:lnTo>
                    <a:pt x="1052673" y="634938"/>
                  </a:lnTo>
                  <a:lnTo>
                    <a:pt x="1053323" y="643174"/>
                  </a:lnTo>
                  <a:lnTo>
                    <a:pt x="1053973" y="652225"/>
                  </a:lnTo>
                  <a:lnTo>
                    <a:pt x="1054623" y="662047"/>
                  </a:lnTo>
                  <a:lnTo>
                    <a:pt x="1055273" y="672648"/>
                  </a:lnTo>
                  <a:lnTo>
                    <a:pt x="1055922" y="684016"/>
                  </a:lnTo>
                  <a:lnTo>
                    <a:pt x="1056572" y="695962"/>
                  </a:lnTo>
                  <a:lnTo>
                    <a:pt x="1057222" y="708351"/>
                  </a:lnTo>
                  <a:lnTo>
                    <a:pt x="1057872" y="721098"/>
                  </a:lnTo>
                  <a:lnTo>
                    <a:pt x="1058522" y="734166"/>
                  </a:lnTo>
                  <a:lnTo>
                    <a:pt x="1059172" y="747527"/>
                  </a:lnTo>
                  <a:lnTo>
                    <a:pt x="1059822" y="761143"/>
                  </a:lnTo>
                  <a:lnTo>
                    <a:pt x="1060472" y="775024"/>
                  </a:lnTo>
                  <a:lnTo>
                    <a:pt x="1061122" y="789083"/>
                  </a:lnTo>
                  <a:lnTo>
                    <a:pt x="1061772" y="803227"/>
                  </a:lnTo>
                  <a:lnTo>
                    <a:pt x="1062422" y="817322"/>
                  </a:lnTo>
                  <a:lnTo>
                    <a:pt x="1063072" y="831321"/>
                  </a:lnTo>
                  <a:lnTo>
                    <a:pt x="1063722" y="845166"/>
                  </a:lnTo>
                  <a:lnTo>
                    <a:pt x="1064372" y="858883"/>
                  </a:lnTo>
                  <a:lnTo>
                    <a:pt x="1065022" y="872379"/>
                  </a:lnTo>
                  <a:lnTo>
                    <a:pt x="1065671" y="885561"/>
                  </a:lnTo>
                  <a:lnTo>
                    <a:pt x="1066321" y="898430"/>
                  </a:lnTo>
                  <a:lnTo>
                    <a:pt x="1066971" y="911036"/>
                  </a:lnTo>
                  <a:lnTo>
                    <a:pt x="1067621" y="923358"/>
                  </a:lnTo>
                  <a:lnTo>
                    <a:pt x="1068271" y="935422"/>
                  </a:lnTo>
                  <a:lnTo>
                    <a:pt x="1068921" y="947188"/>
                  </a:lnTo>
                  <a:lnTo>
                    <a:pt x="1069571" y="958762"/>
                  </a:lnTo>
                  <a:lnTo>
                    <a:pt x="1070221" y="970126"/>
                  </a:lnTo>
                  <a:lnTo>
                    <a:pt x="1070871" y="981229"/>
                  </a:lnTo>
                  <a:lnTo>
                    <a:pt x="1071521" y="991958"/>
                  </a:lnTo>
                  <a:lnTo>
                    <a:pt x="1072171" y="1002316"/>
                  </a:lnTo>
                  <a:lnTo>
                    <a:pt x="1072821" y="1012292"/>
                  </a:lnTo>
                  <a:lnTo>
                    <a:pt x="1073471" y="1021839"/>
                  </a:lnTo>
                  <a:lnTo>
                    <a:pt x="1074121" y="1030878"/>
                  </a:lnTo>
                  <a:lnTo>
                    <a:pt x="1074771" y="1039432"/>
                  </a:lnTo>
                  <a:lnTo>
                    <a:pt x="1075421" y="1047549"/>
                  </a:lnTo>
                  <a:lnTo>
                    <a:pt x="1076070" y="1055297"/>
                  </a:lnTo>
                  <a:lnTo>
                    <a:pt x="1076720" y="1062605"/>
                  </a:lnTo>
                  <a:lnTo>
                    <a:pt x="1077370" y="1069353"/>
                  </a:lnTo>
                  <a:lnTo>
                    <a:pt x="1078020" y="1075465"/>
                  </a:lnTo>
                  <a:lnTo>
                    <a:pt x="1078670" y="1080923"/>
                  </a:lnTo>
                  <a:lnTo>
                    <a:pt x="1079320" y="1085644"/>
                  </a:lnTo>
                  <a:lnTo>
                    <a:pt x="1079970" y="1089517"/>
                  </a:lnTo>
                  <a:lnTo>
                    <a:pt x="1080620" y="1092580"/>
                  </a:lnTo>
                  <a:lnTo>
                    <a:pt x="1081270" y="1094920"/>
                  </a:lnTo>
                  <a:lnTo>
                    <a:pt x="1081920" y="1096506"/>
                  </a:lnTo>
                  <a:lnTo>
                    <a:pt x="1082570" y="1097384"/>
                  </a:lnTo>
                  <a:lnTo>
                    <a:pt x="1083220" y="1097667"/>
                  </a:lnTo>
                  <a:lnTo>
                    <a:pt x="1083870" y="1097525"/>
                  </a:lnTo>
                  <a:lnTo>
                    <a:pt x="1084520" y="1096975"/>
                  </a:lnTo>
                  <a:lnTo>
                    <a:pt x="1085170" y="1096020"/>
                  </a:lnTo>
                  <a:lnTo>
                    <a:pt x="1085819" y="1094563"/>
                  </a:lnTo>
                  <a:lnTo>
                    <a:pt x="1086469" y="1092553"/>
                  </a:lnTo>
                  <a:lnTo>
                    <a:pt x="1087119" y="1090130"/>
                  </a:lnTo>
                  <a:lnTo>
                    <a:pt x="1087769" y="1087270"/>
                  </a:lnTo>
                  <a:lnTo>
                    <a:pt x="1088419" y="1083964"/>
                  </a:lnTo>
                  <a:lnTo>
                    <a:pt x="1089069" y="1080287"/>
                  </a:lnTo>
                  <a:lnTo>
                    <a:pt x="1089719" y="1076445"/>
                  </a:lnTo>
                  <a:lnTo>
                    <a:pt x="1090369" y="1072507"/>
                  </a:lnTo>
                  <a:lnTo>
                    <a:pt x="1091019" y="1068530"/>
                  </a:lnTo>
                  <a:lnTo>
                    <a:pt x="1091669" y="1064602"/>
                  </a:lnTo>
                  <a:lnTo>
                    <a:pt x="1092319" y="1060843"/>
                  </a:lnTo>
                  <a:lnTo>
                    <a:pt x="1092969" y="1057354"/>
                  </a:lnTo>
                  <a:lnTo>
                    <a:pt x="1093619" y="1054207"/>
                  </a:lnTo>
                  <a:lnTo>
                    <a:pt x="1094269" y="1051521"/>
                  </a:lnTo>
                  <a:lnTo>
                    <a:pt x="1094919" y="1049323"/>
                  </a:lnTo>
                  <a:lnTo>
                    <a:pt x="1095569" y="1047627"/>
                  </a:lnTo>
                  <a:lnTo>
                    <a:pt x="1096218" y="1046542"/>
                  </a:lnTo>
                  <a:lnTo>
                    <a:pt x="1096868" y="1046099"/>
                  </a:lnTo>
                  <a:lnTo>
                    <a:pt x="1097518" y="1046392"/>
                  </a:lnTo>
                  <a:lnTo>
                    <a:pt x="1098168" y="1047575"/>
                  </a:lnTo>
                  <a:lnTo>
                    <a:pt x="1098818" y="1049725"/>
                  </a:lnTo>
                  <a:lnTo>
                    <a:pt x="1099468" y="1052822"/>
                  </a:lnTo>
                  <a:lnTo>
                    <a:pt x="1100118" y="1056834"/>
                  </a:lnTo>
                  <a:lnTo>
                    <a:pt x="1100768" y="1061837"/>
                  </a:lnTo>
                  <a:lnTo>
                    <a:pt x="1101418" y="1067918"/>
                  </a:lnTo>
                  <a:lnTo>
                    <a:pt x="1102068" y="1075049"/>
                  </a:lnTo>
                  <a:lnTo>
                    <a:pt x="1102718" y="1083202"/>
                  </a:lnTo>
                  <a:lnTo>
                    <a:pt x="1103368" y="1092364"/>
                  </a:lnTo>
                  <a:lnTo>
                    <a:pt x="1104018" y="1102658"/>
                  </a:lnTo>
                  <a:lnTo>
                    <a:pt x="1104668" y="1114179"/>
                  </a:lnTo>
                  <a:lnTo>
                    <a:pt x="1105318" y="1126941"/>
                  </a:lnTo>
                  <a:lnTo>
                    <a:pt x="1105967" y="1140947"/>
                  </a:lnTo>
                  <a:lnTo>
                    <a:pt x="1106617" y="1156181"/>
                  </a:lnTo>
                  <a:lnTo>
                    <a:pt x="1107267" y="1172574"/>
                  </a:lnTo>
                  <a:lnTo>
                    <a:pt x="1107917" y="1190007"/>
                  </a:lnTo>
                  <a:lnTo>
                    <a:pt x="1108567" y="1208426"/>
                  </a:lnTo>
                  <a:lnTo>
                    <a:pt x="1109217" y="1227797"/>
                  </a:lnTo>
                  <a:lnTo>
                    <a:pt x="1109867" y="1248204"/>
                  </a:lnTo>
                  <a:lnTo>
                    <a:pt x="1110517" y="1269658"/>
                  </a:lnTo>
                  <a:lnTo>
                    <a:pt x="1111167" y="1291990"/>
                  </a:lnTo>
                  <a:lnTo>
                    <a:pt x="1111817" y="1314962"/>
                  </a:lnTo>
                  <a:lnTo>
                    <a:pt x="1112467" y="1338435"/>
                  </a:lnTo>
                  <a:lnTo>
                    <a:pt x="1113117" y="1362307"/>
                  </a:lnTo>
                  <a:lnTo>
                    <a:pt x="1113767" y="1386337"/>
                  </a:lnTo>
                  <a:lnTo>
                    <a:pt x="1114417" y="1410348"/>
                  </a:lnTo>
                  <a:lnTo>
                    <a:pt x="1115067" y="1434324"/>
                  </a:lnTo>
                  <a:lnTo>
                    <a:pt x="1115717" y="1458144"/>
                  </a:lnTo>
                  <a:lnTo>
                    <a:pt x="1116366" y="1481698"/>
                  </a:lnTo>
                  <a:lnTo>
                    <a:pt x="1117016" y="1504948"/>
                  </a:lnTo>
                  <a:lnTo>
                    <a:pt x="1117666" y="1527896"/>
                  </a:lnTo>
                  <a:lnTo>
                    <a:pt x="1118316" y="1550509"/>
                  </a:lnTo>
                  <a:lnTo>
                    <a:pt x="1118966" y="1572751"/>
                  </a:lnTo>
                  <a:lnTo>
                    <a:pt x="1119616" y="1594450"/>
                  </a:lnTo>
                  <a:lnTo>
                    <a:pt x="1120266" y="1615511"/>
                  </a:lnTo>
                  <a:lnTo>
                    <a:pt x="1120916" y="1635946"/>
                  </a:lnTo>
                  <a:lnTo>
                    <a:pt x="1121566" y="1655820"/>
                  </a:lnTo>
                  <a:lnTo>
                    <a:pt x="1122216" y="1675012"/>
                  </a:lnTo>
                  <a:lnTo>
                    <a:pt x="1122866" y="1693463"/>
                  </a:lnTo>
                  <a:lnTo>
                    <a:pt x="1123516" y="1711158"/>
                  </a:lnTo>
                  <a:lnTo>
                    <a:pt x="1124166" y="1728069"/>
                  </a:lnTo>
                  <a:lnTo>
                    <a:pt x="1124816" y="1744079"/>
                  </a:lnTo>
                  <a:lnTo>
                    <a:pt x="1125466" y="1759068"/>
                  </a:lnTo>
                  <a:lnTo>
                    <a:pt x="1126115" y="1772944"/>
                  </a:lnTo>
                  <a:lnTo>
                    <a:pt x="1126765" y="1785637"/>
                  </a:lnTo>
                  <a:lnTo>
                    <a:pt x="1127415" y="1797137"/>
                  </a:lnTo>
                  <a:lnTo>
                    <a:pt x="1128065" y="1807470"/>
                  </a:lnTo>
                  <a:lnTo>
                    <a:pt x="1128715" y="1816641"/>
                  </a:lnTo>
                  <a:lnTo>
                    <a:pt x="1129365" y="1824595"/>
                  </a:lnTo>
                  <a:lnTo>
                    <a:pt x="1130015" y="1831328"/>
                  </a:lnTo>
                  <a:lnTo>
                    <a:pt x="1130665" y="1836767"/>
                  </a:lnTo>
                  <a:lnTo>
                    <a:pt x="1131315" y="1840877"/>
                  </a:lnTo>
                  <a:lnTo>
                    <a:pt x="1131965" y="1843707"/>
                  </a:lnTo>
                  <a:lnTo>
                    <a:pt x="1132615" y="1845287"/>
                  </a:lnTo>
                  <a:lnTo>
                    <a:pt x="1133265" y="1845611"/>
                  </a:lnTo>
                  <a:lnTo>
                    <a:pt x="1133915" y="1844543"/>
                  </a:lnTo>
                  <a:lnTo>
                    <a:pt x="1134565" y="1841996"/>
                  </a:lnTo>
                  <a:lnTo>
                    <a:pt x="1135215" y="1838028"/>
                  </a:lnTo>
                  <a:lnTo>
                    <a:pt x="1135865" y="1832670"/>
                  </a:lnTo>
                  <a:lnTo>
                    <a:pt x="1136514" y="1825876"/>
                  </a:lnTo>
                  <a:lnTo>
                    <a:pt x="1137164" y="1817544"/>
                  </a:lnTo>
                  <a:lnTo>
                    <a:pt x="1137814" y="1807636"/>
                  </a:lnTo>
                  <a:lnTo>
                    <a:pt x="1138464" y="1796171"/>
                  </a:lnTo>
                  <a:lnTo>
                    <a:pt x="1139114" y="1783156"/>
                  </a:lnTo>
                  <a:lnTo>
                    <a:pt x="1139764" y="1768571"/>
                  </a:lnTo>
                  <a:lnTo>
                    <a:pt x="1140414" y="1752417"/>
                  </a:lnTo>
                  <a:lnTo>
                    <a:pt x="1141064" y="1734710"/>
                  </a:lnTo>
                  <a:lnTo>
                    <a:pt x="1141714" y="1715464"/>
                  </a:lnTo>
                  <a:lnTo>
                    <a:pt x="1142364" y="1694642"/>
                  </a:lnTo>
                  <a:lnTo>
                    <a:pt x="1143014" y="1672193"/>
                  </a:lnTo>
                  <a:lnTo>
                    <a:pt x="1143664" y="1648301"/>
                  </a:lnTo>
                  <a:lnTo>
                    <a:pt x="1144314" y="1623340"/>
                  </a:lnTo>
                  <a:lnTo>
                    <a:pt x="1144964" y="1597562"/>
                  </a:lnTo>
                  <a:lnTo>
                    <a:pt x="1145614" y="1571127"/>
                  </a:lnTo>
                  <a:lnTo>
                    <a:pt x="1146263" y="1544133"/>
                  </a:lnTo>
                  <a:lnTo>
                    <a:pt x="1146913" y="1516689"/>
                  </a:lnTo>
                  <a:lnTo>
                    <a:pt x="1147563" y="1488823"/>
                  </a:lnTo>
                  <a:lnTo>
                    <a:pt x="1148213" y="1460615"/>
                  </a:lnTo>
                  <a:lnTo>
                    <a:pt x="1148863" y="1432185"/>
                  </a:lnTo>
                  <a:lnTo>
                    <a:pt x="1149513" y="1403647"/>
                  </a:lnTo>
                  <a:lnTo>
                    <a:pt x="1150163" y="1375005"/>
                  </a:lnTo>
                  <a:lnTo>
                    <a:pt x="1150813" y="1346319"/>
                  </a:lnTo>
                  <a:lnTo>
                    <a:pt x="1151463" y="1317697"/>
                  </a:lnTo>
                  <a:lnTo>
                    <a:pt x="1152113" y="1289292"/>
                  </a:lnTo>
                  <a:lnTo>
                    <a:pt x="1152763" y="1261238"/>
                  </a:lnTo>
                  <a:lnTo>
                    <a:pt x="1153413" y="1233506"/>
                  </a:lnTo>
                  <a:lnTo>
                    <a:pt x="1154063" y="1206042"/>
                  </a:lnTo>
                  <a:lnTo>
                    <a:pt x="1154713" y="1178820"/>
                  </a:lnTo>
                  <a:lnTo>
                    <a:pt x="1155363" y="1151913"/>
                  </a:lnTo>
                  <a:lnTo>
                    <a:pt x="1156013" y="1125394"/>
                  </a:lnTo>
                  <a:lnTo>
                    <a:pt x="1156662" y="1099334"/>
                  </a:lnTo>
                  <a:lnTo>
                    <a:pt x="1157312" y="1073759"/>
                  </a:lnTo>
                  <a:lnTo>
                    <a:pt x="1157962" y="1048709"/>
                  </a:lnTo>
                  <a:lnTo>
                    <a:pt x="1158612" y="1024221"/>
                  </a:lnTo>
                  <a:lnTo>
                    <a:pt x="1159262" y="1000319"/>
                  </a:lnTo>
                  <a:lnTo>
                    <a:pt x="1159912" y="977043"/>
                  </a:lnTo>
                  <a:lnTo>
                    <a:pt x="1160562" y="954427"/>
                  </a:lnTo>
                  <a:lnTo>
                    <a:pt x="1161212" y="932477"/>
                  </a:lnTo>
                  <a:lnTo>
                    <a:pt x="1161862" y="911246"/>
                  </a:lnTo>
                  <a:lnTo>
                    <a:pt x="1162512" y="890748"/>
                  </a:lnTo>
                  <a:lnTo>
                    <a:pt x="1163162" y="870985"/>
                  </a:lnTo>
                  <a:lnTo>
                    <a:pt x="1163812" y="851970"/>
                  </a:lnTo>
                  <a:lnTo>
                    <a:pt x="1164462" y="833685"/>
                  </a:lnTo>
                  <a:lnTo>
                    <a:pt x="1165112" y="816136"/>
                  </a:lnTo>
                  <a:lnTo>
                    <a:pt x="1165762" y="799318"/>
                  </a:lnTo>
                  <a:lnTo>
                    <a:pt x="1166411" y="783311"/>
                  </a:lnTo>
                  <a:lnTo>
                    <a:pt x="1167061" y="768183"/>
                  </a:lnTo>
                  <a:lnTo>
                    <a:pt x="1167711" y="753933"/>
                  </a:lnTo>
                  <a:lnTo>
                    <a:pt x="1168361" y="740562"/>
                  </a:lnTo>
                  <a:lnTo>
                    <a:pt x="1169011" y="728075"/>
                  </a:lnTo>
                  <a:lnTo>
                    <a:pt x="1169661" y="716526"/>
                  </a:lnTo>
                  <a:lnTo>
                    <a:pt x="1170311" y="705874"/>
                  </a:lnTo>
                  <a:lnTo>
                    <a:pt x="1170961" y="696044"/>
                  </a:lnTo>
                  <a:lnTo>
                    <a:pt x="1171611" y="687057"/>
                  </a:lnTo>
                  <a:lnTo>
                    <a:pt x="1172261" y="678966"/>
                  </a:lnTo>
                  <a:lnTo>
                    <a:pt x="1172911" y="671858"/>
                  </a:lnTo>
                  <a:lnTo>
                    <a:pt x="1173561" y="665777"/>
                  </a:lnTo>
                  <a:lnTo>
                    <a:pt x="1174211" y="660744"/>
                  </a:lnTo>
                  <a:lnTo>
                    <a:pt x="1174861" y="656756"/>
                  </a:lnTo>
                  <a:lnTo>
                    <a:pt x="1175511" y="653836"/>
                  </a:lnTo>
                  <a:lnTo>
                    <a:pt x="1176161" y="651897"/>
                  </a:lnTo>
                  <a:lnTo>
                    <a:pt x="1176810" y="650776"/>
                  </a:lnTo>
                  <a:lnTo>
                    <a:pt x="1177460" y="650362"/>
                  </a:lnTo>
                  <a:lnTo>
                    <a:pt x="1178110" y="650515"/>
                  </a:lnTo>
                  <a:lnTo>
                    <a:pt x="1178760" y="651241"/>
                  </a:lnTo>
                  <a:lnTo>
                    <a:pt x="1179410" y="652583"/>
                  </a:lnTo>
                  <a:lnTo>
                    <a:pt x="1180060" y="654561"/>
                  </a:lnTo>
                  <a:lnTo>
                    <a:pt x="1180710" y="657212"/>
                  </a:lnTo>
                  <a:lnTo>
                    <a:pt x="1181360" y="660428"/>
                  </a:lnTo>
                  <a:lnTo>
                    <a:pt x="1182010" y="664039"/>
                  </a:lnTo>
                  <a:lnTo>
                    <a:pt x="1182660" y="668001"/>
                  </a:lnTo>
                  <a:lnTo>
                    <a:pt x="1183310" y="672303"/>
                  </a:lnTo>
                  <a:lnTo>
                    <a:pt x="1183960" y="676921"/>
                  </a:lnTo>
                  <a:lnTo>
                    <a:pt x="1184610" y="681807"/>
                  </a:lnTo>
                  <a:lnTo>
                    <a:pt x="1185260" y="687004"/>
                  </a:lnTo>
                  <a:lnTo>
                    <a:pt x="1185910" y="692635"/>
                  </a:lnTo>
                  <a:lnTo>
                    <a:pt x="1186559" y="698800"/>
                  </a:lnTo>
                  <a:lnTo>
                    <a:pt x="1187209" y="705517"/>
                  </a:lnTo>
                  <a:lnTo>
                    <a:pt x="1187859" y="712813"/>
                  </a:lnTo>
                  <a:lnTo>
                    <a:pt x="1188509" y="720623"/>
                  </a:lnTo>
                  <a:lnTo>
                    <a:pt x="1189159" y="728870"/>
                  </a:lnTo>
                  <a:lnTo>
                    <a:pt x="1189809" y="737615"/>
                  </a:lnTo>
                  <a:lnTo>
                    <a:pt x="1190459" y="746849"/>
                  </a:lnTo>
                  <a:lnTo>
                    <a:pt x="1191109" y="756637"/>
                  </a:lnTo>
                  <a:lnTo>
                    <a:pt x="1191759" y="767071"/>
                  </a:lnTo>
                  <a:lnTo>
                    <a:pt x="1192409" y="778132"/>
                  </a:lnTo>
                  <a:lnTo>
                    <a:pt x="1193059" y="789741"/>
                  </a:lnTo>
                  <a:lnTo>
                    <a:pt x="1193709" y="801849"/>
                  </a:lnTo>
                  <a:lnTo>
                    <a:pt x="1194359" y="814389"/>
                  </a:lnTo>
                  <a:lnTo>
                    <a:pt x="1195009" y="827289"/>
                  </a:lnTo>
                  <a:lnTo>
                    <a:pt x="1195659" y="840478"/>
                  </a:lnTo>
                  <a:lnTo>
                    <a:pt x="1196308" y="853942"/>
                  </a:lnTo>
                  <a:lnTo>
                    <a:pt x="1196958" y="867679"/>
                  </a:lnTo>
                  <a:lnTo>
                    <a:pt x="1197608" y="881609"/>
                  </a:lnTo>
                  <a:lnTo>
                    <a:pt x="1198258" y="895717"/>
                  </a:lnTo>
                  <a:lnTo>
                    <a:pt x="1198908" y="909992"/>
                  </a:lnTo>
                  <a:lnTo>
                    <a:pt x="1199558" y="924358"/>
                  </a:lnTo>
                  <a:lnTo>
                    <a:pt x="1200208" y="938825"/>
                  </a:lnTo>
                  <a:lnTo>
                    <a:pt x="1200858" y="953302"/>
                  </a:lnTo>
                  <a:lnTo>
                    <a:pt x="1201508" y="967718"/>
                  </a:lnTo>
                  <a:lnTo>
                    <a:pt x="1202158" y="982042"/>
                  </a:lnTo>
                  <a:lnTo>
                    <a:pt x="1202808" y="996349"/>
                  </a:lnTo>
                  <a:lnTo>
                    <a:pt x="1203458" y="1010666"/>
                  </a:lnTo>
                  <a:lnTo>
                    <a:pt x="1204108" y="1024982"/>
                  </a:lnTo>
                  <a:lnTo>
                    <a:pt x="1204758" y="1039177"/>
                  </a:lnTo>
                  <a:lnTo>
                    <a:pt x="1205408" y="1053195"/>
                  </a:lnTo>
                  <a:lnTo>
                    <a:pt x="1206058" y="1066965"/>
                  </a:lnTo>
                  <a:lnTo>
                    <a:pt x="1206707" y="1080508"/>
                  </a:lnTo>
                  <a:lnTo>
                    <a:pt x="1207357" y="1093876"/>
                  </a:lnTo>
                  <a:lnTo>
                    <a:pt x="1208007" y="1107043"/>
                  </a:lnTo>
                  <a:lnTo>
                    <a:pt x="1208657" y="1119963"/>
                  </a:lnTo>
                  <a:lnTo>
                    <a:pt x="1209307" y="1132706"/>
                  </a:lnTo>
                  <a:lnTo>
                    <a:pt x="1209957" y="1145243"/>
                  </a:lnTo>
                  <a:lnTo>
                    <a:pt x="1210607" y="1157571"/>
                  </a:lnTo>
                  <a:lnTo>
                    <a:pt x="1211257" y="1169725"/>
                  </a:lnTo>
                  <a:lnTo>
                    <a:pt x="1211907" y="1181689"/>
                  </a:lnTo>
                  <a:lnTo>
                    <a:pt x="1212557" y="1193408"/>
                  </a:lnTo>
                  <a:lnTo>
                    <a:pt x="1213207" y="1204868"/>
                  </a:lnTo>
                  <a:lnTo>
                    <a:pt x="1213857" y="1216098"/>
                  </a:lnTo>
                  <a:lnTo>
                    <a:pt x="1214507" y="1227227"/>
                  </a:lnTo>
                  <a:lnTo>
                    <a:pt x="1215157" y="1238257"/>
                  </a:lnTo>
                  <a:lnTo>
                    <a:pt x="1215807" y="1249173"/>
                  </a:lnTo>
                  <a:lnTo>
                    <a:pt x="1216456" y="1259931"/>
                  </a:lnTo>
                  <a:lnTo>
                    <a:pt x="1217106" y="1270496"/>
                  </a:lnTo>
                  <a:lnTo>
                    <a:pt x="1217756" y="1280773"/>
                  </a:lnTo>
                  <a:lnTo>
                    <a:pt x="1218406" y="1290661"/>
                  </a:lnTo>
                  <a:lnTo>
                    <a:pt x="1219056" y="1300054"/>
                  </a:lnTo>
                  <a:lnTo>
                    <a:pt x="1219706" y="1308972"/>
                  </a:lnTo>
                  <a:lnTo>
                    <a:pt x="1220356" y="1317446"/>
                  </a:lnTo>
                  <a:lnTo>
                    <a:pt x="1221006" y="1325493"/>
                  </a:lnTo>
                  <a:lnTo>
                    <a:pt x="1221656" y="1333119"/>
                  </a:lnTo>
                  <a:lnTo>
                    <a:pt x="1222306" y="1340318"/>
                  </a:lnTo>
                  <a:lnTo>
                    <a:pt x="1222956" y="1347054"/>
                  </a:lnTo>
                  <a:lnTo>
                    <a:pt x="1223606" y="1353393"/>
                  </a:lnTo>
                  <a:lnTo>
                    <a:pt x="1224256" y="1359223"/>
                  </a:lnTo>
                  <a:lnTo>
                    <a:pt x="1224906" y="1364607"/>
                  </a:lnTo>
                  <a:lnTo>
                    <a:pt x="1225556" y="1369645"/>
                  </a:lnTo>
                  <a:lnTo>
                    <a:pt x="1226206" y="1374425"/>
                  </a:lnTo>
                  <a:lnTo>
                    <a:pt x="1226855" y="1379006"/>
                  </a:lnTo>
                  <a:lnTo>
                    <a:pt x="1227505" y="1383470"/>
                  </a:lnTo>
                  <a:lnTo>
                    <a:pt x="1228155" y="1387908"/>
                  </a:lnTo>
                  <a:lnTo>
                    <a:pt x="1228805" y="1392254"/>
                  </a:lnTo>
                  <a:lnTo>
                    <a:pt x="1229455" y="1396414"/>
                  </a:lnTo>
                  <a:lnTo>
                    <a:pt x="1230105" y="1400432"/>
                  </a:lnTo>
                  <a:lnTo>
                    <a:pt x="1230755" y="1404371"/>
                  </a:lnTo>
                  <a:lnTo>
                    <a:pt x="1231405" y="1408211"/>
                  </a:lnTo>
                  <a:lnTo>
                    <a:pt x="1232055" y="1411987"/>
                  </a:lnTo>
                  <a:lnTo>
                    <a:pt x="1232705" y="1415729"/>
                  </a:lnTo>
                  <a:lnTo>
                    <a:pt x="1233355" y="1419490"/>
                  </a:lnTo>
                  <a:lnTo>
                    <a:pt x="1234005" y="1423395"/>
                  </a:lnTo>
                  <a:lnTo>
                    <a:pt x="1234655" y="1427404"/>
                  </a:lnTo>
                  <a:lnTo>
                    <a:pt x="1235305" y="1431471"/>
                  </a:lnTo>
                  <a:lnTo>
                    <a:pt x="1235955" y="1435567"/>
                  </a:lnTo>
                  <a:lnTo>
                    <a:pt x="1236604" y="1439745"/>
                  </a:lnTo>
                  <a:lnTo>
                    <a:pt x="1237254" y="1444119"/>
                  </a:lnTo>
                  <a:lnTo>
                    <a:pt x="1237904" y="1448769"/>
                  </a:lnTo>
                  <a:lnTo>
                    <a:pt x="1238554" y="1453833"/>
                  </a:lnTo>
                  <a:lnTo>
                    <a:pt x="1239204" y="1459404"/>
                  </a:lnTo>
                  <a:lnTo>
                    <a:pt x="1239854" y="1465417"/>
                  </a:lnTo>
                  <a:lnTo>
                    <a:pt x="1240504" y="1471833"/>
                  </a:lnTo>
                  <a:lnTo>
                    <a:pt x="1241154" y="1478665"/>
                  </a:lnTo>
                  <a:lnTo>
                    <a:pt x="1241804" y="1485969"/>
                  </a:lnTo>
                  <a:lnTo>
                    <a:pt x="1242454" y="1493804"/>
                  </a:lnTo>
                  <a:lnTo>
                    <a:pt x="1243104" y="1502221"/>
                  </a:lnTo>
                  <a:lnTo>
                    <a:pt x="1243754" y="1511181"/>
                  </a:lnTo>
                  <a:lnTo>
                    <a:pt x="1244404" y="1520792"/>
                  </a:lnTo>
                  <a:lnTo>
                    <a:pt x="1245054" y="1531085"/>
                  </a:lnTo>
                  <a:lnTo>
                    <a:pt x="1245704" y="1542061"/>
                  </a:lnTo>
                  <a:lnTo>
                    <a:pt x="1246354" y="1553690"/>
                  </a:lnTo>
                  <a:lnTo>
                    <a:pt x="1247003" y="1565884"/>
                  </a:lnTo>
                  <a:lnTo>
                    <a:pt x="1247653" y="1578611"/>
                  </a:lnTo>
                  <a:lnTo>
                    <a:pt x="1248303" y="1591859"/>
                  </a:lnTo>
                  <a:lnTo>
                    <a:pt x="1248953" y="1605638"/>
                  </a:lnTo>
                  <a:lnTo>
                    <a:pt x="1249603" y="1619983"/>
                  </a:lnTo>
                  <a:lnTo>
                    <a:pt x="1250253" y="1634939"/>
                  </a:lnTo>
                  <a:lnTo>
                    <a:pt x="1250903" y="1650559"/>
                  </a:lnTo>
                  <a:lnTo>
                    <a:pt x="1251553" y="1666800"/>
                  </a:lnTo>
                  <a:lnTo>
                    <a:pt x="1252203" y="1683582"/>
                  </a:lnTo>
                  <a:lnTo>
                    <a:pt x="1252853" y="1700768"/>
                  </a:lnTo>
                  <a:lnTo>
                    <a:pt x="1253503" y="1718307"/>
                  </a:lnTo>
                  <a:lnTo>
                    <a:pt x="1254153" y="1736059"/>
                  </a:lnTo>
                  <a:lnTo>
                    <a:pt x="1254803" y="1753964"/>
                  </a:lnTo>
                  <a:lnTo>
                    <a:pt x="1255453" y="1772033"/>
                  </a:lnTo>
                  <a:lnTo>
                    <a:pt x="1256103" y="1790142"/>
                  </a:lnTo>
                  <a:lnTo>
                    <a:pt x="1256752" y="1808220"/>
                  </a:lnTo>
                  <a:lnTo>
                    <a:pt x="1257402" y="1826148"/>
                  </a:lnTo>
                  <a:lnTo>
                    <a:pt x="1258052" y="1843752"/>
                  </a:lnTo>
                  <a:lnTo>
                    <a:pt x="1258702" y="1860816"/>
                  </a:lnTo>
                  <a:lnTo>
                    <a:pt x="1259352" y="1877249"/>
                  </a:lnTo>
                  <a:lnTo>
                    <a:pt x="1260002" y="1892955"/>
                  </a:lnTo>
                  <a:lnTo>
                    <a:pt x="1260652" y="1907841"/>
                  </a:lnTo>
                  <a:lnTo>
                    <a:pt x="1261302" y="1922015"/>
                  </a:lnTo>
                  <a:lnTo>
                    <a:pt x="1261952" y="1935641"/>
                  </a:lnTo>
                  <a:lnTo>
                    <a:pt x="1262602" y="1948820"/>
                  </a:lnTo>
                  <a:lnTo>
                    <a:pt x="1263252" y="1961484"/>
                  </a:lnTo>
                  <a:lnTo>
                    <a:pt x="1263902" y="1973663"/>
                  </a:lnTo>
                  <a:lnTo>
                    <a:pt x="1264552" y="1985379"/>
                  </a:lnTo>
                  <a:lnTo>
                    <a:pt x="1265202" y="1996522"/>
                  </a:lnTo>
                  <a:lnTo>
                    <a:pt x="1265852" y="2007036"/>
                  </a:lnTo>
                  <a:lnTo>
                    <a:pt x="1266502" y="2016872"/>
                  </a:lnTo>
                  <a:lnTo>
                    <a:pt x="1267151" y="2026088"/>
                  </a:lnTo>
                  <a:lnTo>
                    <a:pt x="1267801" y="2034811"/>
                  </a:lnTo>
                  <a:lnTo>
                    <a:pt x="1268451" y="2043172"/>
                  </a:lnTo>
                  <a:lnTo>
                    <a:pt x="1269101" y="2051154"/>
                  </a:lnTo>
                  <a:lnTo>
                    <a:pt x="1269751" y="2058780"/>
                  </a:lnTo>
                  <a:lnTo>
                    <a:pt x="1270401" y="2066083"/>
                  </a:lnTo>
                  <a:lnTo>
                    <a:pt x="1271051" y="2072934"/>
                  </a:lnTo>
                  <a:lnTo>
                    <a:pt x="1271701" y="2079153"/>
                  </a:lnTo>
                  <a:lnTo>
                    <a:pt x="1272351" y="2084597"/>
                  </a:lnTo>
                  <a:lnTo>
                    <a:pt x="1273001" y="2089295"/>
                  </a:lnTo>
                  <a:lnTo>
                    <a:pt x="1273651" y="2093338"/>
                  </a:lnTo>
                  <a:lnTo>
                    <a:pt x="1274301" y="2096675"/>
                  </a:lnTo>
                  <a:lnTo>
                    <a:pt x="1274951" y="2099344"/>
                  </a:lnTo>
                  <a:lnTo>
                    <a:pt x="1275601" y="2101364"/>
                  </a:lnTo>
                  <a:lnTo>
                    <a:pt x="1276251" y="2102731"/>
                  </a:lnTo>
                  <a:lnTo>
                    <a:pt x="1276900" y="2103342"/>
                  </a:lnTo>
                  <a:lnTo>
                    <a:pt x="1277550" y="2103150"/>
                  </a:lnTo>
                  <a:lnTo>
                    <a:pt x="1278200" y="2102188"/>
                  </a:lnTo>
                  <a:lnTo>
                    <a:pt x="1278850" y="2100506"/>
                  </a:lnTo>
                  <a:lnTo>
                    <a:pt x="1279500" y="2098145"/>
                  </a:lnTo>
                  <a:lnTo>
                    <a:pt x="1280150" y="2095160"/>
                  </a:lnTo>
                  <a:lnTo>
                    <a:pt x="1280800" y="2091564"/>
                  </a:lnTo>
                  <a:lnTo>
                    <a:pt x="1281450" y="2087458"/>
                  </a:lnTo>
                  <a:lnTo>
                    <a:pt x="1282100" y="2082919"/>
                  </a:lnTo>
                  <a:lnTo>
                    <a:pt x="1282750" y="2078000"/>
                  </a:lnTo>
                  <a:lnTo>
                    <a:pt x="1283400" y="2072654"/>
                  </a:lnTo>
                  <a:lnTo>
                    <a:pt x="1284050" y="2066949"/>
                  </a:lnTo>
                  <a:lnTo>
                    <a:pt x="1284700" y="2060970"/>
                  </a:lnTo>
                  <a:lnTo>
                    <a:pt x="1285350" y="2054815"/>
                  </a:lnTo>
                  <a:lnTo>
                    <a:pt x="1286000" y="2048554"/>
                  </a:lnTo>
                  <a:lnTo>
                    <a:pt x="1286650" y="2042322"/>
                  </a:lnTo>
                  <a:lnTo>
                    <a:pt x="1287299" y="2036186"/>
                  </a:lnTo>
                  <a:lnTo>
                    <a:pt x="1287949" y="2030155"/>
                  </a:lnTo>
                  <a:lnTo>
                    <a:pt x="1288599" y="2024245"/>
                  </a:lnTo>
                  <a:lnTo>
                    <a:pt x="1289249" y="2018539"/>
                  </a:lnTo>
                  <a:lnTo>
                    <a:pt x="1289899" y="2013090"/>
                  </a:lnTo>
                  <a:lnTo>
                    <a:pt x="1290549" y="2008083"/>
                  </a:lnTo>
                  <a:lnTo>
                    <a:pt x="1291199" y="2003660"/>
                  </a:lnTo>
                  <a:lnTo>
                    <a:pt x="1291849" y="2000005"/>
                  </a:lnTo>
                  <a:lnTo>
                    <a:pt x="1292499" y="1997208"/>
                  </a:lnTo>
                  <a:lnTo>
                    <a:pt x="1293149" y="1995372"/>
                  </a:lnTo>
                  <a:lnTo>
                    <a:pt x="1293799" y="1994562"/>
                  </a:lnTo>
                  <a:lnTo>
                    <a:pt x="1294449" y="1994670"/>
                  </a:lnTo>
                  <a:lnTo>
                    <a:pt x="1295099" y="1995626"/>
                  </a:lnTo>
                  <a:lnTo>
                    <a:pt x="1295749" y="1997428"/>
                  </a:lnTo>
                  <a:lnTo>
                    <a:pt x="1296399" y="2000078"/>
                  </a:lnTo>
                  <a:lnTo>
                    <a:pt x="1297048" y="2003562"/>
                  </a:lnTo>
                  <a:lnTo>
                    <a:pt x="1297698" y="2007924"/>
                  </a:lnTo>
                  <a:lnTo>
                    <a:pt x="1298348" y="2013271"/>
                  </a:lnTo>
                  <a:lnTo>
                    <a:pt x="1298998" y="2019638"/>
                  </a:lnTo>
                  <a:lnTo>
                    <a:pt x="1299648" y="2026986"/>
                  </a:lnTo>
                  <a:lnTo>
                    <a:pt x="1300298" y="2035186"/>
                  </a:lnTo>
                  <a:lnTo>
                    <a:pt x="1300948" y="2044104"/>
                  </a:lnTo>
                  <a:lnTo>
                    <a:pt x="1301598" y="2053617"/>
                  </a:lnTo>
                  <a:lnTo>
                    <a:pt x="1302248" y="2063660"/>
                  </a:lnTo>
                  <a:lnTo>
                    <a:pt x="1302898" y="2074101"/>
                  </a:lnTo>
                  <a:lnTo>
                    <a:pt x="1303548" y="2084844"/>
                  </a:lnTo>
                  <a:lnTo>
                    <a:pt x="1304198" y="2095970"/>
                  </a:lnTo>
                  <a:lnTo>
                    <a:pt x="1304848" y="2107543"/>
                  </a:lnTo>
                  <a:lnTo>
                    <a:pt x="1305498" y="2119656"/>
                  </a:lnTo>
                  <a:lnTo>
                    <a:pt x="1306148" y="2132339"/>
                  </a:lnTo>
                  <a:lnTo>
                    <a:pt x="1306798" y="2145522"/>
                  </a:lnTo>
                  <a:lnTo>
                    <a:pt x="1307447" y="2159133"/>
                  </a:lnTo>
                  <a:lnTo>
                    <a:pt x="1308097" y="2173068"/>
                  </a:lnTo>
                  <a:lnTo>
                    <a:pt x="1308747" y="2187290"/>
                  </a:lnTo>
                  <a:lnTo>
                    <a:pt x="1309397" y="2201801"/>
                  </a:lnTo>
                  <a:lnTo>
                    <a:pt x="1310047" y="2216646"/>
                  </a:lnTo>
                  <a:lnTo>
                    <a:pt x="1310697" y="2231775"/>
                  </a:lnTo>
                  <a:lnTo>
                    <a:pt x="1311347" y="2247130"/>
                  </a:lnTo>
                  <a:lnTo>
                    <a:pt x="1311997" y="2262700"/>
                  </a:lnTo>
                  <a:lnTo>
                    <a:pt x="1312647" y="2278529"/>
                  </a:lnTo>
                  <a:lnTo>
                    <a:pt x="1313297" y="2294558"/>
                  </a:lnTo>
                  <a:lnTo>
                    <a:pt x="1313947" y="2310665"/>
                  </a:lnTo>
                  <a:lnTo>
                    <a:pt x="1314597" y="2326726"/>
                  </a:lnTo>
                  <a:lnTo>
                    <a:pt x="1315247" y="2342534"/>
                  </a:lnTo>
                  <a:lnTo>
                    <a:pt x="1315897" y="2358009"/>
                  </a:lnTo>
                  <a:lnTo>
                    <a:pt x="1316547" y="2373149"/>
                  </a:lnTo>
                  <a:lnTo>
                    <a:pt x="1317196" y="2387883"/>
                  </a:lnTo>
                  <a:lnTo>
                    <a:pt x="1317846" y="2402063"/>
                  </a:lnTo>
                  <a:lnTo>
                    <a:pt x="1318496" y="2415602"/>
                  </a:lnTo>
                  <a:lnTo>
                    <a:pt x="1319146" y="2428456"/>
                  </a:lnTo>
                  <a:lnTo>
                    <a:pt x="1319796" y="2440545"/>
                  </a:lnTo>
                  <a:lnTo>
                    <a:pt x="1320446" y="2451869"/>
                  </a:lnTo>
                  <a:lnTo>
                    <a:pt x="1321096" y="2462460"/>
                  </a:lnTo>
                  <a:lnTo>
                    <a:pt x="1321746" y="2472296"/>
                  </a:lnTo>
                  <a:lnTo>
                    <a:pt x="1322396" y="2481328"/>
                  </a:lnTo>
                  <a:lnTo>
                    <a:pt x="1323046" y="2489556"/>
                  </a:lnTo>
                  <a:lnTo>
                    <a:pt x="1323696" y="2496916"/>
                  </a:lnTo>
                  <a:lnTo>
                    <a:pt x="1324346" y="2503285"/>
                  </a:lnTo>
                  <a:lnTo>
                    <a:pt x="1324996" y="2508671"/>
                  </a:lnTo>
                  <a:lnTo>
                    <a:pt x="1325646" y="2513012"/>
                  </a:lnTo>
                  <a:lnTo>
                    <a:pt x="1326296" y="2516230"/>
                  </a:lnTo>
                  <a:lnTo>
                    <a:pt x="1326946" y="2518337"/>
                  </a:lnTo>
                  <a:lnTo>
                    <a:pt x="1327595" y="2519409"/>
                  </a:lnTo>
                  <a:lnTo>
                    <a:pt x="1328245" y="2519516"/>
                  </a:lnTo>
                  <a:lnTo>
                    <a:pt x="1328895" y="2518700"/>
                  </a:lnTo>
                  <a:lnTo>
                    <a:pt x="1329545" y="2516998"/>
                  </a:lnTo>
                  <a:lnTo>
                    <a:pt x="1330195" y="2514440"/>
                  </a:lnTo>
                  <a:lnTo>
                    <a:pt x="1330845" y="2510981"/>
                  </a:lnTo>
                  <a:lnTo>
                    <a:pt x="1331495" y="2506599"/>
                  </a:lnTo>
                  <a:lnTo>
                    <a:pt x="1332145" y="2501302"/>
                  </a:lnTo>
                  <a:lnTo>
                    <a:pt x="1332795" y="2495122"/>
                  </a:lnTo>
                  <a:lnTo>
                    <a:pt x="1333445" y="2488193"/>
                  </a:lnTo>
                  <a:lnTo>
                    <a:pt x="1334095" y="2480711"/>
                  </a:lnTo>
                  <a:lnTo>
                    <a:pt x="1334745" y="2472713"/>
                  </a:lnTo>
                  <a:lnTo>
                    <a:pt x="1335395" y="2464305"/>
                  </a:lnTo>
                  <a:lnTo>
                    <a:pt x="1336045" y="2455602"/>
                  </a:lnTo>
                  <a:lnTo>
                    <a:pt x="1336695" y="2446605"/>
                  </a:lnTo>
                  <a:lnTo>
                    <a:pt x="1337344" y="2437414"/>
                  </a:lnTo>
                  <a:lnTo>
                    <a:pt x="1337994" y="2428044"/>
                  </a:lnTo>
                  <a:lnTo>
                    <a:pt x="1338644" y="2418447"/>
                  </a:lnTo>
                  <a:lnTo>
                    <a:pt x="1339294" y="2408646"/>
                  </a:lnTo>
                  <a:lnTo>
                    <a:pt x="1339944" y="2398677"/>
                  </a:lnTo>
                  <a:lnTo>
                    <a:pt x="1340594" y="2388645"/>
                  </a:lnTo>
                  <a:lnTo>
                    <a:pt x="1341244" y="2378610"/>
                  </a:lnTo>
                  <a:lnTo>
                    <a:pt x="1341894" y="2368577"/>
                  </a:lnTo>
                  <a:lnTo>
                    <a:pt x="1342544" y="2358573"/>
                  </a:lnTo>
                  <a:lnTo>
                    <a:pt x="1343194" y="2348624"/>
                  </a:lnTo>
                  <a:lnTo>
                    <a:pt x="1343844" y="2338760"/>
                  </a:lnTo>
                  <a:lnTo>
                    <a:pt x="1344494" y="2328969"/>
                  </a:lnTo>
                  <a:lnTo>
                    <a:pt x="1345144" y="2319213"/>
                  </a:lnTo>
                  <a:lnTo>
                    <a:pt x="1345794" y="2309524"/>
                  </a:lnTo>
                  <a:lnTo>
                    <a:pt x="1346444" y="2300006"/>
                  </a:lnTo>
                  <a:lnTo>
                    <a:pt x="1347093" y="2290732"/>
                  </a:lnTo>
                  <a:lnTo>
                    <a:pt x="1347743" y="2281840"/>
                  </a:lnTo>
                  <a:lnTo>
                    <a:pt x="1348393" y="2273451"/>
                  </a:lnTo>
                  <a:lnTo>
                    <a:pt x="1349043" y="2265560"/>
                  </a:lnTo>
                  <a:lnTo>
                    <a:pt x="1349693" y="2258216"/>
                  </a:lnTo>
                  <a:lnTo>
                    <a:pt x="1350343" y="2251553"/>
                  </a:lnTo>
                  <a:lnTo>
                    <a:pt x="1350993" y="2245739"/>
                  </a:lnTo>
                  <a:lnTo>
                    <a:pt x="1351643" y="2240867"/>
                  </a:lnTo>
                  <a:lnTo>
                    <a:pt x="1352293" y="2236970"/>
                  </a:lnTo>
                  <a:lnTo>
                    <a:pt x="1352943" y="2234088"/>
                  </a:lnTo>
                  <a:lnTo>
                    <a:pt x="1353593" y="2232217"/>
                  </a:lnTo>
                  <a:lnTo>
                    <a:pt x="1354243" y="2231374"/>
                  </a:lnTo>
                  <a:lnTo>
                    <a:pt x="1354893" y="2231591"/>
                  </a:lnTo>
                  <a:lnTo>
                    <a:pt x="1355543" y="2232843"/>
                  </a:lnTo>
                  <a:lnTo>
                    <a:pt x="1356193" y="2235142"/>
                  </a:lnTo>
                  <a:lnTo>
                    <a:pt x="1356843" y="2238549"/>
                  </a:lnTo>
                  <a:lnTo>
                    <a:pt x="1357492" y="2243047"/>
                  </a:lnTo>
                  <a:lnTo>
                    <a:pt x="1358142" y="2248626"/>
                  </a:lnTo>
                  <a:lnTo>
                    <a:pt x="1358792" y="2255326"/>
                  </a:lnTo>
                  <a:lnTo>
                    <a:pt x="1359442" y="2263136"/>
                  </a:lnTo>
                  <a:lnTo>
                    <a:pt x="1360092" y="2271950"/>
                  </a:lnTo>
                  <a:lnTo>
                    <a:pt x="1360742" y="2281623"/>
                  </a:lnTo>
                  <a:lnTo>
                    <a:pt x="1361392" y="2292072"/>
                  </a:lnTo>
                  <a:lnTo>
                    <a:pt x="1362042" y="2303217"/>
                  </a:lnTo>
                  <a:lnTo>
                    <a:pt x="1362692" y="2315008"/>
                  </a:lnTo>
                  <a:lnTo>
                    <a:pt x="1363342" y="2327417"/>
                  </a:lnTo>
                  <a:lnTo>
                    <a:pt x="1363992" y="2340443"/>
                  </a:lnTo>
                  <a:lnTo>
                    <a:pt x="1364642" y="2354112"/>
                  </a:lnTo>
                  <a:lnTo>
                    <a:pt x="1365292" y="2368423"/>
                  </a:lnTo>
                  <a:lnTo>
                    <a:pt x="1365942" y="2383234"/>
                  </a:lnTo>
                  <a:lnTo>
                    <a:pt x="1366592" y="2398308"/>
                  </a:lnTo>
                  <a:lnTo>
                    <a:pt x="1367241" y="2413532"/>
                  </a:lnTo>
                  <a:lnTo>
                    <a:pt x="1367891" y="2428827"/>
                  </a:lnTo>
                  <a:lnTo>
                    <a:pt x="1368541" y="2444105"/>
                  </a:lnTo>
                  <a:lnTo>
                    <a:pt x="1369191" y="2459352"/>
                  </a:lnTo>
                  <a:lnTo>
                    <a:pt x="1369841" y="2474491"/>
                  </a:lnTo>
                  <a:lnTo>
                    <a:pt x="1370491" y="2489450"/>
                  </a:lnTo>
                  <a:lnTo>
                    <a:pt x="1371141" y="2504216"/>
                  </a:lnTo>
                  <a:lnTo>
                    <a:pt x="1371791" y="2518809"/>
                  </a:lnTo>
                  <a:lnTo>
                    <a:pt x="1372441" y="2533174"/>
                  </a:lnTo>
                  <a:lnTo>
                    <a:pt x="1373091" y="2547272"/>
                  </a:lnTo>
                  <a:lnTo>
                    <a:pt x="1373741" y="2561079"/>
                  </a:lnTo>
                  <a:lnTo>
                    <a:pt x="1374391" y="2574564"/>
                  </a:lnTo>
                  <a:lnTo>
                    <a:pt x="1375041" y="2587695"/>
                  </a:lnTo>
                  <a:lnTo>
                    <a:pt x="1375691" y="2600484"/>
                  </a:lnTo>
                  <a:lnTo>
                    <a:pt x="1376341" y="2612964"/>
                  </a:lnTo>
                  <a:lnTo>
                    <a:pt x="1376991" y="2625109"/>
                  </a:lnTo>
                  <a:lnTo>
                    <a:pt x="1377640" y="2636919"/>
                  </a:lnTo>
                  <a:lnTo>
                    <a:pt x="1378290" y="2648418"/>
                  </a:lnTo>
                  <a:lnTo>
                    <a:pt x="1378940" y="2659546"/>
                  </a:lnTo>
                  <a:lnTo>
                    <a:pt x="1379590" y="2670347"/>
                  </a:lnTo>
                  <a:lnTo>
                    <a:pt x="1380240" y="2680815"/>
                  </a:lnTo>
                  <a:lnTo>
                    <a:pt x="1380890" y="2690902"/>
                  </a:lnTo>
                  <a:lnTo>
                    <a:pt x="1381540" y="2700611"/>
                  </a:lnTo>
                  <a:lnTo>
                    <a:pt x="1382190" y="2709966"/>
                  </a:lnTo>
                  <a:lnTo>
                    <a:pt x="1382840" y="2718974"/>
                  </a:lnTo>
                  <a:lnTo>
                    <a:pt x="1383490" y="2727521"/>
                  </a:lnTo>
                  <a:lnTo>
                    <a:pt x="1384140" y="2735583"/>
                  </a:lnTo>
                  <a:lnTo>
                    <a:pt x="1384790" y="2743152"/>
                  </a:lnTo>
                  <a:lnTo>
                    <a:pt x="1385440" y="2750234"/>
                  </a:lnTo>
                  <a:lnTo>
                    <a:pt x="1386048" y="2756296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8264" y="2930821"/>
              <a:ext cx="124141" cy="331655"/>
            </a:xfrm>
            <a:custGeom>
              <a:avLst/>
              <a:pathLst>
                <a:path w="124141" h="331655">
                  <a:moveTo>
                    <a:pt x="0" y="331655"/>
                  </a:moveTo>
                  <a:lnTo>
                    <a:pt x="193" y="329730"/>
                  </a:lnTo>
                  <a:lnTo>
                    <a:pt x="843" y="322463"/>
                  </a:lnTo>
                  <a:lnTo>
                    <a:pt x="1493" y="314475"/>
                  </a:lnTo>
                  <a:lnTo>
                    <a:pt x="2143" y="305999"/>
                  </a:lnTo>
                  <a:lnTo>
                    <a:pt x="2793" y="297198"/>
                  </a:lnTo>
                  <a:lnTo>
                    <a:pt x="3443" y="288078"/>
                  </a:lnTo>
                  <a:lnTo>
                    <a:pt x="4093" y="278714"/>
                  </a:lnTo>
                  <a:lnTo>
                    <a:pt x="4743" y="269119"/>
                  </a:lnTo>
                  <a:lnTo>
                    <a:pt x="5393" y="259370"/>
                  </a:lnTo>
                  <a:lnTo>
                    <a:pt x="6043" y="249602"/>
                  </a:lnTo>
                  <a:lnTo>
                    <a:pt x="6692" y="240005"/>
                  </a:lnTo>
                  <a:lnTo>
                    <a:pt x="7342" y="230622"/>
                  </a:lnTo>
                  <a:lnTo>
                    <a:pt x="7992" y="221482"/>
                  </a:lnTo>
                  <a:lnTo>
                    <a:pt x="8642" y="212607"/>
                  </a:lnTo>
                  <a:lnTo>
                    <a:pt x="9292" y="203999"/>
                  </a:lnTo>
                  <a:lnTo>
                    <a:pt x="9942" y="195685"/>
                  </a:lnTo>
                  <a:lnTo>
                    <a:pt x="10592" y="187674"/>
                  </a:lnTo>
                  <a:lnTo>
                    <a:pt x="11242" y="179952"/>
                  </a:lnTo>
                  <a:lnTo>
                    <a:pt x="11892" y="172446"/>
                  </a:lnTo>
                  <a:lnTo>
                    <a:pt x="12542" y="165148"/>
                  </a:lnTo>
                  <a:lnTo>
                    <a:pt x="13192" y="158085"/>
                  </a:lnTo>
                  <a:lnTo>
                    <a:pt x="13842" y="151255"/>
                  </a:lnTo>
                  <a:lnTo>
                    <a:pt x="14492" y="144659"/>
                  </a:lnTo>
                  <a:lnTo>
                    <a:pt x="15142" y="138209"/>
                  </a:lnTo>
                  <a:lnTo>
                    <a:pt x="15792" y="131816"/>
                  </a:lnTo>
                  <a:lnTo>
                    <a:pt x="16442" y="125480"/>
                  </a:lnTo>
                  <a:lnTo>
                    <a:pt x="17091" y="119201"/>
                  </a:lnTo>
                  <a:lnTo>
                    <a:pt x="17741" y="112942"/>
                  </a:lnTo>
                  <a:lnTo>
                    <a:pt x="18391" y="106625"/>
                  </a:lnTo>
                  <a:lnTo>
                    <a:pt x="19041" y="100224"/>
                  </a:lnTo>
                  <a:lnTo>
                    <a:pt x="19691" y="93710"/>
                  </a:lnTo>
                  <a:lnTo>
                    <a:pt x="20341" y="87048"/>
                  </a:lnTo>
                  <a:lnTo>
                    <a:pt x="20991" y="80210"/>
                  </a:lnTo>
                  <a:lnTo>
                    <a:pt x="21641" y="73305"/>
                  </a:lnTo>
                  <a:lnTo>
                    <a:pt x="22291" y="66494"/>
                  </a:lnTo>
                  <a:lnTo>
                    <a:pt x="22941" y="59834"/>
                  </a:lnTo>
                  <a:lnTo>
                    <a:pt x="23591" y="53244"/>
                  </a:lnTo>
                  <a:lnTo>
                    <a:pt x="24241" y="46756"/>
                  </a:lnTo>
                  <a:lnTo>
                    <a:pt x="24891" y="40484"/>
                  </a:lnTo>
                  <a:lnTo>
                    <a:pt x="25541" y="34504"/>
                  </a:lnTo>
                  <a:lnTo>
                    <a:pt x="26191" y="28831"/>
                  </a:lnTo>
                  <a:lnTo>
                    <a:pt x="26840" y="23464"/>
                  </a:lnTo>
                  <a:lnTo>
                    <a:pt x="27490" y="18434"/>
                  </a:lnTo>
                  <a:lnTo>
                    <a:pt x="28140" y="13784"/>
                  </a:lnTo>
                  <a:lnTo>
                    <a:pt x="28790" y="9568"/>
                  </a:lnTo>
                  <a:lnTo>
                    <a:pt x="29440" y="5987"/>
                  </a:lnTo>
                  <a:lnTo>
                    <a:pt x="30090" y="3237"/>
                  </a:lnTo>
                  <a:lnTo>
                    <a:pt x="30740" y="1342"/>
                  </a:lnTo>
                  <a:lnTo>
                    <a:pt x="31390" y="283"/>
                  </a:lnTo>
                  <a:lnTo>
                    <a:pt x="32040" y="0"/>
                  </a:lnTo>
                  <a:lnTo>
                    <a:pt x="32690" y="455"/>
                  </a:lnTo>
                  <a:lnTo>
                    <a:pt x="33340" y="1737"/>
                  </a:lnTo>
                  <a:lnTo>
                    <a:pt x="33990" y="3838"/>
                  </a:lnTo>
                  <a:lnTo>
                    <a:pt x="34640" y="6616"/>
                  </a:lnTo>
                  <a:lnTo>
                    <a:pt x="35290" y="9965"/>
                  </a:lnTo>
                  <a:lnTo>
                    <a:pt x="35940" y="13869"/>
                  </a:lnTo>
                  <a:lnTo>
                    <a:pt x="36589" y="18327"/>
                  </a:lnTo>
                  <a:lnTo>
                    <a:pt x="37239" y="23340"/>
                  </a:lnTo>
                  <a:lnTo>
                    <a:pt x="37889" y="28908"/>
                  </a:lnTo>
                  <a:lnTo>
                    <a:pt x="38539" y="34896"/>
                  </a:lnTo>
                  <a:lnTo>
                    <a:pt x="39189" y="41054"/>
                  </a:lnTo>
                  <a:lnTo>
                    <a:pt x="39839" y="47148"/>
                  </a:lnTo>
                  <a:lnTo>
                    <a:pt x="40489" y="53133"/>
                  </a:lnTo>
                  <a:lnTo>
                    <a:pt x="41139" y="58984"/>
                  </a:lnTo>
                  <a:lnTo>
                    <a:pt x="41789" y="64703"/>
                  </a:lnTo>
                  <a:lnTo>
                    <a:pt x="42439" y="70289"/>
                  </a:lnTo>
                  <a:lnTo>
                    <a:pt x="43089" y="75737"/>
                  </a:lnTo>
                  <a:lnTo>
                    <a:pt x="43739" y="81049"/>
                  </a:lnTo>
                  <a:lnTo>
                    <a:pt x="44389" y="86264"/>
                  </a:lnTo>
                  <a:lnTo>
                    <a:pt x="45039" y="91415"/>
                  </a:lnTo>
                  <a:lnTo>
                    <a:pt x="45689" y="96478"/>
                  </a:lnTo>
                  <a:lnTo>
                    <a:pt x="46339" y="101452"/>
                  </a:lnTo>
                  <a:lnTo>
                    <a:pt x="46988" y="106338"/>
                  </a:lnTo>
                  <a:lnTo>
                    <a:pt x="47638" y="111136"/>
                  </a:lnTo>
                  <a:lnTo>
                    <a:pt x="48288" y="115959"/>
                  </a:lnTo>
                  <a:lnTo>
                    <a:pt x="48938" y="120814"/>
                  </a:lnTo>
                  <a:lnTo>
                    <a:pt x="49588" y="125701"/>
                  </a:lnTo>
                  <a:lnTo>
                    <a:pt x="50238" y="130656"/>
                  </a:lnTo>
                  <a:lnTo>
                    <a:pt x="50888" y="135769"/>
                  </a:lnTo>
                  <a:lnTo>
                    <a:pt x="51538" y="141098"/>
                  </a:lnTo>
                  <a:lnTo>
                    <a:pt x="52188" y="146575"/>
                  </a:lnTo>
                  <a:lnTo>
                    <a:pt x="52838" y="152228"/>
                  </a:lnTo>
                  <a:lnTo>
                    <a:pt x="53488" y="158062"/>
                  </a:lnTo>
                  <a:lnTo>
                    <a:pt x="54138" y="164070"/>
                  </a:lnTo>
                  <a:lnTo>
                    <a:pt x="54788" y="170152"/>
                  </a:lnTo>
                  <a:lnTo>
                    <a:pt x="55438" y="176230"/>
                  </a:lnTo>
                  <a:lnTo>
                    <a:pt x="56088" y="182301"/>
                  </a:lnTo>
                  <a:lnTo>
                    <a:pt x="56737" y="188444"/>
                  </a:lnTo>
                  <a:lnTo>
                    <a:pt x="57387" y="194624"/>
                  </a:lnTo>
                  <a:lnTo>
                    <a:pt x="58037" y="200780"/>
                  </a:lnTo>
                  <a:lnTo>
                    <a:pt x="58687" y="206890"/>
                  </a:lnTo>
                  <a:lnTo>
                    <a:pt x="59337" y="212930"/>
                  </a:lnTo>
                  <a:lnTo>
                    <a:pt x="59987" y="218869"/>
                  </a:lnTo>
                  <a:lnTo>
                    <a:pt x="60637" y="224631"/>
                  </a:lnTo>
                  <a:lnTo>
                    <a:pt x="61287" y="230186"/>
                  </a:lnTo>
                  <a:lnTo>
                    <a:pt x="61937" y="235541"/>
                  </a:lnTo>
                  <a:lnTo>
                    <a:pt x="62587" y="240550"/>
                  </a:lnTo>
                  <a:lnTo>
                    <a:pt x="63237" y="245189"/>
                  </a:lnTo>
                  <a:lnTo>
                    <a:pt x="63887" y="249458"/>
                  </a:lnTo>
                  <a:lnTo>
                    <a:pt x="64537" y="253381"/>
                  </a:lnTo>
                  <a:lnTo>
                    <a:pt x="65187" y="257012"/>
                  </a:lnTo>
                  <a:lnTo>
                    <a:pt x="65837" y="260382"/>
                  </a:lnTo>
                  <a:lnTo>
                    <a:pt x="66487" y="263405"/>
                  </a:lnTo>
                  <a:lnTo>
                    <a:pt x="67136" y="266059"/>
                  </a:lnTo>
                  <a:lnTo>
                    <a:pt x="67786" y="268377"/>
                  </a:lnTo>
                  <a:lnTo>
                    <a:pt x="68436" y="270374"/>
                  </a:lnTo>
                  <a:lnTo>
                    <a:pt x="69086" y="272046"/>
                  </a:lnTo>
                  <a:lnTo>
                    <a:pt x="69736" y="273394"/>
                  </a:lnTo>
                  <a:lnTo>
                    <a:pt x="70386" y="274342"/>
                  </a:lnTo>
                  <a:lnTo>
                    <a:pt x="71036" y="274888"/>
                  </a:lnTo>
                  <a:lnTo>
                    <a:pt x="71686" y="275091"/>
                  </a:lnTo>
                  <a:lnTo>
                    <a:pt x="72336" y="275145"/>
                  </a:lnTo>
                  <a:lnTo>
                    <a:pt x="72986" y="275090"/>
                  </a:lnTo>
                  <a:lnTo>
                    <a:pt x="73636" y="274928"/>
                  </a:lnTo>
                  <a:lnTo>
                    <a:pt x="74286" y="274653"/>
                  </a:lnTo>
                  <a:lnTo>
                    <a:pt x="74936" y="274186"/>
                  </a:lnTo>
                  <a:lnTo>
                    <a:pt x="75586" y="273471"/>
                  </a:lnTo>
                  <a:lnTo>
                    <a:pt x="76236" y="272505"/>
                  </a:lnTo>
                  <a:lnTo>
                    <a:pt x="76885" y="271297"/>
                  </a:lnTo>
                  <a:lnTo>
                    <a:pt x="77535" y="269876"/>
                  </a:lnTo>
                  <a:lnTo>
                    <a:pt x="78185" y="268259"/>
                  </a:lnTo>
                  <a:lnTo>
                    <a:pt x="78835" y="266448"/>
                  </a:lnTo>
                  <a:lnTo>
                    <a:pt x="79485" y="264442"/>
                  </a:lnTo>
                  <a:lnTo>
                    <a:pt x="80135" y="262301"/>
                  </a:lnTo>
                  <a:lnTo>
                    <a:pt x="80785" y="260000"/>
                  </a:lnTo>
                  <a:lnTo>
                    <a:pt x="81435" y="257508"/>
                  </a:lnTo>
                  <a:lnTo>
                    <a:pt x="82085" y="254817"/>
                  </a:lnTo>
                  <a:lnTo>
                    <a:pt x="82735" y="251899"/>
                  </a:lnTo>
                  <a:lnTo>
                    <a:pt x="83385" y="248686"/>
                  </a:lnTo>
                  <a:lnTo>
                    <a:pt x="84035" y="245170"/>
                  </a:lnTo>
                  <a:lnTo>
                    <a:pt x="84685" y="241501"/>
                  </a:lnTo>
                  <a:lnTo>
                    <a:pt x="85335" y="237824"/>
                  </a:lnTo>
                  <a:lnTo>
                    <a:pt x="85985" y="234140"/>
                  </a:lnTo>
                  <a:lnTo>
                    <a:pt x="86635" y="230453"/>
                  </a:lnTo>
                  <a:lnTo>
                    <a:pt x="87284" y="226761"/>
                  </a:lnTo>
                  <a:lnTo>
                    <a:pt x="87934" y="223078"/>
                  </a:lnTo>
                  <a:lnTo>
                    <a:pt x="88584" y="219480"/>
                  </a:lnTo>
                  <a:lnTo>
                    <a:pt x="89234" y="215973"/>
                  </a:lnTo>
                  <a:lnTo>
                    <a:pt x="89884" y="212563"/>
                  </a:lnTo>
                  <a:lnTo>
                    <a:pt x="90534" y="209249"/>
                  </a:lnTo>
                  <a:lnTo>
                    <a:pt x="91184" y="206035"/>
                  </a:lnTo>
                  <a:lnTo>
                    <a:pt x="91834" y="202953"/>
                  </a:lnTo>
                  <a:lnTo>
                    <a:pt x="92484" y="200083"/>
                  </a:lnTo>
                  <a:lnTo>
                    <a:pt x="93134" y="197505"/>
                  </a:lnTo>
                  <a:lnTo>
                    <a:pt x="93784" y="195253"/>
                  </a:lnTo>
                  <a:lnTo>
                    <a:pt x="94434" y="193248"/>
                  </a:lnTo>
                  <a:lnTo>
                    <a:pt x="95084" y="191430"/>
                  </a:lnTo>
                  <a:lnTo>
                    <a:pt x="95734" y="189799"/>
                  </a:lnTo>
                  <a:lnTo>
                    <a:pt x="96384" y="188353"/>
                  </a:lnTo>
                  <a:lnTo>
                    <a:pt x="97033" y="187094"/>
                  </a:lnTo>
                  <a:lnTo>
                    <a:pt x="97683" y="185987"/>
                  </a:lnTo>
                  <a:lnTo>
                    <a:pt x="98333" y="184919"/>
                  </a:lnTo>
                  <a:lnTo>
                    <a:pt x="98983" y="183855"/>
                  </a:lnTo>
                  <a:lnTo>
                    <a:pt x="99633" y="182829"/>
                  </a:lnTo>
                  <a:lnTo>
                    <a:pt x="100283" y="181926"/>
                  </a:lnTo>
                  <a:lnTo>
                    <a:pt x="100933" y="181139"/>
                  </a:lnTo>
                  <a:lnTo>
                    <a:pt x="101583" y="180472"/>
                  </a:lnTo>
                  <a:lnTo>
                    <a:pt x="102233" y="179900"/>
                  </a:lnTo>
                  <a:lnTo>
                    <a:pt x="102883" y="179499"/>
                  </a:lnTo>
                  <a:lnTo>
                    <a:pt x="103533" y="179345"/>
                  </a:lnTo>
                  <a:lnTo>
                    <a:pt x="104183" y="179439"/>
                  </a:lnTo>
                  <a:lnTo>
                    <a:pt x="104833" y="179780"/>
                  </a:lnTo>
                  <a:lnTo>
                    <a:pt x="105483" y="180369"/>
                  </a:lnTo>
                  <a:lnTo>
                    <a:pt x="106133" y="181206"/>
                  </a:lnTo>
                  <a:lnTo>
                    <a:pt x="106783" y="182295"/>
                  </a:lnTo>
                  <a:lnTo>
                    <a:pt x="107432" y="183721"/>
                  </a:lnTo>
                  <a:lnTo>
                    <a:pt x="108082" y="185619"/>
                  </a:lnTo>
                  <a:lnTo>
                    <a:pt x="108732" y="188044"/>
                  </a:lnTo>
                  <a:lnTo>
                    <a:pt x="109382" y="190988"/>
                  </a:lnTo>
                  <a:lnTo>
                    <a:pt x="110032" y="194388"/>
                  </a:lnTo>
                  <a:lnTo>
                    <a:pt x="110682" y="198195"/>
                  </a:lnTo>
                  <a:lnTo>
                    <a:pt x="111332" y="202392"/>
                  </a:lnTo>
                  <a:lnTo>
                    <a:pt x="111982" y="206979"/>
                  </a:lnTo>
                  <a:lnTo>
                    <a:pt x="112632" y="211896"/>
                  </a:lnTo>
                  <a:lnTo>
                    <a:pt x="113282" y="217083"/>
                  </a:lnTo>
                  <a:lnTo>
                    <a:pt x="113932" y="222563"/>
                  </a:lnTo>
                  <a:lnTo>
                    <a:pt x="114582" y="228345"/>
                  </a:lnTo>
                  <a:lnTo>
                    <a:pt x="115232" y="234457"/>
                  </a:lnTo>
                  <a:lnTo>
                    <a:pt x="115882" y="240957"/>
                  </a:lnTo>
                  <a:lnTo>
                    <a:pt x="116532" y="247853"/>
                  </a:lnTo>
                  <a:lnTo>
                    <a:pt x="117181" y="255040"/>
                  </a:lnTo>
                  <a:lnTo>
                    <a:pt x="117831" y="262313"/>
                  </a:lnTo>
                  <a:lnTo>
                    <a:pt x="118481" y="269592"/>
                  </a:lnTo>
                  <a:lnTo>
                    <a:pt x="119131" y="276875"/>
                  </a:lnTo>
                  <a:lnTo>
                    <a:pt x="119781" y="284158"/>
                  </a:lnTo>
                  <a:lnTo>
                    <a:pt x="120431" y="291446"/>
                  </a:lnTo>
                  <a:lnTo>
                    <a:pt x="121081" y="298726"/>
                  </a:lnTo>
                  <a:lnTo>
                    <a:pt x="121731" y="305933"/>
                  </a:lnTo>
                  <a:lnTo>
                    <a:pt x="122381" y="313040"/>
                  </a:lnTo>
                  <a:lnTo>
                    <a:pt x="123031" y="320024"/>
                  </a:lnTo>
                  <a:lnTo>
                    <a:pt x="123681" y="326887"/>
                  </a:lnTo>
                  <a:lnTo>
                    <a:pt x="124141" y="331655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044309" y="3253199"/>
              <a:ext cx="10228" cy="9277"/>
            </a:xfrm>
            <a:custGeom>
              <a:avLst/>
              <a:pathLst>
                <a:path w="10228" h="9277">
                  <a:moveTo>
                    <a:pt x="0" y="9277"/>
                  </a:moveTo>
                  <a:lnTo>
                    <a:pt x="428" y="7883"/>
                  </a:lnTo>
                  <a:lnTo>
                    <a:pt x="1078" y="5994"/>
                  </a:lnTo>
                  <a:lnTo>
                    <a:pt x="1728" y="4317"/>
                  </a:lnTo>
                  <a:lnTo>
                    <a:pt x="2378" y="2841"/>
                  </a:lnTo>
                  <a:lnTo>
                    <a:pt x="3028" y="1639"/>
                  </a:lnTo>
                  <a:lnTo>
                    <a:pt x="3678" y="766"/>
                  </a:lnTo>
                  <a:lnTo>
                    <a:pt x="4328" y="220"/>
                  </a:lnTo>
                  <a:lnTo>
                    <a:pt x="4978" y="0"/>
                  </a:lnTo>
                  <a:lnTo>
                    <a:pt x="5628" y="103"/>
                  </a:lnTo>
                  <a:lnTo>
                    <a:pt x="6278" y="505"/>
                  </a:lnTo>
                  <a:lnTo>
                    <a:pt x="6928" y="1205"/>
                  </a:lnTo>
                  <a:lnTo>
                    <a:pt x="7578" y="2203"/>
                  </a:lnTo>
                  <a:lnTo>
                    <a:pt x="8227" y="3499"/>
                  </a:lnTo>
                  <a:lnTo>
                    <a:pt x="8877" y="5093"/>
                  </a:lnTo>
                  <a:lnTo>
                    <a:pt x="9527" y="6982"/>
                  </a:lnTo>
                  <a:lnTo>
                    <a:pt x="10177" y="9102"/>
                  </a:lnTo>
                  <a:lnTo>
                    <a:pt x="10228" y="9277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02070" y="3256426"/>
              <a:ext cx="11281" cy="6051"/>
            </a:xfrm>
            <a:custGeom>
              <a:avLst/>
              <a:pathLst>
                <a:path w="11281" h="6051">
                  <a:moveTo>
                    <a:pt x="0" y="6051"/>
                  </a:moveTo>
                  <a:lnTo>
                    <a:pt x="511" y="4849"/>
                  </a:lnTo>
                  <a:lnTo>
                    <a:pt x="1161" y="3482"/>
                  </a:lnTo>
                  <a:lnTo>
                    <a:pt x="1811" y="2350"/>
                  </a:lnTo>
                  <a:lnTo>
                    <a:pt x="2461" y="1459"/>
                  </a:lnTo>
                  <a:lnTo>
                    <a:pt x="3111" y="832"/>
                  </a:lnTo>
                  <a:lnTo>
                    <a:pt x="3761" y="414"/>
                  </a:lnTo>
                  <a:lnTo>
                    <a:pt x="4411" y="138"/>
                  </a:lnTo>
                  <a:lnTo>
                    <a:pt x="5061" y="0"/>
                  </a:lnTo>
                  <a:lnTo>
                    <a:pt x="5711" y="2"/>
                  </a:lnTo>
                  <a:lnTo>
                    <a:pt x="6360" y="145"/>
                  </a:lnTo>
                  <a:lnTo>
                    <a:pt x="7010" y="436"/>
                  </a:lnTo>
                  <a:lnTo>
                    <a:pt x="7660" y="906"/>
                  </a:lnTo>
                  <a:lnTo>
                    <a:pt x="8310" y="1536"/>
                  </a:lnTo>
                  <a:lnTo>
                    <a:pt x="8960" y="2294"/>
                  </a:lnTo>
                  <a:lnTo>
                    <a:pt x="9610" y="3204"/>
                  </a:lnTo>
                  <a:lnTo>
                    <a:pt x="10260" y="4266"/>
                  </a:lnTo>
                  <a:lnTo>
                    <a:pt x="10910" y="5406"/>
                  </a:lnTo>
                  <a:lnTo>
                    <a:pt x="11281" y="6051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32694" y="3152045"/>
              <a:ext cx="49264" cy="110431"/>
            </a:xfrm>
            <a:custGeom>
              <a:avLst/>
              <a:pathLst>
                <a:path w="49264" h="110431">
                  <a:moveTo>
                    <a:pt x="0" y="110431"/>
                  </a:moveTo>
                  <a:lnTo>
                    <a:pt x="435" y="109638"/>
                  </a:lnTo>
                  <a:lnTo>
                    <a:pt x="1085" y="108335"/>
                  </a:lnTo>
                  <a:lnTo>
                    <a:pt x="1735" y="106911"/>
                  </a:lnTo>
                  <a:lnTo>
                    <a:pt x="2384" y="105368"/>
                  </a:lnTo>
                  <a:lnTo>
                    <a:pt x="3034" y="103706"/>
                  </a:lnTo>
                  <a:lnTo>
                    <a:pt x="3684" y="101818"/>
                  </a:lnTo>
                  <a:lnTo>
                    <a:pt x="4334" y="99660"/>
                  </a:lnTo>
                  <a:lnTo>
                    <a:pt x="4984" y="97232"/>
                  </a:lnTo>
                  <a:lnTo>
                    <a:pt x="5634" y="94513"/>
                  </a:lnTo>
                  <a:lnTo>
                    <a:pt x="6284" y="91573"/>
                  </a:lnTo>
                  <a:lnTo>
                    <a:pt x="6934" y="88401"/>
                  </a:lnTo>
                  <a:lnTo>
                    <a:pt x="7584" y="85032"/>
                  </a:lnTo>
                  <a:lnTo>
                    <a:pt x="8234" y="81462"/>
                  </a:lnTo>
                  <a:lnTo>
                    <a:pt x="8884" y="77688"/>
                  </a:lnTo>
                  <a:lnTo>
                    <a:pt x="9534" y="73701"/>
                  </a:lnTo>
                  <a:lnTo>
                    <a:pt x="10184" y="69525"/>
                  </a:lnTo>
                  <a:lnTo>
                    <a:pt x="10834" y="65244"/>
                  </a:lnTo>
                  <a:lnTo>
                    <a:pt x="11484" y="60900"/>
                  </a:lnTo>
                  <a:lnTo>
                    <a:pt x="12134" y="56493"/>
                  </a:lnTo>
                  <a:lnTo>
                    <a:pt x="12783" y="52021"/>
                  </a:lnTo>
                  <a:lnTo>
                    <a:pt x="13433" y="47603"/>
                  </a:lnTo>
                  <a:lnTo>
                    <a:pt x="14083" y="43298"/>
                  </a:lnTo>
                  <a:lnTo>
                    <a:pt x="14733" y="39106"/>
                  </a:lnTo>
                  <a:lnTo>
                    <a:pt x="15383" y="35027"/>
                  </a:lnTo>
                  <a:lnTo>
                    <a:pt x="16033" y="31130"/>
                  </a:lnTo>
                  <a:lnTo>
                    <a:pt x="16683" y="27492"/>
                  </a:lnTo>
                  <a:lnTo>
                    <a:pt x="17333" y="24124"/>
                  </a:lnTo>
                  <a:lnTo>
                    <a:pt x="17983" y="21033"/>
                  </a:lnTo>
                  <a:lnTo>
                    <a:pt x="18633" y="18245"/>
                  </a:lnTo>
                  <a:lnTo>
                    <a:pt x="19283" y="15787"/>
                  </a:lnTo>
                  <a:lnTo>
                    <a:pt x="19933" y="13641"/>
                  </a:lnTo>
                  <a:lnTo>
                    <a:pt x="20583" y="11730"/>
                  </a:lnTo>
                  <a:lnTo>
                    <a:pt x="21233" y="9996"/>
                  </a:lnTo>
                  <a:lnTo>
                    <a:pt x="21883" y="8438"/>
                  </a:lnTo>
                  <a:lnTo>
                    <a:pt x="22532" y="7058"/>
                  </a:lnTo>
                  <a:lnTo>
                    <a:pt x="23182" y="5854"/>
                  </a:lnTo>
                  <a:lnTo>
                    <a:pt x="23832" y="4827"/>
                  </a:lnTo>
                  <a:lnTo>
                    <a:pt x="24482" y="3977"/>
                  </a:lnTo>
                  <a:lnTo>
                    <a:pt x="25132" y="3303"/>
                  </a:lnTo>
                  <a:lnTo>
                    <a:pt x="25782" y="2756"/>
                  </a:lnTo>
                  <a:lnTo>
                    <a:pt x="26432" y="2246"/>
                  </a:lnTo>
                  <a:lnTo>
                    <a:pt x="27082" y="1767"/>
                  </a:lnTo>
                  <a:lnTo>
                    <a:pt x="27732" y="1321"/>
                  </a:lnTo>
                  <a:lnTo>
                    <a:pt x="28382" y="907"/>
                  </a:lnTo>
                  <a:lnTo>
                    <a:pt x="29032" y="524"/>
                  </a:lnTo>
                  <a:lnTo>
                    <a:pt x="29682" y="192"/>
                  </a:lnTo>
                  <a:lnTo>
                    <a:pt x="30332" y="0"/>
                  </a:lnTo>
                  <a:lnTo>
                    <a:pt x="30982" y="15"/>
                  </a:lnTo>
                  <a:lnTo>
                    <a:pt x="31632" y="240"/>
                  </a:lnTo>
                  <a:lnTo>
                    <a:pt x="32281" y="673"/>
                  </a:lnTo>
                  <a:lnTo>
                    <a:pt x="32931" y="1343"/>
                  </a:lnTo>
                  <a:lnTo>
                    <a:pt x="33581" y="2249"/>
                  </a:lnTo>
                  <a:lnTo>
                    <a:pt x="34231" y="3390"/>
                  </a:lnTo>
                  <a:lnTo>
                    <a:pt x="34881" y="4764"/>
                  </a:lnTo>
                  <a:lnTo>
                    <a:pt x="35531" y="6375"/>
                  </a:lnTo>
                  <a:lnTo>
                    <a:pt x="36181" y="8262"/>
                  </a:lnTo>
                  <a:lnTo>
                    <a:pt x="36831" y="10502"/>
                  </a:lnTo>
                  <a:lnTo>
                    <a:pt x="37481" y="13132"/>
                  </a:lnTo>
                  <a:lnTo>
                    <a:pt x="38131" y="16149"/>
                  </a:lnTo>
                  <a:lnTo>
                    <a:pt x="38781" y="19553"/>
                  </a:lnTo>
                  <a:lnTo>
                    <a:pt x="39431" y="23356"/>
                  </a:lnTo>
                  <a:lnTo>
                    <a:pt x="40081" y="27503"/>
                  </a:lnTo>
                  <a:lnTo>
                    <a:pt x="40731" y="31953"/>
                  </a:lnTo>
                  <a:lnTo>
                    <a:pt x="41381" y="36705"/>
                  </a:lnTo>
                  <a:lnTo>
                    <a:pt x="42031" y="41763"/>
                  </a:lnTo>
                  <a:lnTo>
                    <a:pt x="42680" y="47129"/>
                  </a:lnTo>
                  <a:lnTo>
                    <a:pt x="43330" y="52760"/>
                  </a:lnTo>
                  <a:lnTo>
                    <a:pt x="43980" y="58591"/>
                  </a:lnTo>
                  <a:lnTo>
                    <a:pt x="44630" y="64623"/>
                  </a:lnTo>
                  <a:lnTo>
                    <a:pt x="45280" y="70856"/>
                  </a:lnTo>
                  <a:lnTo>
                    <a:pt x="45930" y="77247"/>
                  </a:lnTo>
                  <a:lnTo>
                    <a:pt x="46580" y="83711"/>
                  </a:lnTo>
                  <a:lnTo>
                    <a:pt x="47230" y="90203"/>
                  </a:lnTo>
                  <a:lnTo>
                    <a:pt x="47880" y="96694"/>
                  </a:lnTo>
                  <a:lnTo>
                    <a:pt x="48530" y="103187"/>
                  </a:lnTo>
                  <a:lnTo>
                    <a:pt x="49180" y="109613"/>
                  </a:lnTo>
                  <a:lnTo>
                    <a:pt x="49264" y="110431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454269" y="3213367"/>
              <a:ext cx="27454" cy="49109"/>
            </a:xfrm>
            <a:custGeom>
              <a:avLst/>
              <a:pathLst>
                <a:path w="27454" h="49109">
                  <a:moveTo>
                    <a:pt x="0" y="49109"/>
                  </a:moveTo>
                  <a:lnTo>
                    <a:pt x="578" y="45920"/>
                  </a:lnTo>
                  <a:lnTo>
                    <a:pt x="1228" y="42336"/>
                  </a:lnTo>
                  <a:lnTo>
                    <a:pt x="1878" y="38752"/>
                  </a:lnTo>
                  <a:lnTo>
                    <a:pt x="2528" y="35168"/>
                  </a:lnTo>
                  <a:lnTo>
                    <a:pt x="3177" y="31583"/>
                  </a:lnTo>
                  <a:lnTo>
                    <a:pt x="3827" y="27999"/>
                  </a:lnTo>
                  <a:lnTo>
                    <a:pt x="4477" y="24415"/>
                  </a:lnTo>
                  <a:lnTo>
                    <a:pt x="5127" y="20854"/>
                  </a:lnTo>
                  <a:lnTo>
                    <a:pt x="5777" y="17405"/>
                  </a:lnTo>
                  <a:lnTo>
                    <a:pt x="6427" y="14159"/>
                  </a:lnTo>
                  <a:lnTo>
                    <a:pt x="7077" y="11165"/>
                  </a:lnTo>
                  <a:lnTo>
                    <a:pt x="7727" y="8503"/>
                  </a:lnTo>
                  <a:lnTo>
                    <a:pt x="8377" y="6203"/>
                  </a:lnTo>
                  <a:lnTo>
                    <a:pt x="9027" y="4264"/>
                  </a:lnTo>
                  <a:lnTo>
                    <a:pt x="9677" y="2688"/>
                  </a:lnTo>
                  <a:lnTo>
                    <a:pt x="10327" y="1473"/>
                  </a:lnTo>
                  <a:lnTo>
                    <a:pt x="10977" y="620"/>
                  </a:lnTo>
                  <a:lnTo>
                    <a:pt x="11627" y="129"/>
                  </a:lnTo>
                  <a:lnTo>
                    <a:pt x="12277" y="0"/>
                  </a:lnTo>
                  <a:lnTo>
                    <a:pt x="12927" y="232"/>
                  </a:lnTo>
                  <a:lnTo>
                    <a:pt x="13576" y="826"/>
                  </a:lnTo>
                  <a:lnTo>
                    <a:pt x="14226" y="1782"/>
                  </a:lnTo>
                  <a:lnTo>
                    <a:pt x="14876" y="3082"/>
                  </a:lnTo>
                  <a:lnTo>
                    <a:pt x="15526" y="4649"/>
                  </a:lnTo>
                  <a:lnTo>
                    <a:pt x="16176" y="6420"/>
                  </a:lnTo>
                  <a:lnTo>
                    <a:pt x="16826" y="8344"/>
                  </a:lnTo>
                  <a:lnTo>
                    <a:pt x="17476" y="10360"/>
                  </a:lnTo>
                  <a:lnTo>
                    <a:pt x="18126" y="12431"/>
                  </a:lnTo>
                  <a:lnTo>
                    <a:pt x="18776" y="14562"/>
                  </a:lnTo>
                  <a:lnTo>
                    <a:pt x="19426" y="16757"/>
                  </a:lnTo>
                  <a:lnTo>
                    <a:pt x="20076" y="19015"/>
                  </a:lnTo>
                  <a:lnTo>
                    <a:pt x="20726" y="21337"/>
                  </a:lnTo>
                  <a:lnTo>
                    <a:pt x="21376" y="23723"/>
                  </a:lnTo>
                  <a:lnTo>
                    <a:pt x="22026" y="26172"/>
                  </a:lnTo>
                  <a:lnTo>
                    <a:pt x="22676" y="28685"/>
                  </a:lnTo>
                  <a:lnTo>
                    <a:pt x="23325" y="31262"/>
                  </a:lnTo>
                  <a:lnTo>
                    <a:pt x="23975" y="33903"/>
                  </a:lnTo>
                  <a:lnTo>
                    <a:pt x="24625" y="36607"/>
                  </a:lnTo>
                  <a:lnTo>
                    <a:pt x="25275" y="39375"/>
                  </a:lnTo>
                  <a:lnTo>
                    <a:pt x="25925" y="42207"/>
                  </a:lnTo>
                  <a:lnTo>
                    <a:pt x="26575" y="45102"/>
                  </a:lnTo>
                  <a:lnTo>
                    <a:pt x="27225" y="48053"/>
                  </a:lnTo>
                  <a:lnTo>
                    <a:pt x="27454" y="49109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549907" y="3244002"/>
              <a:ext cx="18942" cy="18474"/>
            </a:xfrm>
            <a:custGeom>
              <a:avLst/>
              <a:pathLst>
                <a:path w="18942" h="18474">
                  <a:moveTo>
                    <a:pt x="0" y="18474"/>
                  </a:moveTo>
                  <a:lnTo>
                    <a:pt x="480" y="16925"/>
                  </a:lnTo>
                  <a:lnTo>
                    <a:pt x="1130" y="14967"/>
                  </a:lnTo>
                  <a:lnTo>
                    <a:pt x="1780" y="13123"/>
                  </a:lnTo>
                  <a:lnTo>
                    <a:pt x="2429" y="11391"/>
                  </a:lnTo>
                  <a:lnTo>
                    <a:pt x="3079" y="9772"/>
                  </a:lnTo>
                  <a:lnTo>
                    <a:pt x="3729" y="8267"/>
                  </a:lnTo>
                  <a:lnTo>
                    <a:pt x="4379" y="6874"/>
                  </a:lnTo>
                  <a:lnTo>
                    <a:pt x="5029" y="5595"/>
                  </a:lnTo>
                  <a:lnTo>
                    <a:pt x="5679" y="4429"/>
                  </a:lnTo>
                  <a:lnTo>
                    <a:pt x="6329" y="3375"/>
                  </a:lnTo>
                  <a:lnTo>
                    <a:pt x="6979" y="2436"/>
                  </a:lnTo>
                  <a:lnTo>
                    <a:pt x="7629" y="1609"/>
                  </a:lnTo>
                  <a:lnTo>
                    <a:pt x="8279" y="903"/>
                  </a:lnTo>
                  <a:lnTo>
                    <a:pt x="8929" y="395"/>
                  </a:lnTo>
                  <a:lnTo>
                    <a:pt x="9579" y="109"/>
                  </a:lnTo>
                  <a:lnTo>
                    <a:pt x="10229" y="0"/>
                  </a:lnTo>
                  <a:lnTo>
                    <a:pt x="10879" y="92"/>
                  </a:lnTo>
                  <a:lnTo>
                    <a:pt x="11529" y="389"/>
                  </a:lnTo>
                  <a:lnTo>
                    <a:pt x="12179" y="895"/>
                  </a:lnTo>
                  <a:lnTo>
                    <a:pt x="12828" y="1610"/>
                  </a:lnTo>
                  <a:lnTo>
                    <a:pt x="13478" y="2534"/>
                  </a:lnTo>
                  <a:lnTo>
                    <a:pt x="14128" y="3666"/>
                  </a:lnTo>
                  <a:lnTo>
                    <a:pt x="14778" y="5007"/>
                  </a:lnTo>
                  <a:lnTo>
                    <a:pt x="15428" y="6556"/>
                  </a:lnTo>
                  <a:lnTo>
                    <a:pt x="16078" y="8314"/>
                  </a:lnTo>
                  <a:lnTo>
                    <a:pt x="16728" y="10281"/>
                  </a:lnTo>
                  <a:lnTo>
                    <a:pt x="17378" y="12456"/>
                  </a:lnTo>
                  <a:lnTo>
                    <a:pt x="18028" y="14862"/>
                  </a:lnTo>
                  <a:lnTo>
                    <a:pt x="18678" y="17411"/>
                  </a:lnTo>
                  <a:lnTo>
                    <a:pt x="18942" y="18474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629118" y="3123283"/>
              <a:ext cx="45623" cy="139193"/>
            </a:xfrm>
            <a:custGeom>
              <a:avLst/>
              <a:pathLst>
                <a:path w="45623" h="139193">
                  <a:moveTo>
                    <a:pt x="0" y="139193"/>
                  </a:moveTo>
                  <a:lnTo>
                    <a:pt x="561" y="134964"/>
                  </a:lnTo>
                  <a:lnTo>
                    <a:pt x="1210" y="130064"/>
                  </a:lnTo>
                  <a:lnTo>
                    <a:pt x="1860" y="125165"/>
                  </a:lnTo>
                  <a:lnTo>
                    <a:pt x="2510" y="120265"/>
                  </a:lnTo>
                  <a:lnTo>
                    <a:pt x="3160" y="115366"/>
                  </a:lnTo>
                  <a:lnTo>
                    <a:pt x="3810" y="110466"/>
                  </a:lnTo>
                  <a:lnTo>
                    <a:pt x="4460" y="105592"/>
                  </a:lnTo>
                  <a:lnTo>
                    <a:pt x="5110" y="100719"/>
                  </a:lnTo>
                  <a:lnTo>
                    <a:pt x="5760" y="95825"/>
                  </a:lnTo>
                  <a:lnTo>
                    <a:pt x="6410" y="90907"/>
                  </a:lnTo>
                  <a:lnTo>
                    <a:pt x="7060" y="85965"/>
                  </a:lnTo>
                  <a:lnTo>
                    <a:pt x="7710" y="80995"/>
                  </a:lnTo>
                  <a:lnTo>
                    <a:pt x="8360" y="75993"/>
                  </a:lnTo>
                  <a:lnTo>
                    <a:pt x="9010" y="70960"/>
                  </a:lnTo>
                  <a:lnTo>
                    <a:pt x="9660" y="65894"/>
                  </a:lnTo>
                  <a:lnTo>
                    <a:pt x="10310" y="60797"/>
                  </a:lnTo>
                  <a:lnTo>
                    <a:pt x="10960" y="55700"/>
                  </a:lnTo>
                  <a:lnTo>
                    <a:pt x="11609" y="50693"/>
                  </a:lnTo>
                  <a:lnTo>
                    <a:pt x="12259" y="45830"/>
                  </a:lnTo>
                  <a:lnTo>
                    <a:pt x="12909" y="41113"/>
                  </a:lnTo>
                  <a:lnTo>
                    <a:pt x="13559" y="36540"/>
                  </a:lnTo>
                  <a:lnTo>
                    <a:pt x="14209" y="32113"/>
                  </a:lnTo>
                  <a:lnTo>
                    <a:pt x="14859" y="27830"/>
                  </a:lnTo>
                  <a:lnTo>
                    <a:pt x="15509" y="23693"/>
                  </a:lnTo>
                  <a:lnTo>
                    <a:pt x="16159" y="19743"/>
                  </a:lnTo>
                  <a:lnTo>
                    <a:pt x="16809" y="16058"/>
                  </a:lnTo>
                  <a:lnTo>
                    <a:pt x="17459" y="12677"/>
                  </a:lnTo>
                  <a:lnTo>
                    <a:pt x="18109" y="9626"/>
                  </a:lnTo>
                  <a:lnTo>
                    <a:pt x="18759" y="6967"/>
                  </a:lnTo>
                  <a:lnTo>
                    <a:pt x="19409" y="4765"/>
                  </a:lnTo>
                  <a:lnTo>
                    <a:pt x="20059" y="3029"/>
                  </a:lnTo>
                  <a:lnTo>
                    <a:pt x="20709" y="1735"/>
                  </a:lnTo>
                  <a:lnTo>
                    <a:pt x="21358" y="816"/>
                  </a:lnTo>
                  <a:lnTo>
                    <a:pt x="22008" y="227"/>
                  </a:lnTo>
                  <a:lnTo>
                    <a:pt x="22658" y="0"/>
                  </a:lnTo>
                  <a:lnTo>
                    <a:pt x="23308" y="201"/>
                  </a:lnTo>
                  <a:lnTo>
                    <a:pt x="23958" y="867"/>
                  </a:lnTo>
                  <a:lnTo>
                    <a:pt x="24608" y="1998"/>
                  </a:lnTo>
                  <a:lnTo>
                    <a:pt x="25258" y="3594"/>
                  </a:lnTo>
                  <a:lnTo>
                    <a:pt x="25908" y="5599"/>
                  </a:lnTo>
                  <a:lnTo>
                    <a:pt x="26558" y="7944"/>
                  </a:lnTo>
                  <a:lnTo>
                    <a:pt x="27208" y="10619"/>
                  </a:lnTo>
                  <a:lnTo>
                    <a:pt x="27858" y="13624"/>
                  </a:lnTo>
                  <a:lnTo>
                    <a:pt x="28508" y="16890"/>
                  </a:lnTo>
                  <a:lnTo>
                    <a:pt x="29158" y="20342"/>
                  </a:lnTo>
                  <a:lnTo>
                    <a:pt x="29808" y="23970"/>
                  </a:lnTo>
                  <a:lnTo>
                    <a:pt x="30458" y="27800"/>
                  </a:lnTo>
                  <a:lnTo>
                    <a:pt x="31107" y="31835"/>
                  </a:lnTo>
                  <a:lnTo>
                    <a:pt x="31757" y="36074"/>
                  </a:lnTo>
                  <a:lnTo>
                    <a:pt x="32407" y="40484"/>
                  </a:lnTo>
                  <a:lnTo>
                    <a:pt x="33057" y="44977"/>
                  </a:lnTo>
                  <a:lnTo>
                    <a:pt x="33707" y="49501"/>
                  </a:lnTo>
                  <a:lnTo>
                    <a:pt x="34357" y="54057"/>
                  </a:lnTo>
                  <a:lnTo>
                    <a:pt x="35007" y="58645"/>
                  </a:lnTo>
                  <a:lnTo>
                    <a:pt x="35657" y="63264"/>
                  </a:lnTo>
                  <a:lnTo>
                    <a:pt x="36307" y="67916"/>
                  </a:lnTo>
                  <a:lnTo>
                    <a:pt x="36957" y="72599"/>
                  </a:lnTo>
                  <a:lnTo>
                    <a:pt x="37607" y="77314"/>
                  </a:lnTo>
                  <a:lnTo>
                    <a:pt x="38257" y="82087"/>
                  </a:lnTo>
                  <a:lnTo>
                    <a:pt x="38907" y="86920"/>
                  </a:lnTo>
                  <a:lnTo>
                    <a:pt x="39557" y="91812"/>
                  </a:lnTo>
                  <a:lnTo>
                    <a:pt x="40207" y="96761"/>
                  </a:lnTo>
                  <a:lnTo>
                    <a:pt x="40857" y="101769"/>
                  </a:lnTo>
                  <a:lnTo>
                    <a:pt x="41506" y="106834"/>
                  </a:lnTo>
                  <a:lnTo>
                    <a:pt x="42156" y="111930"/>
                  </a:lnTo>
                  <a:lnTo>
                    <a:pt x="42806" y="117059"/>
                  </a:lnTo>
                  <a:lnTo>
                    <a:pt x="43456" y="122219"/>
                  </a:lnTo>
                  <a:lnTo>
                    <a:pt x="44106" y="127379"/>
                  </a:lnTo>
                  <a:lnTo>
                    <a:pt x="44756" y="132483"/>
                  </a:lnTo>
                  <a:lnTo>
                    <a:pt x="45406" y="137529"/>
                  </a:lnTo>
                  <a:lnTo>
                    <a:pt x="45623" y="139193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750162" y="3204972"/>
              <a:ext cx="41374" cy="57504"/>
            </a:xfrm>
            <a:custGeom>
              <a:avLst/>
              <a:pathLst>
                <a:path w="41374" h="57504">
                  <a:moveTo>
                    <a:pt x="0" y="57504"/>
                  </a:moveTo>
                  <a:lnTo>
                    <a:pt x="405" y="56151"/>
                  </a:lnTo>
                  <a:lnTo>
                    <a:pt x="1055" y="53974"/>
                  </a:lnTo>
                  <a:lnTo>
                    <a:pt x="1705" y="51792"/>
                  </a:lnTo>
                  <a:lnTo>
                    <a:pt x="2355" y="49535"/>
                  </a:lnTo>
                  <a:lnTo>
                    <a:pt x="3005" y="47176"/>
                  </a:lnTo>
                  <a:lnTo>
                    <a:pt x="3655" y="44761"/>
                  </a:lnTo>
                  <a:lnTo>
                    <a:pt x="4305" y="42285"/>
                  </a:lnTo>
                  <a:lnTo>
                    <a:pt x="4955" y="39746"/>
                  </a:lnTo>
                  <a:lnTo>
                    <a:pt x="5605" y="37144"/>
                  </a:lnTo>
                  <a:lnTo>
                    <a:pt x="6255" y="34481"/>
                  </a:lnTo>
                  <a:lnTo>
                    <a:pt x="6904" y="31763"/>
                  </a:lnTo>
                  <a:lnTo>
                    <a:pt x="7554" y="28987"/>
                  </a:lnTo>
                  <a:lnTo>
                    <a:pt x="8204" y="26156"/>
                  </a:lnTo>
                  <a:lnTo>
                    <a:pt x="8854" y="23267"/>
                  </a:lnTo>
                  <a:lnTo>
                    <a:pt x="9504" y="20402"/>
                  </a:lnTo>
                  <a:lnTo>
                    <a:pt x="10154" y="17650"/>
                  </a:lnTo>
                  <a:lnTo>
                    <a:pt x="10804" y="15017"/>
                  </a:lnTo>
                  <a:lnTo>
                    <a:pt x="11454" y="12505"/>
                  </a:lnTo>
                  <a:lnTo>
                    <a:pt x="12104" y="10164"/>
                  </a:lnTo>
                  <a:lnTo>
                    <a:pt x="12754" y="8032"/>
                  </a:lnTo>
                  <a:lnTo>
                    <a:pt x="13404" y="6109"/>
                  </a:lnTo>
                  <a:lnTo>
                    <a:pt x="14054" y="4394"/>
                  </a:lnTo>
                  <a:lnTo>
                    <a:pt x="14704" y="2888"/>
                  </a:lnTo>
                  <a:lnTo>
                    <a:pt x="15354" y="1649"/>
                  </a:lnTo>
                  <a:lnTo>
                    <a:pt x="16004" y="753"/>
                  </a:lnTo>
                  <a:lnTo>
                    <a:pt x="16654" y="211"/>
                  </a:lnTo>
                  <a:lnTo>
                    <a:pt x="17303" y="0"/>
                  </a:lnTo>
                  <a:lnTo>
                    <a:pt x="17953" y="118"/>
                  </a:lnTo>
                  <a:lnTo>
                    <a:pt x="18603" y="566"/>
                  </a:lnTo>
                  <a:lnTo>
                    <a:pt x="19253" y="1276"/>
                  </a:lnTo>
                  <a:lnTo>
                    <a:pt x="19903" y="2146"/>
                  </a:lnTo>
                  <a:lnTo>
                    <a:pt x="20553" y="3141"/>
                  </a:lnTo>
                  <a:lnTo>
                    <a:pt x="21203" y="4252"/>
                  </a:lnTo>
                  <a:lnTo>
                    <a:pt x="21853" y="5476"/>
                  </a:lnTo>
                  <a:lnTo>
                    <a:pt x="22503" y="6814"/>
                  </a:lnTo>
                  <a:lnTo>
                    <a:pt x="23153" y="8264"/>
                  </a:lnTo>
                  <a:lnTo>
                    <a:pt x="23803" y="9827"/>
                  </a:lnTo>
                  <a:lnTo>
                    <a:pt x="24453" y="11480"/>
                  </a:lnTo>
                  <a:lnTo>
                    <a:pt x="25103" y="13126"/>
                  </a:lnTo>
                  <a:lnTo>
                    <a:pt x="25753" y="14660"/>
                  </a:lnTo>
                  <a:lnTo>
                    <a:pt x="26403" y="16127"/>
                  </a:lnTo>
                  <a:lnTo>
                    <a:pt x="27052" y="17593"/>
                  </a:lnTo>
                  <a:lnTo>
                    <a:pt x="27702" y="19040"/>
                  </a:lnTo>
                  <a:lnTo>
                    <a:pt x="28352" y="20468"/>
                  </a:lnTo>
                  <a:lnTo>
                    <a:pt x="29002" y="21878"/>
                  </a:lnTo>
                  <a:lnTo>
                    <a:pt x="29652" y="23268"/>
                  </a:lnTo>
                  <a:lnTo>
                    <a:pt x="30302" y="24639"/>
                  </a:lnTo>
                  <a:lnTo>
                    <a:pt x="30952" y="26008"/>
                  </a:lnTo>
                  <a:lnTo>
                    <a:pt x="31602" y="27394"/>
                  </a:lnTo>
                  <a:lnTo>
                    <a:pt x="32252" y="28795"/>
                  </a:lnTo>
                  <a:lnTo>
                    <a:pt x="32902" y="30213"/>
                  </a:lnTo>
                  <a:lnTo>
                    <a:pt x="33552" y="31647"/>
                  </a:lnTo>
                  <a:lnTo>
                    <a:pt x="34202" y="33093"/>
                  </a:lnTo>
                  <a:lnTo>
                    <a:pt x="34852" y="34619"/>
                  </a:lnTo>
                  <a:lnTo>
                    <a:pt x="35502" y="36323"/>
                  </a:lnTo>
                  <a:lnTo>
                    <a:pt x="36152" y="38185"/>
                  </a:lnTo>
                  <a:lnTo>
                    <a:pt x="36802" y="40164"/>
                  </a:lnTo>
                  <a:lnTo>
                    <a:pt x="37451" y="42267"/>
                  </a:lnTo>
                  <a:lnTo>
                    <a:pt x="38101" y="44496"/>
                  </a:lnTo>
                  <a:lnTo>
                    <a:pt x="38751" y="46849"/>
                  </a:lnTo>
                  <a:lnTo>
                    <a:pt x="39401" y="49318"/>
                  </a:lnTo>
                  <a:lnTo>
                    <a:pt x="40051" y="51899"/>
                  </a:lnTo>
                  <a:lnTo>
                    <a:pt x="40701" y="54594"/>
                  </a:lnTo>
                  <a:lnTo>
                    <a:pt x="41351" y="57403"/>
                  </a:lnTo>
                  <a:lnTo>
                    <a:pt x="41374" y="57504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982546" y="3110150"/>
              <a:ext cx="40994" cy="152326"/>
            </a:xfrm>
            <a:custGeom>
              <a:avLst/>
              <a:pathLst>
                <a:path w="40994" h="152326">
                  <a:moveTo>
                    <a:pt x="0" y="152326"/>
                  </a:moveTo>
                  <a:lnTo>
                    <a:pt x="48" y="152039"/>
                  </a:lnTo>
                  <a:lnTo>
                    <a:pt x="698" y="148030"/>
                  </a:lnTo>
                  <a:lnTo>
                    <a:pt x="1348" y="143822"/>
                  </a:lnTo>
                  <a:lnTo>
                    <a:pt x="1998" y="139474"/>
                  </a:lnTo>
                  <a:lnTo>
                    <a:pt x="2648" y="135038"/>
                  </a:lnTo>
                  <a:lnTo>
                    <a:pt x="3298" y="130514"/>
                  </a:lnTo>
                  <a:lnTo>
                    <a:pt x="3947" y="125901"/>
                  </a:lnTo>
                  <a:lnTo>
                    <a:pt x="4597" y="121197"/>
                  </a:lnTo>
                  <a:lnTo>
                    <a:pt x="5247" y="116403"/>
                  </a:lnTo>
                  <a:lnTo>
                    <a:pt x="5897" y="111553"/>
                  </a:lnTo>
                  <a:lnTo>
                    <a:pt x="6547" y="106714"/>
                  </a:lnTo>
                  <a:lnTo>
                    <a:pt x="7197" y="101912"/>
                  </a:lnTo>
                  <a:lnTo>
                    <a:pt x="7847" y="97147"/>
                  </a:lnTo>
                  <a:lnTo>
                    <a:pt x="8497" y="92460"/>
                  </a:lnTo>
                  <a:lnTo>
                    <a:pt x="9147" y="87871"/>
                  </a:lnTo>
                  <a:lnTo>
                    <a:pt x="9797" y="83380"/>
                  </a:lnTo>
                  <a:lnTo>
                    <a:pt x="10447" y="78992"/>
                  </a:lnTo>
                  <a:lnTo>
                    <a:pt x="11097" y="74766"/>
                  </a:lnTo>
                  <a:lnTo>
                    <a:pt x="11747" y="70658"/>
                  </a:lnTo>
                  <a:lnTo>
                    <a:pt x="12397" y="66638"/>
                  </a:lnTo>
                  <a:lnTo>
                    <a:pt x="13047" y="62707"/>
                  </a:lnTo>
                  <a:lnTo>
                    <a:pt x="13697" y="58864"/>
                  </a:lnTo>
                  <a:lnTo>
                    <a:pt x="14346" y="55109"/>
                  </a:lnTo>
                  <a:lnTo>
                    <a:pt x="14996" y="51443"/>
                  </a:lnTo>
                  <a:lnTo>
                    <a:pt x="15646" y="47865"/>
                  </a:lnTo>
                  <a:lnTo>
                    <a:pt x="16296" y="44302"/>
                  </a:lnTo>
                  <a:lnTo>
                    <a:pt x="16946" y="40761"/>
                  </a:lnTo>
                  <a:lnTo>
                    <a:pt x="17596" y="37253"/>
                  </a:lnTo>
                  <a:lnTo>
                    <a:pt x="18246" y="33776"/>
                  </a:lnTo>
                  <a:lnTo>
                    <a:pt x="18896" y="30331"/>
                  </a:lnTo>
                  <a:lnTo>
                    <a:pt x="19546" y="26918"/>
                  </a:lnTo>
                  <a:lnTo>
                    <a:pt x="20196" y="23537"/>
                  </a:lnTo>
                  <a:lnTo>
                    <a:pt x="20846" y="20163"/>
                  </a:lnTo>
                  <a:lnTo>
                    <a:pt x="21496" y="16797"/>
                  </a:lnTo>
                  <a:lnTo>
                    <a:pt x="22146" y="13435"/>
                  </a:lnTo>
                  <a:lnTo>
                    <a:pt x="22796" y="10074"/>
                  </a:lnTo>
                  <a:lnTo>
                    <a:pt x="23446" y="6714"/>
                  </a:lnTo>
                  <a:lnTo>
                    <a:pt x="24095" y="3356"/>
                  </a:lnTo>
                  <a:lnTo>
                    <a:pt x="24745" y="0"/>
                  </a:lnTo>
                  <a:lnTo>
                    <a:pt x="25395" y="0"/>
                  </a:lnTo>
                  <a:lnTo>
                    <a:pt x="26045" y="0"/>
                  </a:lnTo>
                  <a:lnTo>
                    <a:pt x="26695" y="0"/>
                  </a:lnTo>
                  <a:lnTo>
                    <a:pt x="27345" y="0"/>
                  </a:lnTo>
                  <a:lnTo>
                    <a:pt x="27995" y="0"/>
                  </a:lnTo>
                  <a:lnTo>
                    <a:pt x="28645" y="0"/>
                  </a:lnTo>
                  <a:lnTo>
                    <a:pt x="29295" y="0"/>
                  </a:lnTo>
                  <a:lnTo>
                    <a:pt x="29945" y="0"/>
                  </a:lnTo>
                  <a:lnTo>
                    <a:pt x="30595" y="0"/>
                  </a:lnTo>
                  <a:lnTo>
                    <a:pt x="31245" y="0"/>
                  </a:lnTo>
                  <a:lnTo>
                    <a:pt x="31895" y="0"/>
                  </a:lnTo>
                  <a:lnTo>
                    <a:pt x="32545" y="0"/>
                  </a:lnTo>
                  <a:lnTo>
                    <a:pt x="33195" y="0"/>
                  </a:lnTo>
                  <a:lnTo>
                    <a:pt x="33845" y="0"/>
                  </a:lnTo>
                  <a:lnTo>
                    <a:pt x="34494" y="0"/>
                  </a:lnTo>
                  <a:lnTo>
                    <a:pt x="35144" y="0"/>
                  </a:lnTo>
                  <a:lnTo>
                    <a:pt x="35794" y="0"/>
                  </a:lnTo>
                  <a:lnTo>
                    <a:pt x="36444" y="0"/>
                  </a:lnTo>
                  <a:lnTo>
                    <a:pt x="37094" y="0"/>
                  </a:lnTo>
                  <a:lnTo>
                    <a:pt x="37744" y="0"/>
                  </a:lnTo>
                  <a:lnTo>
                    <a:pt x="38394" y="0"/>
                  </a:lnTo>
                  <a:lnTo>
                    <a:pt x="39044" y="0"/>
                  </a:lnTo>
                  <a:lnTo>
                    <a:pt x="39694" y="0"/>
                  </a:lnTo>
                  <a:lnTo>
                    <a:pt x="40344" y="0"/>
                  </a:lnTo>
                  <a:lnTo>
                    <a:pt x="40994" y="0"/>
                  </a:lnTo>
                </a:path>
              </a:pathLst>
            </a:custGeom>
            <a:ln w="8130" cap="flat">
              <a:solidFill>
                <a:srgbClr val="940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90734" y="250183"/>
              <a:ext cx="8532806" cy="3012293"/>
            </a:xfrm>
            <a:custGeom>
              <a:avLst/>
              <a:pathLst>
                <a:path w="8532806" h="3012293">
                  <a:moveTo>
                    <a:pt x="16850" y="3012293"/>
                  </a:moveTo>
                  <a:lnTo>
                    <a:pt x="17353" y="3001433"/>
                  </a:lnTo>
                  <a:lnTo>
                    <a:pt x="18003" y="2987409"/>
                  </a:lnTo>
                  <a:lnTo>
                    <a:pt x="18653" y="2973549"/>
                  </a:lnTo>
                  <a:lnTo>
                    <a:pt x="19303" y="2959823"/>
                  </a:lnTo>
                  <a:lnTo>
                    <a:pt x="19953" y="2946312"/>
                  </a:lnTo>
                  <a:lnTo>
                    <a:pt x="20602" y="2933126"/>
                  </a:lnTo>
                  <a:lnTo>
                    <a:pt x="21252" y="2920377"/>
                  </a:lnTo>
                  <a:lnTo>
                    <a:pt x="21902" y="2908094"/>
                  </a:lnTo>
                  <a:lnTo>
                    <a:pt x="22552" y="2896302"/>
                  </a:lnTo>
                  <a:lnTo>
                    <a:pt x="23202" y="2885062"/>
                  </a:lnTo>
                  <a:lnTo>
                    <a:pt x="23852" y="2874369"/>
                  </a:lnTo>
                  <a:lnTo>
                    <a:pt x="24502" y="2864226"/>
                  </a:lnTo>
                  <a:lnTo>
                    <a:pt x="25152" y="2854669"/>
                  </a:lnTo>
                  <a:lnTo>
                    <a:pt x="25802" y="2845681"/>
                  </a:lnTo>
                  <a:lnTo>
                    <a:pt x="26452" y="2837241"/>
                  </a:lnTo>
                  <a:lnTo>
                    <a:pt x="27102" y="2829359"/>
                  </a:lnTo>
                  <a:lnTo>
                    <a:pt x="27752" y="2821981"/>
                  </a:lnTo>
                  <a:lnTo>
                    <a:pt x="28402" y="2815113"/>
                  </a:lnTo>
                  <a:lnTo>
                    <a:pt x="29052" y="2808819"/>
                  </a:lnTo>
                  <a:lnTo>
                    <a:pt x="29702" y="2803034"/>
                  </a:lnTo>
                  <a:lnTo>
                    <a:pt x="30351" y="2797736"/>
                  </a:lnTo>
                  <a:lnTo>
                    <a:pt x="31001" y="2793015"/>
                  </a:lnTo>
                  <a:lnTo>
                    <a:pt x="31651" y="2788974"/>
                  </a:lnTo>
                  <a:lnTo>
                    <a:pt x="32301" y="2785625"/>
                  </a:lnTo>
                  <a:lnTo>
                    <a:pt x="32951" y="2783048"/>
                  </a:lnTo>
                  <a:lnTo>
                    <a:pt x="33601" y="2781298"/>
                  </a:lnTo>
                  <a:lnTo>
                    <a:pt x="34251" y="2780355"/>
                  </a:lnTo>
                  <a:lnTo>
                    <a:pt x="34901" y="2780200"/>
                  </a:lnTo>
                  <a:lnTo>
                    <a:pt x="35551" y="2780828"/>
                  </a:lnTo>
                  <a:lnTo>
                    <a:pt x="36201" y="2782190"/>
                  </a:lnTo>
                  <a:lnTo>
                    <a:pt x="36851" y="2784193"/>
                  </a:lnTo>
                  <a:lnTo>
                    <a:pt x="37501" y="2786840"/>
                  </a:lnTo>
                  <a:lnTo>
                    <a:pt x="38151" y="2790071"/>
                  </a:lnTo>
                  <a:lnTo>
                    <a:pt x="38801" y="2793917"/>
                  </a:lnTo>
                  <a:lnTo>
                    <a:pt x="39451" y="2798316"/>
                  </a:lnTo>
                  <a:lnTo>
                    <a:pt x="40101" y="2803334"/>
                  </a:lnTo>
                  <a:lnTo>
                    <a:pt x="40750" y="2808987"/>
                  </a:lnTo>
                  <a:lnTo>
                    <a:pt x="41400" y="2815247"/>
                  </a:lnTo>
                  <a:lnTo>
                    <a:pt x="42050" y="2822142"/>
                  </a:lnTo>
                  <a:lnTo>
                    <a:pt x="42700" y="2829550"/>
                  </a:lnTo>
                  <a:lnTo>
                    <a:pt x="43350" y="2837393"/>
                  </a:lnTo>
                  <a:lnTo>
                    <a:pt x="44000" y="2845749"/>
                  </a:lnTo>
                  <a:lnTo>
                    <a:pt x="44650" y="2854600"/>
                  </a:lnTo>
                  <a:lnTo>
                    <a:pt x="45300" y="2863895"/>
                  </a:lnTo>
                  <a:lnTo>
                    <a:pt x="45950" y="2873644"/>
                  </a:lnTo>
                  <a:lnTo>
                    <a:pt x="46600" y="2883838"/>
                  </a:lnTo>
                  <a:lnTo>
                    <a:pt x="47250" y="2894484"/>
                  </a:lnTo>
                  <a:lnTo>
                    <a:pt x="47900" y="2905539"/>
                  </a:lnTo>
                  <a:lnTo>
                    <a:pt x="48550" y="2916954"/>
                  </a:lnTo>
                  <a:lnTo>
                    <a:pt x="49200" y="2928642"/>
                  </a:lnTo>
                  <a:lnTo>
                    <a:pt x="49850" y="2940482"/>
                  </a:lnTo>
                  <a:lnTo>
                    <a:pt x="50499" y="2952316"/>
                  </a:lnTo>
                  <a:lnTo>
                    <a:pt x="51149" y="2963980"/>
                  </a:lnTo>
                  <a:lnTo>
                    <a:pt x="51799" y="2975366"/>
                  </a:lnTo>
                  <a:lnTo>
                    <a:pt x="52449" y="2986409"/>
                  </a:lnTo>
                  <a:lnTo>
                    <a:pt x="53099" y="2997048"/>
                  </a:lnTo>
                  <a:lnTo>
                    <a:pt x="53749" y="3007162"/>
                  </a:lnTo>
                  <a:lnTo>
                    <a:pt x="54098" y="3012293"/>
                  </a:lnTo>
                  <a:lnTo>
                    <a:pt x="81126" y="3012293"/>
                  </a:lnTo>
                  <a:lnTo>
                    <a:pt x="81696" y="3003411"/>
                  </a:lnTo>
                  <a:lnTo>
                    <a:pt x="82346" y="2993133"/>
                  </a:lnTo>
                  <a:lnTo>
                    <a:pt x="82996" y="2982911"/>
                  </a:lnTo>
                  <a:lnTo>
                    <a:pt x="83646" y="2972785"/>
                  </a:lnTo>
                  <a:lnTo>
                    <a:pt x="84296" y="2962957"/>
                  </a:lnTo>
                  <a:lnTo>
                    <a:pt x="84946" y="2953460"/>
                  </a:lnTo>
                  <a:lnTo>
                    <a:pt x="85596" y="2944384"/>
                  </a:lnTo>
                  <a:lnTo>
                    <a:pt x="86246" y="2935827"/>
                  </a:lnTo>
                  <a:lnTo>
                    <a:pt x="86896" y="2927880"/>
                  </a:lnTo>
                  <a:lnTo>
                    <a:pt x="87546" y="2920604"/>
                  </a:lnTo>
                  <a:lnTo>
                    <a:pt x="88196" y="2913939"/>
                  </a:lnTo>
                  <a:lnTo>
                    <a:pt x="88846" y="2907893"/>
                  </a:lnTo>
                  <a:lnTo>
                    <a:pt x="89496" y="2902458"/>
                  </a:lnTo>
                  <a:lnTo>
                    <a:pt x="90146" y="2897572"/>
                  </a:lnTo>
                  <a:lnTo>
                    <a:pt x="90795" y="2893130"/>
                  </a:lnTo>
                  <a:lnTo>
                    <a:pt x="91445" y="2889068"/>
                  </a:lnTo>
                  <a:lnTo>
                    <a:pt x="92095" y="2885279"/>
                  </a:lnTo>
                  <a:lnTo>
                    <a:pt x="92745" y="2881651"/>
                  </a:lnTo>
                  <a:lnTo>
                    <a:pt x="93395" y="2878110"/>
                  </a:lnTo>
                  <a:lnTo>
                    <a:pt x="94045" y="2874670"/>
                  </a:lnTo>
                  <a:lnTo>
                    <a:pt x="94695" y="2871381"/>
                  </a:lnTo>
                  <a:lnTo>
                    <a:pt x="95345" y="2868286"/>
                  </a:lnTo>
                  <a:lnTo>
                    <a:pt x="95995" y="2865438"/>
                  </a:lnTo>
                  <a:lnTo>
                    <a:pt x="96645" y="2862926"/>
                  </a:lnTo>
                  <a:lnTo>
                    <a:pt x="97295" y="2860793"/>
                  </a:lnTo>
                  <a:lnTo>
                    <a:pt x="97945" y="2858992"/>
                  </a:lnTo>
                  <a:lnTo>
                    <a:pt x="98595" y="2857534"/>
                  </a:lnTo>
                  <a:lnTo>
                    <a:pt x="99245" y="2856419"/>
                  </a:lnTo>
                  <a:lnTo>
                    <a:pt x="99895" y="2855646"/>
                  </a:lnTo>
                  <a:lnTo>
                    <a:pt x="100544" y="2855226"/>
                  </a:lnTo>
                  <a:lnTo>
                    <a:pt x="101194" y="2855215"/>
                  </a:lnTo>
                  <a:lnTo>
                    <a:pt x="101844" y="2855624"/>
                  </a:lnTo>
                  <a:lnTo>
                    <a:pt x="102494" y="2856389"/>
                  </a:lnTo>
                  <a:lnTo>
                    <a:pt x="103144" y="2857676"/>
                  </a:lnTo>
                  <a:lnTo>
                    <a:pt x="103794" y="2859514"/>
                  </a:lnTo>
                  <a:lnTo>
                    <a:pt x="104444" y="2861883"/>
                  </a:lnTo>
                  <a:lnTo>
                    <a:pt x="105094" y="2864665"/>
                  </a:lnTo>
                  <a:lnTo>
                    <a:pt x="105744" y="2867871"/>
                  </a:lnTo>
                  <a:lnTo>
                    <a:pt x="106394" y="2871473"/>
                  </a:lnTo>
                  <a:lnTo>
                    <a:pt x="107044" y="2875479"/>
                  </a:lnTo>
                  <a:lnTo>
                    <a:pt x="107694" y="2880018"/>
                  </a:lnTo>
                  <a:lnTo>
                    <a:pt x="108344" y="2885140"/>
                  </a:lnTo>
                  <a:lnTo>
                    <a:pt x="108994" y="2890964"/>
                  </a:lnTo>
                  <a:lnTo>
                    <a:pt x="109644" y="2897496"/>
                  </a:lnTo>
                  <a:lnTo>
                    <a:pt x="110294" y="2904751"/>
                  </a:lnTo>
                  <a:lnTo>
                    <a:pt x="110943" y="2912748"/>
                  </a:lnTo>
                  <a:lnTo>
                    <a:pt x="111593" y="2921444"/>
                  </a:lnTo>
                  <a:lnTo>
                    <a:pt x="112243" y="2930822"/>
                  </a:lnTo>
                  <a:lnTo>
                    <a:pt x="112893" y="2940830"/>
                  </a:lnTo>
                  <a:lnTo>
                    <a:pt x="113543" y="2951377"/>
                  </a:lnTo>
                  <a:lnTo>
                    <a:pt x="114193" y="2962435"/>
                  </a:lnTo>
                  <a:lnTo>
                    <a:pt x="114843" y="2974047"/>
                  </a:lnTo>
                  <a:lnTo>
                    <a:pt x="115493" y="2986149"/>
                  </a:lnTo>
                  <a:lnTo>
                    <a:pt x="116143" y="2998687"/>
                  </a:lnTo>
                  <a:lnTo>
                    <a:pt x="116793" y="3011628"/>
                  </a:lnTo>
                  <a:lnTo>
                    <a:pt x="116825" y="3012293"/>
                  </a:lnTo>
                  <a:lnTo>
                    <a:pt x="171861" y="3012293"/>
                  </a:lnTo>
                  <a:lnTo>
                    <a:pt x="172037" y="3012044"/>
                  </a:lnTo>
                  <a:lnTo>
                    <a:pt x="172687" y="3011309"/>
                  </a:lnTo>
                  <a:lnTo>
                    <a:pt x="173337" y="3010811"/>
                  </a:lnTo>
                  <a:lnTo>
                    <a:pt x="173987" y="3010545"/>
                  </a:lnTo>
                  <a:lnTo>
                    <a:pt x="174637" y="3010518"/>
                  </a:lnTo>
                  <a:lnTo>
                    <a:pt x="175287" y="3010702"/>
                  </a:lnTo>
                  <a:lnTo>
                    <a:pt x="175937" y="3011096"/>
                  </a:lnTo>
                  <a:lnTo>
                    <a:pt x="176587" y="3011769"/>
                  </a:lnTo>
                  <a:lnTo>
                    <a:pt x="176943" y="3012293"/>
                  </a:lnTo>
                  <a:lnTo>
                    <a:pt x="242436" y="3012293"/>
                  </a:lnTo>
                  <a:lnTo>
                    <a:pt x="242880" y="3010556"/>
                  </a:lnTo>
                  <a:lnTo>
                    <a:pt x="243530" y="3008063"/>
                  </a:lnTo>
                  <a:lnTo>
                    <a:pt x="244180" y="3005725"/>
                  </a:lnTo>
                  <a:lnTo>
                    <a:pt x="244830" y="3003673"/>
                  </a:lnTo>
                  <a:lnTo>
                    <a:pt x="245480" y="3001926"/>
                  </a:lnTo>
                  <a:lnTo>
                    <a:pt x="246130" y="3000481"/>
                  </a:lnTo>
                  <a:lnTo>
                    <a:pt x="246780" y="2999324"/>
                  </a:lnTo>
                  <a:lnTo>
                    <a:pt x="247430" y="2998368"/>
                  </a:lnTo>
                  <a:lnTo>
                    <a:pt x="248080" y="2997565"/>
                  </a:lnTo>
                  <a:lnTo>
                    <a:pt x="248730" y="2996918"/>
                  </a:lnTo>
                  <a:lnTo>
                    <a:pt x="249380" y="2996401"/>
                  </a:lnTo>
                  <a:lnTo>
                    <a:pt x="250030" y="2996044"/>
                  </a:lnTo>
                  <a:lnTo>
                    <a:pt x="250680" y="2995903"/>
                  </a:lnTo>
                  <a:lnTo>
                    <a:pt x="251329" y="2996056"/>
                  </a:lnTo>
                  <a:lnTo>
                    <a:pt x="251979" y="2996600"/>
                  </a:lnTo>
                  <a:lnTo>
                    <a:pt x="252629" y="2997552"/>
                  </a:lnTo>
                  <a:lnTo>
                    <a:pt x="253279" y="2998884"/>
                  </a:lnTo>
                  <a:lnTo>
                    <a:pt x="253929" y="3000508"/>
                  </a:lnTo>
                  <a:lnTo>
                    <a:pt x="254579" y="3002330"/>
                  </a:lnTo>
                  <a:lnTo>
                    <a:pt x="255229" y="3004322"/>
                  </a:lnTo>
                  <a:lnTo>
                    <a:pt x="255879" y="3006457"/>
                  </a:lnTo>
                  <a:lnTo>
                    <a:pt x="256529" y="3008781"/>
                  </a:lnTo>
                  <a:lnTo>
                    <a:pt x="257179" y="3011352"/>
                  </a:lnTo>
                  <a:lnTo>
                    <a:pt x="257400" y="3012293"/>
                  </a:lnTo>
                  <a:lnTo>
                    <a:pt x="307061" y="3012293"/>
                  </a:lnTo>
                  <a:lnTo>
                    <a:pt x="307224" y="3011782"/>
                  </a:lnTo>
                  <a:lnTo>
                    <a:pt x="307874" y="3009802"/>
                  </a:lnTo>
                  <a:lnTo>
                    <a:pt x="308524" y="3007877"/>
                  </a:lnTo>
                  <a:lnTo>
                    <a:pt x="309174" y="3005984"/>
                  </a:lnTo>
                  <a:lnTo>
                    <a:pt x="309824" y="3004124"/>
                  </a:lnTo>
                  <a:lnTo>
                    <a:pt x="310474" y="3002383"/>
                  </a:lnTo>
                  <a:lnTo>
                    <a:pt x="311124" y="3000851"/>
                  </a:lnTo>
                  <a:lnTo>
                    <a:pt x="311773" y="2999524"/>
                  </a:lnTo>
                  <a:lnTo>
                    <a:pt x="312423" y="2998401"/>
                  </a:lnTo>
                  <a:lnTo>
                    <a:pt x="313073" y="2997480"/>
                  </a:lnTo>
                  <a:lnTo>
                    <a:pt x="313723" y="2996735"/>
                  </a:lnTo>
                  <a:lnTo>
                    <a:pt x="314373" y="2996244"/>
                  </a:lnTo>
                  <a:lnTo>
                    <a:pt x="315023" y="2996083"/>
                  </a:lnTo>
                  <a:lnTo>
                    <a:pt x="315673" y="2996252"/>
                  </a:lnTo>
                  <a:lnTo>
                    <a:pt x="316323" y="2996750"/>
                  </a:lnTo>
                  <a:lnTo>
                    <a:pt x="316973" y="2997605"/>
                  </a:lnTo>
                  <a:lnTo>
                    <a:pt x="317623" y="2998846"/>
                  </a:lnTo>
                  <a:lnTo>
                    <a:pt x="318273" y="3000476"/>
                  </a:lnTo>
                  <a:lnTo>
                    <a:pt x="318923" y="3002494"/>
                  </a:lnTo>
                  <a:lnTo>
                    <a:pt x="319573" y="3004898"/>
                  </a:lnTo>
                  <a:lnTo>
                    <a:pt x="320223" y="3007613"/>
                  </a:lnTo>
                  <a:lnTo>
                    <a:pt x="320873" y="3010562"/>
                  </a:lnTo>
                  <a:lnTo>
                    <a:pt x="321226" y="3012293"/>
                  </a:lnTo>
                  <a:lnTo>
                    <a:pt x="433645" y="3012293"/>
                  </a:lnTo>
                  <a:lnTo>
                    <a:pt x="433961" y="3008687"/>
                  </a:lnTo>
                  <a:lnTo>
                    <a:pt x="434611" y="3001275"/>
                  </a:lnTo>
                  <a:lnTo>
                    <a:pt x="435261" y="2993907"/>
                  </a:lnTo>
                  <a:lnTo>
                    <a:pt x="435911" y="2986570"/>
                  </a:lnTo>
                  <a:lnTo>
                    <a:pt x="436561" y="2979228"/>
                  </a:lnTo>
                  <a:lnTo>
                    <a:pt x="437211" y="2971934"/>
                  </a:lnTo>
                  <a:lnTo>
                    <a:pt x="437861" y="2964851"/>
                  </a:lnTo>
                  <a:lnTo>
                    <a:pt x="438511" y="2958052"/>
                  </a:lnTo>
                  <a:lnTo>
                    <a:pt x="439161" y="2951548"/>
                  </a:lnTo>
                  <a:lnTo>
                    <a:pt x="439811" y="2945358"/>
                  </a:lnTo>
                  <a:lnTo>
                    <a:pt x="440461" y="2939429"/>
                  </a:lnTo>
                  <a:lnTo>
                    <a:pt x="441111" y="2933760"/>
                  </a:lnTo>
                  <a:lnTo>
                    <a:pt x="441761" y="2928355"/>
                  </a:lnTo>
                  <a:lnTo>
                    <a:pt x="442410" y="2923135"/>
                  </a:lnTo>
                  <a:lnTo>
                    <a:pt x="443060" y="2918119"/>
                  </a:lnTo>
                  <a:lnTo>
                    <a:pt x="443710" y="2913371"/>
                  </a:lnTo>
                  <a:lnTo>
                    <a:pt x="444360" y="2908913"/>
                  </a:lnTo>
                  <a:lnTo>
                    <a:pt x="445010" y="2904759"/>
                  </a:lnTo>
                  <a:lnTo>
                    <a:pt x="445660" y="2900942"/>
                  </a:lnTo>
                  <a:lnTo>
                    <a:pt x="446310" y="2897489"/>
                  </a:lnTo>
                  <a:lnTo>
                    <a:pt x="446960" y="2894348"/>
                  </a:lnTo>
                  <a:lnTo>
                    <a:pt x="447610" y="2891454"/>
                  </a:lnTo>
                  <a:lnTo>
                    <a:pt x="448260" y="2888661"/>
                  </a:lnTo>
                  <a:lnTo>
                    <a:pt x="448910" y="2885954"/>
                  </a:lnTo>
                  <a:lnTo>
                    <a:pt x="449560" y="2883408"/>
                  </a:lnTo>
                  <a:lnTo>
                    <a:pt x="450210" y="2881165"/>
                  </a:lnTo>
                  <a:lnTo>
                    <a:pt x="450860" y="2879225"/>
                  </a:lnTo>
                  <a:lnTo>
                    <a:pt x="451510" y="2877578"/>
                  </a:lnTo>
                  <a:lnTo>
                    <a:pt x="452160" y="2876298"/>
                  </a:lnTo>
                  <a:lnTo>
                    <a:pt x="452809" y="2875299"/>
                  </a:lnTo>
                  <a:lnTo>
                    <a:pt x="453459" y="2874401"/>
                  </a:lnTo>
                  <a:lnTo>
                    <a:pt x="454109" y="2873545"/>
                  </a:lnTo>
                  <a:lnTo>
                    <a:pt x="454759" y="2872708"/>
                  </a:lnTo>
                  <a:lnTo>
                    <a:pt x="455409" y="2871961"/>
                  </a:lnTo>
                  <a:lnTo>
                    <a:pt x="456059" y="2871384"/>
                  </a:lnTo>
                  <a:lnTo>
                    <a:pt x="456709" y="2871003"/>
                  </a:lnTo>
                  <a:lnTo>
                    <a:pt x="457359" y="2870880"/>
                  </a:lnTo>
                  <a:lnTo>
                    <a:pt x="458009" y="2871152"/>
                  </a:lnTo>
                  <a:lnTo>
                    <a:pt x="458659" y="2871841"/>
                  </a:lnTo>
                  <a:lnTo>
                    <a:pt x="459309" y="2872898"/>
                  </a:lnTo>
                  <a:lnTo>
                    <a:pt x="459959" y="2874230"/>
                  </a:lnTo>
                  <a:lnTo>
                    <a:pt x="460609" y="2875913"/>
                  </a:lnTo>
                  <a:lnTo>
                    <a:pt x="461259" y="2878058"/>
                  </a:lnTo>
                  <a:lnTo>
                    <a:pt x="461909" y="2880751"/>
                  </a:lnTo>
                  <a:lnTo>
                    <a:pt x="462558" y="2883991"/>
                  </a:lnTo>
                  <a:lnTo>
                    <a:pt x="463208" y="2887779"/>
                  </a:lnTo>
                  <a:lnTo>
                    <a:pt x="463858" y="2892084"/>
                  </a:lnTo>
                  <a:lnTo>
                    <a:pt x="464508" y="2896851"/>
                  </a:lnTo>
                  <a:lnTo>
                    <a:pt x="465158" y="2902027"/>
                  </a:lnTo>
                  <a:lnTo>
                    <a:pt x="465808" y="2907462"/>
                  </a:lnTo>
                  <a:lnTo>
                    <a:pt x="466458" y="2912980"/>
                  </a:lnTo>
                  <a:lnTo>
                    <a:pt x="467108" y="2918533"/>
                  </a:lnTo>
                  <a:lnTo>
                    <a:pt x="467758" y="2924068"/>
                  </a:lnTo>
                  <a:lnTo>
                    <a:pt x="468408" y="2929547"/>
                  </a:lnTo>
                  <a:lnTo>
                    <a:pt x="469058" y="2934968"/>
                  </a:lnTo>
                  <a:lnTo>
                    <a:pt x="469708" y="2940325"/>
                  </a:lnTo>
                  <a:lnTo>
                    <a:pt x="470358" y="2945455"/>
                  </a:lnTo>
                  <a:lnTo>
                    <a:pt x="471008" y="2950202"/>
                  </a:lnTo>
                  <a:lnTo>
                    <a:pt x="471658" y="2954533"/>
                  </a:lnTo>
                  <a:lnTo>
                    <a:pt x="472308" y="2958426"/>
                  </a:lnTo>
                  <a:lnTo>
                    <a:pt x="472957" y="2961928"/>
                  </a:lnTo>
                  <a:lnTo>
                    <a:pt x="473607" y="2965152"/>
                  </a:lnTo>
                  <a:lnTo>
                    <a:pt x="474257" y="2968085"/>
                  </a:lnTo>
                  <a:lnTo>
                    <a:pt x="474907" y="2970703"/>
                  </a:lnTo>
                  <a:lnTo>
                    <a:pt x="475557" y="2973098"/>
                  </a:lnTo>
                  <a:lnTo>
                    <a:pt x="476207" y="2975259"/>
                  </a:lnTo>
                  <a:lnTo>
                    <a:pt x="476857" y="2977179"/>
                  </a:lnTo>
                  <a:lnTo>
                    <a:pt x="477507" y="2978841"/>
                  </a:lnTo>
                  <a:lnTo>
                    <a:pt x="478157" y="2980266"/>
                  </a:lnTo>
                  <a:lnTo>
                    <a:pt x="478807" y="2981453"/>
                  </a:lnTo>
                  <a:lnTo>
                    <a:pt x="479457" y="2982417"/>
                  </a:lnTo>
                  <a:lnTo>
                    <a:pt x="480107" y="2983195"/>
                  </a:lnTo>
                  <a:lnTo>
                    <a:pt x="480757" y="2983827"/>
                  </a:lnTo>
                  <a:lnTo>
                    <a:pt x="481407" y="2984282"/>
                  </a:lnTo>
                  <a:lnTo>
                    <a:pt x="482057" y="2984597"/>
                  </a:lnTo>
                  <a:lnTo>
                    <a:pt x="482706" y="2984639"/>
                  </a:lnTo>
                  <a:lnTo>
                    <a:pt x="483356" y="2984324"/>
                  </a:lnTo>
                  <a:lnTo>
                    <a:pt x="484006" y="2983666"/>
                  </a:lnTo>
                  <a:lnTo>
                    <a:pt x="484656" y="2982699"/>
                  </a:lnTo>
                  <a:lnTo>
                    <a:pt x="485306" y="2981312"/>
                  </a:lnTo>
                  <a:lnTo>
                    <a:pt x="485956" y="2979621"/>
                  </a:lnTo>
                  <a:lnTo>
                    <a:pt x="486606" y="2977694"/>
                  </a:lnTo>
                  <a:lnTo>
                    <a:pt x="487256" y="2975560"/>
                  </a:lnTo>
                  <a:lnTo>
                    <a:pt x="487906" y="2973247"/>
                  </a:lnTo>
                  <a:lnTo>
                    <a:pt x="488556" y="2970706"/>
                  </a:lnTo>
                  <a:lnTo>
                    <a:pt x="489206" y="2967907"/>
                  </a:lnTo>
                  <a:lnTo>
                    <a:pt x="489856" y="2964852"/>
                  </a:lnTo>
                  <a:lnTo>
                    <a:pt x="490506" y="2961511"/>
                  </a:lnTo>
                  <a:lnTo>
                    <a:pt x="491156" y="2957951"/>
                  </a:lnTo>
                  <a:lnTo>
                    <a:pt x="491806" y="2954176"/>
                  </a:lnTo>
                  <a:lnTo>
                    <a:pt x="492456" y="2950252"/>
                  </a:lnTo>
                  <a:lnTo>
                    <a:pt x="493105" y="2946148"/>
                  </a:lnTo>
                  <a:lnTo>
                    <a:pt x="493755" y="2941786"/>
                  </a:lnTo>
                  <a:lnTo>
                    <a:pt x="494405" y="2937189"/>
                  </a:lnTo>
                  <a:lnTo>
                    <a:pt x="495055" y="2932372"/>
                  </a:lnTo>
                  <a:lnTo>
                    <a:pt x="495705" y="2927335"/>
                  </a:lnTo>
                  <a:lnTo>
                    <a:pt x="496355" y="2922083"/>
                  </a:lnTo>
                  <a:lnTo>
                    <a:pt x="497005" y="2916645"/>
                  </a:lnTo>
                  <a:lnTo>
                    <a:pt x="497655" y="2911024"/>
                  </a:lnTo>
                  <a:lnTo>
                    <a:pt x="498305" y="2905291"/>
                  </a:lnTo>
                  <a:lnTo>
                    <a:pt x="498955" y="2899546"/>
                  </a:lnTo>
                  <a:lnTo>
                    <a:pt x="499605" y="2893827"/>
                  </a:lnTo>
                  <a:lnTo>
                    <a:pt x="500255" y="2888137"/>
                  </a:lnTo>
                  <a:lnTo>
                    <a:pt x="500905" y="2882548"/>
                  </a:lnTo>
                  <a:lnTo>
                    <a:pt x="501555" y="2877102"/>
                  </a:lnTo>
                  <a:lnTo>
                    <a:pt x="502205" y="2871817"/>
                  </a:lnTo>
                  <a:lnTo>
                    <a:pt x="502854" y="2866763"/>
                  </a:lnTo>
                  <a:lnTo>
                    <a:pt x="503504" y="2862019"/>
                  </a:lnTo>
                  <a:lnTo>
                    <a:pt x="504154" y="2857582"/>
                  </a:lnTo>
                  <a:lnTo>
                    <a:pt x="504804" y="2853445"/>
                  </a:lnTo>
                  <a:lnTo>
                    <a:pt x="505454" y="2849650"/>
                  </a:lnTo>
                  <a:lnTo>
                    <a:pt x="506104" y="2846105"/>
                  </a:lnTo>
                  <a:lnTo>
                    <a:pt x="506754" y="2842791"/>
                  </a:lnTo>
                  <a:lnTo>
                    <a:pt x="507404" y="2839811"/>
                  </a:lnTo>
                  <a:lnTo>
                    <a:pt x="508054" y="2837219"/>
                  </a:lnTo>
                  <a:lnTo>
                    <a:pt x="508704" y="2835042"/>
                  </a:lnTo>
                  <a:lnTo>
                    <a:pt x="509354" y="2833235"/>
                  </a:lnTo>
                  <a:lnTo>
                    <a:pt x="510004" y="2831795"/>
                  </a:lnTo>
                  <a:lnTo>
                    <a:pt x="510654" y="2830701"/>
                  </a:lnTo>
                  <a:lnTo>
                    <a:pt x="511304" y="2829922"/>
                  </a:lnTo>
                  <a:lnTo>
                    <a:pt x="511954" y="2829456"/>
                  </a:lnTo>
                  <a:lnTo>
                    <a:pt x="512604" y="2829289"/>
                  </a:lnTo>
                  <a:lnTo>
                    <a:pt x="513253" y="2829405"/>
                  </a:lnTo>
                  <a:lnTo>
                    <a:pt x="513903" y="2829855"/>
                  </a:lnTo>
                  <a:lnTo>
                    <a:pt x="514553" y="2830635"/>
                  </a:lnTo>
                  <a:lnTo>
                    <a:pt x="515203" y="2831723"/>
                  </a:lnTo>
                  <a:lnTo>
                    <a:pt x="515853" y="2833208"/>
                  </a:lnTo>
                  <a:lnTo>
                    <a:pt x="516503" y="2835084"/>
                  </a:lnTo>
                  <a:lnTo>
                    <a:pt x="517153" y="2837221"/>
                  </a:lnTo>
                  <a:lnTo>
                    <a:pt x="517803" y="2839596"/>
                  </a:lnTo>
                  <a:lnTo>
                    <a:pt x="518453" y="2842209"/>
                  </a:lnTo>
                  <a:lnTo>
                    <a:pt x="519103" y="2845058"/>
                  </a:lnTo>
                  <a:lnTo>
                    <a:pt x="519753" y="2848140"/>
                  </a:lnTo>
                  <a:lnTo>
                    <a:pt x="520403" y="2851431"/>
                  </a:lnTo>
                  <a:lnTo>
                    <a:pt x="521053" y="2854926"/>
                  </a:lnTo>
                  <a:lnTo>
                    <a:pt x="521703" y="2858630"/>
                  </a:lnTo>
                  <a:lnTo>
                    <a:pt x="522353" y="2862543"/>
                  </a:lnTo>
                  <a:lnTo>
                    <a:pt x="523002" y="2866664"/>
                  </a:lnTo>
                  <a:lnTo>
                    <a:pt x="523652" y="2870925"/>
                  </a:lnTo>
                  <a:lnTo>
                    <a:pt x="524302" y="2875236"/>
                  </a:lnTo>
                  <a:lnTo>
                    <a:pt x="524952" y="2879576"/>
                  </a:lnTo>
                  <a:lnTo>
                    <a:pt x="525602" y="2883974"/>
                  </a:lnTo>
                  <a:lnTo>
                    <a:pt x="526252" y="2888464"/>
                  </a:lnTo>
                  <a:lnTo>
                    <a:pt x="526902" y="2893025"/>
                  </a:lnTo>
                  <a:lnTo>
                    <a:pt x="527552" y="2897616"/>
                  </a:lnTo>
                  <a:lnTo>
                    <a:pt x="528202" y="2902221"/>
                  </a:lnTo>
                  <a:lnTo>
                    <a:pt x="528852" y="2906838"/>
                  </a:lnTo>
                  <a:lnTo>
                    <a:pt x="529502" y="2911401"/>
                  </a:lnTo>
                  <a:lnTo>
                    <a:pt x="530152" y="2915885"/>
                  </a:lnTo>
                  <a:lnTo>
                    <a:pt x="530802" y="2920317"/>
                  </a:lnTo>
                  <a:lnTo>
                    <a:pt x="531452" y="2924722"/>
                  </a:lnTo>
                  <a:lnTo>
                    <a:pt x="532102" y="2929085"/>
                  </a:lnTo>
                  <a:lnTo>
                    <a:pt x="532751" y="2933434"/>
                  </a:lnTo>
                  <a:lnTo>
                    <a:pt x="533401" y="2937735"/>
                  </a:lnTo>
                  <a:lnTo>
                    <a:pt x="534051" y="2941976"/>
                  </a:lnTo>
                  <a:lnTo>
                    <a:pt x="534701" y="2946143"/>
                  </a:lnTo>
                  <a:lnTo>
                    <a:pt x="535351" y="2950202"/>
                  </a:lnTo>
                  <a:lnTo>
                    <a:pt x="536001" y="2954119"/>
                  </a:lnTo>
                  <a:lnTo>
                    <a:pt x="536651" y="2957907"/>
                  </a:lnTo>
                  <a:lnTo>
                    <a:pt x="537301" y="2961622"/>
                  </a:lnTo>
                  <a:lnTo>
                    <a:pt x="537951" y="2965272"/>
                  </a:lnTo>
                  <a:lnTo>
                    <a:pt x="538601" y="2968839"/>
                  </a:lnTo>
                  <a:lnTo>
                    <a:pt x="539251" y="2972401"/>
                  </a:lnTo>
                  <a:lnTo>
                    <a:pt x="539901" y="2975972"/>
                  </a:lnTo>
                  <a:lnTo>
                    <a:pt x="540551" y="2979436"/>
                  </a:lnTo>
                  <a:lnTo>
                    <a:pt x="541201" y="2982697"/>
                  </a:lnTo>
                  <a:lnTo>
                    <a:pt x="541851" y="2985738"/>
                  </a:lnTo>
                  <a:lnTo>
                    <a:pt x="542501" y="2988562"/>
                  </a:lnTo>
                  <a:lnTo>
                    <a:pt x="543150" y="2991168"/>
                  </a:lnTo>
                  <a:lnTo>
                    <a:pt x="543800" y="2993594"/>
                  </a:lnTo>
                  <a:lnTo>
                    <a:pt x="544450" y="2995814"/>
                  </a:lnTo>
                  <a:lnTo>
                    <a:pt x="545100" y="2997825"/>
                  </a:lnTo>
                  <a:lnTo>
                    <a:pt x="545750" y="2999642"/>
                  </a:lnTo>
                  <a:lnTo>
                    <a:pt x="546400" y="3001282"/>
                  </a:lnTo>
                  <a:lnTo>
                    <a:pt x="547050" y="3002699"/>
                  </a:lnTo>
                  <a:lnTo>
                    <a:pt x="547700" y="3003948"/>
                  </a:lnTo>
                  <a:lnTo>
                    <a:pt x="548350" y="3005025"/>
                  </a:lnTo>
                  <a:lnTo>
                    <a:pt x="549000" y="3005929"/>
                  </a:lnTo>
                  <a:lnTo>
                    <a:pt x="549650" y="3006673"/>
                  </a:lnTo>
                  <a:lnTo>
                    <a:pt x="550300" y="3007358"/>
                  </a:lnTo>
                  <a:lnTo>
                    <a:pt x="550950" y="3007986"/>
                  </a:lnTo>
                  <a:lnTo>
                    <a:pt x="551600" y="3008558"/>
                  </a:lnTo>
                  <a:lnTo>
                    <a:pt x="552250" y="3009040"/>
                  </a:lnTo>
                  <a:lnTo>
                    <a:pt x="552899" y="3009402"/>
                  </a:lnTo>
                  <a:lnTo>
                    <a:pt x="553549" y="3009647"/>
                  </a:lnTo>
                  <a:lnTo>
                    <a:pt x="554199" y="3009772"/>
                  </a:lnTo>
                  <a:lnTo>
                    <a:pt x="554849" y="3009804"/>
                  </a:lnTo>
                  <a:lnTo>
                    <a:pt x="555499" y="3009740"/>
                  </a:lnTo>
                  <a:lnTo>
                    <a:pt x="556149" y="3009579"/>
                  </a:lnTo>
                  <a:lnTo>
                    <a:pt x="556799" y="3009341"/>
                  </a:lnTo>
                  <a:lnTo>
                    <a:pt x="557449" y="3008931"/>
                  </a:lnTo>
                  <a:lnTo>
                    <a:pt x="558099" y="3008260"/>
                  </a:lnTo>
                  <a:lnTo>
                    <a:pt x="558749" y="3007293"/>
                  </a:lnTo>
                  <a:lnTo>
                    <a:pt x="559399" y="3006027"/>
                  </a:lnTo>
                  <a:lnTo>
                    <a:pt x="560049" y="3004486"/>
                  </a:lnTo>
                  <a:lnTo>
                    <a:pt x="560699" y="3002617"/>
                  </a:lnTo>
                  <a:lnTo>
                    <a:pt x="561349" y="3000393"/>
                  </a:lnTo>
                  <a:lnTo>
                    <a:pt x="561999" y="2997878"/>
                  </a:lnTo>
                  <a:lnTo>
                    <a:pt x="562649" y="2995164"/>
                  </a:lnTo>
                  <a:lnTo>
                    <a:pt x="563298" y="2992245"/>
                  </a:lnTo>
                  <a:lnTo>
                    <a:pt x="563948" y="2989056"/>
                  </a:lnTo>
                  <a:lnTo>
                    <a:pt x="564598" y="2985551"/>
                  </a:lnTo>
                  <a:lnTo>
                    <a:pt x="565248" y="2981714"/>
                  </a:lnTo>
                  <a:lnTo>
                    <a:pt x="565898" y="2977484"/>
                  </a:lnTo>
                  <a:lnTo>
                    <a:pt x="566548" y="2972820"/>
                  </a:lnTo>
                  <a:lnTo>
                    <a:pt x="567198" y="2967751"/>
                  </a:lnTo>
                  <a:lnTo>
                    <a:pt x="567848" y="2962329"/>
                  </a:lnTo>
                  <a:lnTo>
                    <a:pt x="568498" y="2956589"/>
                  </a:lnTo>
                  <a:lnTo>
                    <a:pt x="569148" y="2950560"/>
                  </a:lnTo>
                  <a:lnTo>
                    <a:pt x="569798" y="2944258"/>
                  </a:lnTo>
                  <a:lnTo>
                    <a:pt x="570448" y="2937718"/>
                  </a:lnTo>
                  <a:lnTo>
                    <a:pt x="571098" y="2930968"/>
                  </a:lnTo>
                  <a:lnTo>
                    <a:pt x="571748" y="2923977"/>
                  </a:lnTo>
                  <a:lnTo>
                    <a:pt x="572398" y="2916702"/>
                  </a:lnTo>
                  <a:lnTo>
                    <a:pt x="573047" y="2909110"/>
                  </a:lnTo>
                  <a:lnTo>
                    <a:pt x="573697" y="2901239"/>
                  </a:lnTo>
                  <a:lnTo>
                    <a:pt x="574347" y="2893151"/>
                  </a:lnTo>
                  <a:lnTo>
                    <a:pt x="574997" y="2884866"/>
                  </a:lnTo>
                  <a:lnTo>
                    <a:pt x="575647" y="2876457"/>
                  </a:lnTo>
                  <a:lnTo>
                    <a:pt x="576297" y="2867948"/>
                  </a:lnTo>
                  <a:lnTo>
                    <a:pt x="576947" y="2859336"/>
                  </a:lnTo>
                  <a:lnTo>
                    <a:pt x="577597" y="2850574"/>
                  </a:lnTo>
                  <a:lnTo>
                    <a:pt x="578247" y="2841595"/>
                  </a:lnTo>
                  <a:lnTo>
                    <a:pt x="578897" y="2832342"/>
                  </a:lnTo>
                  <a:lnTo>
                    <a:pt x="579547" y="2822797"/>
                  </a:lnTo>
                  <a:lnTo>
                    <a:pt x="580197" y="2812934"/>
                  </a:lnTo>
                  <a:lnTo>
                    <a:pt x="580847" y="2802726"/>
                  </a:lnTo>
                  <a:lnTo>
                    <a:pt x="581497" y="2792147"/>
                  </a:lnTo>
                  <a:lnTo>
                    <a:pt x="582147" y="2781184"/>
                  </a:lnTo>
                  <a:lnTo>
                    <a:pt x="582797" y="2769855"/>
                  </a:lnTo>
                  <a:lnTo>
                    <a:pt x="583446" y="2758201"/>
                  </a:lnTo>
                  <a:lnTo>
                    <a:pt x="584096" y="2746181"/>
                  </a:lnTo>
                  <a:lnTo>
                    <a:pt x="584746" y="2733814"/>
                  </a:lnTo>
                  <a:lnTo>
                    <a:pt x="585396" y="2721189"/>
                  </a:lnTo>
                  <a:lnTo>
                    <a:pt x="586046" y="2708372"/>
                  </a:lnTo>
                  <a:lnTo>
                    <a:pt x="586696" y="2695381"/>
                  </a:lnTo>
                  <a:lnTo>
                    <a:pt x="587346" y="2682232"/>
                  </a:lnTo>
                  <a:lnTo>
                    <a:pt x="587996" y="2668960"/>
                  </a:lnTo>
                  <a:lnTo>
                    <a:pt x="588646" y="2655596"/>
                  </a:lnTo>
                  <a:lnTo>
                    <a:pt x="589296" y="2642191"/>
                  </a:lnTo>
                  <a:lnTo>
                    <a:pt x="589946" y="2628908"/>
                  </a:lnTo>
                  <a:lnTo>
                    <a:pt x="590596" y="2615952"/>
                  </a:lnTo>
                  <a:lnTo>
                    <a:pt x="591246" y="2603488"/>
                  </a:lnTo>
                  <a:lnTo>
                    <a:pt x="591896" y="2591530"/>
                  </a:lnTo>
                  <a:lnTo>
                    <a:pt x="592546" y="2580073"/>
                  </a:lnTo>
                  <a:lnTo>
                    <a:pt x="593195" y="2569166"/>
                  </a:lnTo>
                  <a:lnTo>
                    <a:pt x="593845" y="2558968"/>
                  </a:lnTo>
                  <a:lnTo>
                    <a:pt x="594495" y="2549531"/>
                  </a:lnTo>
                  <a:lnTo>
                    <a:pt x="595145" y="2540782"/>
                  </a:lnTo>
                  <a:lnTo>
                    <a:pt x="595795" y="2532724"/>
                  </a:lnTo>
                  <a:lnTo>
                    <a:pt x="596445" y="2525421"/>
                  </a:lnTo>
                  <a:lnTo>
                    <a:pt x="597095" y="2518885"/>
                  </a:lnTo>
                  <a:lnTo>
                    <a:pt x="597745" y="2513128"/>
                  </a:lnTo>
                  <a:lnTo>
                    <a:pt x="598395" y="2508227"/>
                  </a:lnTo>
                  <a:lnTo>
                    <a:pt x="599045" y="2504257"/>
                  </a:lnTo>
                  <a:lnTo>
                    <a:pt x="599695" y="2501200"/>
                  </a:lnTo>
                  <a:lnTo>
                    <a:pt x="600345" y="2498931"/>
                  </a:lnTo>
                  <a:lnTo>
                    <a:pt x="600995" y="2497409"/>
                  </a:lnTo>
                  <a:lnTo>
                    <a:pt x="601645" y="2496615"/>
                  </a:lnTo>
                  <a:lnTo>
                    <a:pt x="602295" y="2496510"/>
                  </a:lnTo>
                  <a:lnTo>
                    <a:pt x="602945" y="2497024"/>
                  </a:lnTo>
                  <a:lnTo>
                    <a:pt x="603594" y="2498063"/>
                  </a:lnTo>
                  <a:lnTo>
                    <a:pt x="604244" y="2499449"/>
                  </a:lnTo>
                  <a:lnTo>
                    <a:pt x="604894" y="2501143"/>
                  </a:lnTo>
                  <a:lnTo>
                    <a:pt x="605544" y="2503145"/>
                  </a:lnTo>
                  <a:lnTo>
                    <a:pt x="606194" y="2505454"/>
                  </a:lnTo>
                  <a:lnTo>
                    <a:pt x="606844" y="2508030"/>
                  </a:lnTo>
                  <a:lnTo>
                    <a:pt x="607494" y="2510813"/>
                  </a:lnTo>
                  <a:lnTo>
                    <a:pt x="608144" y="2513709"/>
                  </a:lnTo>
                  <a:lnTo>
                    <a:pt x="608794" y="2516615"/>
                  </a:lnTo>
                  <a:lnTo>
                    <a:pt x="609444" y="2519536"/>
                  </a:lnTo>
                  <a:lnTo>
                    <a:pt x="610094" y="2522513"/>
                  </a:lnTo>
                  <a:lnTo>
                    <a:pt x="610744" y="2525679"/>
                  </a:lnTo>
                  <a:lnTo>
                    <a:pt x="611394" y="2529178"/>
                  </a:lnTo>
                  <a:lnTo>
                    <a:pt x="612044" y="2533050"/>
                  </a:lnTo>
                  <a:lnTo>
                    <a:pt x="612694" y="2537313"/>
                  </a:lnTo>
                  <a:lnTo>
                    <a:pt x="613343" y="2542007"/>
                  </a:lnTo>
                  <a:lnTo>
                    <a:pt x="613993" y="2547261"/>
                  </a:lnTo>
                  <a:lnTo>
                    <a:pt x="614643" y="2553141"/>
                  </a:lnTo>
                  <a:lnTo>
                    <a:pt x="615293" y="2559657"/>
                  </a:lnTo>
                  <a:lnTo>
                    <a:pt x="615943" y="2566750"/>
                  </a:lnTo>
                  <a:lnTo>
                    <a:pt x="616593" y="2574449"/>
                  </a:lnTo>
                  <a:lnTo>
                    <a:pt x="617243" y="2582857"/>
                  </a:lnTo>
                  <a:lnTo>
                    <a:pt x="617893" y="2591929"/>
                  </a:lnTo>
                  <a:lnTo>
                    <a:pt x="618543" y="2601581"/>
                  </a:lnTo>
                  <a:lnTo>
                    <a:pt x="619193" y="2611758"/>
                  </a:lnTo>
                  <a:lnTo>
                    <a:pt x="619843" y="2622488"/>
                  </a:lnTo>
                  <a:lnTo>
                    <a:pt x="620493" y="2633689"/>
                  </a:lnTo>
                  <a:lnTo>
                    <a:pt x="621143" y="2645254"/>
                  </a:lnTo>
                  <a:lnTo>
                    <a:pt x="621793" y="2657154"/>
                  </a:lnTo>
                  <a:lnTo>
                    <a:pt x="622443" y="2669324"/>
                  </a:lnTo>
                  <a:lnTo>
                    <a:pt x="623093" y="2681637"/>
                  </a:lnTo>
                  <a:lnTo>
                    <a:pt x="623742" y="2693914"/>
                  </a:lnTo>
                  <a:lnTo>
                    <a:pt x="624392" y="2706074"/>
                  </a:lnTo>
                  <a:lnTo>
                    <a:pt x="625042" y="2718084"/>
                  </a:lnTo>
                  <a:lnTo>
                    <a:pt x="625692" y="2729973"/>
                  </a:lnTo>
                  <a:lnTo>
                    <a:pt x="626342" y="2741632"/>
                  </a:lnTo>
                  <a:lnTo>
                    <a:pt x="626992" y="2752947"/>
                  </a:lnTo>
                  <a:lnTo>
                    <a:pt x="627642" y="2763898"/>
                  </a:lnTo>
                  <a:lnTo>
                    <a:pt x="628292" y="2774489"/>
                  </a:lnTo>
                  <a:lnTo>
                    <a:pt x="628942" y="2784669"/>
                  </a:lnTo>
                  <a:lnTo>
                    <a:pt x="629592" y="2794423"/>
                  </a:lnTo>
                  <a:lnTo>
                    <a:pt x="630242" y="2803775"/>
                  </a:lnTo>
                  <a:lnTo>
                    <a:pt x="630892" y="2812621"/>
                  </a:lnTo>
                  <a:lnTo>
                    <a:pt x="631542" y="2820878"/>
                  </a:lnTo>
                  <a:lnTo>
                    <a:pt x="632192" y="2828528"/>
                  </a:lnTo>
                  <a:lnTo>
                    <a:pt x="632842" y="2835618"/>
                  </a:lnTo>
                  <a:lnTo>
                    <a:pt x="633491" y="2842122"/>
                  </a:lnTo>
                  <a:lnTo>
                    <a:pt x="634141" y="2848032"/>
                  </a:lnTo>
                  <a:lnTo>
                    <a:pt x="634791" y="2853352"/>
                  </a:lnTo>
                  <a:lnTo>
                    <a:pt x="635441" y="2858080"/>
                  </a:lnTo>
                  <a:lnTo>
                    <a:pt x="636091" y="2862286"/>
                  </a:lnTo>
                  <a:lnTo>
                    <a:pt x="636741" y="2866129"/>
                  </a:lnTo>
                  <a:lnTo>
                    <a:pt x="637391" y="2869794"/>
                  </a:lnTo>
                  <a:lnTo>
                    <a:pt x="638041" y="2873377"/>
                  </a:lnTo>
                  <a:lnTo>
                    <a:pt x="638691" y="2876871"/>
                  </a:lnTo>
                  <a:lnTo>
                    <a:pt x="639341" y="2880301"/>
                  </a:lnTo>
                  <a:lnTo>
                    <a:pt x="639991" y="2883718"/>
                  </a:lnTo>
                  <a:lnTo>
                    <a:pt x="640641" y="2887194"/>
                  </a:lnTo>
                  <a:lnTo>
                    <a:pt x="641291" y="2890787"/>
                  </a:lnTo>
                  <a:lnTo>
                    <a:pt x="641941" y="2894512"/>
                  </a:lnTo>
                  <a:lnTo>
                    <a:pt x="642591" y="2898344"/>
                  </a:lnTo>
                  <a:lnTo>
                    <a:pt x="643241" y="2902304"/>
                  </a:lnTo>
                  <a:lnTo>
                    <a:pt x="643890" y="2906316"/>
                  </a:lnTo>
                  <a:lnTo>
                    <a:pt x="644540" y="2910308"/>
                  </a:lnTo>
                  <a:lnTo>
                    <a:pt x="645190" y="2914263"/>
                  </a:lnTo>
                  <a:lnTo>
                    <a:pt x="645840" y="2918165"/>
                  </a:lnTo>
                  <a:lnTo>
                    <a:pt x="646490" y="2921853"/>
                  </a:lnTo>
                  <a:lnTo>
                    <a:pt x="647140" y="2925142"/>
                  </a:lnTo>
                  <a:lnTo>
                    <a:pt x="647790" y="2927973"/>
                  </a:lnTo>
                  <a:lnTo>
                    <a:pt x="648440" y="2930343"/>
                  </a:lnTo>
                  <a:lnTo>
                    <a:pt x="649090" y="2932224"/>
                  </a:lnTo>
                  <a:lnTo>
                    <a:pt x="649740" y="2933520"/>
                  </a:lnTo>
                  <a:lnTo>
                    <a:pt x="650390" y="2934214"/>
                  </a:lnTo>
                  <a:lnTo>
                    <a:pt x="651040" y="2934338"/>
                  </a:lnTo>
                  <a:lnTo>
                    <a:pt x="651690" y="2933885"/>
                  </a:lnTo>
                  <a:lnTo>
                    <a:pt x="652340" y="2932823"/>
                  </a:lnTo>
                  <a:lnTo>
                    <a:pt x="652990" y="2931111"/>
                  </a:lnTo>
                  <a:lnTo>
                    <a:pt x="653639" y="2928838"/>
                  </a:lnTo>
                  <a:lnTo>
                    <a:pt x="654289" y="2926052"/>
                  </a:lnTo>
                  <a:lnTo>
                    <a:pt x="654939" y="2922743"/>
                  </a:lnTo>
                  <a:lnTo>
                    <a:pt x="655589" y="2918942"/>
                  </a:lnTo>
                  <a:lnTo>
                    <a:pt x="656239" y="2914714"/>
                  </a:lnTo>
                  <a:lnTo>
                    <a:pt x="656889" y="2910153"/>
                  </a:lnTo>
                  <a:lnTo>
                    <a:pt x="657539" y="2905277"/>
                  </a:lnTo>
                  <a:lnTo>
                    <a:pt x="658189" y="2900051"/>
                  </a:lnTo>
                  <a:lnTo>
                    <a:pt x="658839" y="2894482"/>
                  </a:lnTo>
                  <a:lnTo>
                    <a:pt x="659489" y="2888665"/>
                  </a:lnTo>
                  <a:lnTo>
                    <a:pt x="660139" y="2882623"/>
                  </a:lnTo>
                  <a:lnTo>
                    <a:pt x="660789" y="2876356"/>
                  </a:lnTo>
                  <a:lnTo>
                    <a:pt x="661439" y="2869952"/>
                  </a:lnTo>
                  <a:lnTo>
                    <a:pt x="662089" y="2863450"/>
                  </a:lnTo>
                  <a:lnTo>
                    <a:pt x="662739" y="2856808"/>
                  </a:lnTo>
                  <a:lnTo>
                    <a:pt x="663389" y="2850117"/>
                  </a:lnTo>
                  <a:lnTo>
                    <a:pt x="664038" y="2843489"/>
                  </a:lnTo>
                  <a:lnTo>
                    <a:pt x="664688" y="2836949"/>
                  </a:lnTo>
                  <a:lnTo>
                    <a:pt x="665338" y="2830513"/>
                  </a:lnTo>
                  <a:lnTo>
                    <a:pt x="665988" y="2824290"/>
                  </a:lnTo>
                  <a:lnTo>
                    <a:pt x="666638" y="2818383"/>
                  </a:lnTo>
                  <a:lnTo>
                    <a:pt x="667288" y="2812811"/>
                  </a:lnTo>
                  <a:lnTo>
                    <a:pt x="667938" y="2807675"/>
                  </a:lnTo>
                  <a:lnTo>
                    <a:pt x="668588" y="2802976"/>
                  </a:lnTo>
                  <a:lnTo>
                    <a:pt x="669238" y="2798714"/>
                  </a:lnTo>
                  <a:lnTo>
                    <a:pt x="669888" y="2794756"/>
                  </a:lnTo>
                  <a:lnTo>
                    <a:pt x="670538" y="2791043"/>
                  </a:lnTo>
                  <a:lnTo>
                    <a:pt x="671188" y="2787548"/>
                  </a:lnTo>
                  <a:lnTo>
                    <a:pt x="671838" y="2784281"/>
                  </a:lnTo>
                  <a:lnTo>
                    <a:pt x="672488" y="2781244"/>
                  </a:lnTo>
                  <a:lnTo>
                    <a:pt x="673138" y="2778404"/>
                  </a:lnTo>
                  <a:lnTo>
                    <a:pt x="673787" y="2775764"/>
                  </a:lnTo>
                  <a:lnTo>
                    <a:pt x="674437" y="2773353"/>
                  </a:lnTo>
                  <a:lnTo>
                    <a:pt x="675087" y="2771215"/>
                  </a:lnTo>
                  <a:lnTo>
                    <a:pt x="675737" y="2769282"/>
                  </a:lnTo>
                  <a:lnTo>
                    <a:pt x="676387" y="2767454"/>
                  </a:lnTo>
                  <a:lnTo>
                    <a:pt x="677037" y="2765746"/>
                  </a:lnTo>
                  <a:lnTo>
                    <a:pt x="677687" y="2764155"/>
                  </a:lnTo>
                  <a:lnTo>
                    <a:pt x="678337" y="2762681"/>
                  </a:lnTo>
                  <a:lnTo>
                    <a:pt x="678987" y="2761336"/>
                  </a:lnTo>
                  <a:lnTo>
                    <a:pt x="679637" y="2760288"/>
                  </a:lnTo>
                  <a:lnTo>
                    <a:pt x="680287" y="2759593"/>
                  </a:lnTo>
                  <a:lnTo>
                    <a:pt x="680937" y="2759270"/>
                  </a:lnTo>
                  <a:lnTo>
                    <a:pt x="681587" y="2759358"/>
                  </a:lnTo>
                  <a:lnTo>
                    <a:pt x="682237" y="2759905"/>
                  </a:lnTo>
                  <a:lnTo>
                    <a:pt x="682887" y="2760894"/>
                  </a:lnTo>
                  <a:lnTo>
                    <a:pt x="683536" y="2762264"/>
                  </a:lnTo>
                  <a:lnTo>
                    <a:pt x="684186" y="2764043"/>
                  </a:lnTo>
                  <a:lnTo>
                    <a:pt x="684836" y="2766231"/>
                  </a:lnTo>
                  <a:lnTo>
                    <a:pt x="685486" y="2768879"/>
                  </a:lnTo>
                  <a:lnTo>
                    <a:pt x="686136" y="2771978"/>
                  </a:lnTo>
                  <a:lnTo>
                    <a:pt x="686786" y="2775506"/>
                  </a:lnTo>
                  <a:lnTo>
                    <a:pt x="687436" y="2779486"/>
                  </a:lnTo>
                  <a:lnTo>
                    <a:pt x="688086" y="2783926"/>
                  </a:lnTo>
                  <a:lnTo>
                    <a:pt x="688736" y="2788778"/>
                  </a:lnTo>
                  <a:lnTo>
                    <a:pt x="689386" y="2793983"/>
                  </a:lnTo>
                  <a:lnTo>
                    <a:pt x="690036" y="2799548"/>
                  </a:lnTo>
                  <a:lnTo>
                    <a:pt x="690686" y="2805524"/>
                  </a:lnTo>
                  <a:lnTo>
                    <a:pt x="691336" y="2811929"/>
                  </a:lnTo>
                  <a:lnTo>
                    <a:pt x="691986" y="2818700"/>
                  </a:lnTo>
                  <a:lnTo>
                    <a:pt x="692636" y="2825831"/>
                  </a:lnTo>
                  <a:lnTo>
                    <a:pt x="693286" y="2833324"/>
                  </a:lnTo>
                  <a:lnTo>
                    <a:pt x="693935" y="2841119"/>
                  </a:lnTo>
                  <a:lnTo>
                    <a:pt x="694585" y="2849118"/>
                  </a:lnTo>
                  <a:lnTo>
                    <a:pt x="695235" y="2857356"/>
                  </a:lnTo>
                  <a:lnTo>
                    <a:pt x="695885" y="2865851"/>
                  </a:lnTo>
                  <a:lnTo>
                    <a:pt x="696535" y="2874517"/>
                  </a:lnTo>
                  <a:lnTo>
                    <a:pt x="697185" y="2883329"/>
                  </a:lnTo>
                  <a:lnTo>
                    <a:pt x="697835" y="2892287"/>
                  </a:lnTo>
                  <a:lnTo>
                    <a:pt x="698485" y="2901373"/>
                  </a:lnTo>
                  <a:lnTo>
                    <a:pt x="699135" y="2910498"/>
                  </a:lnTo>
                  <a:lnTo>
                    <a:pt x="699785" y="2919636"/>
                  </a:lnTo>
                  <a:lnTo>
                    <a:pt x="700435" y="2928677"/>
                  </a:lnTo>
                  <a:lnTo>
                    <a:pt x="701085" y="2937517"/>
                  </a:lnTo>
                  <a:lnTo>
                    <a:pt x="701735" y="2946149"/>
                  </a:lnTo>
                  <a:lnTo>
                    <a:pt x="702385" y="2954577"/>
                  </a:lnTo>
                  <a:lnTo>
                    <a:pt x="703035" y="2962801"/>
                  </a:lnTo>
                  <a:lnTo>
                    <a:pt x="703684" y="2970840"/>
                  </a:lnTo>
                  <a:lnTo>
                    <a:pt x="704334" y="2978673"/>
                  </a:lnTo>
                  <a:lnTo>
                    <a:pt x="704984" y="2986281"/>
                  </a:lnTo>
                  <a:lnTo>
                    <a:pt x="705634" y="2993620"/>
                  </a:lnTo>
                  <a:lnTo>
                    <a:pt x="706284" y="3000703"/>
                  </a:lnTo>
                  <a:lnTo>
                    <a:pt x="706934" y="3007513"/>
                  </a:lnTo>
                  <a:lnTo>
                    <a:pt x="707410" y="3012293"/>
                  </a:lnTo>
                  <a:lnTo>
                    <a:pt x="744132" y="3012293"/>
                  </a:lnTo>
                  <a:lnTo>
                    <a:pt x="744630" y="3009545"/>
                  </a:lnTo>
                  <a:lnTo>
                    <a:pt x="745280" y="3005965"/>
                  </a:lnTo>
                  <a:lnTo>
                    <a:pt x="745930" y="3002385"/>
                  </a:lnTo>
                  <a:lnTo>
                    <a:pt x="746580" y="2998805"/>
                  </a:lnTo>
                  <a:lnTo>
                    <a:pt x="747230" y="2995275"/>
                  </a:lnTo>
                  <a:lnTo>
                    <a:pt x="747880" y="2991884"/>
                  </a:lnTo>
                  <a:lnTo>
                    <a:pt x="748530" y="2988670"/>
                  </a:lnTo>
                  <a:lnTo>
                    <a:pt x="749180" y="2985632"/>
                  </a:lnTo>
                  <a:lnTo>
                    <a:pt x="749830" y="2982772"/>
                  </a:lnTo>
                  <a:lnTo>
                    <a:pt x="750480" y="2980113"/>
                  </a:lnTo>
                  <a:lnTo>
                    <a:pt x="751130" y="2977659"/>
                  </a:lnTo>
                  <a:lnTo>
                    <a:pt x="751780" y="2975414"/>
                  </a:lnTo>
                  <a:lnTo>
                    <a:pt x="752430" y="2973377"/>
                  </a:lnTo>
                  <a:lnTo>
                    <a:pt x="753080" y="2971577"/>
                  </a:lnTo>
                  <a:lnTo>
                    <a:pt x="753730" y="2970057"/>
                  </a:lnTo>
                  <a:lnTo>
                    <a:pt x="754379" y="2968891"/>
                  </a:lnTo>
                  <a:lnTo>
                    <a:pt x="755029" y="2968112"/>
                  </a:lnTo>
                  <a:lnTo>
                    <a:pt x="755679" y="2967720"/>
                  </a:lnTo>
                  <a:lnTo>
                    <a:pt x="756329" y="2967715"/>
                  </a:lnTo>
                  <a:lnTo>
                    <a:pt x="756979" y="2968056"/>
                  </a:lnTo>
                  <a:lnTo>
                    <a:pt x="757629" y="2968667"/>
                  </a:lnTo>
                  <a:lnTo>
                    <a:pt x="758279" y="2969538"/>
                  </a:lnTo>
                  <a:lnTo>
                    <a:pt x="758929" y="2970670"/>
                  </a:lnTo>
                  <a:lnTo>
                    <a:pt x="759579" y="2972069"/>
                  </a:lnTo>
                  <a:lnTo>
                    <a:pt x="760229" y="2973736"/>
                  </a:lnTo>
                  <a:lnTo>
                    <a:pt x="760879" y="2975700"/>
                  </a:lnTo>
                  <a:lnTo>
                    <a:pt x="761529" y="2977929"/>
                  </a:lnTo>
                  <a:lnTo>
                    <a:pt x="762179" y="2980425"/>
                  </a:lnTo>
                  <a:lnTo>
                    <a:pt x="762829" y="2983182"/>
                  </a:lnTo>
                  <a:lnTo>
                    <a:pt x="763479" y="2986152"/>
                  </a:lnTo>
                  <a:lnTo>
                    <a:pt x="764128" y="2989221"/>
                  </a:lnTo>
                  <a:lnTo>
                    <a:pt x="764778" y="2992347"/>
                  </a:lnTo>
                  <a:lnTo>
                    <a:pt x="765428" y="2995530"/>
                  </a:lnTo>
                  <a:lnTo>
                    <a:pt x="766078" y="2998770"/>
                  </a:lnTo>
                  <a:lnTo>
                    <a:pt x="766728" y="3002067"/>
                  </a:lnTo>
                  <a:lnTo>
                    <a:pt x="767378" y="3005421"/>
                  </a:lnTo>
                  <a:lnTo>
                    <a:pt x="768028" y="3008835"/>
                  </a:lnTo>
                  <a:lnTo>
                    <a:pt x="768675" y="3012293"/>
                  </a:lnTo>
                  <a:lnTo>
                    <a:pt x="892277" y="3012293"/>
                  </a:lnTo>
                  <a:lnTo>
                    <a:pt x="892816" y="3010637"/>
                  </a:lnTo>
                  <a:lnTo>
                    <a:pt x="893466" y="3008637"/>
                  </a:lnTo>
                  <a:lnTo>
                    <a:pt x="894116" y="3006637"/>
                  </a:lnTo>
                  <a:lnTo>
                    <a:pt x="894765" y="3004638"/>
                  </a:lnTo>
                  <a:lnTo>
                    <a:pt x="895415" y="3002638"/>
                  </a:lnTo>
                  <a:lnTo>
                    <a:pt x="896065" y="3000638"/>
                  </a:lnTo>
                  <a:lnTo>
                    <a:pt x="896715" y="2998663"/>
                  </a:lnTo>
                  <a:lnTo>
                    <a:pt x="897365" y="2996716"/>
                  </a:lnTo>
                  <a:lnTo>
                    <a:pt x="898015" y="2994800"/>
                  </a:lnTo>
                  <a:lnTo>
                    <a:pt x="898665" y="2992917"/>
                  </a:lnTo>
                  <a:lnTo>
                    <a:pt x="899315" y="2991065"/>
                  </a:lnTo>
                  <a:lnTo>
                    <a:pt x="899965" y="2989273"/>
                  </a:lnTo>
                  <a:lnTo>
                    <a:pt x="900615" y="2987613"/>
                  </a:lnTo>
                  <a:lnTo>
                    <a:pt x="901265" y="2986170"/>
                  </a:lnTo>
                  <a:lnTo>
                    <a:pt x="901915" y="2984961"/>
                  </a:lnTo>
                  <a:lnTo>
                    <a:pt x="902565" y="2983986"/>
                  </a:lnTo>
                  <a:lnTo>
                    <a:pt x="903215" y="2983244"/>
                  </a:lnTo>
                  <a:lnTo>
                    <a:pt x="903865" y="2982657"/>
                  </a:lnTo>
                  <a:lnTo>
                    <a:pt x="904515" y="2982215"/>
                  </a:lnTo>
                  <a:lnTo>
                    <a:pt x="905164" y="2981918"/>
                  </a:lnTo>
                  <a:lnTo>
                    <a:pt x="905814" y="2981822"/>
                  </a:lnTo>
                  <a:lnTo>
                    <a:pt x="906464" y="2981978"/>
                  </a:lnTo>
                  <a:lnTo>
                    <a:pt x="907114" y="2982379"/>
                  </a:lnTo>
                  <a:lnTo>
                    <a:pt x="907764" y="2982977"/>
                  </a:lnTo>
                  <a:lnTo>
                    <a:pt x="908414" y="2983713"/>
                  </a:lnTo>
                  <a:lnTo>
                    <a:pt x="909064" y="2984581"/>
                  </a:lnTo>
                  <a:lnTo>
                    <a:pt x="909714" y="2985579"/>
                  </a:lnTo>
                  <a:lnTo>
                    <a:pt x="910364" y="2986643"/>
                  </a:lnTo>
                  <a:lnTo>
                    <a:pt x="911014" y="2987672"/>
                  </a:lnTo>
                  <a:lnTo>
                    <a:pt x="911664" y="2988649"/>
                  </a:lnTo>
                  <a:lnTo>
                    <a:pt x="912314" y="2989574"/>
                  </a:lnTo>
                  <a:lnTo>
                    <a:pt x="912964" y="2990409"/>
                  </a:lnTo>
                  <a:lnTo>
                    <a:pt x="913614" y="2991185"/>
                  </a:lnTo>
                  <a:lnTo>
                    <a:pt x="914264" y="2991878"/>
                  </a:lnTo>
                  <a:lnTo>
                    <a:pt x="914913" y="2992451"/>
                  </a:lnTo>
                  <a:lnTo>
                    <a:pt x="915563" y="2992845"/>
                  </a:lnTo>
                  <a:lnTo>
                    <a:pt x="916213" y="2992970"/>
                  </a:lnTo>
                  <a:lnTo>
                    <a:pt x="916863" y="2992802"/>
                  </a:lnTo>
                  <a:lnTo>
                    <a:pt x="917513" y="2992362"/>
                  </a:lnTo>
                  <a:lnTo>
                    <a:pt x="918163" y="2991705"/>
                  </a:lnTo>
                  <a:lnTo>
                    <a:pt x="918813" y="2990859"/>
                  </a:lnTo>
                  <a:lnTo>
                    <a:pt x="919463" y="2989847"/>
                  </a:lnTo>
                  <a:lnTo>
                    <a:pt x="920113" y="2988670"/>
                  </a:lnTo>
                  <a:lnTo>
                    <a:pt x="920763" y="2987329"/>
                  </a:lnTo>
                  <a:lnTo>
                    <a:pt x="921413" y="2985822"/>
                  </a:lnTo>
                  <a:lnTo>
                    <a:pt x="922063" y="2984151"/>
                  </a:lnTo>
                  <a:lnTo>
                    <a:pt x="922713" y="2982355"/>
                  </a:lnTo>
                  <a:lnTo>
                    <a:pt x="923363" y="2980471"/>
                  </a:lnTo>
                  <a:lnTo>
                    <a:pt x="924013" y="2978537"/>
                  </a:lnTo>
                  <a:lnTo>
                    <a:pt x="924663" y="2976603"/>
                  </a:lnTo>
                  <a:lnTo>
                    <a:pt x="925312" y="2974669"/>
                  </a:lnTo>
                  <a:lnTo>
                    <a:pt x="925962" y="2972734"/>
                  </a:lnTo>
                  <a:lnTo>
                    <a:pt x="926612" y="2970800"/>
                  </a:lnTo>
                  <a:lnTo>
                    <a:pt x="927262" y="2968866"/>
                  </a:lnTo>
                  <a:lnTo>
                    <a:pt x="927912" y="2966931"/>
                  </a:lnTo>
                  <a:lnTo>
                    <a:pt x="928562" y="2964997"/>
                  </a:lnTo>
                  <a:lnTo>
                    <a:pt x="929212" y="2963038"/>
                  </a:lnTo>
                  <a:lnTo>
                    <a:pt x="929862" y="2961027"/>
                  </a:lnTo>
                  <a:lnTo>
                    <a:pt x="930512" y="2958956"/>
                  </a:lnTo>
                  <a:lnTo>
                    <a:pt x="931162" y="2956822"/>
                  </a:lnTo>
                  <a:lnTo>
                    <a:pt x="931812" y="2954623"/>
                  </a:lnTo>
                  <a:lnTo>
                    <a:pt x="932462" y="2952333"/>
                  </a:lnTo>
                  <a:lnTo>
                    <a:pt x="933112" y="2949923"/>
                  </a:lnTo>
                  <a:lnTo>
                    <a:pt x="933762" y="2947325"/>
                  </a:lnTo>
                  <a:lnTo>
                    <a:pt x="934412" y="2944524"/>
                  </a:lnTo>
                  <a:lnTo>
                    <a:pt x="935061" y="2941520"/>
                  </a:lnTo>
                  <a:lnTo>
                    <a:pt x="935711" y="2938314"/>
                  </a:lnTo>
                  <a:lnTo>
                    <a:pt x="936361" y="2934985"/>
                  </a:lnTo>
                  <a:lnTo>
                    <a:pt x="937011" y="2931622"/>
                  </a:lnTo>
                  <a:lnTo>
                    <a:pt x="937661" y="2928234"/>
                  </a:lnTo>
                  <a:lnTo>
                    <a:pt x="938311" y="2924820"/>
                  </a:lnTo>
                  <a:lnTo>
                    <a:pt x="938961" y="2921349"/>
                  </a:lnTo>
                  <a:lnTo>
                    <a:pt x="939611" y="2917830"/>
                  </a:lnTo>
                  <a:lnTo>
                    <a:pt x="940261" y="2914315"/>
                  </a:lnTo>
                  <a:lnTo>
                    <a:pt x="940911" y="2910930"/>
                  </a:lnTo>
                  <a:lnTo>
                    <a:pt x="941561" y="2907775"/>
                  </a:lnTo>
                  <a:lnTo>
                    <a:pt x="942211" y="2904856"/>
                  </a:lnTo>
                  <a:lnTo>
                    <a:pt x="942861" y="2902192"/>
                  </a:lnTo>
                  <a:lnTo>
                    <a:pt x="943511" y="2899872"/>
                  </a:lnTo>
                  <a:lnTo>
                    <a:pt x="944161" y="2897954"/>
                  </a:lnTo>
                  <a:lnTo>
                    <a:pt x="944811" y="2896437"/>
                  </a:lnTo>
                  <a:lnTo>
                    <a:pt x="945460" y="2895359"/>
                  </a:lnTo>
                  <a:lnTo>
                    <a:pt x="946110" y="2894727"/>
                  </a:lnTo>
                  <a:lnTo>
                    <a:pt x="946760" y="2894535"/>
                  </a:lnTo>
                  <a:lnTo>
                    <a:pt x="947410" y="2894843"/>
                  </a:lnTo>
                  <a:lnTo>
                    <a:pt x="948060" y="2895687"/>
                  </a:lnTo>
                  <a:lnTo>
                    <a:pt x="948710" y="2897128"/>
                  </a:lnTo>
                  <a:lnTo>
                    <a:pt x="949360" y="2899193"/>
                  </a:lnTo>
                  <a:lnTo>
                    <a:pt x="950010" y="2901863"/>
                  </a:lnTo>
                  <a:lnTo>
                    <a:pt x="950660" y="2905041"/>
                  </a:lnTo>
                  <a:lnTo>
                    <a:pt x="951310" y="2908629"/>
                  </a:lnTo>
                  <a:lnTo>
                    <a:pt x="951960" y="2912605"/>
                  </a:lnTo>
                  <a:lnTo>
                    <a:pt x="952610" y="2916943"/>
                  </a:lnTo>
                  <a:lnTo>
                    <a:pt x="953260" y="2921643"/>
                  </a:lnTo>
                  <a:lnTo>
                    <a:pt x="953910" y="2926700"/>
                  </a:lnTo>
                  <a:lnTo>
                    <a:pt x="954560" y="2932115"/>
                  </a:lnTo>
                  <a:lnTo>
                    <a:pt x="955209" y="2937819"/>
                  </a:lnTo>
                  <a:lnTo>
                    <a:pt x="955859" y="2943736"/>
                  </a:lnTo>
                  <a:lnTo>
                    <a:pt x="956509" y="2949792"/>
                  </a:lnTo>
                  <a:lnTo>
                    <a:pt x="957159" y="2955897"/>
                  </a:lnTo>
                  <a:lnTo>
                    <a:pt x="957809" y="2962003"/>
                  </a:lnTo>
                  <a:lnTo>
                    <a:pt x="958459" y="2968109"/>
                  </a:lnTo>
                  <a:lnTo>
                    <a:pt x="959109" y="2974215"/>
                  </a:lnTo>
                  <a:lnTo>
                    <a:pt x="959759" y="2980321"/>
                  </a:lnTo>
                  <a:lnTo>
                    <a:pt x="960409" y="2986426"/>
                  </a:lnTo>
                  <a:lnTo>
                    <a:pt x="961059" y="2992532"/>
                  </a:lnTo>
                  <a:lnTo>
                    <a:pt x="961709" y="2998638"/>
                  </a:lnTo>
                  <a:lnTo>
                    <a:pt x="962359" y="3004768"/>
                  </a:lnTo>
                  <a:lnTo>
                    <a:pt x="963009" y="3010926"/>
                  </a:lnTo>
                  <a:lnTo>
                    <a:pt x="963152" y="3012293"/>
                  </a:lnTo>
                  <a:lnTo>
                    <a:pt x="1037438" y="3012293"/>
                  </a:lnTo>
                  <a:lnTo>
                    <a:pt x="1037751" y="3010220"/>
                  </a:lnTo>
                  <a:lnTo>
                    <a:pt x="1038401" y="3005834"/>
                  </a:lnTo>
                  <a:lnTo>
                    <a:pt x="1039051" y="3001360"/>
                  </a:lnTo>
                  <a:lnTo>
                    <a:pt x="1039701" y="2996802"/>
                  </a:lnTo>
                  <a:lnTo>
                    <a:pt x="1040351" y="2992185"/>
                  </a:lnTo>
                  <a:lnTo>
                    <a:pt x="1041001" y="2987504"/>
                  </a:lnTo>
                  <a:lnTo>
                    <a:pt x="1041651" y="2982759"/>
                  </a:lnTo>
                  <a:lnTo>
                    <a:pt x="1042301" y="2977951"/>
                  </a:lnTo>
                  <a:lnTo>
                    <a:pt x="1042951" y="2973079"/>
                  </a:lnTo>
                  <a:lnTo>
                    <a:pt x="1043601" y="2968143"/>
                  </a:lnTo>
                  <a:lnTo>
                    <a:pt x="1044251" y="2963144"/>
                  </a:lnTo>
                  <a:lnTo>
                    <a:pt x="1044901" y="2958106"/>
                  </a:lnTo>
                  <a:lnTo>
                    <a:pt x="1045550" y="2953032"/>
                  </a:lnTo>
                  <a:lnTo>
                    <a:pt x="1046200" y="2947927"/>
                  </a:lnTo>
                  <a:lnTo>
                    <a:pt x="1046850" y="2942826"/>
                  </a:lnTo>
                  <a:lnTo>
                    <a:pt x="1047500" y="2937819"/>
                  </a:lnTo>
                  <a:lnTo>
                    <a:pt x="1048150" y="2932957"/>
                  </a:lnTo>
                  <a:lnTo>
                    <a:pt x="1048800" y="2928240"/>
                  </a:lnTo>
                  <a:lnTo>
                    <a:pt x="1049450" y="2923672"/>
                  </a:lnTo>
                  <a:lnTo>
                    <a:pt x="1050100" y="2919260"/>
                  </a:lnTo>
                  <a:lnTo>
                    <a:pt x="1050750" y="2915031"/>
                  </a:lnTo>
                  <a:lnTo>
                    <a:pt x="1051400" y="2911011"/>
                  </a:lnTo>
                  <a:lnTo>
                    <a:pt x="1052050" y="2907199"/>
                  </a:lnTo>
                  <a:lnTo>
                    <a:pt x="1052700" y="2903596"/>
                  </a:lnTo>
                  <a:lnTo>
                    <a:pt x="1053350" y="2900245"/>
                  </a:lnTo>
                  <a:lnTo>
                    <a:pt x="1054000" y="2897222"/>
                  </a:lnTo>
                  <a:lnTo>
                    <a:pt x="1054650" y="2894562"/>
                  </a:lnTo>
                  <a:lnTo>
                    <a:pt x="1055300" y="2892258"/>
                  </a:lnTo>
                  <a:lnTo>
                    <a:pt x="1055949" y="2890283"/>
                  </a:lnTo>
                  <a:lnTo>
                    <a:pt x="1056599" y="2888610"/>
                  </a:lnTo>
                  <a:lnTo>
                    <a:pt x="1057249" y="2887160"/>
                  </a:lnTo>
                  <a:lnTo>
                    <a:pt x="1057899" y="2885887"/>
                  </a:lnTo>
                  <a:lnTo>
                    <a:pt x="1058549" y="2884790"/>
                  </a:lnTo>
                  <a:lnTo>
                    <a:pt x="1059199" y="2883871"/>
                  </a:lnTo>
                  <a:lnTo>
                    <a:pt x="1059849" y="2883128"/>
                  </a:lnTo>
                  <a:lnTo>
                    <a:pt x="1060499" y="2882628"/>
                  </a:lnTo>
                  <a:lnTo>
                    <a:pt x="1061149" y="2882447"/>
                  </a:lnTo>
                  <a:lnTo>
                    <a:pt x="1061799" y="2882596"/>
                  </a:lnTo>
                  <a:lnTo>
                    <a:pt x="1062449" y="2883099"/>
                  </a:lnTo>
                  <a:lnTo>
                    <a:pt x="1063099" y="2883989"/>
                  </a:lnTo>
                  <a:lnTo>
                    <a:pt x="1063749" y="2885239"/>
                  </a:lnTo>
                  <a:lnTo>
                    <a:pt x="1064399" y="2886736"/>
                  </a:lnTo>
                  <a:lnTo>
                    <a:pt x="1065049" y="2888473"/>
                  </a:lnTo>
                  <a:lnTo>
                    <a:pt x="1065698" y="2890429"/>
                  </a:lnTo>
                  <a:lnTo>
                    <a:pt x="1066348" y="2892549"/>
                  </a:lnTo>
                  <a:lnTo>
                    <a:pt x="1066998" y="2894834"/>
                  </a:lnTo>
                  <a:lnTo>
                    <a:pt x="1067648" y="2897285"/>
                  </a:lnTo>
                  <a:lnTo>
                    <a:pt x="1068298" y="2899900"/>
                  </a:lnTo>
                  <a:lnTo>
                    <a:pt x="1068948" y="2902680"/>
                  </a:lnTo>
                  <a:lnTo>
                    <a:pt x="1069598" y="2905568"/>
                  </a:lnTo>
                  <a:lnTo>
                    <a:pt x="1070248" y="2908488"/>
                  </a:lnTo>
                  <a:lnTo>
                    <a:pt x="1070898" y="2911355"/>
                  </a:lnTo>
                  <a:lnTo>
                    <a:pt x="1071548" y="2914107"/>
                  </a:lnTo>
                  <a:lnTo>
                    <a:pt x="1072198" y="2916712"/>
                  </a:lnTo>
                  <a:lnTo>
                    <a:pt x="1072848" y="2919136"/>
                  </a:lnTo>
                  <a:lnTo>
                    <a:pt x="1073498" y="2921326"/>
                  </a:lnTo>
                  <a:lnTo>
                    <a:pt x="1074148" y="2923310"/>
                  </a:lnTo>
                  <a:lnTo>
                    <a:pt x="1074798" y="2925065"/>
                  </a:lnTo>
                  <a:lnTo>
                    <a:pt x="1075448" y="2926608"/>
                  </a:lnTo>
                  <a:lnTo>
                    <a:pt x="1076097" y="2927982"/>
                  </a:lnTo>
                  <a:lnTo>
                    <a:pt x="1076747" y="2929184"/>
                  </a:lnTo>
                  <a:lnTo>
                    <a:pt x="1077397" y="2930132"/>
                  </a:lnTo>
                  <a:lnTo>
                    <a:pt x="1078047" y="2930797"/>
                  </a:lnTo>
                  <a:lnTo>
                    <a:pt x="1078697" y="2931173"/>
                  </a:lnTo>
                  <a:lnTo>
                    <a:pt x="1079347" y="2931308"/>
                  </a:lnTo>
                  <a:lnTo>
                    <a:pt x="1079997" y="2931173"/>
                  </a:lnTo>
                  <a:lnTo>
                    <a:pt x="1080647" y="2930726"/>
                  </a:lnTo>
                  <a:lnTo>
                    <a:pt x="1081297" y="2929998"/>
                  </a:lnTo>
                  <a:lnTo>
                    <a:pt x="1081947" y="2928950"/>
                  </a:lnTo>
                  <a:lnTo>
                    <a:pt x="1082597" y="2927512"/>
                  </a:lnTo>
                  <a:lnTo>
                    <a:pt x="1083247" y="2925681"/>
                  </a:lnTo>
                  <a:lnTo>
                    <a:pt x="1083897" y="2923464"/>
                  </a:lnTo>
                  <a:lnTo>
                    <a:pt x="1084547" y="2920858"/>
                  </a:lnTo>
                  <a:lnTo>
                    <a:pt x="1085197" y="2917808"/>
                  </a:lnTo>
                  <a:lnTo>
                    <a:pt x="1085846" y="2914312"/>
                  </a:lnTo>
                  <a:lnTo>
                    <a:pt x="1086496" y="2910331"/>
                  </a:lnTo>
                  <a:lnTo>
                    <a:pt x="1087146" y="2905888"/>
                  </a:lnTo>
                  <a:lnTo>
                    <a:pt x="1087796" y="2900989"/>
                  </a:lnTo>
                  <a:lnTo>
                    <a:pt x="1088446" y="2895668"/>
                  </a:lnTo>
                  <a:lnTo>
                    <a:pt x="1089096" y="2889948"/>
                  </a:lnTo>
                  <a:lnTo>
                    <a:pt x="1089746" y="2883861"/>
                  </a:lnTo>
                  <a:lnTo>
                    <a:pt x="1090396" y="2877453"/>
                  </a:lnTo>
                  <a:lnTo>
                    <a:pt x="1091046" y="2870749"/>
                  </a:lnTo>
                  <a:lnTo>
                    <a:pt x="1091696" y="2863793"/>
                  </a:lnTo>
                  <a:lnTo>
                    <a:pt x="1092346" y="2856659"/>
                  </a:lnTo>
                  <a:lnTo>
                    <a:pt x="1092996" y="2849349"/>
                  </a:lnTo>
                  <a:lnTo>
                    <a:pt x="1093646" y="2841796"/>
                  </a:lnTo>
                  <a:lnTo>
                    <a:pt x="1094296" y="2833994"/>
                  </a:lnTo>
                  <a:lnTo>
                    <a:pt x="1094946" y="2826027"/>
                  </a:lnTo>
                  <a:lnTo>
                    <a:pt x="1095596" y="2817871"/>
                  </a:lnTo>
                  <a:lnTo>
                    <a:pt x="1096245" y="2809518"/>
                  </a:lnTo>
                  <a:lnTo>
                    <a:pt x="1096895" y="2801084"/>
                  </a:lnTo>
                  <a:lnTo>
                    <a:pt x="1097545" y="2792658"/>
                  </a:lnTo>
                  <a:lnTo>
                    <a:pt x="1098195" y="2784268"/>
                  </a:lnTo>
                  <a:lnTo>
                    <a:pt x="1098845" y="2776019"/>
                  </a:lnTo>
                  <a:lnTo>
                    <a:pt x="1099495" y="2767990"/>
                  </a:lnTo>
                  <a:lnTo>
                    <a:pt x="1100145" y="2760210"/>
                  </a:lnTo>
                  <a:lnTo>
                    <a:pt x="1100795" y="2752676"/>
                  </a:lnTo>
                  <a:lnTo>
                    <a:pt x="1101445" y="2745404"/>
                  </a:lnTo>
                  <a:lnTo>
                    <a:pt x="1102095" y="2738453"/>
                  </a:lnTo>
                  <a:lnTo>
                    <a:pt x="1102745" y="2731891"/>
                  </a:lnTo>
                  <a:lnTo>
                    <a:pt x="1103395" y="2725800"/>
                  </a:lnTo>
                  <a:lnTo>
                    <a:pt x="1104045" y="2720254"/>
                  </a:lnTo>
                  <a:lnTo>
                    <a:pt x="1104695" y="2715303"/>
                  </a:lnTo>
                  <a:lnTo>
                    <a:pt x="1105345" y="2710951"/>
                  </a:lnTo>
                  <a:lnTo>
                    <a:pt x="1105994" y="2707229"/>
                  </a:lnTo>
                  <a:lnTo>
                    <a:pt x="1106644" y="2704109"/>
                  </a:lnTo>
                  <a:lnTo>
                    <a:pt x="1107294" y="2701586"/>
                  </a:lnTo>
                  <a:lnTo>
                    <a:pt x="1107944" y="2699616"/>
                  </a:lnTo>
                  <a:lnTo>
                    <a:pt x="1108594" y="2698099"/>
                  </a:lnTo>
                  <a:lnTo>
                    <a:pt x="1109244" y="2696979"/>
                  </a:lnTo>
                  <a:lnTo>
                    <a:pt x="1109894" y="2696238"/>
                  </a:lnTo>
                  <a:lnTo>
                    <a:pt x="1110544" y="2695940"/>
                  </a:lnTo>
                  <a:lnTo>
                    <a:pt x="1111194" y="2696058"/>
                  </a:lnTo>
                  <a:lnTo>
                    <a:pt x="1111844" y="2696546"/>
                  </a:lnTo>
                  <a:lnTo>
                    <a:pt x="1112494" y="2697344"/>
                  </a:lnTo>
                  <a:lnTo>
                    <a:pt x="1113144" y="2698432"/>
                  </a:lnTo>
                  <a:lnTo>
                    <a:pt x="1113794" y="2699771"/>
                  </a:lnTo>
                  <a:lnTo>
                    <a:pt x="1114444" y="2701370"/>
                  </a:lnTo>
                  <a:lnTo>
                    <a:pt x="1115094" y="2703334"/>
                  </a:lnTo>
                  <a:lnTo>
                    <a:pt x="1115743" y="2705727"/>
                  </a:lnTo>
                  <a:lnTo>
                    <a:pt x="1116393" y="2708519"/>
                  </a:lnTo>
                  <a:lnTo>
                    <a:pt x="1117043" y="2711682"/>
                  </a:lnTo>
                  <a:lnTo>
                    <a:pt x="1117693" y="2715312"/>
                  </a:lnTo>
                  <a:lnTo>
                    <a:pt x="1118343" y="2719500"/>
                  </a:lnTo>
                  <a:lnTo>
                    <a:pt x="1118993" y="2724242"/>
                  </a:lnTo>
                  <a:lnTo>
                    <a:pt x="1119643" y="2729536"/>
                  </a:lnTo>
                  <a:lnTo>
                    <a:pt x="1120293" y="2735359"/>
                  </a:lnTo>
                  <a:lnTo>
                    <a:pt x="1120943" y="2741730"/>
                  </a:lnTo>
                  <a:lnTo>
                    <a:pt x="1121593" y="2748646"/>
                  </a:lnTo>
                  <a:lnTo>
                    <a:pt x="1122243" y="2756174"/>
                  </a:lnTo>
                  <a:lnTo>
                    <a:pt x="1122893" y="2764376"/>
                  </a:lnTo>
                  <a:lnTo>
                    <a:pt x="1123543" y="2773251"/>
                  </a:lnTo>
                  <a:lnTo>
                    <a:pt x="1124193" y="2782732"/>
                  </a:lnTo>
                  <a:lnTo>
                    <a:pt x="1124843" y="2792733"/>
                  </a:lnTo>
                  <a:lnTo>
                    <a:pt x="1125493" y="2803177"/>
                  </a:lnTo>
                  <a:lnTo>
                    <a:pt x="1126142" y="2814066"/>
                  </a:lnTo>
                  <a:lnTo>
                    <a:pt x="1126792" y="2825393"/>
                  </a:lnTo>
                  <a:lnTo>
                    <a:pt x="1127442" y="2837073"/>
                  </a:lnTo>
                  <a:lnTo>
                    <a:pt x="1128092" y="2849055"/>
                  </a:lnTo>
                  <a:lnTo>
                    <a:pt x="1128742" y="2861341"/>
                  </a:lnTo>
                  <a:lnTo>
                    <a:pt x="1129392" y="2873929"/>
                  </a:lnTo>
                  <a:lnTo>
                    <a:pt x="1130042" y="2886701"/>
                  </a:lnTo>
                  <a:lnTo>
                    <a:pt x="1130692" y="2899651"/>
                  </a:lnTo>
                  <a:lnTo>
                    <a:pt x="1131342" y="2912728"/>
                  </a:lnTo>
                  <a:lnTo>
                    <a:pt x="1131992" y="2925765"/>
                  </a:lnTo>
                  <a:lnTo>
                    <a:pt x="1132642" y="2938653"/>
                  </a:lnTo>
                  <a:lnTo>
                    <a:pt x="1133292" y="2951339"/>
                  </a:lnTo>
                  <a:lnTo>
                    <a:pt x="1133942" y="2963781"/>
                  </a:lnTo>
                  <a:lnTo>
                    <a:pt x="1134592" y="2975945"/>
                  </a:lnTo>
                  <a:lnTo>
                    <a:pt x="1135242" y="2987723"/>
                  </a:lnTo>
                  <a:lnTo>
                    <a:pt x="1135891" y="2999100"/>
                  </a:lnTo>
                  <a:lnTo>
                    <a:pt x="1136541" y="3010067"/>
                  </a:lnTo>
                  <a:lnTo>
                    <a:pt x="1136679" y="3012293"/>
                  </a:lnTo>
                  <a:lnTo>
                    <a:pt x="1169841" y="3012293"/>
                  </a:lnTo>
                  <a:lnTo>
                    <a:pt x="1170338" y="3003056"/>
                  </a:lnTo>
                  <a:lnTo>
                    <a:pt x="1170988" y="2991014"/>
                  </a:lnTo>
                  <a:lnTo>
                    <a:pt x="1171638" y="2979129"/>
                  </a:lnTo>
                  <a:lnTo>
                    <a:pt x="1172288" y="2967430"/>
                  </a:lnTo>
                  <a:lnTo>
                    <a:pt x="1172938" y="2955917"/>
                  </a:lnTo>
                  <a:lnTo>
                    <a:pt x="1173588" y="2944568"/>
                  </a:lnTo>
                  <a:lnTo>
                    <a:pt x="1174238" y="2933262"/>
                  </a:lnTo>
                  <a:lnTo>
                    <a:pt x="1174888" y="2921924"/>
                  </a:lnTo>
                  <a:lnTo>
                    <a:pt x="1175538" y="2910476"/>
                  </a:lnTo>
                  <a:lnTo>
                    <a:pt x="1176187" y="2898935"/>
                  </a:lnTo>
                  <a:lnTo>
                    <a:pt x="1176837" y="2887349"/>
                  </a:lnTo>
                  <a:lnTo>
                    <a:pt x="1177487" y="2875806"/>
                  </a:lnTo>
                  <a:lnTo>
                    <a:pt x="1178137" y="2864384"/>
                  </a:lnTo>
                  <a:lnTo>
                    <a:pt x="1178787" y="2853151"/>
                  </a:lnTo>
                  <a:lnTo>
                    <a:pt x="1179437" y="2842118"/>
                  </a:lnTo>
                  <a:lnTo>
                    <a:pt x="1180087" y="2831283"/>
                  </a:lnTo>
                  <a:lnTo>
                    <a:pt x="1180737" y="2820579"/>
                  </a:lnTo>
                  <a:lnTo>
                    <a:pt x="1181387" y="2809853"/>
                  </a:lnTo>
                  <a:lnTo>
                    <a:pt x="1182037" y="2799064"/>
                  </a:lnTo>
                  <a:lnTo>
                    <a:pt x="1182687" y="2788206"/>
                  </a:lnTo>
                  <a:lnTo>
                    <a:pt x="1183337" y="2777318"/>
                  </a:lnTo>
                  <a:lnTo>
                    <a:pt x="1183987" y="2766534"/>
                  </a:lnTo>
                  <a:lnTo>
                    <a:pt x="1184637" y="2756020"/>
                  </a:lnTo>
                  <a:lnTo>
                    <a:pt x="1185287" y="2745882"/>
                  </a:lnTo>
                  <a:lnTo>
                    <a:pt x="1185937" y="2736161"/>
                  </a:lnTo>
                  <a:lnTo>
                    <a:pt x="1186586" y="2726941"/>
                  </a:lnTo>
                  <a:lnTo>
                    <a:pt x="1187236" y="2718282"/>
                  </a:lnTo>
                  <a:lnTo>
                    <a:pt x="1187886" y="2710139"/>
                  </a:lnTo>
                  <a:lnTo>
                    <a:pt x="1188536" y="2702487"/>
                  </a:lnTo>
                  <a:lnTo>
                    <a:pt x="1189186" y="2695307"/>
                  </a:lnTo>
                  <a:lnTo>
                    <a:pt x="1189836" y="2688600"/>
                  </a:lnTo>
                  <a:lnTo>
                    <a:pt x="1190486" y="2682397"/>
                  </a:lnTo>
                  <a:lnTo>
                    <a:pt x="1191136" y="2676776"/>
                  </a:lnTo>
                  <a:lnTo>
                    <a:pt x="1191786" y="2671832"/>
                  </a:lnTo>
                  <a:lnTo>
                    <a:pt x="1192436" y="2667621"/>
                  </a:lnTo>
                  <a:lnTo>
                    <a:pt x="1193086" y="2664143"/>
                  </a:lnTo>
                  <a:lnTo>
                    <a:pt x="1193736" y="2661376"/>
                  </a:lnTo>
                  <a:lnTo>
                    <a:pt x="1194386" y="2659208"/>
                  </a:lnTo>
                  <a:lnTo>
                    <a:pt x="1195036" y="2657591"/>
                  </a:lnTo>
                  <a:lnTo>
                    <a:pt x="1195686" y="2656480"/>
                  </a:lnTo>
                  <a:lnTo>
                    <a:pt x="1196335" y="2655756"/>
                  </a:lnTo>
                  <a:lnTo>
                    <a:pt x="1196985" y="2655322"/>
                  </a:lnTo>
                  <a:lnTo>
                    <a:pt x="1197635" y="2655185"/>
                  </a:lnTo>
                  <a:lnTo>
                    <a:pt x="1198285" y="2655361"/>
                  </a:lnTo>
                  <a:lnTo>
                    <a:pt x="1198935" y="2655869"/>
                  </a:lnTo>
                  <a:lnTo>
                    <a:pt x="1199585" y="2656683"/>
                  </a:lnTo>
                  <a:lnTo>
                    <a:pt x="1200235" y="2657844"/>
                  </a:lnTo>
                  <a:lnTo>
                    <a:pt x="1200885" y="2659345"/>
                  </a:lnTo>
                  <a:lnTo>
                    <a:pt x="1201535" y="2661125"/>
                  </a:lnTo>
                  <a:lnTo>
                    <a:pt x="1202185" y="2663142"/>
                  </a:lnTo>
                  <a:lnTo>
                    <a:pt x="1202835" y="2665395"/>
                  </a:lnTo>
                  <a:lnTo>
                    <a:pt x="1203485" y="2667882"/>
                  </a:lnTo>
                  <a:lnTo>
                    <a:pt x="1204135" y="2670519"/>
                  </a:lnTo>
                  <a:lnTo>
                    <a:pt x="1204785" y="2673276"/>
                  </a:lnTo>
                  <a:lnTo>
                    <a:pt x="1205435" y="2676153"/>
                  </a:lnTo>
                  <a:lnTo>
                    <a:pt x="1206085" y="2679122"/>
                  </a:lnTo>
                  <a:lnTo>
                    <a:pt x="1206734" y="2682240"/>
                  </a:lnTo>
                  <a:lnTo>
                    <a:pt x="1207384" y="2685645"/>
                  </a:lnTo>
                  <a:lnTo>
                    <a:pt x="1208034" y="2689391"/>
                  </a:lnTo>
                  <a:lnTo>
                    <a:pt x="1208684" y="2693476"/>
                  </a:lnTo>
                  <a:lnTo>
                    <a:pt x="1209334" y="2697838"/>
                  </a:lnTo>
                  <a:lnTo>
                    <a:pt x="1209984" y="2702390"/>
                  </a:lnTo>
                  <a:lnTo>
                    <a:pt x="1210634" y="2707065"/>
                  </a:lnTo>
                  <a:lnTo>
                    <a:pt x="1211284" y="2711783"/>
                  </a:lnTo>
                  <a:lnTo>
                    <a:pt x="1211934" y="2716535"/>
                  </a:lnTo>
                  <a:lnTo>
                    <a:pt x="1212584" y="2721320"/>
                  </a:lnTo>
                  <a:lnTo>
                    <a:pt x="1213234" y="2726139"/>
                  </a:lnTo>
                  <a:lnTo>
                    <a:pt x="1213884" y="2731117"/>
                  </a:lnTo>
                  <a:lnTo>
                    <a:pt x="1214534" y="2736350"/>
                  </a:lnTo>
                  <a:lnTo>
                    <a:pt x="1215184" y="2741852"/>
                  </a:lnTo>
                  <a:lnTo>
                    <a:pt x="1215834" y="2747625"/>
                  </a:lnTo>
                  <a:lnTo>
                    <a:pt x="1216483" y="2753624"/>
                  </a:lnTo>
                  <a:lnTo>
                    <a:pt x="1217133" y="2759680"/>
                  </a:lnTo>
                  <a:lnTo>
                    <a:pt x="1217783" y="2765680"/>
                  </a:lnTo>
                  <a:lnTo>
                    <a:pt x="1218433" y="2771623"/>
                  </a:lnTo>
                  <a:lnTo>
                    <a:pt x="1219083" y="2777502"/>
                  </a:lnTo>
                  <a:lnTo>
                    <a:pt x="1219733" y="2783279"/>
                  </a:lnTo>
                  <a:lnTo>
                    <a:pt x="1220383" y="2789031"/>
                  </a:lnTo>
                  <a:lnTo>
                    <a:pt x="1221033" y="2794903"/>
                  </a:lnTo>
                  <a:lnTo>
                    <a:pt x="1221683" y="2800972"/>
                  </a:lnTo>
                  <a:lnTo>
                    <a:pt x="1222333" y="2807270"/>
                  </a:lnTo>
                  <a:lnTo>
                    <a:pt x="1222983" y="2813797"/>
                  </a:lnTo>
                  <a:lnTo>
                    <a:pt x="1223633" y="2820499"/>
                  </a:lnTo>
                  <a:lnTo>
                    <a:pt x="1224283" y="2827284"/>
                  </a:lnTo>
                  <a:lnTo>
                    <a:pt x="1224933" y="2834082"/>
                  </a:lnTo>
                  <a:lnTo>
                    <a:pt x="1225583" y="2840895"/>
                  </a:lnTo>
                  <a:lnTo>
                    <a:pt x="1226233" y="2847722"/>
                  </a:lnTo>
                  <a:lnTo>
                    <a:pt x="1226882" y="2854623"/>
                  </a:lnTo>
                  <a:lnTo>
                    <a:pt x="1227532" y="2861649"/>
                  </a:lnTo>
                  <a:lnTo>
                    <a:pt x="1228182" y="2868823"/>
                  </a:lnTo>
                  <a:lnTo>
                    <a:pt x="1228832" y="2876158"/>
                  </a:lnTo>
                  <a:lnTo>
                    <a:pt x="1229482" y="2883756"/>
                  </a:lnTo>
                  <a:lnTo>
                    <a:pt x="1230132" y="2891540"/>
                  </a:lnTo>
                  <a:lnTo>
                    <a:pt x="1230782" y="2899376"/>
                  </a:lnTo>
                  <a:lnTo>
                    <a:pt x="1231432" y="2907149"/>
                  </a:lnTo>
                  <a:lnTo>
                    <a:pt x="1232082" y="2914806"/>
                  </a:lnTo>
                  <a:lnTo>
                    <a:pt x="1232732" y="2922342"/>
                  </a:lnTo>
                  <a:lnTo>
                    <a:pt x="1233382" y="2929703"/>
                  </a:lnTo>
                  <a:lnTo>
                    <a:pt x="1234032" y="2936901"/>
                  </a:lnTo>
                  <a:lnTo>
                    <a:pt x="1234682" y="2943978"/>
                  </a:lnTo>
                  <a:lnTo>
                    <a:pt x="1235332" y="2950936"/>
                  </a:lnTo>
                  <a:lnTo>
                    <a:pt x="1235982" y="2957773"/>
                  </a:lnTo>
                  <a:lnTo>
                    <a:pt x="1236631" y="2964489"/>
                  </a:lnTo>
                  <a:lnTo>
                    <a:pt x="1237281" y="2971086"/>
                  </a:lnTo>
                  <a:lnTo>
                    <a:pt x="1237931" y="2977558"/>
                  </a:lnTo>
                  <a:lnTo>
                    <a:pt x="1238581" y="2983906"/>
                  </a:lnTo>
                  <a:lnTo>
                    <a:pt x="1239231" y="2990130"/>
                  </a:lnTo>
                  <a:lnTo>
                    <a:pt x="1239881" y="2996146"/>
                  </a:lnTo>
                  <a:lnTo>
                    <a:pt x="1240531" y="3001902"/>
                  </a:lnTo>
                  <a:lnTo>
                    <a:pt x="1241181" y="3007404"/>
                  </a:lnTo>
                  <a:lnTo>
                    <a:pt x="1241783" y="3012293"/>
                  </a:lnTo>
                  <a:lnTo>
                    <a:pt x="1295334" y="3012293"/>
                  </a:lnTo>
                  <a:lnTo>
                    <a:pt x="1295776" y="3009188"/>
                  </a:lnTo>
                  <a:lnTo>
                    <a:pt x="1296426" y="3004650"/>
                  </a:lnTo>
                  <a:lnTo>
                    <a:pt x="1297075" y="3000144"/>
                  </a:lnTo>
                  <a:lnTo>
                    <a:pt x="1297725" y="2995670"/>
                  </a:lnTo>
                  <a:lnTo>
                    <a:pt x="1298375" y="2991228"/>
                  </a:lnTo>
                  <a:lnTo>
                    <a:pt x="1299025" y="2986817"/>
                  </a:lnTo>
                  <a:lnTo>
                    <a:pt x="1299675" y="2982438"/>
                  </a:lnTo>
                  <a:lnTo>
                    <a:pt x="1300325" y="2978091"/>
                  </a:lnTo>
                  <a:lnTo>
                    <a:pt x="1300975" y="2973776"/>
                  </a:lnTo>
                  <a:lnTo>
                    <a:pt x="1301625" y="2969493"/>
                  </a:lnTo>
                  <a:lnTo>
                    <a:pt x="1302275" y="2965242"/>
                  </a:lnTo>
                  <a:lnTo>
                    <a:pt x="1302925" y="2961022"/>
                  </a:lnTo>
                  <a:lnTo>
                    <a:pt x="1303575" y="2956831"/>
                  </a:lnTo>
                  <a:lnTo>
                    <a:pt x="1304225" y="2952667"/>
                  </a:lnTo>
                  <a:lnTo>
                    <a:pt x="1304875" y="2948479"/>
                  </a:lnTo>
                  <a:lnTo>
                    <a:pt x="1305525" y="2944238"/>
                  </a:lnTo>
                  <a:lnTo>
                    <a:pt x="1306175" y="2939938"/>
                  </a:lnTo>
                  <a:lnTo>
                    <a:pt x="1306824" y="2935573"/>
                  </a:lnTo>
                  <a:lnTo>
                    <a:pt x="1307474" y="2931144"/>
                  </a:lnTo>
                  <a:lnTo>
                    <a:pt x="1308124" y="2926652"/>
                  </a:lnTo>
                  <a:lnTo>
                    <a:pt x="1308774" y="2922096"/>
                  </a:lnTo>
                  <a:lnTo>
                    <a:pt x="1309424" y="2917477"/>
                  </a:lnTo>
                  <a:lnTo>
                    <a:pt x="1310074" y="2912826"/>
                  </a:lnTo>
                  <a:lnTo>
                    <a:pt x="1310724" y="2908233"/>
                  </a:lnTo>
                  <a:lnTo>
                    <a:pt x="1311374" y="2903752"/>
                  </a:lnTo>
                  <a:lnTo>
                    <a:pt x="1312024" y="2899397"/>
                  </a:lnTo>
                  <a:lnTo>
                    <a:pt x="1312674" y="2895188"/>
                  </a:lnTo>
                  <a:lnTo>
                    <a:pt x="1313324" y="2891249"/>
                  </a:lnTo>
                  <a:lnTo>
                    <a:pt x="1313974" y="2887623"/>
                  </a:lnTo>
                  <a:lnTo>
                    <a:pt x="1314624" y="2884310"/>
                  </a:lnTo>
                  <a:lnTo>
                    <a:pt x="1315274" y="2881313"/>
                  </a:lnTo>
                  <a:lnTo>
                    <a:pt x="1315924" y="2878640"/>
                  </a:lnTo>
                  <a:lnTo>
                    <a:pt x="1316574" y="2876318"/>
                  </a:lnTo>
                  <a:lnTo>
                    <a:pt x="1317223" y="2874398"/>
                  </a:lnTo>
                  <a:lnTo>
                    <a:pt x="1317873" y="2872940"/>
                  </a:lnTo>
                  <a:lnTo>
                    <a:pt x="1318523" y="2871910"/>
                  </a:lnTo>
                  <a:lnTo>
                    <a:pt x="1319173" y="2871301"/>
                  </a:lnTo>
                  <a:lnTo>
                    <a:pt x="1319823" y="2871093"/>
                  </a:lnTo>
                  <a:lnTo>
                    <a:pt x="1320473" y="2871189"/>
                  </a:lnTo>
                  <a:lnTo>
                    <a:pt x="1321123" y="2871519"/>
                  </a:lnTo>
                  <a:lnTo>
                    <a:pt x="1321773" y="2872071"/>
                  </a:lnTo>
                  <a:lnTo>
                    <a:pt x="1322423" y="2872813"/>
                  </a:lnTo>
                  <a:lnTo>
                    <a:pt x="1323073" y="2873618"/>
                  </a:lnTo>
                  <a:lnTo>
                    <a:pt x="1323723" y="2874435"/>
                  </a:lnTo>
                  <a:lnTo>
                    <a:pt x="1324373" y="2875264"/>
                  </a:lnTo>
                  <a:lnTo>
                    <a:pt x="1325023" y="2876056"/>
                  </a:lnTo>
                  <a:lnTo>
                    <a:pt x="1325673" y="2876757"/>
                  </a:lnTo>
                  <a:lnTo>
                    <a:pt x="1326323" y="2877370"/>
                  </a:lnTo>
                  <a:lnTo>
                    <a:pt x="1326972" y="2877860"/>
                  </a:lnTo>
                  <a:lnTo>
                    <a:pt x="1327622" y="2878067"/>
                  </a:lnTo>
                  <a:lnTo>
                    <a:pt x="1328272" y="2877952"/>
                  </a:lnTo>
                  <a:lnTo>
                    <a:pt x="1328922" y="2877522"/>
                  </a:lnTo>
                  <a:lnTo>
                    <a:pt x="1329572" y="2876776"/>
                  </a:lnTo>
                  <a:lnTo>
                    <a:pt x="1330222" y="2875741"/>
                  </a:lnTo>
                  <a:lnTo>
                    <a:pt x="1330872" y="2874445"/>
                  </a:lnTo>
                  <a:lnTo>
                    <a:pt x="1331522" y="2872915"/>
                  </a:lnTo>
                  <a:lnTo>
                    <a:pt x="1332172" y="2871153"/>
                  </a:lnTo>
                  <a:lnTo>
                    <a:pt x="1332822" y="2869149"/>
                  </a:lnTo>
                  <a:lnTo>
                    <a:pt x="1333472" y="2866855"/>
                  </a:lnTo>
                  <a:lnTo>
                    <a:pt x="1334122" y="2864270"/>
                  </a:lnTo>
                  <a:lnTo>
                    <a:pt x="1334772" y="2861432"/>
                  </a:lnTo>
                  <a:lnTo>
                    <a:pt x="1335422" y="2858421"/>
                  </a:lnTo>
                  <a:lnTo>
                    <a:pt x="1336072" y="2855238"/>
                  </a:lnTo>
                  <a:lnTo>
                    <a:pt x="1336722" y="2851879"/>
                  </a:lnTo>
                  <a:lnTo>
                    <a:pt x="1337371" y="2848419"/>
                  </a:lnTo>
                  <a:lnTo>
                    <a:pt x="1338021" y="2844928"/>
                  </a:lnTo>
                  <a:lnTo>
                    <a:pt x="1338671" y="2841408"/>
                  </a:lnTo>
                  <a:lnTo>
                    <a:pt x="1339321" y="2837863"/>
                  </a:lnTo>
                  <a:lnTo>
                    <a:pt x="1339971" y="2834294"/>
                  </a:lnTo>
                  <a:lnTo>
                    <a:pt x="1340621" y="2830700"/>
                  </a:lnTo>
                  <a:lnTo>
                    <a:pt x="1341271" y="2827077"/>
                  </a:lnTo>
                  <a:lnTo>
                    <a:pt x="1341921" y="2823426"/>
                  </a:lnTo>
                  <a:lnTo>
                    <a:pt x="1342571" y="2819726"/>
                  </a:lnTo>
                  <a:lnTo>
                    <a:pt x="1343221" y="2816026"/>
                  </a:lnTo>
                  <a:lnTo>
                    <a:pt x="1343871" y="2812269"/>
                  </a:lnTo>
                  <a:lnTo>
                    <a:pt x="1344521" y="2808456"/>
                  </a:lnTo>
                  <a:lnTo>
                    <a:pt x="1345171" y="2804654"/>
                  </a:lnTo>
                  <a:lnTo>
                    <a:pt x="1345821" y="2800863"/>
                  </a:lnTo>
                  <a:lnTo>
                    <a:pt x="1346471" y="2797048"/>
                  </a:lnTo>
                  <a:lnTo>
                    <a:pt x="1347120" y="2793209"/>
                  </a:lnTo>
                  <a:lnTo>
                    <a:pt x="1347770" y="2789371"/>
                  </a:lnTo>
                  <a:lnTo>
                    <a:pt x="1348420" y="2785534"/>
                  </a:lnTo>
                  <a:lnTo>
                    <a:pt x="1349070" y="2781697"/>
                  </a:lnTo>
                  <a:lnTo>
                    <a:pt x="1349720" y="2777837"/>
                  </a:lnTo>
                  <a:lnTo>
                    <a:pt x="1350370" y="2773954"/>
                  </a:lnTo>
                  <a:lnTo>
                    <a:pt x="1351020" y="2770080"/>
                  </a:lnTo>
                  <a:lnTo>
                    <a:pt x="1351670" y="2766294"/>
                  </a:lnTo>
                  <a:lnTo>
                    <a:pt x="1352320" y="2762601"/>
                  </a:lnTo>
                  <a:lnTo>
                    <a:pt x="1352970" y="2759058"/>
                  </a:lnTo>
                  <a:lnTo>
                    <a:pt x="1353620" y="2755772"/>
                  </a:lnTo>
                  <a:lnTo>
                    <a:pt x="1354270" y="2752775"/>
                  </a:lnTo>
                  <a:lnTo>
                    <a:pt x="1354920" y="2750017"/>
                  </a:lnTo>
                  <a:lnTo>
                    <a:pt x="1355570" y="2747514"/>
                  </a:lnTo>
                  <a:lnTo>
                    <a:pt x="1356220" y="2745310"/>
                  </a:lnTo>
                  <a:lnTo>
                    <a:pt x="1356870" y="2743404"/>
                  </a:lnTo>
                  <a:lnTo>
                    <a:pt x="1357519" y="2741845"/>
                  </a:lnTo>
                  <a:lnTo>
                    <a:pt x="1358169" y="2740737"/>
                  </a:lnTo>
                  <a:lnTo>
                    <a:pt x="1358819" y="2740133"/>
                  </a:lnTo>
                  <a:lnTo>
                    <a:pt x="1359469" y="2740031"/>
                  </a:lnTo>
                  <a:lnTo>
                    <a:pt x="1360119" y="2740535"/>
                  </a:lnTo>
                  <a:lnTo>
                    <a:pt x="1360769" y="2741782"/>
                  </a:lnTo>
                  <a:lnTo>
                    <a:pt x="1361419" y="2743765"/>
                  </a:lnTo>
                  <a:lnTo>
                    <a:pt x="1362069" y="2746476"/>
                  </a:lnTo>
                  <a:lnTo>
                    <a:pt x="1362719" y="2749906"/>
                  </a:lnTo>
                  <a:lnTo>
                    <a:pt x="1363369" y="2754032"/>
                  </a:lnTo>
                  <a:lnTo>
                    <a:pt x="1364019" y="2758799"/>
                  </a:lnTo>
                  <a:lnTo>
                    <a:pt x="1364669" y="2764188"/>
                  </a:lnTo>
                  <a:lnTo>
                    <a:pt x="1365319" y="2770208"/>
                  </a:lnTo>
                  <a:lnTo>
                    <a:pt x="1365969" y="2776916"/>
                  </a:lnTo>
                  <a:lnTo>
                    <a:pt x="1366619" y="2784362"/>
                  </a:lnTo>
                  <a:lnTo>
                    <a:pt x="1367268" y="2792506"/>
                  </a:lnTo>
                  <a:lnTo>
                    <a:pt x="1367918" y="2801233"/>
                  </a:lnTo>
                  <a:lnTo>
                    <a:pt x="1368568" y="2810461"/>
                  </a:lnTo>
                  <a:lnTo>
                    <a:pt x="1369218" y="2820161"/>
                  </a:lnTo>
                  <a:lnTo>
                    <a:pt x="1369868" y="2830145"/>
                  </a:lnTo>
                  <a:lnTo>
                    <a:pt x="1370518" y="2840248"/>
                  </a:lnTo>
                  <a:lnTo>
                    <a:pt x="1371168" y="2850412"/>
                  </a:lnTo>
                  <a:lnTo>
                    <a:pt x="1371818" y="2860637"/>
                  </a:lnTo>
                  <a:lnTo>
                    <a:pt x="1372468" y="2870883"/>
                  </a:lnTo>
                  <a:lnTo>
                    <a:pt x="1373118" y="2881062"/>
                  </a:lnTo>
                  <a:lnTo>
                    <a:pt x="1373768" y="2891163"/>
                  </a:lnTo>
                  <a:lnTo>
                    <a:pt x="1374418" y="2901148"/>
                  </a:lnTo>
                  <a:lnTo>
                    <a:pt x="1375068" y="2910923"/>
                  </a:lnTo>
                  <a:lnTo>
                    <a:pt x="1375718" y="2920402"/>
                  </a:lnTo>
                  <a:lnTo>
                    <a:pt x="1376368" y="2929476"/>
                  </a:lnTo>
                  <a:lnTo>
                    <a:pt x="1377018" y="2938144"/>
                  </a:lnTo>
                  <a:lnTo>
                    <a:pt x="1377667" y="2946407"/>
                  </a:lnTo>
                  <a:lnTo>
                    <a:pt x="1378317" y="2954202"/>
                  </a:lnTo>
                  <a:lnTo>
                    <a:pt x="1378967" y="2961496"/>
                  </a:lnTo>
                  <a:lnTo>
                    <a:pt x="1379617" y="2968345"/>
                  </a:lnTo>
                  <a:lnTo>
                    <a:pt x="1380267" y="2974751"/>
                  </a:lnTo>
                  <a:lnTo>
                    <a:pt x="1380917" y="2980686"/>
                  </a:lnTo>
                  <a:lnTo>
                    <a:pt x="1381567" y="2986120"/>
                  </a:lnTo>
                  <a:lnTo>
                    <a:pt x="1382217" y="2990950"/>
                  </a:lnTo>
                  <a:lnTo>
                    <a:pt x="1382867" y="2995157"/>
                  </a:lnTo>
                  <a:lnTo>
                    <a:pt x="1383517" y="2998678"/>
                  </a:lnTo>
                  <a:lnTo>
                    <a:pt x="1384167" y="3001462"/>
                  </a:lnTo>
                  <a:lnTo>
                    <a:pt x="1384817" y="3003608"/>
                  </a:lnTo>
                  <a:lnTo>
                    <a:pt x="1385467" y="3005099"/>
                  </a:lnTo>
                  <a:lnTo>
                    <a:pt x="1386117" y="3005931"/>
                  </a:lnTo>
                  <a:lnTo>
                    <a:pt x="1386767" y="3006071"/>
                  </a:lnTo>
                  <a:lnTo>
                    <a:pt x="1387416" y="3005518"/>
                  </a:lnTo>
                  <a:lnTo>
                    <a:pt x="1388066" y="3004325"/>
                  </a:lnTo>
                  <a:lnTo>
                    <a:pt x="1388716" y="3002445"/>
                  </a:lnTo>
                  <a:lnTo>
                    <a:pt x="1389366" y="2999884"/>
                  </a:lnTo>
                  <a:lnTo>
                    <a:pt x="1390016" y="2996579"/>
                  </a:lnTo>
                  <a:lnTo>
                    <a:pt x="1390666" y="2992478"/>
                  </a:lnTo>
                  <a:lnTo>
                    <a:pt x="1391316" y="2987513"/>
                  </a:lnTo>
                  <a:lnTo>
                    <a:pt x="1391966" y="2981743"/>
                  </a:lnTo>
                  <a:lnTo>
                    <a:pt x="1392616" y="2975157"/>
                  </a:lnTo>
                  <a:lnTo>
                    <a:pt x="1393266" y="2967681"/>
                  </a:lnTo>
                  <a:lnTo>
                    <a:pt x="1393916" y="2959290"/>
                  </a:lnTo>
                  <a:lnTo>
                    <a:pt x="1394566" y="2949977"/>
                  </a:lnTo>
                  <a:lnTo>
                    <a:pt x="1395216" y="2939795"/>
                  </a:lnTo>
                  <a:lnTo>
                    <a:pt x="1395866" y="2928748"/>
                  </a:lnTo>
                  <a:lnTo>
                    <a:pt x="1396516" y="2916846"/>
                  </a:lnTo>
                  <a:lnTo>
                    <a:pt x="1397165" y="2904110"/>
                  </a:lnTo>
                  <a:lnTo>
                    <a:pt x="1397815" y="2890550"/>
                  </a:lnTo>
                  <a:lnTo>
                    <a:pt x="1398465" y="2876198"/>
                  </a:lnTo>
                  <a:lnTo>
                    <a:pt x="1399115" y="2861007"/>
                  </a:lnTo>
                  <a:lnTo>
                    <a:pt x="1399765" y="2845028"/>
                  </a:lnTo>
                  <a:lnTo>
                    <a:pt x="1400415" y="2828305"/>
                  </a:lnTo>
                  <a:lnTo>
                    <a:pt x="1401065" y="2810922"/>
                  </a:lnTo>
                  <a:lnTo>
                    <a:pt x="1401715" y="2793010"/>
                  </a:lnTo>
                  <a:lnTo>
                    <a:pt x="1402365" y="2774747"/>
                  </a:lnTo>
                  <a:lnTo>
                    <a:pt x="1403015" y="2756361"/>
                  </a:lnTo>
                  <a:lnTo>
                    <a:pt x="1403665" y="2737956"/>
                  </a:lnTo>
                  <a:lnTo>
                    <a:pt x="1404315" y="2719494"/>
                  </a:lnTo>
                  <a:lnTo>
                    <a:pt x="1404965" y="2700906"/>
                  </a:lnTo>
                  <a:lnTo>
                    <a:pt x="1405615" y="2682302"/>
                  </a:lnTo>
                  <a:lnTo>
                    <a:pt x="1406265" y="2663730"/>
                  </a:lnTo>
                  <a:lnTo>
                    <a:pt x="1406915" y="2645207"/>
                  </a:lnTo>
                  <a:lnTo>
                    <a:pt x="1407564" y="2626867"/>
                  </a:lnTo>
                  <a:lnTo>
                    <a:pt x="1408214" y="2608905"/>
                  </a:lnTo>
                  <a:lnTo>
                    <a:pt x="1408864" y="2591459"/>
                  </a:lnTo>
                  <a:lnTo>
                    <a:pt x="1409514" y="2574559"/>
                  </a:lnTo>
                  <a:lnTo>
                    <a:pt x="1410164" y="2558205"/>
                  </a:lnTo>
                  <a:lnTo>
                    <a:pt x="1410814" y="2542379"/>
                  </a:lnTo>
                  <a:lnTo>
                    <a:pt x="1411464" y="2527089"/>
                  </a:lnTo>
                  <a:lnTo>
                    <a:pt x="1412114" y="2512340"/>
                  </a:lnTo>
                  <a:lnTo>
                    <a:pt x="1412764" y="2498073"/>
                  </a:lnTo>
                  <a:lnTo>
                    <a:pt x="1413414" y="2484288"/>
                  </a:lnTo>
                  <a:lnTo>
                    <a:pt x="1414064" y="2471044"/>
                  </a:lnTo>
                  <a:lnTo>
                    <a:pt x="1414714" y="2458576"/>
                  </a:lnTo>
                  <a:lnTo>
                    <a:pt x="1415364" y="2446977"/>
                  </a:lnTo>
                  <a:lnTo>
                    <a:pt x="1416014" y="2436342"/>
                  </a:lnTo>
                  <a:lnTo>
                    <a:pt x="1416664" y="2426735"/>
                  </a:lnTo>
                  <a:lnTo>
                    <a:pt x="1417313" y="2417948"/>
                  </a:lnTo>
                  <a:lnTo>
                    <a:pt x="1417963" y="2409890"/>
                  </a:lnTo>
                  <a:lnTo>
                    <a:pt x="1418613" y="2402522"/>
                  </a:lnTo>
                  <a:lnTo>
                    <a:pt x="1419263" y="2395743"/>
                  </a:lnTo>
                  <a:lnTo>
                    <a:pt x="1419913" y="2389548"/>
                  </a:lnTo>
                  <a:lnTo>
                    <a:pt x="1420563" y="2383945"/>
                  </a:lnTo>
                  <a:lnTo>
                    <a:pt x="1421213" y="2378996"/>
                  </a:lnTo>
                  <a:lnTo>
                    <a:pt x="1421863" y="2374748"/>
                  </a:lnTo>
                  <a:lnTo>
                    <a:pt x="1422513" y="2371259"/>
                  </a:lnTo>
                  <a:lnTo>
                    <a:pt x="1423163" y="2368597"/>
                  </a:lnTo>
                  <a:lnTo>
                    <a:pt x="1423813" y="2366774"/>
                  </a:lnTo>
                  <a:lnTo>
                    <a:pt x="1424463" y="2365744"/>
                  </a:lnTo>
                  <a:lnTo>
                    <a:pt x="1425113" y="2365463"/>
                  </a:lnTo>
                  <a:lnTo>
                    <a:pt x="1425763" y="2365919"/>
                  </a:lnTo>
                  <a:lnTo>
                    <a:pt x="1426413" y="2367119"/>
                  </a:lnTo>
                  <a:lnTo>
                    <a:pt x="1427063" y="2369152"/>
                  </a:lnTo>
                  <a:lnTo>
                    <a:pt x="1427712" y="2371948"/>
                  </a:lnTo>
                  <a:lnTo>
                    <a:pt x="1428362" y="2375427"/>
                  </a:lnTo>
                  <a:lnTo>
                    <a:pt x="1429012" y="2379659"/>
                  </a:lnTo>
                  <a:lnTo>
                    <a:pt x="1429662" y="2384637"/>
                  </a:lnTo>
                  <a:lnTo>
                    <a:pt x="1430312" y="2390349"/>
                  </a:lnTo>
                  <a:lnTo>
                    <a:pt x="1430962" y="2396734"/>
                  </a:lnTo>
                  <a:lnTo>
                    <a:pt x="1431612" y="2403749"/>
                  </a:lnTo>
                  <a:lnTo>
                    <a:pt x="1432262" y="2411341"/>
                  </a:lnTo>
                  <a:lnTo>
                    <a:pt x="1432912" y="2419455"/>
                  </a:lnTo>
                  <a:lnTo>
                    <a:pt x="1433562" y="2428079"/>
                  </a:lnTo>
                  <a:lnTo>
                    <a:pt x="1434212" y="2437110"/>
                  </a:lnTo>
                  <a:lnTo>
                    <a:pt x="1434862" y="2446385"/>
                  </a:lnTo>
                  <a:lnTo>
                    <a:pt x="1435512" y="2455765"/>
                  </a:lnTo>
                  <a:lnTo>
                    <a:pt x="1436162" y="2465212"/>
                  </a:lnTo>
                  <a:lnTo>
                    <a:pt x="1436812" y="2474764"/>
                  </a:lnTo>
                  <a:lnTo>
                    <a:pt x="1437461" y="2484582"/>
                  </a:lnTo>
                  <a:lnTo>
                    <a:pt x="1438111" y="2494753"/>
                  </a:lnTo>
                  <a:lnTo>
                    <a:pt x="1438761" y="2505263"/>
                  </a:lnTo>
                  <a:lnTo>
                    <a:pt x="1439411" y="2516187"/>
                  </a:lnTo>
                  <a:lnTo>
                    <a:pt x="1440061" y="2527540"/>
                  </a:lnTo>
                  <a:lnTo>
                    <a:pt x="1440711" y="2539157"/>
                  </a:lnTo>
                  <a:lnTo>
                    <a:pt x="1441361" y="2550931"/>
                  </a:lnTo>
                  <a:lnTo>
                    <a:pt x="1442011" y="2562829"/>
                  </a:lnTo>
                  <a:lnTo>
                    <a:pt x="1442661" y="2574852"/>
                  </a:lnTo>
                  <a:lnTo>
                    <a:pt x="1443311" y="2586999"/>
                  </a:lnTo>
                  <a:lnTo>
                    <a:pt x="1443961" y="2599288"/>
                  </a:lnTo>
                  <a:lnTo>
                    <a:pt x="1444611" y="2611657"/>
                  </a:lnTo>
                  <a:lnTo>
                    <a:pt x="1445261" y="2624101"/>
                  </a:lnTo>
                  <a:lnTo>
                    <a:pt x="1445911" y="2636624"/>
                  </a:lnTo>
                  <a:lnTo>
                    <a:pt x="1446561" y="2649189"/>
                  </a:lnTo>
                  <a:lnTo>
                    <a:pt x="1447211" y="2661631"/>
                  </a:lnTo>
                  <a:lnTo>
                    <a:pt x="1447860" y="2673743"/>
                  </a:lnTo>
                  <a:lnTo>
                    <a:pt x="1448510" y="2685491"/>
                  </a:lnTo>
                  <a:lnTo>
                    <a:pt x="1449160" y="2696756"/>
                  </a:lnTo>
                  <a:lnTo>
                    <a:pt x="1449810" y="2707593"/>
                  </a:lnTo>
                  <a:lnTo>
                    <a:pt x="1450460" y="2718195"/>
                  </a:lnTo>
                  <a:lnTo>
                    <a:pt x="1451110" y="2728573"/>
                  </a:lnTo>
                  <a:lnTo>
                    <a:pt x="1451760" y="2738851"/>
                  </a:lnTo>
                  <a:lnTo>
                    <a:pt x="1452410" y="2749107"/>
                  </a:lnTo>
                  <a:lnTo>
                    <a:pt x="1453060" y="2759348"/>
                  </a:lnTo>
                  <a:lnTo>
                    <a:pt x="1453710" y="2769564"/>
                  </a:lnTo>
                  <a:lnTo>
                    <a:pt x="1454360" y="2779702"/>
                  </a:lnTo>
                  <a:lnTo>
                    <a:pt x="1455010" y="2789769"/>
                  </a:lnTo>
                  <a:lnTo>
                    <a:pt x="1455660" y="2799701"/>
                  </a:lnTo>
                  <a:lnTo>
                    <a:pt x="1456310" y="2809493"/>
                  </a:lnTo>
                  <a:lnTo>
                    <a:pt x="1456960" y="2819137"/>
                  </a:lnTo>
                  <a:lnTo>
                    <a:pt x="1457609" y="2828691"/>
                  </a:lnTo>
                  <a:lnTo>
                    <a:pt x="1458259" y="2838141"/>
                  </a:lnTo>
                  <a:lnTo>
                    <a:pt x="1458909" y="2847507"/>
                  </a:lnTo>
                  <a:lnTo>
                    <a:pt x="1459559" y="2856710"/>
                  </a:lnTo>
                  <a:lnTo>
                    <a:pt x="1460209" y="2865680"/>
                  </a:lnTo>
                  <a:lnTo>
                    <a:pt x="1460859" y="2874484"/>
                  </a:lnTo>
                  <a:lnTo>
                    <a:pt x="1461509" y="2883069"/>
                  </a:lnTo>
                  <a:lnTo>
                    <a:pt x="1462159" y="2891365"/>
                  </a:lnTo>
                  <a:lnTo>
                    <a:pt x="1462809" y="2899360"/>
                  </a:lnTo>
                  <a:lnTo>
                    <a:pt x="1463459" y="2907078"/>
                  </a:lnTo>
                  <a:lnTo>
                    <a:pt x="1464109" y="2914557"/>
                  </a:lnTo>
                  <a:lnTo>
                    <a:pt x="1464759" y="2921800"/>
                  </a:lnTo>
                  <a:lnTo>
                    <a:pt x="1465409" y="2928858"/>
                  </a:lnTo>
                  <a:lnTo>
                    <a:pt x="1466059" y="2935736"/>
                  </a:lnTo>
                  <a:lnTo>
                    <a:pt x="1466709" y="2942440"/>
                  </a:lnTo>
                  <a:lnTo>
                    <a:pt x="1467359" y="2949067"/>
                  </a:lnTo>
                  <a:lnTo>
                    <a:pt x="1468008" y="2955649"/>
                  </a:lnTo>
                  <a:lnTo>
                    <a:pt x="1468658" y="2962179"/>
                  </a:lnTo>
                  <a:lnTo>
                    <a:pt x="1469308" y="2968657"/>
                  </a:lnTo>
                  <a:lnTo>
                    <a:pt x="1469958" y="2975030"/>
                  </a:lnTo>
                  <a:lnTo>
                    <a:pt x="1470608" y="2981191"/>
                  </a:lnTo>
                  <a:lnTo>
                    <a:pt x="1471258" y="2987118"/>
                  </a:lnTo>
                  <a:lnTo>
                    <a:pt x="1471908" y="2992759"/>
                  </a:lnTo>
                  <a:lnTo>
                    <a:pt x="1472558" y="2998078"/>
                  </a:lnTo>
                  <a:lnTo>
                    <a:pt x="1473208" y="3002967"/>
                  </a:lnTo>
                  <a:lnTo>
                    <a:pt x="1473858" y="3007500"/>
                  </a:lnTo>
                  <a:lnTo>
                    <a:pt x="1474508" y="3011680"/>
                  </a:lnTo>
                  <a:lnTo>
                    <a:pt x="1474612" y="3012293"/>
                  </a:lnTo>
                  <a:lnTo>
                    <a:pt x="1486354" y="3012293"/>
                  </a:lnTo>
                  <a:lnTo>
                    <a:pt x="1486857" y="3008196"/>
                  </a:lnTo>
                  <a:lnTo>
                    <a:pt x="1487507" y="3002108"/>
                  </a:lnTo>
                  <a:lnTo>
                    <a:pt x="1488156" y="2995178"/>
                  </a:lnTo>
                  <a:lnTo>
                    <a:pt x="1488806" y="2987386"/>
                  </a:lnTo>
                  <a:lnTo>
                    <a:pt x="1489456" y="2978696"/>
                  </a:lnTo>
                  <a:lnTo>
                    <a:pt x="1490106" y="2969073"/>
                  </a:lnTo>
                  <a:lnTo>
                    <a:pt x="1490756" y="2958474"/>
                  </a:lnTo>
                  <a:lnTo>
                    <a:pt x="1491406" y="2946843"/>
                  </a:lnTo>
                  <a:lnTo>
                    <a:pt x="1492056" y="2934169"/>
                  </a:lnTo>
                  <a:lnTo>
                    <a:pt x="1492706" y="2920536"/>
                  </a:lnTo>
                  <a:lnTo>
                    <a:pt x="1493356" y="2905901"/>
                  </a:lnTo>
                  <a:lnTo>
                    <a:pt x="1494006" y="2890260"/>
                  </a:lnTo>
                  <a:lnTo>
                    <a:pt x="1494656" y="2873680"/>
                  </a:lnTo>
                  <a:lnTo>
                    <a:pt x="1495306" y="2856152"/>
                  </a:lnTo>
                  <a:lnTo>
                    <a:pt x="1495956" y="2837636"/>
                  </a:lnTo>
                  <a:lnTo>
                    <a:pt x="1496606" y="2818129"/>
                  </a:lnTo>
                  <a:lnTo>
                    <a:pt x="1497256" y="2797646"/>
                  </a:lnTo>
                  <a:lnTo>
                    <a:pt x="1497905" y="2776247"/>
                  </a:lnTo>
                  <a:lnTo>
                    <a:pt x="1498555" y="2753903"/>
                  </a:lnTo>
                  <a:lnTo>
                    <a:pt x="1499205" y="2730626"/>
                  </a:lnTo>
                  <a:lnTo>
                    <a:pt x="1499855" y="2706377"/>
                  </a:lnTo>
                  <a:lnTo>
                    <a:pt x="1500505" y="2681180"/>
                  </a:lnTo>
                  <a:lnTo>
                    <a:pt x="1501155" y="2655049"/>
                  </a:lnTo>
                  <a:lnTo>
                    <a:pt x="1501805" y="2627969"/>
                  </a:lnTo>
                  <a:lnTo>
                    <a:pt x="1502455" y="2599910"/>
                  </a:lnTo>
                  <a:lnTo>
                    <a:pt x="1503105" y="2570914"/>
                  </a:lnTo>
                  <a:lnTo>
                    <a:pt x="1503755" y="2541001"/>
                  </a:lnTo>
                  <a:lnTo>
                    <a:pt x="1504405" y="2510181"/>
                  </a:lnTo>
                  <a:lnTo>
                    <a:pt x="1505055" y="2478469"/>
                  </a:lnTo>
                  <a:lnTo>
                    <a:pt x="1505705" y="2445992"/>
                  </a:lnTo>
                  <a:lnTo>
                    <a:pt x="1506355" y="2412817"/>
                  </a:lnTo>
                  <a:lnTo>
                    <a:pt x="1507005" y="2378912"/>
                  </a:lnTo>
                  <a:lnTo>
                    <a:pt x="1507655" y="2344242"/>
                  </a:lnTo>
                  <a:lnTo>
                    <a:pt x="1508304" y="2308851"/>
                  </a:lnTo>
                  <a:lnTo>
                    <a:pt x="1508954" y="2272779"/>
                  </a:lnTo>
                  <a:lnTo>
                    <a:pt x="1509604" y="2236139"/>
                  </a:lnTo>
                  <a:lnTo>
                    <a:pt x="1510254" y="2199002"/>
                  </a:lnTo>
                  <a:lnTo>
                    <a:pt x="1510904" y="2161512"/>
                  </a:lnTo>
                  <a:lnTo>
                    <a:pt x="1511554" y="2123843"/>
                  </a:lnTo>
                  <a:lnTo>
                    <a:pt x="1512204" y="2086123"/>
                  </a:lnTo>
                  <a:lnTo>
                    <a:pt x="1512854" y="2048411"/>
                  </a:lnTo>
                  <a:lnTo>
                    <a:pt x="1513504" y="2010708"/>
                  </a:lnTo>
                  <a:lnTo>
                    <a:pt x="1514154" y="1973044"/>
                  </a:lnTo>
                  <a:lnTo>
                    <a:pt x="1514804" y="1935437"/>
                  </a:lnTo>
                  <a:lnTo>
                    <a:pt x="1515454" y="1897915"/>
                  </a:lnTo>
                  <a:lnTo>
                    <a:pt x="1516104" y="1860610"/>
                  </a:lnTo>
                  <a:lnTo>
                    <a:pt x="1516754" y="1823649"/>
                  </a:lnTo>
                  <a:lnTo>
                    <a:pt x="1517404" y="1787158"/>
                  </a:lnTo>
                  <a:lnTo>
                    <a:pt x="1518053" y="1751209"/>
                  </a:lnTo>
                  <a:lnTo>
                    <a:pt x="1518703" y="1715797"/>
                  </a:lnTo>
                  <a:lnTo>
                    <a:pt x="1519353" y="1680881"/>
                  </a:lnTo>
                  <a:lnTo>
                    <a:pt x="1520003" y="1646497"/>
                  </a:lnTo>
                  <a:lnTo>
                    <a:pt x="1520653" y="1612783"/>
                  </a:lnTo>
                  <a:lnTo>
                    <a:pt x="1521303" y="1579793"/>
                  </a:lnTo>
                  <a:lnTo>
                    <a:pt x="1521953" y="1547558"/>
                  </a:lnTo>
                  <a:lnTo>
                    <a:pt x="1522603" y="1516160"/>
                  </a:lnTo>
                  <a:lnTo>
                    <a:pt x="1523253" y="1485651"/>
                  </a:lnTo>
                  <a:lnTo>
                    <a:pt x="1523903" y="1456121"/>
                  </a:lnTo>
                  <a:lnTo>
                    <a:pt x="1524553" y="1427667"/>
                  </a:lnTo>
                  <a:lnTo>
                    <a:pt x="1525203" y="1400335"/>
                  </a:lnTo>
                  <a:lnTo>
                    <a:pt x="1525853" y="1374141"/>
                  </a:lnTo>
                  <a:lnTo>
                    <a:pt x="1526503" y="1349202"/>
                  </a:lnTo>
                  <a:lnTo>
                    <a:pt x="1527153" y="1325531"/>
                  </a:lnTo>
                  <a:lnTo>
                    <a:pt x="1527803" y="1303178"/>
                  </a:lnTo>
                  <a:lnTo>
                    <a:pt x="1528452" y="1282328"/>
                  </a:lnTo>
                  <a:lnTo>
                    <a:pt x="1529102" y="1263199"/>
                  </a:lnTo>
                  <a:lnTo>
                    <a:pt x="1529752" y="1245833"/>
                  </a:lnTo>
                  <a:lnTo>
                    <a:pt x="1530402" y="1230186"/>
                  </a:lnTo>
                  <a:lnTo>
                    <a:pt x="1531052" y="1216235"/>
                  </a:lnTo>
                  <a:lnTo>
                    <a:pt x="1531702" y="1204074"/>
                  </a:lnTo>
                  <a:lnTo>
                    <a:pt x="1532352" y="1193729"/>
                  </a:lnTo>
                  <a:lnTo>
                    <a:pt x="1533002" y="1185215"/>
                  </a:lnTo>
                  <a:lnTo>
                    <a:pt x="1533652" y="1178484"/>
                  </a:lnTo>
                  <a:lnTo>
                    <a:pt x="1534302" y="1173470"/>
                  </a:lnTo>
                  <a:lnTo>
                    <a:pt x="1534952" y="1170220"/>
                  </a:lnTo>
                  <a:lnTo>
                    <a:pt x="1535602" y="1168721"/>
                  </a:lnTo>
                  <a:lnTo>
                    <a:pt x="1536252" y="1168910"/>
                  </a:lnTo>
                  <a:lnTo>
                    <a:pt x="1536902" y="1170694"/>
                  </a:lnTo>
                  <a:lnTo>
                    <a:pt x="1537552" y="1174044"/>
                  </a:lnTo>
                  <a:lnTo>
                    <a:pt x="1538201" y="1178897"/>
                  </a:lnTo>
                  <a:lnTo>
                    <a:pt x="1538851" y="1185093"/>
                  </a:lnTo>
                  <a:lnTo>
                    <a:pt x="1539501" y="1192685"/>
                  </a:lnTo>
                  <a:lnTo>
                    <a:pt x="1540151" y="1201726"/>
                  </a:lnTo>
                  <a:lnTo>
                    <a:pt x="1540801" y="1212172"/>
                  </a:lnTo>
                  <a:lnTo>
                    <a:pt x="1541451" y="1223930"/>
                  </a:lnTo>
                  <a:lnTo>
                    <a:pt x="1542101" y="1236878"/>
                  </a:lnTo>
                  <a:lnTo>
                    <a:pt x="1542751" y="1250908"/>
                  </a:lnTo>
                  <a:lnTo>
                    <a:pt x="1543401" y="1266005"/>
                  </a:lnTo>
                  <a:lnTo>
                    <a:pt x="1544051" y="1282019"/>
                  </a:lnTo>
                  <a:lnTo>
                    <a:pt x="1544701" y="1298801"/>
                  </a:lnTo>
                  <a:lnTo>
                    <a:pt x="1545351" y="1316232"/>
                  </a:lnTo>
                  <a:lnTo>
                    <a:pt x="1546001" y="1334250"/>
                  </a:lnTo>
                  <a:lnTo>
                    <a:pt x="1546651" y="1352862"/>
                  </a:lnTo>
                  <a:lnTo>
                    <a:pt x="1547301" y="1372050"/>
                  </a:lnTo>
                  <a:lnTo>
                    <a:pt x="1547950" y="1391823"/>
                  </a:lnTo>
                  <a:lnTo>
                    <a:pt x="1548600" y="1412181"/>
                  </a:lnTo>
                  <a:lnTo>
                    <a:pt x="1549250" y="1433068"/>
                  </a:lnTo>
                  <a:lnTo>
                    <a:pt x="1549900" y="1454410"/>
                  </a:lnTo>
                  <a:lnTo>
                    <a:pt x="1550550" y="1476132"/>
                  </a:lnTo>
                  <a:lnTo>
                    <a:pt x="1551200" y="1498222"/>
                  </a:lnTo>
                  <a:lnTo>
                    <a:pt x="1551850" y="1520808"/>
                  </a:lnTo>
                  <a:lnTo>
                    <a:pt x="1552500" y="1543953"/>
                  </a:lnTo>
                  <a:lnTo>
                    <a:pt x="1553150" y="1567564"/>
                  </a:lnTo>
                  <a:lnTo>
                    <a:pt x="1553800" y="1591605"/>
                  </a:lnTo>
                  <a:lnTo>
                    <a:pt x="1554450" y="1616138"/>
                  </a:lnTo>
                  <a:lnTo>
                    <a:pt x="1555100" y="1641140"/>
                  </a:lnTo>
                  <a:lnTo>
                    <a:pt x="1555750" y="1666664"/>
                  </a:lnTo>
                  <a:lnTo>
                    <a:pt x="1556400" y="1692709"/>
                  </a:lnTo>
                  <a:lnTo>
                    <a:pt x="1557050" y="1719200"/>
                  </a:lnTo>
                  <a:lnTo>
                    <a:pt x="1557700" y="1746057"/>
                  </a:lnTo>
                  <a:lnTo>
                    <a:pt x="1558349" y="1773264"/>
                  </a:lnTo>
                  <a:lnTo>
                    <a:pt x="1558999" y="1800690"/>
                  </a:lnTo>
                  <a:lnTo>
                    <a:pt x="1559649" y="1828222"/>
                  </a:lnTo>
                  <a:lnTo>
                    <a:pt x="1560299" y="1855845"/>
                  </a:lnTo>
                  <a:lnTo>
                    <a:pt x="1560949" y="1883378"/>
                  </a:lnTo>
                  <a:lnTo>
                    <a:pt x="1561599" y="1910477"/>
                  </a:lnTo>
                  <a:lnTo>
                    <a:pt x="1562249" y="1936866"/>
                  </a:lnTo>
                  <a:lnTo>
                    <a:pt x="1562899" y="1962438"/>
                  </a:lnTo>
                  <a:lnTo>
                    <a:pt x="1563549" y="1987073"/>
                  </a:lnTo>
                  <a:lnTo>
                    <a:pt x="1564199" y="2010645"/>
                  </a:lnTo>
                  <a:lnTo>
                    <a:pt x="1564849" y="2033054"/>
                  </a:lnTo>
                  <a:lnTo>
                    <a:pt x="1565499" y="2054282"/>
                  </a:lnTo>
                  <a:lnTo>
                    <a:pt x="1566149" y="2074364"/>
                  </a:lnTo>
                  <a:lnTo>
                    <a:pt x="1566799" y="2093351"/>
                  </a:lnTo>
                  <a:lnTo>
                    <a:pt x="1567449" y="2111291"/>
                  </a:lnTo>
                  <a:lnTo>
                    <a:pt x="1568098" y="2128124"/>
                  </a:lnTo>
                  <a:lnTo>
                    <a:pt x="1568748" y="2143898"/>
                  </a:lnTo>
                  <a:lnTo>
                    <a:pt x="1569398" y="2158674"/>
                  </a:lnTo>
                  <a:lnTo>
                    <a:pt x="1570048" y="2172511"/>
                  </a:lnTo>
                  <a:lnTo>
                    <a:pt x="1570698" y="2185460"/>
                  </a:lnTo>
                  <a:lnTo>
                    <a:pt x="1571348" y="2197623"/>
                  </a:lnTo>
                  <a:lnTo>
                    <a:pt x="1571998" y="2209057"/>
                  </a:lnTo>
                  <a:lnTo>
                    <a:pt x="1572648" y="2219768"/>
                  </a:lnTo>
                  <a:lnTo>
                    <a:pt x="1573298" y="2229893"/>
                  </a:lnTo>
                  <a:lnTo>
                    <a:pt x="1573948" y="2239535"/>
                  </a:lnTo>
                  <a:lnTo>
                    <a:pt x="1574598" y="2248834"/>
                  </a:lnTo>
                  <a:lnTo>
                    <a:pt x="1575248" y="2257849"/>
                  </a:lnTo>
                  <a:lnTo>
                    <a:pt x="1575898" y="2266567"/>
                  </a:lnTo>
                  <a:lnTo>
                    <a:pt x="1576548" y="2275035"/>
                  </a:lnTo>
                  <a:lnTo>
                    <a:pt x="1577198" y="2283269"/>
                  </a:lnTo>
                  <a:lnTo>
                    <a:pt x="1577848" y="2291407"/>
                  </a:lnTo>
                  <a:lnTo>
                    <a:pt x="1578497" y="2299529"/>
                  </a:lnTo>
                  <a:lnTo>
                    <a:pt x="1579147" y="2307763"/>
                  </a:lnTo>
                  <a:lnTo>
                    <a:pt x="1579797" y="2316196"/>
                  </a:lnTo>
                  <a:lnTo>
                    <a:pt x="1580447" y="2324813"/>
                  </a:lnTo>
                  <a:lnTo>
                    <a:pt x="1581097" y="2333539"/>
                  </a:lnTo>
                  <a:lnTo>
                    <a:pt x="1581747" y="2342317"/>
                  </a:lnTo>
                  <a:lnTo>
                    <a:pt x="1582397" y="2351082"/>
                  </a:lnTo>
                  <a:lnTo>
                    <a:pt x="1583047" y="2359755"/>
                  </a:lnTo>
                  <a:lnTo>
                    <a:pt x="1583697" y="2368355"/>
                  </a:lnTo>
                  <a:lnTo>
                    <a:pt x="1584347" y="2376780"/>
                  </a:lnTo>
                  <a:lnTo>
                    <a:pt x="1584997" y="2384920"/>
                  </a:lnTo>
                  <a:lnTo>
                    <a:pt x="1585647" y="2392775"/>
                  </a:lnTo>
                  <a:lnTo>
                    <a:pt x="1586297" y="2400325"/>
                  </a:lnTo>
                  <a:lnTo>
                    <a:pt x="1586947" y="2407374"/>
                  </a:lnTo>
                  <a:lnTo>
                    <a:pt x="1587597" y="2413802"/>
                  </a:lnTo>
                  <a:lnTo>
                    <a:pt x="1588246" y="2419492"/>
                  </a:lnTo>
                  <a:lnTo>
                    <a:pt x="1588896" y="2424294"/>
                  </a:lnTo>
                  <a:lnTo>
                    <a:pt x="1589546" y="2428099"/>
                  </a:lnTo>
                  <a:lnTo>
                    <a:pt x="1590196" y="2430927"/>
                  </a:lnTo>
                  <a:lnTo>
                    <a:pt x="1590846" y="2432792"/>
                  </a:lnTo>
                  <a:lnTo>
                    <a:pt x="1591496" y="2433676"/>
                  </a:lnTo>
                  <a:lnTo>
                    <a:pt x="1592146" y="2433633"/>
                  </a:lnTo>
                  <a:lnTo>
                    <a:pt x="1592796" y="2432695"/>
                  </a:lnTo>
                  <a:lnTo>
                    <a:pt x="1593446" y="2430854"/>
                  </a:lnTo>
                  <a:lnTo>
                    <a:pt x="1594096" y="2428256"/>
                  </a:lnTo>
                  <a:lnTo>
                    <a:pt x="1594746" y="2425119"/>
                  </a:lnTo>
                  <a:lnTo>
                    <a:pt x="1595396" y="2421581"/>
                  </a:lnTo>
                  <a:lnTo>
                    <a:pt x="1596046" y="2417830"/>
                  </a:lnTo>
                  <a:lnTo>
                    <a:pt x="1596696" y="2414100"/>
                  </a:lnTo>
                  <a:lnTo>
                    <a:pt x="1597346" y="2410556"/>
                  </a:lnTo>
                  <a:lnTo>
                    <a:pt x="1597996" y="2407252"/>
                  </a:lnTo>
                  <a:lnTo>
                    <a:pt x="1598645" y="2404123"/>
                  </a:lnTo>
                  <a:lnTo>
                    <a:pt x="1599295" y="2401204"/>
                  </a:lnTo>
                  <a:lnTo>
                    <a:pt x="1599945" y="2398440"/>
                  </a:lnTo>
                  <a:lnTo>
                    <a:pt x="1600595" y="2395854"/>
                  </a:lnTo>
                  <a:lnTo>
                    <a:pt x="1601245" y="2393494"/>
                  </a:lnTo>
                  <a:lnTo>
                    <a:pt x="1601895" y="2391456"/>
                  </a:lnTo>
                  <a:lnTo>
                    <a:pt x="1602545" y="2389742"/>
                  </a:lnTo>
                  <a:lnTo>
                    <a:pt x="1603195" y="2388383"/>
                  </a:lnTo>
                  <a:lnTo>
                    <a:pt x="1603845" y="2387351"/>
                  </a:lnTo>
                  <a:lnTo>
                    <a:pt x="1604495" y="2386506"/>
                  </a:lnTo>
                  <a:lnTo>
                    <a:pt x="1605145" y="2385820"/>
                  </a:lnTo>
                  <a:lnTo>
                    <a:pt x="1605795" y="2385107"/>
                  </a:lnTo>
                  <a:lnTo>
                    <a:pt x="1606445" y="2384214"/>
                  </a:lnTo>
                  <a:lnTo>
                    <a:pt x="1607095" y="2383048"/>
                  </a:lnTo>
                  <a:lnTo>
                    <a:pt x="1607745" y="2381562"/>
                  </a:lnTo>
                  <a:lnTo>
                    <a:pt x="1608394" y="2379846"/>
                  </a:lnTo>
                  <a:lnTo>
                    <a:pt x="1609044" y="2377914"/>
                  </a:lnTo>
                  <a:lnTo>
                    <a:pt x="1609694" y="2375813"/>
                  </a:lnTo>
                  <a:lnTo>
                    <a:pt x="1610344" y="2373552"/>
                  </a:lnTo>
                  <a:lnTo>
                    <a:pt x="1610994" y="2371065"/>
                  </a:lnTo>
                  <a:lnTo>
                    <a:pt x="1611644" y="2368164"/>
                  </a:lnTo>
                  <a:lnTo>
                    <a:pt x="1612294" y="2364651"/>
                  </a:lnTo>
                  <a:lnTo>
                    <a:pt x="1612944" y="2360378"/>
                  </a:lnTo>
                  <a:lnTo>
                    <a:pt x="1613594" y="2355348"/>
                  </a:lnTo>
                  <a:lnTo>
                    <a:pt x="1614244" y="2349688"/>
                  </a:lnTo>
                  <a:lnTo>
                    <a:pt x="1614894" y="2343448"/>
                  </a:lnTo>
                  <a:lnTo>
                    <a:pt x="1615544" y="2336806"/>
                  </a:lnTo>
                  <a:lnTo>
                    <a:pt x="1616194" y="2329859"/>
                  </a:lnTo>
                  <a:lnTo>
                    <a:pt x="1616844" y="2322602"/>
                  </a:lnTo>
                  <a:lnTo>
                    <a:pt x="1617494" y="2315113"/>
                  </a:lnTo>
                  <a:lnTo>
                    <a:pt x="1618144" y="2307346"/>
                  </a:lnTo>
                  <a:lnTo>
                    <a:pt x="1618793" y="2299292"/>
                  </a:lnTo>
                  <a:lnTo>
                    <a:pt x="1619443" y="2291112"/>
                  </a:lnTo>
                  <a:lnTo>
                    <a:pt x="1620093" y="2283017"/>
                  </a:lnTo>
                  <a:lnTo>
                    <a:pt x="1620743" y="2275116"/>
                  </a:lnTo>
                  <a:lnTo>
                    <a:pt x="1621393" y="2267521"/>
                  </a:lnTo>
                  <a:lnTo>
                    <a:pt x="1622043" y="2260369"/>
                  </a:lnTo>
                  <a:lnTo>
                    <a:pt x="1622693" y="2253821"/>
                  </a:lnTo>
                  <a:lnTo>
                    <a:pt x="1623343" y="2247914"/>
                  </a:lnTo>
                  <a:lnTo>
                    <a:pt x="1623993" y="2242710"/>
                  </a:lnTo>
                  <a:lnTo>
                    <a:pt x="1624643" y="2238307"/>
                  </a:lnTo>
                  <a:lnTo>
                    <a:pt x="1625293" y="2234744"/>
                  </a:lnTo>
                  <a:lnTo>
                    <a:pt x="1625943" y="2232060"/>
                  </a:lnTo>
                  <a:lnTo>
                    <a:pt x="1626593" y="2230269"/>
                  </a:lnTo>
                  <a:lnTo>
                    <a:pt x="1627243" y="2229395"/>
                  </a:lnTo>
                  <a:lnTo>
                    <a:pt x="1627893" y="2229441"/>
                  </a:lnTo>
                  <a:lnTo>
                    <a:pt x="1628542" y="2230412"/>
                  </a:lnTo>
                  <a:lnTo>
                    <a:pt x="1629192" y="2232078"/>
                  </a:lnTo>
                  <a:lnTo>
                    <a:pt x="1629842" y="2234249"/>
                  </a:lnTo>
                  <a:lnTo>
                    <a:pt x="1630492" y="2236805"/>
                  </a:lnTo>
                  <a:lnTo>
                    <a:pt x="1631142" y="2239831"/>
                  </a:lnTo>
                  <a:lnTo>
                    <a:pt x="1631792" y="2243375"/>
                  </a:lnTo>
                  <a:lnTo>
                    <a:pt x="1632442" y="2247421"/>
                  </a:lnTo>
                  <a:lnTo>
                    <a:pt x="1633092" y="2252007"/>
                  </a:lnTo>
                  <a:lnTo>
                    <a:pt x="1633742" y="2257043"/>
                  </a:lnTo>
                  <a:lnTo>
                    <a:pt x="1634392" y="2262409"/>
                  </a:lnTo>
                  <a:lnTo>
                    <a:pt x="1635042" y="2267961"/>
                  </a:lnTo>
                  <a:lnTo>
                    <a:pt x="1635692" y="2273528"/>
                  </a:lnTo>
                  <a:lnTo>
                    <a:pt x="1636342" y="2279082"/>
                  </a:lnTo>
                  <a:lnTo>
                    <a:pt x="1636992" y="2284641"/>
                  </a:lnTo>
                  <a:lnTo>
                    <a:pt x="1637642" y="2290216"/>
                  </a:lnTo>
                  <a:lnTo>
                    <a:pt x="1638292" y="2295775"/>
                  </a:lnTo>
                  <a:lnTo>
                    <a:pt x="1638941" y="2301462"/>
                  </a:lnTo>
                  <a:lnTo>
                    <a:pt x="1639591" y="2307274"/>
                  </a:lnTo>
                  <a:lnTo>
                    <a:pt x="1640241" y="2313227"/>
                  </a:lnTo>
                  <a:lnTo>
                    <a:pt x="1640891" y="2319192"/>
                  </a:lnTo>
                  <a:lnTo>
                    <a:pt x="1641541" y="2324982"/>
                  </a:lnTo>
                  <a:lnTo>
                    <a:pt x="1642191" y="2330540"/>
                  </a:lnTo>
                  <a:lnTo>
                    <a:pt x="1642841" y="2335695"/>
                  </a:lnTo>
                  <a:lnTo>
                    <a:pt x="1643491" y="2340387"/>
                  </a:lnTo>
                  <a:lnTo>
                    <a:pt x="1644141" y="2344613"/>
                  </a:lnTo>
                  <a:lnTo>
                    <a:pt x="1644791" y="2348523"/>
                  </a:lnTo>
                  <a:lnTo>
                    <a:pt x="1645441" y="2352328"/>
                  </a:lnTo>
                  <a:lnTo>
                    <a:pt x="1646091" y="2356090"/>
                  </a:lnTo>
                  <a:lnTo>
                    <a:pt x="1646741" y="2359723"/>
                  </a:lnTo>
                  <a:lnTo>
                    <a:pt x="1647391" y="2363194"/>
                  </a:lnTo>
                  <a:lnTo>
                    <a:pt x="1648041" y="2366458"/>
                  </a:lnTo>
                  <a:lnTo>
                    <a:pt x="1648690" y="2369368"/>
                  </a:lnTo>
                  <a:lnTo>
                    <a:pt x="1649340" y="2371931"/>
                  </a:lnTo>
                  <a:lnTo>
                    <a:pt x="1649990" y="2374154"/>
                  </a:lnTo>
                  <a:lnTo>
                    <a:pt x="1650640" y="2376078"/>
                  </a:lnTo>
                  <a:lnTo>
                    <a:pt x="1651290" y="2377827"/>
                  </a:lnTo>
                  <a:lnTo>
                    <a:pt x="1651940" y="2379412"/>
                  </a:lnTo>
                  <a:lnTo>
                    <a:pt x="1652590" y="2380756"/>
                  </a:lnTo>
                  <a:lnTo>
                    <a:pt x="1653240" y="2381913"/>
                  </a:lnTo>
                  <a:lnTo>
                    <a:pt x="1653890" y="2382951"/>
                  </a:lnTo>
                  <a:lnTo>
                    <a:pt x="1654540" y="2383867"/>
                  </a:lnTo>
                  <a:lnTo>
                    <a:pt x="1655190" y="2384480"/>
                  </a:lnTo>
                  <a:lnTo>
                    <a:pt x="1655840" y="2384714"/>
                  </a:lnTo>
                  <a:lnTo>
                    <a:pt x="1656490" y="2384603"/>
                  </a:lnTo>
                  <a:lnTo>
                    <a:pt x="1657140" y="2384107"/>
                  </a:lnTo>
                  <a:lnTo>
                    <a:pt x="1657790" y="2383138"/>
                  </a:lnTo>
                  <a:lnTo>
                    <a:pt x="1658440" y="2381698"/>
                  </a:lnTo>
                  <a:lnTo>
                    <a:pt x="1659089" y="2379811"/>
                  </a:lnTo>
                  <a:lnTo>
                    <a:pt x="1659739" y="2377399"/>
                  </a:lnTo>
                  <a:lnTo>
                    <a:pt x="1660389" y="2374433"/>
                  </a:lnTo>
                  <a:lnTo>
                    <a:pt x="1661039" y="2370870"/>
                  </a:lnTo>
                  <a:lnTo>
                    <a:pt x="1661689" y="2366703"/>
                  </a:lnTo>
                  <a:lnTo>
                    <a:pt x="1662339" y="2362104"/>
                  </a:lnTo>
                  <a:lnTo>
                    <a:pt x="1662989" y="2357186"/>
                  </a:lnTo>
                  <a:lnTo>
                    <a:pt x="1663639" y="2351932"/>
                  </a:lnTo>
                  <a:lnTo>
                    <a:pt x="1664289" y="2346258"/>
                  </a:lnTo>
                  <a:lnTo>
                    <a:pt x="1664939" y="2340210"/>
                  </a:lnTo>
                  <a:lnTo>
                    <a:pt x="1665589" y="2333755"/>
                  </a:lnTo>
                  <a:lnTo>
                    <a:pt x="1666239" y="2326932"/>
                  </a:lnTo>
                  <a:lnTo>
                    <a:pt x="1666889" y="2319835"/>
                  </a:lnTo>
                  <a:lnTo>
                    <a:pt x="1667539" y="2312560"/>
                  </a:lnTo>
                  <a:lnTo>
                    <a:pt x="1668189" y="2305160"/>
                  </a:lnTo>
                  <a:lnTo>
                    <a:pt x="1668838" y="2297755"/>
                  </a:lnTo>
                  <a:lnTo>
                    <a:pt x="1669488" y="2290394"/>
                  </a:lnTo>
                  <a:lnTo>
                    <a:pt x="1670138" y="2283065"/>
                  </a:lnTo>
                  <a:lnTo>
                    <a:pt x="1670788" y="2275887"/>
                  </a:lnTo>
                  <a:lnTo>
                    <a:pt x="1671438" y="2268832"/>
                  </a:lnTo>
                  <a:lnTo>
                    <a:pt x="1672088" y="2261871"/>
                  </a:lnTo>
                  <a:lnTo>
                    <a:pt x="1672738" y="2254932"/>
                  </a:lnTo>
                  <a:lnTo>
                    <a:pt x="1673388" y="2248003"/>
                  </a:lnTo>
                  <a:lnTo>
                    <a:pt x="1674038" y="2241199"/>
                  </a:lnTo>
                  <a:lnTo>
                    <a:pt x="1674688" y="2234628"/>
                  </a:lnTo>
                  <a:lnTo>
                    <a:pt x="1675338" y="2228370"/>
                  </a:lnTo>
                  <a:lnTo>
                    <a:pt x="1675988" y="2222563"/>
                  </a:lnTo>
                  <a:lnTo>
                    <a:pt x="1676638" y="2217278"/>
                  </a:lnTo>
                  <a:lnTo>
                    <a:pt x="1677288" y="2212526"/>
                  </a:lnTo>
                  <a:lnTo>
                    <a:pt x="1677938" y="2208242"/>
                  </a:lnTo>
                  <a:lnTo>
                    <a:pt x="1678588" y="2204302"/>
                  </a:lnTo>
                  <a:lnTo>
                    <a:pt x="1679237" y="2200715"/>
                  </a:lnTo>
                  <a:lnTo>
                    <a:pt x="1679887" y="2197532"/>
                  </a:lnTo>
                  <a:lnTo>
                    <a:pt x="1680537" y="2194663"/>
                  </a:lnTo>
                  <a:lnTo>
                    <a:pt x="1681187" y="2192146"/>
                  </a:lnTo>
                  <a:lnTo>
                    <a:pt x="1681837" y="2189983"/>
                  </a:lnTo>
                  <a:lnTo>
                    <a:pt x="1682487" y="2188243"/>
                  </a:lnTo>
                  <a:lnTo>
                    <a:pt x="1683137" y="2187002"/>
                  </a:lnTo>
                  <a:lnTo>
                    <a:pt x="1683787" y="2186195"/>
                  </a:lnTo>
                  <a:lnTo>
                    <a:pt x="1684437" y="2185763"/>
                  </a:lnTo>
                  <a:lnTo>
                    <a:pt x="1685087" y="2185666"/>
                  </a:lnTo>
                  <a:lnTo>
                    <a:pt x="1685737" y="2185757"/>
                  </a:lnTo>
                  <a:lnTo>
                    <a:pt x="1686387" y="2185863"/>
                  </a:lnTo>
                  <a:lnTo>
                    <a:pt x="1687037" y="2185902"/>
                  </a:lnTo>
                  <a:lnTo>
                    <a:pt x="1687687" y="2185972"/>
                  </a:lnTo>
                  <a:lnTo>
                    <a:pt x="1688337" y="2186257"/>
                  </a:lnTo>
                  <a:lnTo>
                    <a:pt x="1688986" y="2186736"/>
                  </a:lnTo>
                  <a:lnTo>
                    <a:pt x="1689636" y="2187377"/>
                  </a:lnTo>
                  <a:lnTo>
                    <a:pt x="1690286" y="2188229"/>
                  </a:lnTo>
                  <a:lnTo>
                    <a:pt x="1690936" y="2189289"/>
                  </a:lnTo>
                  <a:lnTo>
                    <a:pt x="1691586" y="2190419"/>
                  </a:lnTo>
                  <a:lnTo>
                    <a:pt x="1692236" y="2191507"/>
                  </a:lnTo>
                  <a:lnTo>
                    <a:pt x="1692886" y="2192614"/>
                  </a:lnTo>
                  <a:lnTo>
                    <a:pt x="1693536" y="2193654"/>
                  </a:lnTo>
                  <a:lnTo>
                    <a:pt x="1694186" y="2194534"/>
                  </a:lnTo>
                  <a:lnTo>
                    <a:pt x="1694836" y="2195196"/>
                  </a:lnTo>
                  <a:lnTo>
                    <a:pt x="1695486" y="2195572"/>
                  </a:lnTo>
                  <a:lnTo>
                    <a:pt x="1696136" y="2195660"/>
                  </a:lnTo>
                  <a:lnTo>
                    <a:pt x="1696786" y="2195485"/>
                  </a:lnTo>
                  <a:lnTo>
                    <a:pt x="1697436" y="2194984"/>
                  </a:lnTo>
                  <a:lnTo>
                    <a:pt x="1698086" y="2194108"/>
                  </a:lnTo>
                  <a:lnTo>
                    <a:pt x="1698735" y="2192809"/>
                  </a:lnTo>
                  <a:lnTo>
                    <a:pt x="1699385" y="2191005"/>
                  </a:lnTo>
                  <a:lnTo>
                    <a:pt x="1700035" y="2188618"/>
                  </a:lnTo>
                  <a:lnTo>
                    <a:pt x="1700685" y="2185662"/>
                  </a:lnTo>
                  <a:lnTo>
                    <a:pt x="1701335" y="2182112"/>
                  </a:lnTo>
                  <a:lnTo>
                    <a:pt x="1701985" y="2177980"/>
                  </a:lnTo>
                  <a:lnTo>
                    <a:pt x="1702635" y="2173238"/>
                  </a:lnTo>
                  <a:lnTo>
                    <a:pt x="1703285" y="2167909"/>
                  </a:lnTo>
                  <a:lnTo>
                    <a:pt x="1703935" y="2162038"/>
                  </a:lnTo>
                  <a:lnTo>
                    <a:pt x="1704585" y="2155759"/>
                  </a:lnTo>
                  <a:lnTo>
                    <a:pt x="1705235" y="2149200"/>
                  </a:lnTo>
                  <a:lnTo>
                    <a:pt x="1705885" y="2142514"/>
                  </a:lnTo>
                  <a:lnTo>
                    <a:pt x="1706535" y="2135710"/>
                  </a:lnTo>
                  <a:lnTo>
                    <a:pt x="1707185" y="2128693"/>
                  </a:lnTo>
                  <a:lnTo>
                    <a:pt x="1707835" y="2121412"/>
                  </a:lnTo>
                  <a:lnTo>
                    <a:pt x="1708485" y="2113814"/>
                  </a:lnTo>
                  <a:lnTo>
                    <a:pt x="1709134" y="2105845"/>
                  </a:lnTo>
                  <a:lnTo>
                    <a:pt x="1709784" y="2097507"/>
                  </a:lnTo>
                  <a:lnTo>
                    <a:pt x="1710434" y="2088804"/>
                  </a:lnTo>
                  <a:lnTo>
                    <a:pt x="1711084" y="2079794"/>
                  </a:lnTo>
                  <a:lnTo>
                    <a:pt x="1711734" y="2070479"/>
                  </a:lnTo>
                  <a:lnTo>
                    <a:pt x="1712384" y="2060833"/>
                  </a:lnTo>
                  <a:lnTo>
                    <a:pt x="1713034" y="2050878"/>
                  </a:lnTo>
                  <a:lnTo>
                    <a:pt x="1713684" y="2040626"/>
                  </a:lnTo>
                  <a:lnTo>
                    <a:pt x="1714334" y="2030016"/>
                  </a:lnTo>
                  <a:lnTo>
                    <a:pt x="1714984" y="2018932"/>
                  </a:lnTo>
                  <a:lnTo>
                    <a:pt x="1715634" y="2007198"/>
                  </a:lnTo>
                  <a:lnTo>
                    <a:pt x="1716284" y="1994758"/>
                  </a:lnTo>
                  <a:lnTo>
                    <a:pt x="1716934" y="1981605"/>
                  </a:lnTo>
                  <a:lnTo>
                    <a:pt x="1717584" y="1967720"/>
                  </a:lnTo>
                  <a:lnTo>
                    <a:pt x="1718234" y="1953144"/>
                  </a:lnTo>
                  <a:lnTo>
                    <a:pt x="1718883" y="1937997"/>
                  </a:lnTo>
                  <a:lnTo>
                    <a:pt x="1719533" y="1922329"/>
                  </a:lnTo>
                  <a:lnTo>
                    <a:pt x="1720183" y="1906032"/>
                  </a:lnTo>
                  <a:lnTo>
                    <a:pt x="1720833" y="1888933"/>
                  </a:lnTo>
                  <a:lnTo>
                    <a:pt x="1721483" y="1870869"/>
                  </a:lnTo>
                  <a:lnTo>
                    <a:pt x="1722133" y="1851837"/>
                  </a:lnTo>
                  <a:lnTo>
                    <a:pt x="1722783" y="1831723"/>
                  </a:lnTo>
                  <a:lnTo>
                    <a:pt x="1723433" y="1810494"/>
                  </a:lnTo>
                  <a:lnTo>
                    <a:pt x="1724083" y="1788260"/>
                  </a:lnTo>
                  <a:lnTo>
                    <a:pt x="1724733" y="1765280"/>
                  </a:lnTo>
                  <a:lnTo>
                    <a:pt x="1725383" y="1741609"/>
                  </a:lnTo>
                  <a:lnTo>
                    <a:pt x="1726033" y="1717306"/>
                  </a:lnTo>
                  <a:lnTo>
                    <a:pt x="1726683" y="1692557"/>
                  </a:lnTo>
                  <a:lnTo>
                    <a:pt x="1727333" y="1667529"/>
                  </a:lnTo>
                  <a:lnTo>
                    <a:pt x="1727983" y="1642249"/>
                  </a:lnTo>
                  <a:lnTo>
                    <a:pt x="1728633" y="1616649"/>
                  </a:lnTo>
                  <a:lnTo>
                    <a:pt x="1729282" y="1590671"/>
                  </a:lnTo>
                  <a:lnTo>
                    <a:pt x="1729932" y="1564345"/>
                  </a:lnTo>
                  <a:lnTo>
                    <a:pt x="1730582" y="1537745"/>
                  </a:lnTo>
                  <a:lnTo>
                    <a:pt x="1731232" y="1510983"/>
                  </a:lnTo>
                  <a:lnTo>
                    <a:pt x="1731882" y="1484186"/>
                  </a:lnTo>
                  <a:lnTo>
                    <a:pt x="1732532" y="1457523"/>
                  </a:lnTo>
                  <a:lnTo>
                    <a:pt x="1733182" y="1431120"/>
                  </a:lnTo>
                  <a:lnTo>
                    <a:pt x="1733832" y="1404944"/>
                  </a:lnTo>
                  <a:lnTo>
                    <a:pt x="1734482" y="1378948"/>
                  </a:lnTo>
                  <a:lnTo>
                    <a:pt x="1735132" y="1353073"/>
                  </a:lnTo>
                  <a:lnTo>
                    <a:pt x="1735782" y="1327289"/>
                  </a:lnTo>
                  <a:lnTo>
                    <a:pt x="1736432" y="1301518"/>
                  </a:lnTo>
                  <a:lnTo>
                    <a:pt x="1737082" y="1275691"/>
                  </a:lnTo>
                  <a:lnTo>
                    <a:pt x="1737732" y="1249787"/>
                  </a:lnTo>
                  <a:lnTo>
                    <a:pt x="1738382" y="1223729"/>
                  </a:lnTo>
                  <a:lnTo>
                    <a:pt x="1739031" y="1197585"/>
                  </a:lnTo>
                  <a:lnTo>
                    <a:pt x="1739681" y="1171502"/>
                  </a:lnTo>
                  <a:lnTo>
                    <a:pt x="1740331" y="1145587"/>
                  </a:lnTo>
                  <a:lnTo>
                    <a:pt x="1740981" y="1119891"/>
                  </a:lnTo>
                  <a:lnTo>
                    <a:pt x="1741631" y="1094419"/>
                  </a:lnTo>
                  <a:lnTo>
                    <a:pt x="1742281" y="1069114"/>
                  </a:lnTo>
                  <a:lnTo>
                    <a:pt x="1742931" y="1043926"/>
                  </a:lnTo>
                  <a:lnTo>
                    <a:pt x="1743581" y="1018867"/>
                  </a:lnTo>
                  <a:lnTo>
                    <a:pt x="1744231" y="993938"/>
                  </a:lnTo>
                  <a:lnTo>
                    <a:pt x="1744881" y="969222"/>
                  </a:lnTo>
                  <a:lnTo>
                    <a:pt x="1745531" y="944750"/>
                  </a:lnTo>
                  <a:lnTo>
                    <a:pt x="1746181" y="920542"/>
                  </a:lnTo>
                  <a:lnTo>
                    <a:pt x="1746831" y="896664"/>
                  </a:lnTo>
                  <a:lnTo>
                    <a:pt x="1747481" y="873182"/>
                  </a:lnTo>
                  <a:lnTo>
                    <a:pt x="1748131" y="850223"/>
                  </a:lnTo>
                  <a:lnTo>
                    <a:pt x="1748781" y="827824"/>
                  </a:lnTo>
                  <a:lnTo>
                    <a:pt x="1749430" y="805980"/>
                  </a:lnTo>
                  <a:lnTo>
                    <a:pt x="1750080" y="784720"/>
                  </a:lnTo>
                  <a:lnTo>
                    <a:pt x="1750730" y="764089"/>
                  </a:lnTo>
                  <a:lnTo>
                    <a:pt x="1751380" y="744061"/>
                  </a:lnTo>
                  <a:lnTo>
                    <a:pt x="1752030" y="724677"/>
                  </a:lnTo>
                  <a:lnTo>
                    <a:pt x="1752680" y="705993"/>
                  </a:lnTo>
                  <a:lnTo>
                    <a:pt x="1753330" y="688121"/>
                  </a:lnTo>
                  <a:lnTo>
                    <a:pt x="1753980" y="671171"/>
                  </a:lnTo>
                  <a:lnTo>
                    <a:pt x="1754630" y="655226"/>
                  </a:lnTo>
                  <a:lnTo>
                    <a:pt x="1755280" y="640381"/>
                  </a:lnTo>
                  <a:lnTo>
                    <a:pt x="1755930" y="626741"/>
                  </a:lnTo>
                  <a:lnTo>
                    <a:pt x="1756580" y="614273"/>
                  </a:lnTo>
                  <a:lnTo>
                    <a:pt x="1757230" y="602868"/>
                  </a:lnTo>
                  <a:lnTo>
                    <a:pt x="1757880" y="592364"/>
                  </a:lnTo>
                  <a:lnTo>
                    <a:pt x="1758530" y="582835"/>
                  </a:lnTo>
                  <a:lnTo>
                    <a:pt x="1759179" y="574225"/>
                  </a:lnTo>
                  <a:lnTo>
                    <a:pt x="1759829" y="566318"/>
                  </a:lnTo>
                  <a:lnTo>
                    <a:pt x="1760479" y="559022"/>
                  </a:lnTo>
                  <a:lnTo>
                    <a:pt x="1761129" y="552412"/>
                  </a:lnTo>
                  <a:lnTo>
                    <a:pt x="1761779" y="546665"/>
                  </a:lnTo>
                  <a:lnTo>
                    <a:pt x="1762429" y="541839"/>
                  </a:lnTo>
                  <a:lnTo>
                    <a:pt x="1763079" y="537942"/>
                  </a:lnTo>
                  <a:lnTo>
                    <a:pt x="1763729" y="534912"/>
                  </a:lnTo>
                  <a:lnTo>
                    <a:pt x="1764379" y="532603"/>
                  </a:lnTo>
                  <a:lnTo>
                    <a:pt x="1765029" y="530879"/>
                  </a:lnTo>
                  <a:lnTo>
                    <a:pt x="1765679" y="529576"/>
                  </a:lnTo>
                  <a:lnTo>
                    <a:pt x="1766329" y="528655"/>
                  </a:lnTo>
                  <a:lnTo>
                    <a:pt x="1766979" y="528180"/>
                  </a:lnTo>
                  <a:lnTo>
                    <a:pt x="1767629" y="528319"/>
                  </a:lnTo>
                  <a:lnTo>
                    <a:pt x="1768279" y="529142"/>
                  </a:lnTo>
                  <a:lnTo>
                    <a:pt x="1768929" y="530690"/>
                  </a:lnTo>
                  <a:lnTo>
                    <a:pt x="1769578" y="533064"/>
                  </a:lnTo>
                  <a:lnTo>
                    <a:pt x="1770228" y="536261"/>
                  </a:lnTo>
                  <a:lnTo>
                    <a:pt x="1770878" y="540215"/>
                  </a:lnTo>
                  <a:lnTo>
                    <a:pt x="1771528" y="544804"/>
                  </a:lnTo>
                  <a:lnTo>
                    <a:pt x="1772178" y="549898"/>
                  </a:lnTo>
                  <a:lnTo>
                    <a:pt x="1772828" y="555502"/>
                  </a:lnTo>
                  <a:lnTo>
                    <a:pt x="1773478" y="561686"/>
                  </a:lnTo>
                  <a:lnTo>
                    <a:pt x="1774128" y="568494"/>
                  </a:lnTo>
                  <a:lnTo>
                    <a:pt x="1774778" y="575920"/>
                  </a:lnTo>
                  <a:lnTo>
                    <a:pt x="1775428" y="584018"/>
                  </a:lnTo>
                  <a:lnTo>
                    <a:pt x="1776078" y="592810"/>
                  </a:lnTo>
                  <a:lnTo>
                    <a:pt x="1776728" y="602315"/>
                  </a:lnTo>
                  <a:lnTo>
                    <a:pt x="1777378" y="612453"/>
                  </a:lnTo>
                  <a:lnTo>
                    <a:pt x="1778028" y="623122"/>
                  </a:lnTo>
                  <a:lnTo>
                    <a:pt x="1778678" y="634284"/>
                  </a:lnTo>
                  <a:lnTo>
                    <a:pt x="1779327" y="645938"/>
                  </a:lnTo>
                  <a:lnTo>
                    <a:pt x="1779977" y="658040"/>
                  </a:lnTo>
                  <a:lnTo>
                    <a:pt x="1780627" y="670597"/>
                  </a:lnTo>
                  <a:lnTo>
                    <a:pt x="1781277" y="683556"/>
                  </a:lnTo>
                  <a:lnTo>
                    <a:pt x="1781927" y="696950"/>
                  </a:lnTo>
                  <a:lnTo>
                    <a:pt x="1782577" y="710738"/>
                  </a:lnTo>
                  <a:lnTo>
                    <a:pt x="1783227" y="724872"/>
                  </a:lnTo>
                  <a:lnTo>
                    <a:pt x="1783877" y="739317"/>
                  </a:lnTo>
                  <a:lnTo>
                    <a:pt x="1784527" y="754102"/>
                  </a:lnTo>
                  <a:lnTo>
                    <a:pt x="1785177" y="769216"/>
                  </a:lnTo>
                  <a:lnTo>
                    <a:pt x="1785827" y="784609"/>
                  </a:lnTo>
                  <a:lnTo>
                    <a:pt x="1786477" y="800246"/>
                  </a:lnTo>
                  <a:lnTo>
                    <a:pt x="1787127" y="816062"/>
                  </a:lnTo>
                  <a:lnTo>
                    <a:pt x="1787777" y="832006"/>
                  </a:lnTo>
                  <a:lnTo>
                    <a:pt x="1788427" y="847983"/>
                  </a:lnTo>
                  <a:lnTo>
                    <a:pt x="1789077" y="863930"/>
                  </a:lnTo>
                  <a:lnTo>
                    <a:pt x="1789726" y="879863"/>
                  </a:lnTo>
                  <a:lnTo>
                    <a:pt x="1790376" y="895798"/>
                  </a:lnTo>
                  <a:lnTo>
                    <a:pt x="1791026" y="911728"/>
                  </a:lnTo>
                  <a:lnTo>
                    <a:pt x="1791676" y="927579"/>
                  </a:lnTo>
                  <a:lnTo>
                    <a:pt x="1792326" y="943366"/>
                  </a:lnTo>
                  <a:lnTo>
                    <a:pt x="1792976" y="959167"/>
                  </a:lnTo>
                  <a:lnTo>
                    <a:pt x="1793626" y="974984"/>
                  </a:lnTo>
                  <a:lnTo>
                    <a:pt x="1794276" y="990687"/>
                  </a:lnTo>
                  <a:lnTo>
                    <a:pt x="1794926" y="1006166"/>
                  </a:lnTo>
                  <a:lnTo>
                    <a:pt x="1795576" y="1021342"/>
                  </a:lnTo>
                  <a:lnTo>
                    <a:pt x="1796226" y="1036156"/>
                  </a:lnTo>
                  <a:lnTo>
                    <a:pt x="1796876" y="1050637"/>
                  </a:lnTo>
                  <a:lnTo>
                    <a:pt x="1797526" y="1064830"/>
                  </a:lnTo>
                  <a:lnTo>
                    <a:pt x="1798176" y="1078819"/>
                  </a:lnTo>
                  <a:lnTo>
                    <a:pt x="1798826" y="1092665"/>
                  </a:lnTo>
                  <a:lnTo>
                    <a:pt x="1799475" y="1106347"/>
                  </a:lnTo>
                  <a:lnTo>
                    <a:pt x="1800125" y="1119771"/>
                  </a:lnTo>
                  <a:lnTo>
                    <a:pt x="1800775" y="1132790"/>
                  </a:lnTo>
                  <a:lnTo>
                    <a:pt x="1801425" y="1145358"/>
                  </a:lnTo>
                  <a:lnTo>
                    <a:pt x="1802075" y="1157398"/>
                  </a:lnTo>
                  <a:lnTo>
                    <a:pt x="1802725" y="1168840"/>
                  </a:lnTo>
                  <a:lnTo>
                    <a:pt x="1803375" y="1179670"/>
                  </a:lnTo>
                  <a:lnTo>
                    <a:pt x="1804025" y="1189938"/>
                  </a:lnTo>
                  <a:lnTo>
                    <a:pt x="1804675" y="1199729"/>
                  </a:lnTo>
                  <a:lnTo>
                    <a:pt x="1805325" y="1208994"/>
                  </a:lnTo>
                  <a:lnTo>
                    <a:pt x="1805975" y="1217595"/>
                  </a:lnTo>
                  <a:lnTo>
                    <a:pt x="1806625" y="1225493"/>
                  </a:lnTo>
                  <a:lnTo>
                    <a:pt x="1807275" y="1232732"/>
                  </a:lnTo>
                  <a:lnTo>
                    <a:pt x="1807925" y="1239414"/>
                  </a:lnTo>
                  <a:lnTo>
                    <a:pt x="1808575" y="1245572"/>
                  </a:lnTo>
                  <a:lnTo>
                    <a:pt x="1809225" y="1251188"/>
                  </a:lnTo>
                  <a:lnTo>
                    <a:pt x="1809874" y="1256287"/>
                  </a:lnTo>
                  <a:lnTo>
                    <a:pt x="1810524" y="1261026"/>
                  </a:lnTo>
                  <a:lnTo>
                    <a:pt x="1811174" y="1265567"/>
                  </a:lnTo>
                  <a:lnTo>
                    <a:pt x="1811824" y="1269873"/>
                  </a:lnTo>
                  <a:lnTo>
                    <a:pt x="1812474" y="1273860"/>
                  </a:lnTo>
                  <a:lnTo>
                    <a:pt x="1813124" y="1277528"/>
                  </a:lnTo>
                  <a:lnTo>
                    <a:pt x="1813774" y="1280898"/>
                  </a:lnTo>
                  <a:lnTo>
                    <a:pt x="1814424" y="1283949"/>
                  </a:lnTo>
                  <a:lnTo>
                    <a:pt x="1815074" y="1286694"/>
                  </a:lnTo>
                  <a:lnTo>
                    <a:pt x="1815724" y="1289157"/>
                  </a:lnTo>
                  <a:lnTo>
                    <a:pt x="1816374" y="1291361"/>
                  </a:lnTo>
                  <a:lnTo>
                    <a:pt x="1817024" y="1293167"/>
                  </a:lnTo>
                  <a:lnTo>
                    <a:pt x="1817674" y="1294473"/>
                  </a:lnTo>
                  <a:lnTo>
                    <a:pt x="1818324" y="1295201"/>
                  </a:lnTo>
                  <a:lnTo>
                    <a:pt x="1818974" y="1295369"/>
                  </a:lnTo>
                  <a:lnTo>
                    <a:pt x="1819623" y="1294966"/>
                  </a:lnTo>
                  <a:lnTo>
                    <a:pt x="1820273" y="1294056"/>
                  </a:lnTo>
                  <a:lnTo>
                    <a:pt x="1820923" y="1292671"/>
                  </a:lnTo>
                  <a:lnTo>
                    <a:pt x="1821573" y="1290896"/>
                  </a:lnTo>
                  <a:lnTo>
                    <a:pt x="1822223" y="1288758"/>
                  </a:lnTo>
                  <a:lnTo>
                    <a:pt x="1822873" y="1286233"/>
                  </a:lnTo>
                  <a:lnTo>
                    <a:pt x="1823523" y="1283270"/>
                  </a:lnTo>
                  <a:lnTo>
                    <a:pt x="1824173" y="1279879"/>
                  </a:lnTo>
                  <a:lnTo>
                    <a:pt x="1824823" y="1276104"/>
                  </a:lnTo>
                  <a:lnTo>
                    <a:pt x="1825473" y="1271995"/>
                  </a:lnTo>
                  <a:lnTo>
                    <a:pt x="1826123" y="1267609"/>
                  </a:lnTo>
                  <a:lnTo>
                    <a:pt x="1826773" y="1262981"/>
                  </a:lnTo>
                  <a:lnTo>
                    <a:pt x="1827423" y="1258170"/>
                  </a:lnTo>
                  <a:lnTo>
                    <a:pt x="1828073" y="1253194"/>
                  </a:lnTo>
                  <a:lnTo>
                    <a:pt x="1828723" y="1248086"/>
                  </a:lnTo>
                  <a:lnTo>
                    <a:pt x="1829372" y="1242850"/>
                  </a:lnTo>
                  <a:lnTo>
                    <a:pt x="1830022" y="1237456"/>
                  </a:lnTo>
                  <a:lnTo>
                    <a:pt x="1830672" y="1231877"/>
                  </a:lnTo>
                  <a:lnTo>
                    <a:pt x="1831322" y="1226036"/>
                  </a:lnTo>
                  <a:lnTo>
                    <a:pt x="1831972" y="1219919"/>
                  </a:lnTo>
                  <a:lnTo>
                    <a:pt x="1832622" y="1213558"/>
                  </a:lnTo>
                  <a:lnTo>
                    <a:pt x="1833272" y="1207057"/>
                  </a:lnTo>
                  <a:lnTo>
                    <a:pt x="1833922" y="1200524"/>
                  </a:lnTo>
                  <a:lnTo>
                    <a:pt x="1834572" y="1193994"/>
                  </a:lnTo>
                  <a:lnTo>
                    <a:pt x="1835222" y="1187535"/>
                  </a:lnTo>
                  <a:lnTo>
                    <a:pt x="1835872" y="1181155"/>
                  </a:lnTo>
                  <a:lnTo>
                    <a:pt x="1836522" y="1174856"/>
                  </a:lnTo>
                  <a:lnTo>
                    <a:pt x="1837172" y="1168567"/>
                  </a:lnTo>
                  <a:lnTo>
                    <a:pt x="1837822" y="1162263"/>
                  </a:lnTo>
                  <a:lnTo>
                    <a:pt x="1838472" y="1156005"/>
                  </a:lnTo>
                  <a:lnTo>
                    <a:pt x="1839122" y="1149802"/>
                  </a:lnTo>
                  <a:lnTo>
                    <a:pt x="1839771" y="1143579"/>
                  </a:lnTo>
                  <a:lnTo>
                    <a:pt x="1840421" y="1137227"/>
                  </a:lnTo>
                  <a:lnTo>
                    <a:pt x="1841071" y="1130685"/>
                  </a:lnTo>
                  <a:lnTo>
                    <a:pt x="1841721" y="1123918"/>
                  </a:lnTo>
                  <a:lnTo>
                    <a:pt x="1842371" y="1116895"/>
                  </a:lnTo>
                  <a:lnTo>
                    <a:pt x="1843021" y="1109524"/>
                  </a:lnTo>
                  <a:lnTo>
                    <a:pt x="1843671" y="1101599"/>
                  </a:lnTo>
                  <a:lnTo>
                    <a:pt x="1844321" y="1093052"/>
                  </a:lnTo>
                  <a:lnTo>
                    <a:pt x="1844971" y="1083968"/>
                  </a:lnTo>
                  <a:lnTo>
                    <a:pt x="1845621" y="1074401"/>
                  </a:lnTo>
                  <a:lnTo>
                    <a:pt x="1846271" y="1064372"/>
                  </a:lnTo>
                  <a:lnTo>
                    <a:pt x="1846921" y="1053901"/>
                  </a:lnTo>
                  <a:lnTo>
                    <a:pt x="1847571" y="1043066"/>
                  </a:lnTo>
                  <a:lnTo>
                    <a:pt x="1848221" y="1031905"/>
                  </a:lnTo>
                  <a:lnTo>
                    <a:pt x="1848871" y="1020467"/>
                  </a:lnTo>
                  <a:lnTo>
                    <a:pt x="1849520" y="1008888"/>
                  </a:lnTo>
                  <a:lnTo>
                    <a:pt x="1850170" y="997358"/>
                  </a:lnTo>
                  <a:lnTo>
                    <a:pt x="1850820" y="985970"/>
                  </a:lnTo>
                  <a:lnTo>
                    <a:pt x="1851470" y="974791"/>
                  </a:lnTo>
                  <a:lnTo>
                    <a:pt x="1852120" y="963881"/>
                  </a:lnTo>
                  <a:lnTo>
                    <a:pt x="1852770" y="953281"/>
                  </a:lnTo>
                  <a:lnTo>
                    <a:pt x="1853420" y="943053"/>
                  </a:lnTo>
                  <a:lnTo>
                    <a:pt x="1854070" y="933238"/>
                  </a:lnTo>
                  <a:lnTo>
                    <a:pt x="1854720" y="923875"/>
                  </a:lnTo>
                  <a:lnTo>
                    <a:pt x="1855370" y="915110"/>
                  </a:lnTo>
                  <a:lnTo>
                    <a:pt x="1856020" y="907091"/>
                  </a:lnTo>
                  <a:lnTo>
                    <a:pt x="1856670" y="899939"/>
                  </a:lnTo>
                  <a:lnTo>
                    <a:pt x="1857320" y="893719"/>
                  </a:lnTo>
                  <a:lnTo>
                    <a:pt x="1857970" y="888325"/>
                  </a:lnTo>
                  <a:lnTo>
                    <a:pt x="1858620" y="883665"/>
                  </a:lnTo>
                  <a:lnTo>
                    <a:pt x="1859270" y="879684"/>
                  </a:lnTo>
                  <a:lnTo>
                    <a:pt x="1859919" y="876340"/>
                  </a:lnTo>
                  <a:lnTo>
                    <a:pt x="1860569" y="873640"/>
                  </a:lnTo>
                  <a:lnTo>
                    <a:pt x="1861219" y="871609"/>
                  </a:lnTo>
                  <a:lnTo>
                    <a:pt x="1861869" y="870330"/>
                  </a:lnTo>
                  <a:lnTo>
                    <a:pt x="1862519" y="869891"/>
                  </a:lnTo>
                  <a:lnTo>
                    <a:pt x="1863169" y="870349"/>
                  </a:lnTo>
                  <a:lnTo>
                    <a:pt x="1863819" y="871781"/>
                  </a:lnTo>
                  <a:lnTo>
                    <a:pt x="1864469" y="874262"/>
                  </a:lnTo>
                  <a:lnTo>
                    <a:pt x="1865119" y="877798"/>
                  </a:lnTo>
                  <a:lnTo>
                    <a:pt x="1865769" y="882326"/>
                  </a:lnTo>
                  <a:lnTo>
                    <a:pt x="1866419" y="887770"/>
                  </a:lnTo>
                  <a:lnTo>
                    <a:pt x="1867069" y="894060"/>
                  </a:lnTo>
                  <a:lnTo>
                    <a:pt x="1867719" y="901209"/>
                  </a:lnTo>
                  <a:lnTo>
                    <a:pt x="1868369" y="909259"/>
                  </a:lnTo>
                  <a:lnTo>
                    <a:pt x="1869019" y="918248"/>
                  </a:lnTo>
                  <a:lnTo>
                    <a:pt x="1869668" y="928224"/>
                  </a:lnTo>
                  <a:lnTo>
                    <a:pt x="1870318" y="939257"/>
                  </a:lnTo>
                  <a:lnTo>
                    <a:pt x="1870968" y="951359"/>
                  </a:lnTo>
                  <a:lnTo>
                    <a:pt x="1871618" y="964441"/>
                  </a:lnTo>
                  <a:lnTo>
                    <a:pt x="1872268" y="978445"/>
                  </a:lnTo>
                  <a:lnTo>
                    <a:pt x="1872918" y="993364"/>
                  </a:lnTo>
                  <a:lnTo>
                    <a:pt x="1873568" y="1009192"/>
                  </a:lnTo>
                  <a:lnTo>
                    <a:pt x="1874218" y="1025914"/>
                  </a:lnTo>
                  <a:lnTo>
                    <a:pt x="1874868" y="1043483"/>
                  </a:lnTo>
                  <a:lnTo>
                    <a:pt x="1875518" y="1061940"/>
                  </a:lnTo>
                  <a:lnTo>
                    <a:pt x="1876168" y="1081312"/>
                  </a:lnTo>
                  <a:lnTo>
                    <a:pt x="1876818" y="1101632"/>
                  </a:lnTo>
                  <a:lnTo>
                    <a:pt x="1877468" y="1122887"/>
                  </a:lnTo>
                  <a:lnTo>
                    <a:pt x="1878118" y="1145041"/>
                  </a:lnTo>
                  <a:lnTo>
                    <a:pt x="1878768" y="1168105"/>
                  </a:lnTo>
                  <a:lnTo>
                    <a:pt x="1879418" y="1192085"/>
                  </a:lnTo>
                  <a:lnTo>
                    <a:pt x="1880067" y="1216933"/>
                  </a:lnTo>
                  <a:lnTo>
                    <a:pt x="1880717" y="1242576"/>
                  </a:lnTo>
                  <a:lnTo>
                    <a:pt x="1881367" y="1268961"/>
                  </a:lnTo>
                  <a:lnTo>
                    <a:pt x="1882017" y="1296053"/>
                  </a:lnTo>
                  <a:lnTo>
                    <a:pt x="1882667" y="1323721"/>
                  </a:lnTo>
                  <a:lnTo>
                    <a:pt x="1883317" y="1351911"/>
                  </a:lnTo>
                  <a:lnTo>
                    <a:pt x="1883967" y="1380574"/>
                  </a:lnTo>
                  <a:lnTo>
                    <a:pt x="1884617" y="1409680"/>
                  </a:lnTo>
                  <a:lnTo>
                    <a:pt x="1885267" y="1439119"/>
                  </a:lnTo>
                  <a:lnTo>
                    <a:pt x="1885917" y="1468817"/>
                  </a:lnTo>
                  <a:lnTo>
                    <a:pt x="1886567" y="1498731"/>
                  </a:lnTo>
                  <a:lnTo>
                    <a:pt x="1887217" y="1528783"/>
                  </a:lnTo>
                  <a:lnTo>
                    <a:pt x="1887867" y="1558811"/>
                  </a:lnTo>
                  <a:lnTo>
                    <a:pt x="1888517" y="1588604"/>
                  </a:lnTo>
                  <a:lnTo>
                    <a:pt x="1889167" y="1618000"/>
                  </a:lnTo>
                  <a:lnTo>
                    <a:pt x="1889816" y="1646917"/>
                  </a:lnTo>
                  <a:lnTo>
                    <a:pt x="1890466" y="1675408"/>
                  </a:lnTo>
                  <a:lnTo>
                    <a:pt x="1891116" y="1703636"/>
                  </a:lnTo>
                  <a:lnTo>
                    <a:pt x="1891766" y="1731657"/>
                  </a:lnTo>
                  <a:lnTo>
                    <a:pt x="1892416" y="1759523"/>
                  </a:lnTo>
                  <a:lnTo>
                    <a:pt x="1893066" y="1787270"/>
                  </a:lnTo>
                  <a:lnTo>
                    <a:pt x="1893716" y="1814957"/>
                  </a:lnTo>
                  <a:lnTo>
                    <a:pt x="1894366" y="1842589"/>
                  </a:lnTo>
                  <a:lnTo>
                    <a:pt x="1895016" y="1870114"/>
                  </a:lnTo>
                  <a:lnTo>
                    <a:pt x="1895666" y="1897484"/>
                  </a:lnTo>
                  <a:lnTo>
                    <a:pt x="1896316" y="1924659"/>
                  </a:lnTo>
                  <a:lnTo>
                    <a:pt x="1896966" y="1951543"/>
                  </a:lnTo>
                  <a:lnTo>
                    <a:pt x="1897616" y="1978086"/>
                  </a:lnTo>
                  <a:lnTo>
                    <a:pt x="1898266" y="2004262"/>
                  </a:lnTo>
                  <a:lnTo>
                    <a:pt x="1898916" y="2030067"/>
                  </a:lnTo>
                  <a:lnTo>
                    <a:pt x="1899566" y="2055485"/>
                  </a:lnTo>
                  <a:lnTo>
                    <a:pt x="1900215" y="2080448"/>
                  </a:lnTo>
                  <a:lnTo>
                    <a:pt x="1900865" y="2104891"/>
                  </a:lnTo>
                  <a:lnTo>
                    <a:pt x="1901515" y="2128727"/>
                  </a:lnTo>
                  <a:lnTo>
                    <a:pt x="1902165" y="2151893"/>
                  </a:lnTo>
                  <a:lnTo>
                    <a:pt x="1902815" y="2174250"/>
                  </a:lnTo>
                  <a:lnTo>
                    <a:pt x="1903465" y="2195696"/>
                  </a:lnTo>
                  <a:lnTo>
                    <a:pt x="1904115" y="2216247"/>
                  </a:lnTo>
                  <a:lnTo>
                    <a:pt x="1904765" y="2235925"/>
                  </a:lnTo>
                  <a:lnTo>
                    <a:pt x="1905415" y="2254762"/>
                  </a:lnTo>
                  <a:lnTo>
                    <a:pt x="1906065" y="2272752"/>
                  </a:lnTo>
                  <a:lnTo>
                    <a:pt x="1906715" y="2289878"/>
                  </a:lnTo>
                  <a:lnTo>
                    <a:pt x="1907365" y="2306100"/>
                  </a:lnTo>
                  <a:lnTo>
                    <a:pt x="1908015" y="2321379"/>
                  </a:lnTo>
                  <a:lnTo>
                    <a:pt x="1908665" y="2335726"/>
                  </a:lnTo>
                  <a:lnTo>
                    <a:pt x="1909315" y="2349164"/>
                  </a:lnTo>
                  <a:lnTo>
                    <a:pt x="1909964" y="2361761"/>
                  </a:lnTo>
                  <a:lnTo>
                    <a:pt x="1910614" y="2373477"/>
                  </a:lnTo>
                  <a:lnTo>
                    <a:pt x="1911264" y="2384319"/>
                  </a:lnTo>
                  <a:lnTo>
                    <a:pt x="1911914" y="2394263"/>
                  </a:lnTo>
                  <a:lnTo>
                    <a:pt x="1912564" y="2403197"/>
                  </a:lnTo>
                  <a:lnTo>
                    <a:pt x="1913214" y="2411120"/>
                  </a:lnTo>
                  <a:lnTo>
                    <a:pt x="1913864" y="2418009"/>
                  </a:lnTo>
                  <a:lnTo>
                    <a:pt x="1914514" y="2423861"/>
                  </a:lnTo>
                  <a:lnTo>
                    <a:pt x="1915164" y="2428649"/>
                  </a:lnTo>
                  <a:lnTo>
                    <a:pt x="1915814" y="2432399"/>
                  </a:lnTo>
                  <a:lnTo>
                    <a:pt x="1916464" y="2435116"/>
                  </a:lnTo>
                  <a:lnTo>
                    <a:pt x="1917114" y="2436851"/>
                  </a:lnTo>
                  <a:lnTo>
                    <a:pt x="1917764" y="2437627"/>
                  </a:lnTo>
                  <a:lnTo>
                    <a:pt x="1918414" y="2437445"/>
                  </a:lnTo>
                  <a:lnTo>
                    <a:pt x="1919064" y="2436248"/>
                  </a:lnTo>
                  <a:lnTo>
                    <a:pt x="1919714" y="2433973"/>
                  </a:lnTo>
                  <a:lnTo>
                    <a:pt x="1920363" y="2430646"/>
                  </a:lnTo>
                  <a:lnTo>
                    <a:pt x="1921013" y="2426304"/>
                  </a:lnTo>
                  <a:lnTo>
                    <a:pt x="1921663" y="2421053"/>
                  </a:lnTo>
                  <a:lnTo>
                    <a:pt x="1922313" y="2415006"/>
                  </a:lnTo>
                  <a:lnTo>
                    <a:pt x="1922963" y="2408196"/>
                  </a:lnTo>
                  <a:lnTo>
                    <a:pt x="1923613" y="2400471"/>
                  </a:lnTo>
                  <a:lnTo>
                    <a:pt x="1924263" y="2391703"/>
                  </a:lnTo>
                  <a:lnTo>
                    <a:pt x="1924913" y="2381894"/>
                  </a:lnTo>
                  <a:lnTo>
                    <a:pt x="1925563" y="2370998"/>
                  </a:lnTo>
                  <a:lnTo>
                    <a:pt x="1926213" y="2358971"/>
                  </a:lnTo>
                  <a:lnTo>
                    <a:pt x="1926863" y="2345716"/>
                  </a:lnTo>
                  <a:lnTo>
                    <a:pt x="1927513" y="2331196"/>
                  </a:lnTo>
                  <a:lnTo>
                    <a:pt x="1928163" y="2315458"/>
                  </a:lnTo>
                  <a:lnTo>
                    <a:pt x="1928813" y="2298519"/>
                  </a:lnTo>
                  <a:lnTo>
                    <a:pt x="1929463" y="2280346"/>
                  </a:lnTo>
                  <a:lnTo>
                    <a:pt x="1930112" y="2260996"/>
                  </a:lnTo>
                  <a:lnTo>
                    <a:pt x="1930762" y="2240509"/>
                  </a:lnTo>
                  <a:lnTo>
                    <a:pt x="1931412" y="2218890"/>
                  </a:lnTo>
                  <a:lnTo>
                    <a:pt x="1932062" y="2196088"/>
                  </a:lnTo>
                  <a:lnTo>
                    <a:pt x="1932712" y="2172094"/>
                  </a:lnTo>
                  <a:lnTo>
                    <a:pt x="1933362" y="2147055"/>
                  </a:lnTo>
                  <a:lnTo>
                    <a:pt x="1934012" y="2121058"/>
                  </a:lnTo>
                  <a:lnTo>
                    <a:pt x="1934662" y="2094110"/>
                  </a:lnTo>
                  <a:lnTo>
                    <a:pt x="1935312" y="2066291"/>
                  </a:lnTo>
                  <a:lnTo>
                    <a:pt x="1935962" y="2037684"/>
                  </a:lnTo>
                  <a:lnTo>
                    <a:pt x="1936612" y="2008372"/>
                  </a:lnTo>
                  <a:lnTo>
                    <a:pt x="1937262" y="1978478"/>
                  </a:lnTo>
                  <a:lnTo>
                    <a:pt x="1937912" y="1948093"/>
                  </a:lnTo>
                  <a:lnTo>
                    <a:pt x="1938562" y="1917337"/>
                  </a:lnTo>
                  <a:lnTo>
                    <a:pt x="1939212" y="1886340"/>
                  </a:lnTo>
                  <a:lnTo>
                    <a:pt x="1939862" y="1855271"/>
                  </a:lnTo>
                  <a:lnTo>
                    <a:pt x="1940511" y="1824242"/>
                  </a:lnTo>
                  <a:lnTo>
                    <a:pt x="1941161" y="1793345"/>
                  </a:lnTo>
                  <a:lnTo>
                    <a:pt x="1941811" y="1762683"/>
                  </a:lnTo>
                  <a:lnTo>
                    <a:pt x="1942461" y="1732265"/>
                  </a:lnTo>
                  <a:lnTo>
                    <a:pt x="1943111" y="1702118"/>
                  </a:lnTo>
                  <a:lnTo>
                    <a:pt x="1943761" y="1672233"/>
                  </a:lnTo>
                  <a:lnTo>
                    <a:pt x="1944411" y="1642636"/>
                  </a:lnTo>
                  <a:lnTo>
                    <a:pt x="1945061" y="1613477"/>
                  </a:lnTo>
                  <a:lnTo>
                    <a:pt x="1945711" y="1584870"/>
                  </a:lnTo>
                  <a:lnTo>
                    <a:pt x="1946361" y="1556858"/>
                  </a:lnTo>
                  <a:lnTo>
                    <a:pt x="1947011" y="1529377"/>
                  </a:lnTo>
                  <a:lnTo>
                    <a:pt x="1947661" y="1502408"/>
                  </a:lnTo>
                  <a:lnTo>
                    <a:pt x="1948311" y="1475907"/>
                  </a:lnTo>
                  <a:lnTo>
                    <a:pt x="1948961" y="1449820"/>
                  </a:lnTo>
                  <a:lnTo>
                    <a:pt x="1949611" y="1424096"/>
                  </a:lnTo>
                  <a:lnTo>
                    <a:pt x="1950260" y="1398724"/>
                  </a:lnTo>
                  <a:lnTo>
                    <a:pt x="1950910" y="1373711"/>
                  </a:lnTo>
                  <a:lnTo>
                    <a:pt x="1951560" y="1349104"/>
                  </a:lnTo>
                  <a:lnTo>
                    <a:pt x="1952210" y="1324982"/>
                  </a:lnTo>
                  <a:lnTo>
                    <a:pt x="1952860" y="1301361"/>
                  </a:lnTo>
                  <a:lnTo>
                    <a:pt x="1953510" y="1278250"/>
                  </a:lnTo>
                  <a:lnTo>
                    <a:pt x="1954160" y="1255682"/>
                  </a:lnTo>
                  <a:lnTo>
                    <a:pt x="1954810" y="1233581"/>
                  </a:lnTo>
                  <a:lnTo>
                    <a:pt x="1955460" y="1211826"/>
                  </a:lnTo>
                  <a:lnTo>
                    <a:pt x="1956110" y="1190389"/>
                  </a:lnTo>
                  <a:lnTo>
                    <a:pt x="1956760" y="1169430"/>
                  </a:lnTo>
                  <a:lnTo>
                    <a:pt x="1957410" y="1149016"/>
                  </a:lnTo>
                  <a:lnTo>
                    <a:pt x="1958060" y="1129158"/>
                  </a:lnTo>
                  <a:lnTo>
                    <a:pt x="1958710" y="1109923"/>
                  </a:lnTo>
                  <a:lnTo>
                    <a:pt x="1959360" y="1091330"/>
                  </a:lnTo>
                  <a:lnTo>
                    <a:pt x="1960010" y="1073402"/>
                  </a:lnTo>
                  <a:lnTo>
                    <a:pt x="1960659" y="1056069"/>
                  </a:lnTo>
                  <a:lnTo>
                    <a:pt x="1961309" y="1039319"/>
                  </a:lnTo>
                  <a:lnTo>
                    <a:pt x="1961959" y="1023233"/>
                  </a:lnTo>
                  <a:lnTo>
                    <a:pt x="1962609" y="1007862"/>
                  </a:lnTo>
                  <a:lnTo>
                    <a:pt x="1963259" y="993203"/>
                  </a:lnTo>
                  <a:lnTo>
                    <a:pt x="1963909" y="979224"/>
                  </a:lnTo>
                  <a:lnTo>
                    <a:pt x="1964559" y="966004"/>
                  </a:lnTo>
                  <a:lnTo>
                    <a:pt x="1965209" y="953644"/>
                  </a:lnTo>
                  <a:lnTo>
                    <a:pt x="1965859" y="942170"/>
                  </a:lnTo>
                  <a:lnTo>
                    <a:pt x="1966509" y="931480"/>
                  </a:lnTo>
                  <a:lnTo>
                    <a:pt x="1967159" y="921536"/>
                  </a:lnTo>
                  <a:lnTo>
                    <a:pt x="1967809" y="912385"/>
                  </a:lnTo>
                  <a:lnTo>
                    <a:pt x="1968459" y="904031"/>
                  </a:lnTo>
                  <a:lnTo>
                    <a:pt x="1969109" y="896510"/>
                  </a:lnTo>
                  <a:lnTo>
                    <a:pt x="1969759" y="889794"/>
                  </a:lnTo>
                  <a:lnTo>
                    <a:pt x="1970408" y="883798"/>
                  </a:lnTo>
                  <a:lnTo>
                    <a:pt x="1971058" y="878426"/>
                  </a:lnTo>
                  <a:lnTo>
                    <a:pt x="1971708" y="873568"/>
                  </a:lnTo>
                  <a:lnTo>
                    <a:pt x="1972358" y="869071"/>
                  </a:lnTo>
                  <a:lnTo>
                    <a:pt x="1973008" y="864828"/>
                  </a:lnTo>
                  <a:lnTo>
                    <a:pt x="1973658" y="860816"/>
                  </a:lnTo>
                  <a:lnTo>
                    <a:pt x="1974308" y="857000"/>
                  </a:lnTo>
                  <a:lnTo>
                    <a:pt x="1974958" y="853302"/>
                  </a:lnTo>
                  <a:lnTo>
                    <a:pt x="1975608" y="849707"/>
                  </a:lnTo>
                  <a:lnTo>
                    <a:pt x="1976258" y="846238"/>
                  </a:lnTo>
                  <a:lnTo>
                    <a:pt x="1976908" y="842891"/>
                  </a:lnTo>
                  <a:lnTo>
                    <a:pt x="1977558" y="839589"/>
                  </a:lnTo>
                  <a:lnTo>
                    <a:pt x="1978208" y="836198"/>
                  </a:lnTo>
                  <a:lnTo>
                    <a:pt x="1978858" y="832731"/>
                  </a:lnTo>
                  <a:lnTo>
                    <a:pt x="1979508" y="829287"/>
                  </a:lnTo>
                  <a:lnTo>
                    <a:pt x="1980157" y="826096"/>
                  </a:lnTo>
                  <a:lnTo>
                    <a:pt x="1980807" y="823233"/>
                  </a:lnTo>
                  <a:lnTo>
                    <a:pt x="1981457" y="820812"/>
                  </a:lnTo>
                  <a:lnTo>
                    <a:pt x="1982107" y="818928"/>
                  </a:lnTo>
                  <a:lnTo>
                    <a:pt x="1982757" y="817594"/>
                  </a:lnTo>
                  <a:lnTo>
                    <a:pt x="1983407" y="816805"/>
                  </a:lnTo>
                  <a:lnTo>
                    <a:pt x="1984057" y="816540"/>
                  </a:lnTo>
                  <a:lnTo>
                    <a:pt x="1984707" y="816805"/>
                  </a:lnTo>
                  <a:lnTo>
                    <a:pt x="1985357" y="817577"/>
                  </a:lnTo>
                  <a:lnTo>
                    <a:pt x="1986007" y="818890"/>
                  </a:lnTo>
                  <a:lnTo>
                    <a:pt x="1986657" y="820732"/>
                  </a:lnTo>
                  <a:lnTo>
                    <a:pt x="1987307" y="823040"/>
                  </a:lnTo>
                  <a:lnTo>
                    <a:pt x="1987957" y="825858"/>
                  </a:lnTo>
                  <a:lnTo>
                    <a:pt x="1988607" y="829172"/>
                  </a:lnTo>
                  <a:lnTo>
                    <a:pt x="1989257" y="832886"/>
                  </a:lnTo>
                  <a:lnTo>
                    <a:pt x="1989907" y="836785"/>
                  </a:lnTo>
                  <a:lnTo>
                    <a:pt x="1990556" y="840797"/>
                  </a:lnTo>
                  <a:lnTo>
                    <a:pt x="1991206" y="844838"/>
                  </a:lnTo>
                  <a:lnTo>
                    <a:pt x="1991856" y="848848"/>
                  </a:lnTo>
                  <a:lnTo>
                    <a:pt x="1992506" y="852797"/>
                  </a:lnTo>
                  <a:lnTo>
                    <a:pt x="1993156" y="856670"/>
                  </a:lnTo>
                  <a:lnTo>
                    <a:pt x="1993806" y="860474"/>
                  </a:lnTo>
                  <a:lnTo>
                    <a:pt x="1994456" y="864143"/>
                  </a:lnTo>
                  <a:lnTo>
                    <a:pt x="1995106" y="867596"/>
                  </a:lnTo>
                  <a:lnTo>
                    <a:pt x="1995756" y="870808"/>
                  </a:lnTo>
                  <a:lnTo>
                    <a:pt x="1996406" y="873756"/>
                  </a:lnTo>
                  <a:lnTo>
                    <a:pt x="1997056" y="876514"/>
                  </a:lnTo>
                  <a:lnTo>
                    <a:pt x="1997706" y="879042"/>
                  </a:lnTo>
                  <a:lnTo>
                    <a:pt x="1998356" y="881315"/>
                  </a:lnTo>
                  <a:lnTo>
                    <a:pt x="1999006" y="883349"/>
                  </a:lnTo>
                  <a:lnTo>
                    <a:pt x="1999656" y="885163"/>
                  </a:lnTo>
                  <a:lnTo>
                    <a:pt x="2000305" y="886759"/>
                  </a:lnTo>
                  <a:lnTo>
                    <a:pt x="2000955" y="888054"/>
                  </a:lnTo>
                  <a:lnTo>
                    <a:pt x="2001605" y="888961"/>
                  </a:lnTo>
                  <a:lnTo>
                    <a:pt x="2002255" y="889440"/>
                  </a:lnTo>
                  <a:lnTo>
                    <a:pt x="2002905" y="889526"/>
                  </a:lnTo>
                  <a:lnTo>
                    <a:pt x="2003555" y="889170"/>
                  </a:lnTo>
                  <a:lnTo>
                    <a:pt x="2004205" y="888405"/>
                  </a:lnTo>
                  <a:lnTo>
                    <a:pt x="2004855" y="887307"/>
                  </a:lnTo>
                  <a:lnTo>
                    <a:pt x="2005505" y="885925"/>
                  </a:lnTo>
                  <a:lnTo>
                    <a:pt x="2006155" y="884260"/>
                  </a:lnTo>
                  <a:lnTo>
                    <a:pt x="2006805" y="882291"/>
                  </a:lnTo>
                  <a:lnTo>
                    <a:pt x="2007455" y="879991"/>
                  </a:lnTo>
                  <a:lnTo>
                    <a:pt x="2008105" y="877368"/>
                  </a:lnTo>
                  <a:lnTo>
                    <a:pt x="2008755" y="874392"/>
                  </a:lnTo>
                  <a:lnTo>
                    <a:pt x="2009405" y="871080"/>
                  </a:lnTo>
                  <a:lnTo>
                    <a:pt x="2010055" y="867507"/>
                  </a:lnTo>
                  <a:lnTo>
                    <a:pt x="2010704" y="863733"/>
                  </a:lnTo>
                  <a:lnTo>
                    <a:pt x="2011354" y="859774"/>
                  </a:lnTo>
                  <a:lnTo>
                    <a:pt x="2012004" y="855586"/>
                  </a:lnTo>
                  <a:lnTo>
                    <a:pt x="2012654" y="851010"/>
                  </a:lnTo>
                  <a:lnTo>
                    <a:pt x="2013304" y="845979"/>
                  </a:lnTo>
                  <a:lnTo>
                    <a:pt x="2013954" y="840457"/>
                  </a:lnTo>
                  <a:lnTo>
                    <a:pt x="2014604" y="834331"/>
                  </a:lnTo>
                  <a:lnTo>
                    <a:pt x="2015254" y="827584"/>
                  </a:lnTo>
                  <a:lnTo>
                    <a:pt x="2015904" y="820211"/>
                  </a:lnTo>
                  <a:lnTo>
                    <a:pt x="2016554" y="812229"/>
                  </a:lnTo>
                  <a:lnTo>
                    <a:pt x="2017204" y="803676"/>
                  </a:lnTo>
                  <a:lnTo>
                    <a:pt x="2017854" y="794569"/>
                  </a:lnTo>
                  <a:lnTo>
                    <a:pt x="2018504" y="784945"/>
                  </a:lnTo>
                  <a:lnTo>
                    <a:pt x="2019154" y="774757"/>
                  </a:lnTo>
                  <a:lnTo>
                    <a:pt x="2019804" y="764103"/>
                  </a:lnTo>
                  <a:lnTo>
                    <a:pt x="2020453" y="753060"/>
                  </a:lnTo>
                  <a:lnTo>
                    <a:pt x="2021103" y="741706"/>
                  </a:lnTo>
                  <a:lnTo>
                    <a:pt x="2021753" y="730165"/>
                  </a:lnTo>
                  <a:lnTo>
                    <a:pt x="2022403" y="718596"/>
                  </a:lnTo>
                  <a:lnTo>
                    <a:pt x="2023053" y="707157"/>
                  </a:lnTo>
                  <a:lnTo>
                    <a:pt x="2023703" y="695920"/>
                  </a:lnTo>
                  <a:lnTo>
                    <a:pt x="2024353" y="685015"/>
                  </a:lnTo>
                  <a:lnTo>
                    <a:pt x="2025003" y="674513"/>
                  </a:lnTo>
                  <a:lnTo>
                    <a:pt x="2025653" y="664452"/>
                  </a:lnTo>
                  <a:lnTo>
                    <a:pt x="2026303" y="654872"/>
                  </a:lnTo>
                  <a:lnTo>
                    <a:pt x="2026953" y="645836"/>
                  </a:lnTo>
                  <a:lnTo>
                    <a:pt x="2027603" y="637430"/>
                  </a:lnTo>
                  <a:lnTo>
                    <a:pt x="2028253" y="629705"/>
                  </a:lnTo>
                  <a:lnTo>
                    <a:pt x="2028903" y="622691"/>
                  </a:lnTo>
                  <a:lnTo>
                    <a:pt x="2029553" y="616276"/>
                  </a:lnTo>
                  <a:lnTo>
                    <a:pt x="2030203" y="610334"/>
                  </a:lnTo>
                  <a:lnTo>
                    <a:pt x="2030852" y="604702"/>
                  </a:lnTo>
                  <a:lnTo>
                    <a:pt x="2031502" y="599351"/>
                  </a:lnTo>
                  <a:lnTo>
                    <a:pt x="2032152" y="594338"/>
                  </a:lnTo>
                  <a:lnTo>
                    <a:pt x="2032802" y="589727"/>
                  </a:lnTo>
                  <a:lnTo>
                    <a:pt x="2033452" y="585581"/>
                  </a:lnTo>
                  <a:lnTo>
                    <a:pt x="2034102" y="581959"/>
                  </a:lnTo>
                  <a:lnTo>
                    <a:pt x="2034752" y="578935"/>
                  </a:lnTo>
                  <a:lnTo>
                    <a:pt x="2035402" y="576543"/>
                  </a:lnTo>
                  <a:lnTo>
                    <a:pt x="2036052" y="574746"/>
                  </a:lnTo>
                  <a:lnTo>
                    <a:pt x="2036702" y="573528"/>
                  </a:lnTo>
                  <a:lnTo>
                    <a:pt x="2037352" y="572898"/>
                  </a:lnTo>
                  <a:lnTo>
                    <a:pt x="2038002" y="572811"/>
                  </a:lnTo>
                  <a:lnTo>
                    <a:pt x="2038652" y="573222"/>
                  </a:lnTo>
                  <a:lnTo>
                    <a:pt x="2039302" y="574132"/>
                  </a:lnTo>
                  <a:lnTo>
                    <a:pt x="2039952" y="575635"/>
                  </a:lnTo>
                  <a:lnTo>
                    <a:pt x="2040601" y="577840"/>
                  </a:lnTo>
                  <a:lnTo>
                    <a:pt x="2041251" y="580736"/>
                  </a:lnTo>
                  <a:lnTo>
                    <a:pt x="2041901" y="584288"/>
                  </a:lnTo>
                  <a:lnTo>
                    <a:pt x="2042551" y="588400"/>
                  </a:lnTo>
                  <a:lnTo>
                    <a:pt x="2043201" y="592995"/>
                  </a:lnTo>
                  <a:lnTo>
                    <a:pt x="2043851" y="598067"/>
                  </a:lnTo>
                  <a:lnTo>
                    <a:pt x="2044501" y="603579"/>
                  </a:lnTo>
                  <a:lnTo>
                    <a:pt x="2045151" y="609525"/>
                  </a:lnTo>
                  <a:lnTo>
                    <a:pt x="2045801" y="615960"/>
                  </a:lnTo>
                  <a:lnTo>
                    <a:pt x="2046451" y="622918"/>
                  </a:lnTo>
                  <a:lnTo>
                    <a:pt x="2047101" y="630411"/>
                  </a:lnTo>
                  <a:lnTo>
                    <a:pt x="2047751" y="638513"/>
                  </a:lnTo>
                  <a:lnTo>
                    <a:pt x="2048401" y="647263"/>
                  </a:lnTo>
                  <a:lnTo>
                    <a:pt x="2049051" y="656695"/>
                  </a:lnTo>
                  <a:lnTo>
                    <a:pt x="2049701" y="666767"/>
                  </a:lnTo>
                  <a:lnTo>
                    <a:pt x="2050351" y="677526"/>
                  </a:lnTo>
                  <a:lnTo>
                    <a:pt x="2051000" y="688991"/>
                  </a:lnTo>
                  <a:lnTo>
                    <a:pt x="2051650" y="701303"/>
                  </a:lnTo>
                  <a:lnTo>
                    <a:pt x="2052300" y="714367"/>
                  </a:lnTo>
                  <a:lnTo>
                    <a:pt x="2052950" y="728115"/>
                  </a:lnTo>
                  <a:lnTo>
                    <a:pt x="2053600" y="742488"/>
                  </a:lnTo>
                  <a:lnTo>
                    <a:pt x="2054250" y="757454"/>
                  </a:lnTo>
                  <a:lnTo>
                    <a:pt x="2054900" y="772877"/>
                  </a:lnTo>
                  <a:lnTo>
                    <a:pt x="2055550" y="788653"/>
                  </a:lnTo>
                  <a:lnTo>
                    <a:pt x="2056200" y="804741"/>
                  </a:lnTo>
                  <a:lnTo>
                    <a:pt x="2056850" y="820934"/>
                  </a:lnTo>
                  <a:lnTo>
                    <a:pt x="2057500" y="837091"/>
                  </a:lnTo>
                  <a:lnTo>
                    <a:pt x="2058150" y="853209"/>
                  </a:lnTo>
                  <a:lnTo>
                    <a:pt x="2058800" y="869291"/>
                  </a:lnTo>
                  <a:lnTo>
                    <a:pt x="2059450" y="885285"/>
                  </a:lnTo>
                  <a:lnTo>
                    <a:pt x="2060100" y="901072"/>
                  </a:lnTo>
                  <a:lnTo>
                    <a:pt x="2060749" y="916527"/>
                  </a:lnTo>
                  <a:lnTo>
                    <a:pt x="2061399" y="931597"/>
                  </a:lnTo>
                  <a:lnTo>
                    <a:pt x="2062049" y="946304"/>
                  </a:lnTo>
                  <a:lnTo>
                    <a:pt x="2062699" y="960765"/>
                  </a:lnTo>
                  <a:lnTo>
                    <a:pt x="2063349" y="975123"/>
                  </a:lnTo>
                  <a:lnTo>
                    <a:pt x="2063999" y="989562"/>
                  </a:lnTo>
                  <a:lnTo>
                    <a:pt x="2064649" y="1004090"/>
                  </a:lnTo>
                  <a:lnTo>
                    <a:pt x="2065299" y="1018577"/>
                  </a:lnTo>
                  <a:lnTo>
                    <a:pt x="2065949" y="1032922"/>
                  </a:lnTo>
                  <a:lnTo>
                    <a:pt x="2066599" y="1047117"/>
                  </a:lnTo>
                  <a:lnTo>
                    <a:pt x="2067249" y="1061161"/>
                  </a:lnTo>
                  <a:lnTo>
                    <a:pt x="2067899" y="1074950"/>
                  </a:lnTo>
                  <a:lnTo>
                    <a:pt x="2068549" y="1088459"/>
                  </a:lnTo>
                  <a:lnTo>
                    <a:pt x="2069199" y="1101736"/>
                  </a:lnTo>
                  <a:lnTo>
                    <a:pt x="2069849" y="1114828"/>
                  </a:lnTo>
                  <a:lnTo>
                    <a:pt x="2070499" y="1127776"/>
                  </a:lnTo>
                  <a:lnTo>
                    <a:pt x="2071148" y="1140577"/>
                  </a:lnTo>
                  <a:lnTo>
                    <a:pt x="2071798" y="1153199"/>
                  </a:lnTo>
                  <a:lnTo>
                    <a:pt x="2072448" y="1165617"/>
                  </a:lnTo>
                  <a:lnTo>
                    <a:pt x="2073098" y="1177637"/>
                  </a:lnTo>
                  <a:lnTo>
                    <a:pt x="2073748" y="1189154"/>
                  </a:lnTo>
                  <a:lnTo>
                    <a:pt x="2074398" y="1200168"/>
                  </a:lnTo>
                  <a:lnTo>
                    <a:pt x="2075048" y="1210733"/>
                  </a:lnTo>
                  <a:lnTo>
                    <a:pt x="2075698" y="1220907"/>
                  </a:lnTo>
                  <a:lnTo>
                    <a:pt x="2076348" y="1230724"/>
                  </a:lnTo>
                  <a:lnTo>
                    <a:pt x="2076998" y="1240212"/>
                  </a:lnTo>
                  <a:lnTo>
                    <a:pt x="2077648" y="1249338"/>
                  </a:lnTo>
                  <a:lnTo>
                    <a:pt x="2078298" y="1258090"/>
                  </a:lnTo>
                  <a:lnTo>
                    <a:pt x="2078948" y="1266408"/>
                  </a:lnTo>
                  <a:lnTo>
                    <a:pt x="2079598" y="1274239"/>
                  </a:lnTo>
                  <a:lnTo>
                    <a:pt x="2080248" y="1281496"/>
                  </a:lnTo>
                  <a:lnTo>
                    <a:pt x="2080897" y="1288199"/>
                  </a:lnTo>
                  <a:lnTo>
                    <a:pt x="2081547" y="1294359"/>
                  </a:lnTo>
                  <a:lnTo>
                    <a:pt x="2082197" y="1299981"/>
                  </a:lnTo>
                  <a:lnTo>
                    <a:pt x="2082847" y="1305025"/>
                  </a:lnTo>
                  <a:lnTo>
                    <a:pt x="2083497" y="1309401"/>
                  </a:lnTo>
                  <a:lnTo>
                    <a:pt x="2084147" y="1313017"/>
                  </a:lnTo>
                  <a:lnTo>
                    <a:pt x="2084797" y="1315815"/>
                  </a:lnTo>
                  <a:lnTo>
                    <a:pt x="2085447" y="1317928"/>
                  </a:lnTo>
                  <a:lnTo>
                    <a:pt x="2086097" y="1319350"/>
                  </a:lnTo>
                  <a:lnTo>
                    <a:pt x="2086747" y="1320036"/>
                  </a:lnTo>
                  <a:lnTo>
                    <a:pt x="2087397" y="1320091"/>
                  </a:lnTo>
                  <a:lnTo>
                    <a:pt x="2088047" y="1319667"/>
                  </a:lnTo>
                  <a:lnTo>
                    <a:pt x="2088697" y="1318664"/>
                  </a:lnTo>
                  <a:lnTo>
                    <a:pt x="2089347" y="1317141"/>
                  </a:lnTo>
                  <a:lnTo>
                    <a:pt x="2089997" y="1315250"/>
                  </a:lnTo>
                  <a:lnTo>
                    <a:pt x="2090647" y="1312998"/>
                  </a:lnTo>
                  <a:lnTo>
                    <a:pt x="2091296" y="1310327"/>
                  </a:lnTo>
                  <a:lnTo>
                    <a:pt x="2091946" y="1307237"/>
                  </a:lnTo>
                  <a:lnTo>
                    <a:pt x="2092596" y="1303765"/>
                  </a:lnTo>
                  <a:lnTo>
                    <a:pt x="2093246" y="1300021"/>
                  </a:lnTo>
                  <a:lnTo>
                    <a:pt x="2093896" y="1296035"/>
                  </a:lnTo>
                  <a:lnTo>
                    <a:pt x="2094546" y="1291779"/>
                  </a:lnTo>
                  <a:lnTo>
                    <a:pt x="2095196" y="1287230"/>
                  </a:lnTo>
                  <a:lnTo>
                    <a:pt x="2095846" y="1282362"/>
                  </a:lnTo>
                  <a:lnTo>
                    <a:pt x="2096496" y="1277064"/>
                  </a:lnTo>
                  <a:lnTo>
                    <a:pt x="2097146" y="1271252"/>
                  </a:lnTo>
                  <a:lnTo>
                    <a:pt x="2097796" y="1264940"/>
                  </a:lnTo>
                  <a:lnTo>
                    <a:pt x="2098446" y="1258252"/>
                  </a:lnTo>
                  <a:lnTo>
                    <a:pt x="2099096" y="1251212"/>
                  </a:lnTo>
                  <a:lnTo>
                    <a:pt x="2099746" y="1243799"/>
                  </a:lnTo>
                  <a:lnTo>
                    <a:pt x="2100396" y="1236039"/>
                  </a:lnTo>
                  <a:lnTo>
                    <a:pt x="2101045" y="1228019"/>
                  </a:lnTo>
                  <a:lnTo>
                    <a:pt x="2101695" y="1219745"/>
                  </a:lnTo>
                  <a:lnTo>
                    <a:pt x="2102345" y="1211182"/>
                  </a:lnTo>
                  <a:lnTo>
                    <a:pt x="2102995" y="1202279"/>
                  </a:lnTo>
                  <a:lnTo>
                    <a:pt x="2103645" y="1193064"/>
                  </a:lnTo>
                  <a:lnTo>
                    <a:pt x="2104295" y="1183613"/>
                  </a:lnTo>
                  <a:lnTo>
                    <a:pt x="2104945" y="1173957"/>
                  </a:lnTo>
                  <a:lnTo>
                    <a:pt x="2105595" y="1164121"/>
                  </a:lnTo>
                  <a:lnTo>
                    <a:pt x="2106245" y="1154240"/>
                  </a:lnTo>
                  <a:lnTo>
                    <a:pt x="2106895" y="1144398"/>
                  </a:lnTo>
                  <a:lnTo>
                    <a:pt x="2107545" y="1134613"/>
                  </a:lnTo>
                  <a:lnTo>
                    <a:pt x="2108195" y="1124899"/>
                  </a:lnTo>
                  <a:lnTo>
                    <a:pt x="2108845" y="1115215"/>
                  </a:lnTo>
                  <a:lnTo>
                    <a:pt x="2109495" y="1105576"/>
                  </a:lnTo>
                  <a:lnTo>
                    <a:pt x="2110145" y="1096033"/>
                  </a:lnTo>
                  <a:lnTo>
                    <a:pt x="2110795" y="1086683"/>
                  </a:lnTo>
                  <a:lnTo>
                    <a:pt x="2111444" y="1077518"/>
                  </a:lnTo>
                  <a:lnTo>
                    <a:pt x="2112094" y="1068582"/>
                  </a:lnTo>
                  <a:lnTo>
                    <a:pt x="2112744" y="1059946"/>
                  </a:lnTo>
                  <a:lnTo>
                    <a:pt x="2113394" y="1051718"/>
                  </a:lnTo>
                  <a:lnTo>
                    <a:pt x="2114044" y="1043827"/>
                  </a:lnTo>
                  <a:lnTo>
                    <a:pt x="2114694" y="1036249"/>
                  </a:lnTo>
                  <a:lnTo>
                    <a:pt x="2115344" y="1029109"/>
                  </a:lnTo>
                  <a:lnTo>
                    <a:pt x="2115994" y="1022487"/>
                  </a:lnTo>
                  <a:lnTo>
                    <a:pt x="2116644" y="1016390"/>
                  </a:lnTo>
                  <a:lnTo>
                    <a:pt x="2117294" y="1010878"/>
                  </a:lnTo>
                  <a:lnTo>
                    <a:pt x="2117944" y="1005883"/>
                  </a:lnTo>
                  <a:lnTo>
                    <a:pt x="2118594" y="1001447"/>
                  </a:lnTo>
                  <a:lnTo>
                    <a:pt x="2119244" y="997600"/>
                  </a:lnTo>
                  <a:lnTo>
                    <a:pt x="2119894" y="994359"/>
                  </a:lnTo>
                  <a:lnTo>
                    <a:pt x="2120544" y="991590"/>
                  </a:lnTo>
                  <a:lnTo>
                    <a:pt x="2121193" y="989356"/>
                  </a:lnTo>
                  <a:lnTo>
                    <a:pt x="2121843" y="987883"/>
                  </a:lnTo>
                  <a:lnTo>
                    <a:pt x="2122493" y="987260"/>
                  </a:lnTo>
                  <a:lnTo>
                    <a:pt x="2123143" y="987570"/>
                  </a:lnTo>
                  <a:lnTo>
                    <a:pt x="2123793" y="988886"/>
                  </a:lnTo>
                  <a:lnTo>
                    <a:pt x="2124443" y="991245"/>
                  </a:lnTo>
                  <a:lnTo>
                    <a:pt x="2125093" y="994677"/>
                  </a:lnTo>
                  <a:lnTo>
                    <a:pt x="2125743" y="999191"/>
                  </a:lnTo>
                  <a:lnTo>
                    <a:pt x="2126393" y="1004844"/>
                  </a:lnTo>
                  <a:lnTo>
                    <a:pt x="2127043" y="1011745"/>
                  </a:lnTo>
                  <a:lnTo>
                    <a:pt x="2127693" y="1019862"/>
                  </a:lnTo>
                  <a:lnTo>
                    <a:pt x="2128343" y="1029059"/>
                  </a:lnTo>
                  <a:lnTo>
                    <a:pt x="2128993" y="1039233"/>
                  </a:lnTo>
                  <a:lnTo>
                    <a:pt x="2129643" y="1050305"/>
                  </a:lnTo>
                  <a:lnTo>
                    <a:pt x="2130293" y="1062291"/>
                  </a:lnTo>
                  <a:lnTo>
                    <a:pt x="2130942" y="1075186"/>
                  </a:lnTo>
                  <a:lnTo>
                    <a:pt x="2131592" y="1088924"/>
                  </a:lnTo>
                  <a:lnTo>
                    <a:pt x="2132242" y="1103463"/>
                  </a:lnTo>
                  <a:lnTo>
                    <a:pt x="2132892" y="1118715"/>
                  </a:lnTo>
                  <a:lnTo>
                    <a:pt x="2133542" y="1134622"/>
                  </a:lnTo>
                  <a:lnTo>
                    <a:pt x="2134192" y="1151143"/>
                  </a:lnTo>
                  <a:lnTo>
                    <a:pt x="2134842" y="1168144"/>
                  </a:lnTo>
                  <a:lnTo>
                    <a:pt x="2135492" y="1185562"/>
                  </a:lnTo>
                  <a:lnTo>
                    <a:pt x="2136142" y="1203363"/>
                  </a:lnTo>
                  <a:lnTo>
                    <a:pt x="2136792" y="1221426"/>
                  </a:lnTo>
                  <a:lnTo>
                    <a:pt x="2137442" y="1239618"/>
                  </a:lnTo>
                  <a:lnTo>
                    <a:pt x="2138092" y="1257923"/>
                  </a:lnTo>
                  <a:lnTo>
                    <a:pt x="2138742" y="1276291"/>
                  </a:lnTo>
                  <a:lnTo>
                    <a:pt x="2139392" y="1294622"/>
                  </a:lnTo>
                  <a:lnTo>
                    <a:pt x="2140042" y="1312818"/>
                  </a:lnTo>
                  <a:lnTo>
                    <a:pt x="2140692" y="1330774"/>
                  </a:lnTo>
                  <a:lnTo>
                    <a:pt x="2141341" y="1348409"/>
                  </a:lnTo>
                  <a:lnTo>
                    <a:pt x="2141991" y="1365633"/>
                  </a:lnTo>
                  <a:lnTo>
                    <a:pt x="2142641" y="1382361"/>
                  </a:lnTo>
                  <a:lnTo>
                    <a:pt x="2143291" y="1398443"/>
                  </a:lnTo>
                  <a:lnTo>
                    <a:pt x="2143941" y="1413820"/>
                  </a:lnTo>
                  <a:lnTo>
                    <a:pt x="2144591" y="1428535"/>
                  </a:lnTo>
                  <a:lnTo>
                    <a:pt x="2145241" y="1442516"/>
                  </a:lnTo>
                  <a:lnTo>
                    <a:pt x="2145891" y="1455549"/>
                  </a:lnTo>
                  <a:lnTo>
                    <a:pt x="2146541" y="1467538"/>
                  </a:lnTo>
                  <a:lnTo>
                    <a:pt x="2147191" y="1478472"/>
                  </a:lnTo>
                  <a:lnTo>
                    <a:pt x="2147841" y="1488155"/>
                  </a:lnTo>
                  <a:lnTo>
                    <a:pt x="2148491" y="1496427"/>
                  </a:lnTo>
                  <a:lnTo>
                    <a:pt x="2149141" y="1503199"/>
                  </a:lnTo>
                  <a:lnTo>
                    <a:pt x="2149791" y="1508477"/>
                  </a:lnTo>
                  <a:lnTo>
                    <a:pt x="2150441" y="1512218"/>
                  </a:lnTo>
                  <a:lnTo>
                    <a:pt x="2151090" y="1514426"/>
                  </a:lnTo>
                  <a:lnTo>
                    <a:pt x="2151740" y="1515068"/>
                  </a:lnTo>
                  <a:lnTo>
                    <a:pt x="2152390" y="1514133"/>
                  </a:lnTo>
                  <a:lnTo>
                    <a:pt x="2153040" y="1511643"/>
                  </a:lnTo>
                  <a:lnTo>
                    <a:pt x="2153690" y="1507537"/>
                  </a:lnTo>
                  <a:lnTo>
                    <a:pt x="2154340" y="1501672"/>
                  </a:lnTo>
                  <a:lnTo>
                    <a:pt x="2154990" y="1493881"/>
                  </a:lnTo>
                  <a:lnTo>
                    <a:pt x="2155640" y="1484038"/>
                  </a:lnTo>
                  <a:lnTo>
                    <a:pt x="2156290" y="1472086"/>
                  </a:lnTo>
                  <a:lnTo>
                    <a:pt x="2156940" y="1457994"/>
                  </a:lnTo>
                  <a:lnTo>
                    <a:pt x="2157590" y="1441752"/>
                  </a:lnTo>
                  <a:lnTo>
                    <a:pt x="2158240" y="1423397"/>
                  </a:lnTo>
                  <a:lnTo>
                    <a:pt x="2158890" y="1402968"/>
                  </a:lnTo>
                  <a:lnTo>
                    <a:pt x="2159540" y="1380384"/>
                  </a:lnTo>
                  <a:lnTo>
                    <a:pt x="2160190" y="1355699"/>
                  </a:lnTo>
                  <a:lnTo>
                    <a:pt x="2160840" y="1329145"/>
                  </a:lnTo>
                  <a:lnTo>
                    <a:pt x="2161489" y="1300991"/>
                  </a:lnTo>
                  <a:lnTo>
                    <a:pt x="2162139" y="1271483"/>
                  </a:lnTo>
                  <a:lnTo>
                    <a:pt x="2162789" y="1240788"/>
                  </a:lnTo>
                  <a:lnTo>
                    <a:pt x="2163439" y="1208887"/>
                  </a:lnTo>
                  <a:lnTo>
                    <a:pt x="2164089" y="1175795"/>
                  </a:lnTo>
                  <a:lnTo>
                    <a:pt x="2164739" y="1141539"/>
                  </a:lnTo>
                  <a:lnTo>
                    <a:pt x="2165389" y="1106220"/>
                  </a:lnTo>
                  <a:lnTo>
                    <a:pt x="2166039" y="1069920"/>
                  </a:lnTo>
                  <a:lnTo>
                    <a:pt x="2166689" y="1032691"/>
                  </a:lnTo>
                  <a:lnTo>
                    <a:pt x="2167339" y="994690"/>
                  </a:lnTo>
                  <a:lnTo>
                    <a:pt x="2167989" y="956138"/>
                  </a:lnTo>
                  <a:lnTo>
                    <a:pt x="2168639" y="917163"/>
                  </a:lnTo>
                  <a:lnTo>
                    <a:pt x="2169289" y="877848"/>
                  </a:lnTo>
                  <a:lnTo>
                    <a:pt x="2169939" y="838333"/>
                  </a:lnTo>
                  <a:lnTo>
                    <a:pt x="2170589" y="798738"/>
                  </a:lnTo>
                  <a:lnTo>
                    <a:pt x="2171238" y="759129"/>
                  </a:lnTo>
                  <a:lnTo>
                    <a:pt x="2171888" y="719614"/>
                  </a:lnTo>
                  <a:lnTo>
                    <a:pt x="2172538" y="680284"/>
                  </a:lnTo>
                  <a:lnTo>
                    <a:pt x="2173188" y="641311"/>
                  </a:lnTo>
                  <a:lnTo>
                    <a:pt x="2173838" y="602891"/>
                  </a:lnTo>
                  <a:lnTo>
                    <a:pt x="2174488" y="565111"/>
                  </a:lnTo>
                  <a:lnTo>
                    <a:pt x="2175138" y="528119"/>
                  </a:lnTo>
                  <a:lnTo>
                    <a:pt x="2175788" y="491996"/>
                  </a:lnTo>
                  <a:lnTo>
                    <a:pt x="2176438" y="456855"/>
                  </a:lnTo>
                  <a:lnTo>
                    <a:pt x="2177088" y="422707"/>
                  </a:lnTo>
                  <a:lnTo>
                    <a:pt x="2177738" y="389531"/>
                  </a:lnTo>
                  <a:lnTo>
                    <a:pt x="2178388" y="357366"/>
                  </a:lnTo>
                  <a:lnTo>
                    <a:pt x="2179038" y="326401"/>
                  </a:lnTo>
                  <a:lnTo>
                    <a:pt x="2179688" y="296683"/>
                  </a:lnTo>
                  <a:lnTo>
                    <a:pt x="2180338" y="268244"/>
                  </a:lnTo>
                  <a:lnTo>
                    <a:pt x="2180988" y="241193"/>
                  </a:lnTo>
                  <a:lnTo>
                    <a:pt x="2181637" y="215553"/>
                  </a:lnTo>
                  <a:lnTo>
                    <a:pt x="2182287" y="191389"/>
                  </a:lnTo>
                  <a:lnTo>
                    <a:pt x="2182937" y="168643"/>
                  </a:lnTo>
                  <a:lnTo>
                    <a:pt x="2183587" y="147302"/>
                  </a:lnTo>
                  <a:lnTo>
                    <a:pt x="2184237" y="127391"/>
                  </a:lnTo>
                  <a:lnTo>
                    <a:pt x="2184887" y="108883"/>
                  </a:lnTo>
                  <a:lnTo>
                    <a:pt x="2185537" y="91741"/>
                  </a:lnTo>
                  <a:lnTo>
                    <a:pt x="2186187" y="76002"/>
                  </a:lnTo>
                  <a:lnTo>
                    <a:pt x="2186837" y="61723"/>
                  </a:lnTo>
                  <a:lnTo>
                    <a:pt x="2187487" y="48917"/>
                  </a:lnTo>
                  <a:lnTo>
                    <a:pt x="2188137" y="37650"/>
                  </a:lnTo>
                  <a:lnTo>
                    <a:pt x="2188787" y="27890"/>
                  </a:lnTo>
                  <a:lnTo>
                    <a:pt x="2189437" y="19653"/>
                  </a:lnTo>
                  <a:lnTo>
                    <a:pt x="2190087" y="12966"/>
                  </a:lnTo>
                  <a:lnTo>
                    <a:pt x="2190737" y="7761"/>
                  </a:lnTo>
                  <a:lnTo>
                    <a:pt x="2191386" y="3913"/>
                  </a:lnTo>
                  <a:lnTo>
                    <a:pt x="2192036" y="1367"/>
                  </a:lnTo>
                  <a:lnTo>
                    <a:pt x="2192686" y="106"/>
                  </a:lnTo>
                  <a:lnTo>
                    <a:pt x="2193336" y="0"/>
                  </a:lnTo>
                  <a:lnTo>
                    <a:pt x="2193986" y="837"/>
                  </a:lnTo>
                  <a:lnTo>
                    <a:pt x="2194636" y="2514"/>
                  </a:lnTo>
                  <a:lnTo>
                    <a:pt x="2195286" y="4911"/>
                  </a:lnTo>
                  <a:lnTo>
                    <a:pt x="2195936" y="8014"/>
                  </a:lnTo>
                  <a:lnTo>
                    <a:pt x="2196586" y="11829"/>
                  </a:lnTo>
                  <a:lnTo>
                    <a:pt x="2197236" y="16384"/>
                  </a:lnTo>
                  <a:lnTo>
                    <a:pt x="2197886" y="21660"/>
                  </a:lnTo>
                  <a:lnTo>
                    <a:pt x="2198536" y="27602"/>
                  </a:lnTo>
                  <a:lnTo>
                    <a:pt x="2199186" y="34169"/>
                  </a:lnTo>
                  <a:lnTo>
                    <a:pt x="2199836" y="41346"/>
                  </a:lnTo>
                  <a:lnTo>
                    <a:pt x="2200486" y="48948"/>
                  </a:lnTo>
                  <a:lnTo>
                    <a:pt x="2201136" y="56900"/>
                  </a:lnTo>
                  <a:lnTo>
                    <a:pt x="2201785" y="65216"/>
                  </a:lnTo>
                  <a:lnTo>
                    <a:pt x="2202435" y="73928"/>
                  </a:lnTo>
                  <a:lnTo>
                    <a:pt x="2203085" y="82964"/>
                  </a:lnTo>
                  <a:lnTo>
                    <a:pt x="2203735" y="92307"/>
                  </a:lnTo>
                  <a:lnTo>
                    <a:pt x="2204385" y="101874"/>
                  </a:lnTo>
                  <a:lnTo>
                    <a:pt x="2205035" y="111568"/>
                  </a:lnTo>
                  <a:lnTo>
                    <a:pt x="2205685" y="121271"/>
                  </a:lnTo>
                  <a:lnTo>
                    <a:pt x="2206335" y="130814"/>
                  </a:lnTo>
                  <a:lnTo>
                    <a:pt x="2206985" y="140078"/>
                  </a:lnTo>
                  <a:lnTo>
                    <a:pt x="2207635" y="149087"/>
                  </a:lnTo>
                  <a:lnTo>
                    <a:pt x="2208285" y="157811"/>
                  </a:lnTo>
                  <a:lnTo>
                    <a:pt x="2208935" y="166224"/>
                  </a:lnTo>
                  <a:lnTo>
                    <a:pt x="2209585" y="174246"/>
                  </a:lnTo>
                  <a:lnTo>
                    <a:pt x="2210235" y="181909"/>
                  </a:lnTo>
                  <a:lnTo>
                    <a:pt x="2210885" y="189244"/>
                  </a:lnTo>
                  <a:lnTo>
                    <a:pt x="2211534" y="196169"/>
                  </a:lnTo>
                  <a:lnTo>
                    <a:pt x="2212184" y="202592"/>
                  </a:lnTo>
                  <a:lnTo>
                    <a:pt x="2212834" y="208525"/>
                  </a:lnTo>
                  <a:lnTo>
                    <a:pt x="2213484" y="214013"/>
                  </a:lnTo>
                  <a:lnTo>
                    <a:pt x="2214134" y="219121"/>
                  </a:lnTo>
                  <a:lnTo>
                    <a:pt x="2214784" y="223818"/>
                  </a:lnTo>
                  <a:lnTo>
                    <a:pt x="2215434" y="228169"/>
                  </a:lnTo>
                  <a:lnTo>
                    <a:pt x="2216084" y="232216"/>
                  </a:lnTo>
                  <a:lnTo>
                    <a:pt x="2216734" y="235945"/>
                  </a:lnTo>
                  <a:lnTo>
                    <a:pt x="2217384" y="239333"/>
                  </a:lnTo>
                  <a:lnTo>
                    <a:pt x="2218034" y="242380"/>
                  </a:lnTo>
                  <a:lnTo>
                    <a:pt x="2218684" y="245137"/>
                  </a:lnTo>
                  <a:lnTo>
                    <a:pt x="2219334" y="247620"/>
                  </a:lnTo>
                  <a:lnTo>
                    <a:pt x="2219984" y="249913"/>
                  </a:lnTo>
                  <a:lnTo>
                    <a:pt x="2220634" y="252034"/>
                  </a:lnTo>
                  <a:lnTo>
                    <a:pt x="2221284" y="254047"/>
                  </a:lnTo>
                  <a:lnTo>
                    <a:pt x="2221933" y="255944"/>
                  </a:lnTo>
                  <a:lnTo>
                    <a:pt x="2222583" y="257665"/>
                  </a:lnTo>
                  <a:lnTo>
                    <a:pt x="2223233" y="259191"/>
                  </a:lnTo>
                  <a:lnTo>
                    <a:pt x="2223883" y="260598"/>
                  </a:lnTo>
                  <a:lnTo>
                    <a:pt x="2224533" y="261970"/>
                  </a:lnTo>
                  <a:lnTo>
                    <a:pt x="2225183" y="263309"/>
                  </a:lnTo>
                  <a:lnTo>
                    <a:pt x="2225833" y="264662"/>
                  </a:lnTo>
                  <a:lnTo>
                    <a:pt x="2226483" y="266058"/>
                  </a:lnTo>
                  <a:lnTo>
                    <a:pt x="2227133" y="267514"/>
                  </a:lnTo>
                  <a:lnTo>
                    <a:pt x="2227783" y="268954"/>
                  </a:lnTo>
                  <a:lnTo>
                    <a:pt x="2228433" y="270339"/>
                  </a:lnTo>
                  <a:lnTo>
                    <a:pt x="2229083" y="271654"/>
                  </a:lnTo>
                  <a:lnTo>
                    <a:pt x="2229733" y="272884"/>
                  </a:lnTo>
                  <a:lnTo>
                    <a:pt x="2230383" y="273979"/>
                  </a:lnTo>
                  <a:lnTo>
                    <a:pt x="2231033" y="275016"/>
                  </a:lnTo>
                  <a:lnTo>
                    <a:pt x="2231682" y="276083"/>
                  </a:lnTo>
                  <a:lnTo>
                    <a:pt x="2232332" y="277216"/>
                  </a:lnTo>
                  <a:lnTo>
                    <a:pt x="2232982" y="278489"/>
                  </a:lnTo>
                  <a:lnTo>
                    <a:pt x="2233632" y="279930"/>
                  </a:lnTo>
                  <a:lnTo>
                    <a:pt x="2234282" y="281498"/>
                  </a:lnTo>
                  <a:lnTo>
                    <a:pt x="2234932" y="283075"/>
                  </a:lnTo>
                  <a:lnTo>
                    <a:pt x="2235582" y="284552"/>
                  </a:lnTo>
                  <a:lnTo>
                    <a:pt x="2236232" y="285893"/>
                  </a:lnTo>
                  <a:lnTo>
                    <a:pt x="2236882" y="287079"/>
                  </a:lnTo>
                  <a:lnTo>
                    <a:pt x="2237532" y="288157"/>
                  </a:lnTo>
                  <a:lnTo>
                    <a:pt x="2238182" y="289222"/>
                  </a:lnTo>
                  <a:lnTo>
                    <a:pt x="2238832" y="290342"/>
                  </a:lnTo>
                  <a:lnTo>
                    <a:pt x="2239482" y="291665"/>
                  </a:lnTo>
                  <a:lnTo>
                    <a:pt x="2240132" y="293135"/>
                  </a:lnTo>
                  <a:lnTo>
                    <a:pt x="2240782" y="294710"/>
                  </a:lnTo>
                  <a:lnTo>
                    <a:pt x="2241432" y="296358"/>
                  </a:lnTo>
                  <a:lnTo>
                    <a:pt x="2242081" y="298090"/>
                  </a:lnTo>
                  <a:lnTo>
                    <a:pt x="2242731" y="299928"/>
                  </a:lnTo>
                  <a:lnTo>
                    <a:pt x="2243381" y="301861"/>
                  </a:lnTo>
                  <a:lnTo>
                    <a:pt x="2244031" y="303966"/>
                  </a:lnTo>
                  <a:lnTo>
                    <a:pt x="2244681" y="306385"/>
                  </a:lnTo>
                  <a:lnTo>
                    <a:pt x="2245331" y="309285"/>
                  </a:lnTo>
                  <a:lnTo>
                    <a:pt x="2245981" y="312629"/>
                  </a:lnTo>
                  <a:lnTo>
                    <a:pt x="2246631" y="316405"/>
                  </a:lnTo>
                  <a:lnTo>
                    <a:pt x="2247281" y="320640"/>
                  </a:lnTo>
                  <a:lnTo>
                    <a:pt x="2247931" y="325270"/>
                  </a:lnTo>
                  <a:lnTo>
                    <a:pt x="2248581" y="330283"/>
                  </a:lnTo>
                  <a:lnTo>
                    <a:pt x="2249231" y="335691"/>
                  </a:lnTo>
                  <a:lnTo>
                    <a:pt x="2249881" y="341537"/>
                  </a:lnTo>
                  <a:lnTo>
                    <a:pt x="2250531" y="347844"/>
                  </a:lnTo>
                  <a:lnTo>
                    <a:pt x="2251181" y="354619"/>
                  </a:lnTo>
                  <a:lnTo>
                    <a:pt x="2251830" y="361823"/>
                  </a:lnTo>
                  <a:lnTo>
                    <a:pt x="2252480" y="369288"/>
                  </a:lnTo>
                  <a:lnTo>
                    <a:pt x="2253130" y="376879"/>
                  </a:lnTo>
                  <a:lnTo>
                    <a:pt x="2253780" y="384503"/>
                  </a:lnTo>
                  <a:lnTo>
                    <a:pt x="2254430" y="392165"/>
                  </a:lnTo>
                  <a:lnTo>
                    <a:pt x="2255080" y="399929"/>
                  </a:lnTo>
                  <a:lnTo>
                    <a:pt x="2255730" y="407877"/>
                  </a:lnTo>
                  <a:lnTo>
                    <a:pt x="2256380" y="416035"/>
                  </a:lnTo>
                  <a:lnTo>
                    <a:pt x="2257030" y="424359"/>
                  </a:lnTo>
                  <a:lnTo>
                    <a:pt x="2257680" y="432891"/>
                  </a:lnTo>
                  <a:lnTo>
                    <a:pt x="2258330" y="441613"/>
                  </a:lnTo>
                  <a:lnTo>
                    <a:pt x="2258980" y="450519"/>
                  </a:lnTo>
                  <a:lnTo>
                    <a:pt x="2259630" y="459578"/>
                  </a:lnTo>
                  <a:lnTo>
                    <a:pt x="2260280" y="468807"/>
                  </a:lnTo>
                  <a:lnTo>
                    <a:pt x="2260930" y="478262"/>
                  </a:lnTo>
                  <a:lnTo>
                    <a:pt x="2261580" y="487995"/>
                  </a:lnTo>
                  <a:lnTo>
                    <a:pt x="2262229" y="498147"/>
                  </a:lnTo>
                  <a:lnTo>
                    <a:pt x="2262879" y="508857"/>
                  </a:lnTo>
                  <a:lnTo>
                    <a:pt x="2263529" y="520134"/>
                  </a:lnTo>
                  <a:lnTo>
                    <a:pt x="2264179" y="531824"/>
                  </a:lnTo>
                  <a:lnTo>
                    <a:pt x="2264829" y="543786"/>
                  </a:lnTo>
                  <a:lnTo>
                    <a:pt x="2265479" y="555944"/>
                  </a:lnTo>
                  <a:lnTo>
                    <a:pt x="2266129" y="568191"/>
                  </a:lnTo>
                  <a:lnTo>
                    <a:pt x="2266779" y="580566"/>
                  </a:lnTo>
                  <a:lnTo>
                    <a:pt x="2267429" y="593164"/>
                  </a:lnTo>
                  <a:lnTo>
                    <a:pt x="2268079" y="606098"/>
                  </a:lnTo>
                  <a:lnTo>
                    <a:pt x="2268729" y="619516"/>
                  </a:lnTo>
                  <a:lnTo>
                    <a:pt x="2269379" y="633471"/>
                  </a:lnTo>
                  <a:lnTo>
                    <a:pt x="2270029" y="648024"/>
                  </a:lnTo>
                  <a:lnTo>
                    <a:pt x="2270679" y="663240"/>
                  </a:lnTo>
                  <a:lnTo>
                    <a:pt x="2271329" y="679074"/>
                  </a:lnTo>
                  <a:lnTo>
                    <a:pt x="2271978" y="695488"/>
                  </a:lnTo>
                  <a:lnTo>
                    <a:pt x="2272628" y="712417"/>
                  </a:lnTo>
                  <a:lnTo>
                    <a:pt x="2273278" y="729931"/>
                  </a:lnTo>
                  <a:lnTo>
                    <a:pt x="2273928" y="748056"/>
                  </a:lnTo>
                  <a:lnTo>
                    <a:pt x="2274578" y="766837"/>
                  </a:lnTo>
                  <a:lnTo>
                    <a:pt x="2275228" y="786346"/>
                  </a:lnTo>
                  <a:lnTo>
                    <a:pt x="2275878" y="806655"/>
                  </a:lnTo>
                  <a:lnTo>
                    <a:pt x="2276528" y="827722"/>
                  </a:lnTo>
                  <a:lnTo>
                    <a:pt x="2277178" y="849434"/>
                  </a:lnTo>
                  <a:lnTo>
                    <a:pt x="2277828" y="871626"/>
                  </a:lnTo>
                  <a:lnTo>
                    <a:pt x="2278478" y="894198"/>
                  </a:lnTo>
                  <a:lnTo>
                    <a:pt x="2279128" y="917086"/>
                  </a:lnTo>
                  <a:lnTo>
                    <a:pt x="2279778" y="940193"/>
                  </a:lnTo>
                  <a:lnTo>
                    <a:pt x="2280428" y="963547"/>
                  </a:lnTo>
                  <a:lnTo>
                    <a:pt x="2281078" y="987214"/>
                  </a:lnTo>
                  <a:lnTo>
                    <a:pt x="2281727" y="1011140"/>
                  </a:lnTo>
                  <a:lnTo>
                    <a:pt x="2282377" y="1035286"/>
                  </a:lnTo>
                  <a:lnTo>
                    <a:pt x="2283027" y="1059661"/>
                  </a:lnTo>
                  <a:lnTo>
                    <a:pt x="2283677" y="1084266"/>
                  </a:lnTo>
                  <a:lnTo>
                    <a:pt x="2284327" y="1109135"/>
                  </a:lnTo>
                  <a:lnTo>
                    <a:pt x="2284977" y="1134350"/>
                  </a:lnTo>
                  <a:lnTo>
                    <a:pt x="2285627" y="1160081"/>
                  </a:lnTo>
                  <a:lnTo>
                    <a:pt x="2286277" y="1186403"/>
                  </a:lnTo>
                  <a:lnTo>
                    <a:pt x="2286927" y="1213340"/>
                  </a:lnTo>
                  <a:lnTo>
                    <a:pt x="2287577" y="1240814"/>
                  </a:lnTo>
                  <a:lnTo>
                    <a:pt x="2288227" y="1268740"/>
                  </a:lnTo>
                  <a:lnTo>
                    <a:pt x="2288877" y="1297138"/>
                  </a:lnTo>
                  <a:lnTo>
                    <a:pt x="2289527" y="1326070"/>
                  </a:lnTo>
                  <a:lnTo>
                    <a:pt x="2290177" y="1355516"/>
                  </a:lnTo>
                  <a:lnTo>
                    <a:pt x="2290827" y="1385382"/>
                  </a:lnTo>
                  <a:lnTo>
                    <a:pt x="2291477" y="1415623"/>
                  </a:lnTo>
                  <a:lnTo>
                    <a:pt x="2292126" y="1446253"/>
                  </a:lnTo>
                  <a:lnTo>
                    <a:pt x="2292776" y="1477235"/>
                  </a:lnTo>
                  <a:lnTo>
                    <a:pt x="2293426" y="1508572"/>
                  </a:lnTo>
                  <a:lnTo>
                    <a:pt x="2294076" y="1540237"/>
                  </a:lnTo>
                  <a:lnTo>
                    <a:pt x="2294726" y="1572071"/>
                  </a:lnTo>
                  <a:lnTo>
                    <a:pt x="2295376" y="1603772"/>
                  </a:lnTo>
                  <a:lnTo>
                    <a:pt x="2296026" y="1635205"/>
                  </a:lnTo>
                  <a:lnTo>
                    <a:pt x="2296676" y="1666327"/>
                  </a:lnTo>
                  <a:lnTo>
                    <a:pt x="2297326" y="1697233"/>
                  </a:lnTo>
                  <a:lnTo>
                    <a:pt x="2297976" y="1727977"/>
                  </a:lnTo>
                  <a:lnTo>
                    <a:pt x="2298626" y="1758623"/>
                  </a:lnTo>
                  <a:lnTo>
                    <a:pt x="2299276" y="1789139"/>
                  </a:lnTo>
                  <a:lnTo>
                    <a:pt x="2299926" y="1819331"/>
                  </a:lnTo>
                  <a:lnTo>
                    <a:pt x="2300576" y="1849087"/>
                  </a:lnTo>
                  <a:lnTo>
                    <a:pt x="2301226" y="1878269"/>
                  </a:lnTo>
                  <a:lnTo>
                    <a:pt x="2301875" y="1906728"/>
                  </a:lnTo>
                  <a:lnTo>
                    <a:pt x="2302525" y="1934381"/>
                  </a:lnTo>
                  <a:lnTo>
                    <a:pt x="2303175" y="1961098"/>
                  </a:lnTo>
                  <a:lnTo>
                    <a:pt x="2303825" y="1986822"/>
                  </a:lnTo>
                  <a:lnTo>
                    <a:pt x="2304475" y="2011528"/>
                  </a:lnTo>
                  <a:lnTo>
                    <a:pt x="2305125" y="2035147"/>
                  </a:lnTo>
                  <a:lnTo>
                    <a:pt x="2305775" y="2057555"/>
                  </a:lnTo>
                  <a:lnTo>
                    <a:pt x="2306425" y="2078761"/>
                  </a:lnTo>
                  <a:lnTo>
                    <a:pt x="2307075" y="2098704"/>
                  </a:lnTo>
                  <a:lnTo>
                    <a:pt x="2307725" y="2117297"/>
                  </a:lnTo>
                  <a:lnTo>
                    <a:pt x="2308375" y="2134385"/>
                  </a:lnTo>
                  <a:lnTo>
                    <a:pt x="2309025" y="2149915"/>
                  </a:lnTo>
                  <a:lnTo>
                    <a:pt x="2309675" y="2163939"/>
                  </a:lnTo>
                  <a:lnTo>
                    <a:pt x="2310325" y="2176502"/>
                  </a:lnTo>
                  <a:lnTo>
                    <a:pt x="2310975" y="2187696"/>
                  </a:lnTo>
                  <a:lnTo>
                    <a:pt x="2311625" y="2197515"/>
                  </a:lnTo>
                  <a:lnTo>
                    <a:pt x="2312274" y="2206104"/>
                  </a:lnTo>
                  <a:lnTo>
                    <a:pt x="2312924" y="2213529"/>
                  </a:lnTo>
                  <a:lnTo>
                    <a:pt x="2313574" y="2219643"/>
                  </a:lnTo>
                  <a:lnTo>
                    <a:pt x="2314224" y="2224440"/>
                  </a:lnTo>
                  <a:lnTo>
                    <a:pt x="2314874" y="2227971"/>
                  </a:lnTo>
                  <a:lnTo>
                    <a:pt x="2315524" y="2230253"/>
                  </a:lnTo>
                  <a:lnTo>
                    <a:pt x="2316174" y="2231176"/>
                  </a:lnTo>
                  <a:lnTo>
                    <a:pt x="2316824" y="2230625"/>
                  </a:lnTo>
                  <a:lnTo>
                    <a:pt x="2317474" y="2228582"/>
                  </a:lnTo>
                  <a:lnTo>
                    <a:pt x="2318124" y="2224966"/>
                  </a:lnTo>
                  <a:lnTo>
                    <a:pt x="2318774" y="2219765"/>
                  </a:lnTo>
                  <a:lnTo>
                    <a:pt x="2319424" y="2212978"/>
                  </a:lnTo>
                  <a:lnTo>
                    <a:pt x="2320074" y="2204634"/>
                  </a:lnTo>
                  <a:lnTo>
                    <a:pt x="2320724" y="2194777"/>
                  </a:lnTo>
                  <a:lnTo>
                    <a:pt x="2321374" y="2183370"/>
                  </a:lnTo>
                  <a:lnTo>
                    <a:pt x="2322023" y="2170263"/>
                  </a:lnTo>
                  <a:lnTo>
                    <a:pt x="2322673" y="2155394"/>
                  </a:lnTo>
                  <a:lnTo>
                    <a:pt x="2323323" y="2138857"/>
                  </a:lnTo>
                  <a:lnTo>
                    <a:pt x="2323973" y="2120795"/>
                  </a:lnTo>
                  <a:lnTo>
                    <a:pt x="2324623" y="2101285"/>
                  </a:lnTo>
                  <a:lnTo>
                    <a:pt x="2325273" y="2080379"/>
                  </a:lnTo>
                  <a:lnTo>
                    <a:pt x="2325923" y="2058159"/>
                  </a:lnTo>
                  <a:lnTo>
                    <a:pt x="2326573" y="2034599"/>
                  </a:lnTo>
                  <a:lnTo>
                    <a:pt x="2327223" y="2009746"/>
                  </a:lnTo>
                  <a:lnTo>
                    <a:pt x="2327873" y="1983781"/>
                  </a:lnTo>
                  <a:lnTo>
                    <a:pt x="2328523" y="1956837"/>
                  </a:lnTo>
                  <a:lnTo>
                    <a:pt x="2329173" y="1928966"/>
                  </a:lnTo>
                  <a:lnTo>
                    <a:pt x="2329823" y="1900247"/>
                  </a:lnTo>
                  <a:lnTo>
                    <a:pt x="2330473" y="1870682"/>
                  </a:lnTo>
                  <a:lnTo>
                    <a:pt x="2331123" y="1840293"/>
                  </a:lnTo>
                  <a:lnTo>
                    <a:pt x="2331773" y="1809077"/>
                  </a:lnTo>
                  <a:lnTo>
                    <a:pt x="2332422" y="1777177"/>
                  </a:lnTo>
                  <a:lnTo>
                    <a:pt x="2333072" y="1744786"/>
                  </a:lnTo>
                  <a:lnTo>
                    <a:pt x="2333722" y="1711999"/>
                  </a:lnTo>
                  <a:lnTo>
                    <a:pt x="2334372" y="1678979"/>
                  </a:lnTo>
                  <a:lnTo>
                    <a:pt x="2335022" y="1645921"/>
                  </a:lnTo>
                  <a:lnTo>
                    <a:pt x="2335672" y="1612904"/>
                  </a:lnTo>
                  <a:lnTo>
                    <a:pt x="2336322" y="1580012"/>
                  </a:lnTo>
                  <a:lnTo>
                    <a:pt x="2336972" y="1547241"/>
                  </a:lnTo>
                  <a:lnTo>
                    <a:pt x="2337622" y="1514704"/>
                  </a:lnTo>
                  <a:lnTo>
                    <a:pt x="2338272" y="1482561"/>
                  </a:lnTo>
                  <a:lnTo>
                    <a:pt x="2338922" y="1450926"/>
                  </a:lnTo>
                  <a:lnTo>
                    <a:pt x="2339572" y="1419826"/>
                  </a:lnTo>
                  <a:lnTo>
                    <a:pt x="2340222" y="1389336"/>
                  </a:lnTo>
                  <a:lnTo>
                    <a:pt x="2340872" y="1359547"/>
                  </a:lnTo>
                  <a:lnTo>
                    <a:pt x="2341522" y="1330540"/>
                  </a:lnTo>
                  <a:lnTo>
                    <a:pt x="2342171" y="1302340"/>
                  </a:lnTo>
                  <a:lnTo>
                    <a:pt x="2342821" y="1274950"/>
                  </a:lnTo>
                  <a:lnTo>
                    <a:pt x="2343471" y="1248378"/>
                  </a:lnTo>
                  <a:lnTo>
                    <a:pt x="2344121" y="1222679"/>
                  </a:lnTo>
                  <a:lnTo>
                    <a:pt x="2344771" y="1197788"/>
                  </a:lnTo>
                  <a:lnTo>
                    <a:pt x="2345421" y="1173656"/>
                  </a:lnTo>
                  <a:lnTo>
                    <a:pt x="2346071" y="1150319"/>
                  </a:lnTo>
                  <a:lnTo>
                    <a:pt x="2346721" y="1127836"/>
                  </a:lnTo>
                  <a:lnTo>
                    <a:pt x="2347371" y="1106205"/>
                  </a:lnTo>
                  <a:lnTo>
                    <a:pt x="2348021" y="1085474"/>
                  </a:lnTo>
                  <a:lnTo>
                    <a:pt x="2348671" y="1065748"/>
                  </a:lnTo>
                  <a:lnTo>
                    <a:pt x="2349321" y="1047156"/>
                  </a:lnTo>
                  <a:lnTo>
                    <a:pt x="2349971" y="1029762"/>
                  </a:lnTo>
                  <a:lnTo>
                    <a:pt x="2350621" y="1013623"/>
                  </a:lnTo>
                  <a:lnTo>
                    <a:pt x="2351271" y="998752"/>
                  </a:lnTo>
                  <a:lnTo>
                    <a:pt x="2351921" y="985073"/>
                  </a:lnTo>
                  <a:lnTo>
                    <a:pt x="2352570" y="972481"/>
                  </a:lnTo>
                  <a:lnTo>
                    <a:pt x="2353220" y="960968"/>
                  </a:lnTo>
                  <a:lnTo>
                    <a:pt x="2353870" y="950483"/>
                  </a:lnTo>
                  <a:lnTo>
                    <a:pt x="2354520" y="941170"/>
                  </a:lnTo>
                  <a:lnTo>
                    <a:pt x="2355170" y="933104"/>
                  </a:lnTo>
                  <a:lnTo>
                    <a:pt x="2355820" y="926302"/>
                  </a:lnTo>
                  <a:lnTo>
                    <a:pt x="2356470" y="920745"/>
                  </a:lnTo>
                  <a:lnTo>
                    <a:pt x="2357120" y="916345"/>
                  </a:lnTo>
                  <a:lnTo>
                    <a:pt x="2357770" y="913051"/>
                  </a:lnTo>
                  <a:lnTo>
                    <a:pt x="2358420" y="910685"/>
                  </a:lnTo>
                  <a:lnTo>
                    <a:pt x="2359070" y="909218"/>
                  </a:lnTo>
                  <a:lnTo>
                    <a:pt x="2359720" y="908648"/>
                  </a:lnTo>
                  <a:lnTo>
                    <a:pt x="2360370" y="908975"/>
                  </a:lnTo>
                  <a:lnTo>
                    <a:pt x="2361020" y="910196"/>
                  </a:lnTo>
                  <a:lnTo>
                    <a:pt x="2361670" y="912430"/>
                  </a:lnTo>
                  <a:lnTo>
                    <a:pt x="2362319" y="915771"/>
                  </a:lnTo>
                  <a:lnTo>
                    <a:pt x="2362969" y="920271"/>
                  </a:lnTo>
                  <a:lnTo>
                    <a:pt x="2363619" y="925957"/>
                  </a:lnTo>
                  <a:lnTo>
                    <a:pt x="2364269" y="932702"/>
                  </a:lnTo>
                  <a:lnTo>
                    <a:pt x="2364919" y="940456"/>
                  </a:lnTo>
                  <a:lnTo>
                    <a:pt x="2365569" y="949085"/>
                  </a:lnTo>
                  <a:lnTo>
                    <a:pt x="2366219" y="958444"/>
                  </a:lnTo>
                  <a:lnTo>
                    <a:pt x="2366869" y="968403"/>
                  </a:lnTo>
                  <a:lnTo>
                    <a:pt x="2367519" y="978827"/>
                  </a:lnTo>
                  <a:lnTo>
                    <a:pt x="2368169" y="989639"/>
                  </a:lnTo>
                  <a:lnTo>
                    <a:pt x="2368819" y="1000764"/>
                  </a:lnTo>
                  <a:lnTo>
                    <a:pt x="2369469" y="1012175"/>
                  </a:lnTo>
                  <a:lnTo>
                    <a:pt x="2370119" y="1023864"/>
                  </a:lnTo>
                  <a:lnTo>
                    <a:pt x="2370769" y="1035759"/>
                  </a:lnTo>
                  <a:lnTo>
                    <a:pt x="2371419" y="1047701"/>
                  </a:lnTo>
                  <a:lnTo>
                    <a:pt x="2372069" y="1059596"/>
                  </a:lnTo>
                  <a:lnTo>
                    <a:pt x="2372718" y="1071367"/>
                  </a:lnTo>
                  <a:lnTo>
                    <a:pt x="2373368" y="1082956"/>
                  </a:lnTo>
                  <a:lnTo>
                    <a:pt x="2374018" y="1094353"/>
                  </a:lnTo>
                  <a:lnTo>
                    <a:pt x="2374668" y="1105468"/>
                  </a:lnTo>
                  <a:lnTo>
                    <a:pt x="2375318" y="1116220"/>
                  </a:lnTo>
                  <a:lnTo>
                    <a:pt x="2375968" y="1126592"/>
                  </a:lnTo>
                  <a:lnTo>
                    <a:pt x="2376618" y="1136591"/>
                  </a:lnTo>
                  <a:lnTo>
                    <a:pt x="2377268" y="1146199"/>
                  </a:lnTo>
                  <a:lnTo>
                    <a:pt x="2377918" y="1155408"/>
                  </a:lnTo>
                  <a:lnTo>
                    <a:pt x="2378568" y="1164289"/>
                  </a:lnTo>
                  <a:lnTo>
                    <a:pt x="2379218" y="1172821"/>
                  </a:lnTo>
                  <a:lnTo>
                    <a:pt x="2379868" y="1181031"/>
                  </a:lnTo>
                  <a:lnTo>
                    <a:pt x="2380518" y="1188864"/>
                  </a:lnTo>
                  <a:lnTo>
                    <a:pt x="2381168" y="1196233"/>
                  </a:lnTo>
                  <a:lnTo>
                    <a:pt x="2381818" y="1203085"/>
                  </a:lnTo>
                  <a:lnTo>
                    <a:pt x="2382467" y="1209353"/>
                  </a:lnTo>
                  <a:lnTo>
                    <a:pt x="2383117" y="1214995"/>
                  </a:lnTo>
                  <a:lnTo>
                    <a:pt x="2383767" y="1219901"/>
                  </a:lnTo>
                  <a:lnTo>
                    <a:pt x="2384417" y="1224104"/>
                  </a:lnTo>
                  <a:lnTo>
                    <a:pt x="2385067" y="1227794"/>
                  </a:lnTo>
                  <a:lnTo>
                    <a:pt x="2385717" y="1231052"/>
                  </a:lnTo>
                  <a:lnTo>
                    <a:pt x="2386367" y="1233865"/>
                  </a:lnTo>
                  <a:lnTo>
                    <a:pt x="2387017" y="1236244"/>
                  </a:lnTo>
                  <a:lnTo>
                    <a:pt x="2387667" y="1238159"/>
                  </a:lnTo>
                  <a:lnTo>
                    <a:pt x="2388317" y="1239625"/>
                  </a:lnTo>
                  <a:lnTo>
                    <a:pt x="2388967" y="1240558"/>
                  </a:lnTo>
                  <a:lnTo>
                    <a:pt x="2389617" y="1240913"/>
                  </a:lnTo>
                  <a:lnTo>
                    <a:pt x="2390267" y="1240721"/>
                  </a:lnTo>
                  <a:lnTo>
                    <a:pt x="2390917" y="1240102"/>
                  </a:lnTo>
                  <a:lnTo>
                    <a:pt x="2391567" y="1239186"/>
                  </a:lnTo>
                  <a:lnTo>
                    <a:pt x="2392217" y="1237998"/>
                  </a:lnTo>
                  <a:lnTo>
                    <a:pt x="2392866" y="1236447"/>
                  </a:lnTo>
                  <a:lnTo>
                    <a:pt x="2393516" y="1234434"/>
                  </a:lnTo>
                  <a:lnTo>
                    <a:pt x="2394166" y="1231956"/>
                  </a:lnTo>
                  <a:lnTo>
                    <a:pt x="2394816" y="1228801"/>
                  </a:lnTo>
                  <a:lnTo>
                    <a:pt x="2395466" y="1224798"/>
                  </a:lnTo>
                  <a:lnTo>
                    <a:pt x="2396116" y="1219933"/>
                  </a:lnTo>
                  <a:lnTo>
                    <a:pt x="2396766" y="1214297"/>
                  </a:lnTo>
                  <a:lnTo>
                    <a:pt x="2397416" y="1208050"/>
                  </a:lnTo>
                  <a:lnTo>
                    <a:pt x="2398066" y="1201200"/>
                  </a:lnTo>
                  <a:lnTo>
                    <a:pt x="2398716" y="1193791"/>
                  </a:lnTo>
                  <a:lnTo>
                    <a:pt x="2399366" y="1185926"/>
                  </a:lnTo>
                  <a:lnTo>
                    <a:pt x="2400016" y="1177618"/>
                  </a:lnTo>
                  <a:lnTo>
                    <a:pt x="2400666" y="1168823"/>
                  </a:lnTo>
                  <a:lnTo>
                    <a:pt x="2401316" y="1159514"/>
                  </a:lnTo>
                  <a:lnTo>
                    <a:pt x="2401966" y="1149783"/>
                  </a:lnTo>
                  <a:lnTo>
                    <a:pt x="2402615" y="1139710"/>
                  </a:lnTo>
                  <a:lnTo>
                    <a:pt x="2403265" y="1129335"/>
                  </a:lnTo>
                  <a:lnTo>
                    <a:pt x="2403915" y="1118656"/>
                  </a:lnTo>
                  <a:lnTo>
                    <a:pt x="2404565" y="1107837"/>
                  </a:lnTo>
                  <a:lnTo>
                    <a:pt x="2405215" y="1096931"/>
                  </a:lnTo>
                  <a:lnTo>
                    <a:pt x="2405865" y="1085938"/>
                  </a:lnTo>
                  <a:lnTo>
                    <a:pt x="2406515" y="1074857"/>
                  </a:lnTo>
                  <a:lnTo>
                    <a:pt x="2407165" y="1063730"/>
                  </a:lnTo>
                  <a:lnTo>
                    <a:pt x="2407815" y="1052682"/>
                  </a:lnTo>
                  <a:lnTo>
                    <a:pt x="2408465" y="1041826"/>
                  </a:lnTo>
                  <a:lnTo>
                    <a:pt x="2409115" y="1031199"/>
                  </a:lnTo>
                  <a:lnTo>
                    <a:pt x="2409765" y="1020782"/>
                  </a:lnTo>
                  <a:lnTo>
                    <a:pt x="2410415" y="1010648"/>
                  </a:lnTo>
                  <a:lnTo>
                    <a:pt x="2411065" y="1000784"/>
                  </a:lnTo>
                  <a:lnTo>
                    <a:pt x="2411715" y="991182"/>
                  </a:lnTo>
                  <a:lnTo>
                    <a:pt x="2412364" y="981818"/>
                  </a:lnTo>
                  <a:lnTo>
                    <a:pt x="2413014" y="972716"/>
                  </a:lnTo>
                  <a:lnTo>
                    <a:pt x="2413664" y="964016"/>
                  </a:lnTo>
                  <a:lnTo>
                    <a:pt x="2414314" y="955739"/>
                  </a:lnTo>
                  <a:lnTo>
                    <a:pt x="2414964" y="947967"/>
                  </a:lnTo>
                  <a:lnTo>
                    <a:pt x="2415614" y="940822"/>
                  </a:lnTo>
                  <a:lnTo>
                    <a:pt x="2416264" y="934392"/>
                  </a:lnTo>
                  <a:lnTo>
                    <a:pt x="2416914" y="928675"/>
                  </a:lnTo>
                  <a:lnTo>
                    <a:pt x="2417564" y="923609"/>
                  </a:lnTo>
                  <a:lnTo>
                    <a:pt x="2418214" y="919069"/>
                  </a:lnTo>
                  <a:lnTo>
                    <a:pt x="2418864" y="915138"/>
                  </a:lnTo>
                  <a:lnTo>
                    <a:pt x="2419514" y="911861"/>
                  </a:lnTo>
                  <a:lnTo>
                    <a:pt x="2420164" y="909232"/>
                  </a:lnTo>
                  <a:lnTo>
                    <a:pt x="2420814" y="907239"/>
                  </a:lnTo>
                  <a:lnTo>
                    <a:pt x="2421464" y="905873"/>
                  </a:lnTo>
                  <a:lnTo>
                    <a:pt x="2422114" y="905162"/>
                  </a:lnTo>
                  <a:lnTo>
                    <a:pt x="2422763" y="905065"/>
                  </a:lnTo>
                  <a:lnTo>
                    <a:pt x="2423413" y="905486"/>
                  </a:lnTo>
                  <a:lnTo>
                    <a:pt x="2424063" y="906302"/>
                  </a:lnTo>
                  <a:lnTo>
                    <a:pt x="2424713" y="907406"/>
                  </a:lnTo>
                  <a:lnTo>
                    <a:pt x="2425363" y="908805"/>
                  </a:lnTo>
                  <a:lnTo>
                    <a:pt x="2426013" y="910616"/>
                  </a:lnTo>
                  <a:lnTo>
                    <a:pt x="2426663" y="912874"/>
                  </a:lnTo>
                  <a:lnTo>
                    <a:pt x="2427313" y="915507"/>
                  </a:lnTo>
                  <a:lnTo>
                    <a:pt x="2427963" y="918554"/>
                  </a:lnTo>
                  <a:lnTo>
                    <a:pt x="2428613" y="921949"/>
                  </a:lnTo>
                  <a:lnTo>
                    <a:pt x="2429263" y="925589"/>
                  </a:lnTo>
                  <a:lnTo>
                    <a:pt x="2429913" y="929285"/>
                  </a:lnTo>
                  <a:lnTo>
                    <a:pt x="2430563" y="933034"/>
                  </a:lnTo>
                  <a:lnTo>
                    <a:pt x="2431213" y="936899"/>
                  </a:lnTo>
                  <a:lnTo>
                    <a:pt x="2431863" y="940877"/>
                  </a:lnTo>
                  <a:lnTo>
                    <a:pt x="2432512" y="944979"/>
                  </a:lnTo>
                  <a:lnTo>
                    <a:pt x="2433162" y="949261"/>
                  </a:lnTo>
                  <a:lnTo>
                    <a:pt x="2433812" y="953784"/>
                  </a:lnTo>
                  <a:lnTo>
                    <a:pt x="2434462" y="958493"/>
                  </a:lnTo>
                  <a:lnTo>
                    <a:pt x="2435112" y="963277"/>
                  </a:lnTo>
                  <a:lnTo>
                    <a:pt x="2435762" y="967986"/>
                  </a:lnTo>
                  <a:lnTo>
                    <a:pt x="2436412" y="972627"/>
                  </a:lnTo>
                  <a:lnTo>
                    <a:pt x="2437062" y="977147"/>
                  </a:lnTo>
                  <a:lnTo>
                    <a:pt x="2437712" y="981504"/>
                  </a:lnTo>
                  <a:lnTo>
                    <a:pt x="2438362" y="985797"/>
                  </a:lnTo>
                  <a:lnTo>
                    <a:pt x="2439012" y="990018"/>
                  </a:lnTo>
                  <a:lnTo>
                    <a:pt x="2439662" y="994144"/>
                  </a:lnTo>
                  <a:lnTo>
                    <a:pt x="2440312" y="998074"/>
                  </a:lnTo>
                  <a:lnTo>
                    <a:pt x="2440962" y="1001702"/>
                  </a:lnTo>
                  <a:lnTo>
                    <a:pt x="2441612" y="1004920"/>
                  </a:lnTo>
                  <a:lnTo>
                    <a:pt x="2442262" y="1007695"/>
                  </a:lnTo>
                  <a:lnTo>
                    <a:pt x="2442911" y="1009923"/>
                  </a:lnTo>
                  <a:lnTo>
                    <a:pt x="2443561" y="1011551"/>
                  </a:lnTo>
                  <a:lnTo>
                    <a:pt x="2444211" y="1012629"/>
                  </a:lnTo>
                  <a:lnTo>
                    <a:pt x="2444861" y="1013127"/>
                  </a:lnTo>
                  <a:lnTo>
                    <a:pt x="2445511" y="1013014"/>
                  </a:lnTo>
                  <a:lnTo>
                    <a:pt x="2446161" y="1012185"/>
                  </a:lnTo>
                  <a:lnTo>
                    <a:pt x="2446811" y="1010547"/>
                  </a:lnTo>
                  <a:lnTo>
                    <a:pt x="2447461" y="1008010"/>
                  </a:lnTo>
                  <a:lnTo>
                    <a:pt x="2448111" y="1004347"/>
                  </a:lnTo>
                  <a:lnTo>
                    <a:pt x="2448761" y="999480"/>
                  </a:lnTo>
                  <a:lnTo>
                    <a:pt x="2449411" y="993474"/>
                  </a:lnTo>
                  <a:lnTo>
                    <a:pt x="2450061" y="986380"/>
                  </a:lnTo>
                  <a:lnTo>
                    <a:pt x="2450711" y="978250"/>
                  </a:lnTo>
                  <a:lnTo>
                    <a:pt x="2451361" y="969051"/>
                  </a:lnTo>
                  <a:lnTo>
                    <a:pt x="2452011" y="958674"/>
                  </a:lnTo>
                  <a:lnTo>
                    <a:pt x="2452660" y="947137"/>
                  </a:lnTo>
                  <a:lnTo>
                    <a:pt x="2453310" y="934429"/>
                  </a:lnTo>
                  <a:lnTo>
                    <a:pt x="2453960" y="920510"/>
                  </a:lnTo>
                  <a:lnTo>
                    <a:pt x="2454610" y="905412"/>
                  </a:lnTo>
                  <a:lnTo>
                    <a:pt x="2455260" y="889194"/>
                  </a:lnTo>
                  <a:lnTo>
                    <a:pt x="2455910" y="871919"/>
                  </a:lnTo>
                  <a:lnTo>
                    <a:pt x="2456560" y="853663"/>
                  </a:lnTo>
                  <a:lnTo>
                    <a:pt x="2457210" y="834550"/>
                  </a:lnTo>
                  <a:lnTo>
                    <a:pt x="2457860" y="814764"/>
                  </a:lnTo>
                  <a:lnTo>
                    <a:pt x="2458510" y="794345"/>
                  </a:lnTo>
                  <a:lnTo>
                    <a:pt x="2459160" y="773212"/>
                  </a:lnTo>
                  <a:lnTo>
                    <a:pt x="2459810" y="751430"/>
                  </a:lnTo>
                  <a:lnTo>
                    <a:pt x="2460460" y="729071"/>
                  </a:lnTo>
                  <a:lnTo>
                    <a:pt x="2461110" y="706234"/>
                  </a:lnTo>
                  <a:lnTo>
                    <a:pt x="2461760" y="683091"/>
                  </a:lnTo>
                  <a:lnTo>
                    <a:pt x="2462410" y="659798"/>
                  </a:lnTo>
                  <a:lnTo>
                    <a:pt x="2463059" y="636480"/>
                  </a:lnTo>
                  <a:lnTo>
                    <a:pt x="2463709" y="613154"/>
                  </a:lnTo>
                  <a:lnTo>
                    <a:pt x="2464359" y="589881"/>
                  </a:lnTo>
                  <a:lnTo>
                    <a:pt x="2465009" y="566757"/>
                  </a:lnTo>
                  <a:lnTo>
                    <a:pt x="2465659" y="543836"/>
                  </a:lnTo>
                  <a:lnTo>
                    <a:pt x="2466309" y="521091"/>
                  </a:lnTo>
                  <a:lnTo>
                    <a:pt x="2466959" y="498541"/>
                  </a:lnTo>
                  <a:lnTo>
                    <a:pt x="2467609" y="476235"/>
                  </a:lnTo>
                  <a:lnTo>
                    <a:pt x="2468259" y="454287"/>
                  </a:lnTo>
                  <a:lnTo>
                    <a:pt x="2468909" y="432807"/>
                  </a:lnTo>
                  <a:lnTo>
                    <a:pt x="2469559" y="411824"/>
                  </a:lnTo>
                  <a:lnTo>
                    <a:pt x="2470209" y="391430"/>
                  </a:lnTo>
                  <a:lnTo>
                    <a:pt x="2470859" y="371603"/>
                  </a:lnTo>
                  <a:lnTo>
                    <a:pt x="2471509" y="352276"/>
                  </a:lnTo>
                  <a:lnTo>
                    <a:pt x="2472159" y="333460"/>
                  </a:lnTo>
                  <a:lnTo>
                    <a:pt x="2472808" y="315200"/>
                  </a:lnTo>
                  <a:lnTo>
                    <a:pt x="2473458" y="297518"/>
                  </a:lnTo>
                  <a:lnTo>
                    <a:pt x="2474108" y="280445"/>
                  </a:lnTo>
                  <a:lnTo>
                    <a:pt x="2474758" y="264032"/>
                  </a:lnTo>
                  <a:lnTo>
                    <a:pt x="2475408" y="248367"/>
                  </a:lnTo>
                  <a:lnTo>
                    <a:pt x="2476058" y="233610"/>
                  </a:lnTo>
                  <a:lnTo>
                    <a:pt x="2476708" y="219751"/>
                  </a:lnTo>
                  <a:lnTo>
                    <a:pt x="2477358" y="206787"/>
                  </a:lnTo>
                  <a:lnTo>
                    <a:pt x="2478008" y="194689"/>
                  </a:lnTo>
                  <a:lnTo>
                    <a:pt x="2478658" y="183446"/>
                  </a:lnTo>
                  <a:lnTo>
                    <a:pt x="2479308" y="173106"/>
                  </a:lnTo>
                  <a:lnTo>
                    <a:pt x="2479958" y="163700"/>
                  </a:lnTo>
                  <a:lnTo>
                    <a:pt x="2480608" y="155369"/>
                  </a:lnTo>
                  <a:lnTo>
                    <a:pt x="2481258" y="148227"/>
                  </a:lnTo>
                  <a:lnTo>
                    <a:pt x="2481908" y="142263"/>
                  </a:lnTo>
                  <a:lnTo>
                    <a:pt x="2482558" y="137360"/>
                  </a:lnTo>
                  <a:lnTo>
                    <a:pt x="2483207" y="133466"/>
                  </a:lnTo>
                  <a:lnTo>
                    <a:pt x="2483857" y="130557"/>
                  </a:lnTo>
                  <a:lnTo>
                    <a:pt x="2484507" y="128664"/>
                  </a:lnTo>
                  <a:lnTo>
                    <a:pt x="2485157" y="127785"/>
                  </a:lnTo>
                  <a:lnTo>
                    <a:pt x="2485807" y="127835"/>
                  </a:lnTo>
                  <a:lnTo>
                    <a:pt x="2486457" y="128812"/>
                  </a:lnTo>
                  <a:lnTo>
                    <a:pt x="2487107" y="130704"/>
                  </a:lnTo>
                  <a:lnTo>
                    <a:pt x="2487757" y="133486"/>
                  </a:lnTo>
                  <a:lnTo>
                    <a:pt x="2488407" y="137149"/>
                  </a:lnTo>
                  <a:lnTo>
                    <a:pt x="2489057" y="141672"/>
                  </a:lnTo>
                  <a:lnTo>
                    <a:pt x="2489707" y="146975"/>
                  </a:lnTo>
                  <a:lnTo>
                    <a:pt x="2490357" y="152916"/>
                  </a:lnTo>
                  <a:lnTo>
                    <a:pt x="2491007" y="159412"/>
                  </a:lnTo>
                  <a:lnTo>
                    <a:pt x="2491657" y="166436"/>
                  </a:lnTo>
                  <a:lnTo>
                    <a:pt x="2492307" y="174055"/>
                  </a:lnTo>
                  <a:lnTo>
                    <a:pt x="2492956" y="182281"/>
                  </a:lnTo>
                  <a:lnTo>
                    <a:pt x="2493606" y="191057"/>
                  </a:lnTo>
                  <a:lnTo>
                    <a:pt x="2494256" y="200299"/>
                  </a:lnTo>
                  <a:lnTo>
                    <a:pt x="2494906" y="209911"/>
                  </a:lnTo>
                  <a:lnTo>
                    <a:pt x="2495556" y="219762"/>
                  </a:lnTo>
                  <a:lnTo>
                    <a:pt x="2496206" y="229846"/>
                  </a:lnTo>
                  <a:lnTo>
                    <a:pt x="2496856" y="240105"/>
                  </a:lnTo>
                  <a:lnTo>
                    <a:pt x="2497506" y="250388"/>
                  </a:lnTo>
                  <a:lnTo>
                    <a:pt x="2498156" y="260633"/>
                  </a:lnTo>
                  <a:lnTo>
                    <a:pt x="2498806" y="270904"/>
                  </a:lnTo>
                  <a:lnTo>
                    <a:pt x="2499456" y="281269"/>
                  </a:lnTo>
                  <a:lnTo>
                    <a:pt x="2500106" y="291750"/>
                  </a:lnTo>
                  <a:lnTo>
                    <a:pt x="2500756" y="302330"/>
                  </a:lnTo>
                  <a:lnTo>
                    <a:pt x="2501406" y="312951"/>
                  </a:lnTo>
                  <a:lnTo>
                    <a:pt x="2502056" y="323609"/>
                  </a:lnTo>
                  <a:lnTo>
                    <a:pt x="2502706" y="334208"/>
                  </a:lnTo>
                  <a:lnTo>
                    <a:pt x="2503355" y="344664"/>
                  </a:lnTo>
                  <a:lnTo>
                    <a:pt x="2504005" y="355040"/>
                  </a:lnTo>
                  <a:lnTo>
                    <a:pt x="2504655" y="365404"/>
                  </a:lnTo>
                  <a:lnTo>
                    <a:pt x="2505305" y="375785"/>
                  </a:lnTo>
                  <a:lnTo>
                    <a:pt x="2505955" y="386189"/>
                  </a:lnTo>
                  <a:lnTo>
                    <a:pt x="2506605" y="396661"/>
                  </a:lnTo>
                  <a:lnTo>
                    <a:pt x="2507255" y="407277"/>
                  </a:lnTo>
                  <a:lnTo>
                    <a:pt x="2507905" y="418011"/>
                  </a:lnTo>
                  <a:lnTo>
                    <a:pt x="2508555" y="428648"/>
                  </a:lnTo>
                  <a:lnTo>
                    <a:pt x="2509205" y="439067"/>
                  </a:lnTo>
                  <a:lnTo>
                    <a:pt x="2509855" y="449195"/>
                  </a:lnTo>
                  <a:lnTo>
                    <a:pt x="2510505" y="459060"/>
                  </a:lnTo>
                  <a:lnTo>
                    <a:pt x="2511155" y="468663"/>
                  </a:lnTo>
                  <a:lnTo>
                    <a:pt x="2511805" y="478015"/>
                  </a:lnTo>
                  <a:lnTo>
                    <a:pt x="2512455" y="487183"/>
                  </a:lnTo>
                  <a:lnTo>
                    <a:pt x="2513104" y="496200"/>
                  </a:lnTo>
                  <a:lnTo>
                    <a:pt x="2513754" y="505023"/>
                  </a:lnTo>
                  <a:lnTo>
                    <a:pt x="2514404" y="513628"/>
                  </a:lnTo>
                  <a:lnTo>
                    <a:pt x="2515054" y="522044"/>
                  </a:lnTo>
                  <a:lnTo>
                    <a:pt x="2515704" y="530273"/>
                  </a:lnTo>
                  <a:lnTo>
                    <a:pt x="2516354" y="538343"/>
                  </a:lnTo>
                  <a:lnTo>
                    <a:pt x="2517004" y="546246"/>
                  </a:lnTo>
                  <a:lnTo>
                    <a:pt x="2517654" y="553980"/>
                  </a:lnTo>
                  <a:lnTo>
                    <a:pt x="2518304" y="561613"/>
                  </a:lnTo>
                  <a:lnTo>
                    <a:pt x="2518954" y="569263"/>
                  </a:lnTo>
                  <a:lnTo>
                    <a:pt x="2519604" y="576988"/>
                  </a:lnTo>
                  <a:lnTo>
                    <a:pt x="2520254" y="584825"/>
                  </a:lnTo>
                  <a:lnTo>
                    <a:pt x="2520904" y="592873"/>
                  </a:lnTo>
                  <a:lnTo>
                    <a:pt x="2521554" y="601194"/>
                  </a:lnTo>
                  <a:lnTo>
                    <a:pt x="2522204" y="609810"/>
                  </a:lnTo>
                  <a:lnTo>
                    <a:pt x="2522854" y="618772"/>
                  </a:lnTo>
                  <a:lnTo>
                    <a:pt x="2523503" y="628135"/>
                  </a:lnTo>
                  <a:lnTo>
                    <a:pt x="2524153" y="637851"/>
                  </a:lnTo>
                  <a:lnTo>
                    <a:pt x="2524803" y="647915"/>
                  </a:lnTo>
                  <a:lnTo>
                    <a:pt x="2525453" y="658418"/>
                  </a:lnTo>
                  <a:lnTo>
                    <a:pt x="2526103" y="669383"/>
                  </a:lnTo>
                  <a:lnTo>
                    <a:pt x="2526753" y="680902"/>
                  </a:lnTo>
                  <a:lnTo>
                    <a:pt x="2527403" y="693090"/>
                  </a:lnTo>
                  <a:lnTo>
                    <a:pt x="2528053" y="705997"/>
                  </a:lnTo>
                  <a:lnTo>
                    <a:pt x="2528703" y="719573"/>
                  </a:lnTo>
                  <a:lnTo>
                    <a:pt x="2529353" y="733850"/>
                  </a:lnTo>
                  <a:lnTo>
                    <a:pt x="2530003" y="748843"/>
                  </a:lnTo>
                  <a:lnTo>
                    <a:pt x="2530653" y="764523"/>
                  </a:lnTo>
                  <a:lnTo>
                    <a:pt x="2531303" y="780739"/>
                  </a:lnTo>
                  <a:lnTo>
                    <a:pt x="2531953" y="797377"/>
                  </a:lnTo>
                  <a:lnTo>
                    <a:pt x="2532603" y="814427"/>
                  </a:lnTo>
                  <a:lnTo>
                    <a:pt x="2533252" y="831889"/>
                  </a:lnTo>
                  <a:lnTo>
                    <a:pt x="2533902" y="849809"/>
                  </a:lnTo>
                  <a:lnTo>
                    <a:pt x="2534552" y="868107"/>
                  </a:lnTo>
                  <a:lnTo>
                    <a:pt x="2535202" y="886732"/>
                  </a:lnTo>
                  <a:lnTo>
                    <a:pt x="2535852" y="905727"/>
                  </a:lnTo>
                  <a:lnTo>
                    <a:pt x="2536502" y="925058"/>
                  </a:lnTo>
                  <a:lnTo>
                    <a:pt x="2537152" y="944645"/>
                  </a:lnTo>
                  <a:lnTo>
                    <a:pt x="2537802" y="964397"/>
                  </a:lnTo>
                  <a:lnTo>
                    <a:pt x="2538452" y="984321"/>
                  </a:lnTo>
                  <a:lnTo>
                    <a:pt x="2539102" y="1004400"/>
                  </a:lnTo>
                  <a:lnTo>
                    <a:pt x="2539752" y="1024540"/>
                  </a:lnTo>
                  <a:lnTo>
                    <a:pt x="2540402" y="1044672"/>
                  </a:lnTo>
                  <a:lnTo>
                    <a:pt x="2541052" y="1064902"/>
                  </a:lnTo>
                  <a:lnTo>
                    <a:pt x="2541702" y="1085337"/>
                  </a:lnTo>
                  <a:lnTo>
                    <a:pt x="2542352" y="1106034"/>
                  </a:lnTo>
                  <a:lnTo>
                    <a:pt x="2543002" y="1127047"/>
                  </a:lnTo>
                  <a:lnTo>
                    <a:pt x="2543651" y="1148411"/>
                  </a:lnTo>
                  <a:lnTo>
                    <a:pt x="2544301" y="1170211"/>
                  </a:lnTo>
                  <a:lnTo>
                    <a:pt x="2544951" y="1192455"/>
                  </a:lnTo>
                  <a:lnTo>
                    <a:pt x="2545601" y="1215028"/>
                  </a:lnTo>
                  <a:lnTo>
                    <a:pt x="2546251" y="1237912"/>
                  </a:lnTo>
                  <a:lnTo>
                    <a:pt x="2546901" y="1261063"/>
                  </a:lnTo>
                  <a:lnTo>
                    <a:pt x="2547551" y="1284492"/>
                  </a:lnTo>
                  <a:lnTo>
                    <a:pt x="2548201" y="1308210"/>
                  </a:lnTo>
                  <a:lnTo>
                    <a:pt x="2548851" y="1332206"/>
                  </a:lnTo>
                  <a:lnTo>
                    <a:pt x="2549501" y="1356503"/>
                  </a:lnTo>
                  <a:lnTo>
                    <a:pt x="2550151" y="1381153"/>
                  </a:lnTo>
                  <a:lnTo>
                    <a:pt x="2550801" y="1406182"/>
                  </a:lnTo>
                  <a:lnTo>
                    <a:pt x="2551451" y="1431568"/>
                  </a:lnTo>
                  <a:lnTo>
                    <a:pt x="2552101" y="1457299"/>
                  </a:lnTo>
                  <a:lnTo>
                    <a:pt x="2552751" y="1483341"/>
                  </a:lnTo>
                  <a:lnTo>
                    <a:pt x="2553400" y="1509599"/>
                  </a:lnTo>
                  <a:lnTo>
                    <a:pt x="2554050" y="1535902"/>
                  </a:lnTo>
                  <a:lnTo>
                    <a:pt x="2554700" y="1562168"/>
                  </a:lnTo>
                  <a:lnTo>
                    <a:pt x="2555350" y="1588411"/>
                  </a:lnTo>
                  <a:lnTo>
                    <a:pt x="2556000" y="1614594"/>
                  </a:lnTo>
                  <a:lnTo>
                    <a:pt x="2556650" y="1640796"/>
                  </a:lnTo>
                  <a:lnTo>
                    <a:pt x="2557300" y="1667008"/>
                  </a:lnTo>
                  <a:lnTo>
                    <a:pt x="2557950" y="1693070"/>
                  </a:lnTo>
                  <a:lnTo>
                    <a:pt x="2558600" y="1718830"/>
                  </a:lnTo>
                  <a:lnTo>
                    <a:pt x="2559250" y="1744235"/>
                  </a:lnTo>
                  <a:lnTo>
                    <a:pt x="2559900" y="1769147"/>
                  </a:lnTo>
                  <a:lnTo>
                    <a:pt x="2560550" y="1793505"/>
                  </a:lnTo>
                  <a:lnTo>
                    <a:pt x="2561200" y="1817296"/>
                  </a:lnTo>
                  <a:lnTo>
                    <a:pt x="2561850" y="1840482"/>
                  </a:lnTo>
                  <a:lnTo>
                    <a:pt x="2562500" y="1862936"/>
                  </a:lnTo>
                  <a:lnTo>
                    <a:pt x="2563149" y="1884637"/>
                  </a:lnTo>
                  <a:lnTo>
                    <a:pt x="2563799" y="1905763"/>
                  </a:lnTo>
                  <a:lnTo>
                    <a:pt x="2564449" y="1926397"/>
                  </a:lnTo>
                  <a:lnTo>
                    <a:pt x="2565099" y="1946434"/>
                  </a:lnTo>
                  <a:lnTo>
                    <a:pt x="2565749" y="1965792"/>
                  </a:lnTo>
                  <a:lnTo>
                    <a:pt x="2566399" y="1984344"/>
                  </a:lnTo>
                  <a:lnTo>
                    <a:pt x="2567049" y="2002037"/>
                  </a:lnTo>
                  <a:lnTo>
                    <a:pt x="2567699" y="2018992"/>
                  </a:lnTo>
                  <a:lnTo>
                    <a:pt x="2568349" y="2035271"/>
                  </a:lnTo>
                  <a:lnTo>
                    <a:pt x="2568999" y="2050857"/>
                  </a:lnTo>
                  <a:lnTo>
                    <a:pt x="2569649" y="2065701"/>
                  </a:lnTo>
                  <a:lnTo>
                    <a:pt x="2570299" y="2079805"/>
                  </a:lnTo>
                  <a:lnTo>
                    <a:pt x="2570949" y="2093111"/>
                  </a:lnTo>
                  <a:lnTo>
                    <a:pt x="2571599" y="2105530"/>
                  </a:lnTo>
                  <a:lnTo>
                    <a:pt x="2572249" y="2117067"/>
                  </a:lnTo>
                  <a:lnTo>
                    <a:pt x="2572899" y="2127791"/>
                  </a:lnTo>
                  <a:lnTo>
                    <a:pt x="2573548" y="2137659"/>
                  </a:lnTo>
                  <a:lnTo>
                    <a:pt x="2574198" y="2146623"/>
                  </a:lnTo>
                  <a:lnTo>
                    <a:pt x="2574848" y="2154753"/>
                  </a:lnTo>
                  <a:lnTo>
                    <a:pt x="2575498" y="2162033"/>
                  </a:lnTo>
                  <a:lnTo>
                    <a:pt x="2576148" y="2168459"/>
                  </a:lnTo>
                  <a:lnTo>
                    <a:pt x="2576798" y="2173965"/>
                  </a:lnTo>
                  <a:lnTo>
                    <a:pt x="2577448" y="2178445"/>
                  </a:lnTo>
                  <a:lnTo>
                    <a:pt x="2578098" y="2181905"/>
                  </a:lnTo>
                  <a:lnTo>
                    <a:pt x="2578748" y="2184360"/>
                  </a:lnTo>
                  <a:lnTo>
                    <a:pt x="2579398" y="2185842"/>
                  </a:lnTo>
                  <a:lnTo>
                    <a:pt x="2580048" y="2186376"/>
                  </a:lnTo>
                  <a:lnTo>
                    <a:pt x="2580698" y="2185968"/>
                  </a:lnTo>
                  <a:lnTo>
                    <a:pt x="2581348" y="2184624"/>
                  </a:lnTo>
                  <a:lnTo>
                    <a:pt x="2581998" y="2182355"/>
                  </a:lnTo>
                  <a:lnTo>
                    <a:pt x="2582648" y="2179097"/>
                  </a:lnTo>
                  <a:lnTo>
                    <a:pt x="2583297" y="2174739"/>
                  </a:lnTo>
                  <a:lnTo>
                    <a:pt x="2583947" y="2169168"/>
                  </a:lnTo>
                  <a:lnTo>
                    <a:pt x="2584597" y="2162246"/>
                  </a:lnTo>
                  <a:lnTo>
                    <a:pt x="2585247" y="2153899"/>
                  </a:lnTo>
                  <a:lnTo>
                    <a:pt x="2585897" y="2144125"/>
                  </a:lnTo>
                  <a:lnTo>
                    <a:pt x="2586547" y="2133013"/>
                  </a:lnTo>
                  <a:lnTo>
                    <a:pt x="2587197" y="2120627"/>
                  </a:lnTo>
                  <a:lnTo>
                    <a:pt x="2587847" y="2106996"/>
                  </a:lnTo>
                  <a:lnTo>
                    <a:pt x="2588497" y="2092049"/>
                  </a:lnTo>
                  <a:lnTo>
                    <a:pt x="2589147" y="2075730"/>
                  </a:lnTo>
                  <a:lnTo>
                    <a:pt x="2589797" y="2057955"/>
                  </a:lnTo>
                  <a:lnTo>
                    <a:pt x="2590447" y="2038851"/>
                  </a:lnTo>
                  <a:lnTo>
                    <a:pt x="2591097" y="2018572"/>
                  </a:lnTo>
                  <a:lnTo>
                    <a:pt x="2591747" y="1997171"/>
                  </a:lnTo>
                  <a:lnTo>
                    <a:pt x="2592397" y="1974674"/>
                  </a:lnTo>
                  <a:lnTo>
                    <a:pt x="2593047" y="1951161"/>
                  </a:lnTo>
                  <a:lnTo>
                    <a:pt x="2593696" y="1926653"/>
                  </a:lnTo>
                  <a:lnTo>
                    <a:pt x="2594346" y="1901195"/>
                  </a:lnTo>
                  <a:lnTo>
                    <a:pt x="2594996" y="1874984"/>
                  </a:lnTo>
                  <a:lnTo>
                    <a:pt x="2595646" y="1848125"/>
                  </a:lnTo>
                  <a:lnTo>
                    <a:pt x="2596296" y="1820611"/>
                  </a:lnTo>
                  <a:lnTo>
                    <a:pt x="2596946" y="1792382"/>
                  </a:lnTo>
                  <a:lnTo>
                    <a:pt x="2597596" y="1763567"/>
                  </a:lnTo>
                  <a:lnTo>
                    <a:pt x="2598246" y="1734402"/>
                  </a:lnTo>
                  <a:lnTo>
                    <a:pt x="2598896" y="1705084"/>
                  </a:lnTo>
                  <a:lnTo>
                    <a:pt x="2599546" y="1675876"/>
                  </a:lnTo>
                  <a:lnTo>
                    <a:pt x="2600196" y="1646817"/>
                  </a:lnTo>
                  <a:lnTo>
                    <a:pt x="2600846" y="1617867"/>
                  </a:lnTo>
                  <a:lnTo>
                    <a:pt x="2601496" y="1589002"/>
                  </a:lnTo>
                  <a:lnTo>
                    <a:pt x="2602146" y="1560253"/>
                  </a:lnTo>
                  <a:lnTo>
                    <a:pt x="2602796" y="1531744"/>
                  </a:lnTo>
                  <a:lnTo>
                    <a:pt x="2603445" y="1503539"/>
                  </a:lnTo>
                  <a:lnTo>
                    <a:pt x="2604095" y="1475769"/>
                  </a:lnTo>
                  <a:lnTo>
                    <a:pt x="2604745" y="1448544"/>
                  </a:lnTo>
                  <a:lnTo>
                    <a:pt x="2605395" y="1421890"/>
                  </a:lnTo>
                  <a:lnTo>
                    <a:pt x="2606045" y="1395867"/>
                  </a:lnTo>
                  <a:lnTo>
                    <a:pt x="2606695" y="1370579"/>
                  </a:lnTo>
                  <a:lnTo>
                    <a:pt x="2607345" y="1345979"/>
                  </a:lnTo>
                  <a:lnTo>
                    <a:pt x="2607995" y="1321950"/>
                  </a:lnTo>
                  <a:lnTo>
                    <a:pt x="2608645" y="1298427"/>
                  </a:lnTo>
                  <a:lnTo>
                    <a:pt x="2609295" y="1275289"/>
                  </a:lnTo>
                  <a:lnTo>
                    <a:pt x="2609945" y="1252473"/>
                  </a:lnTo>
                  <a:lnTo>
                    <a:pt x="2610595" y="1230044"/>
                  </a:lnTo>
                  <a:lnTo>
                    <a:pt x="2611245" y="1208039"/>
                  </a:lnTo>
                  <a:lnTo>
                    <a:pt x="2611895" y="1186487"/>
                  </a:lnTo>
                  <a:lnTo>
                    <a:pt x="2612545" y="1165348"/>
                  </a:lnTo>
                  <a:lnTo>
                    <a:pt x="2613195" y="1144665"/>
                  </a:lnTo>
                  <a:lnTo>
                    <a:pt x="2613844" y="1124364"/>
                  </a:lnTo>
                  <a:lnTo>
                    <a:pt x="2614494" y="1104360"/>
                  </a:lnTo>
                  <a:lnTo>
                    <a:pt x="2615144" y="1084660"/>
                  </a:lnTo>
                  <a:lnTo>
                    <a:pt x="2615794" y="1065305"/>
                  </a:lnTo>
                  <a:lnTo>
                    <a:pt x="2616444" y="1046365"/>
                  </a:lnTo>
                  <a:lnTo>
                    <a:pt x="2617094" y="1027997"/>
                  </a:lnTo>
                  <a:lnTo>
                    <a:pt x="2617744" y="1010366"/>
                  </a:lnTo>
                  <a:lnTo>
                    <a:pt x="2618394" y="993519"/>
                  </a:lnTo>
                  <a:lnTo>
                    <a:pt x="2619044" y="977463"/>
                  </a:lnTo>
                  <a:lnTo>
                    <a:pt x="2619694" y="962253"/>
                  </a:lnTo>
                  <a:lnTo>
                    <a:pt x="2620344" y="947835"/>
                  </a:lnTo>
                  <a:lnTo>
                    <a:pt x="2620994" y="934170"/>
                  </a:lnTo>
                  <a:lnTo>
                    <a:pt x="2621644" y="921294"/>
                  </a:lnTo>
                  <a:lnTo>
                    <a:pt x="2622294" y="909300"/>
                  </a:lnTo>
                  <a:lnTo>
                    <a:pt x="2622944" y="898171"/>
                  </a:lnTo>
                  <a:lnTo>
                    <a:pt x="2623593" y="887850"/>
                  </a:lnTo>
                  <a:lnTo>
                    <a:pt x="2624243" y="878285"/>
                  </a:lnTo>
                  <a:lnTo>
                    <a:pt x="2624893" y="869409"/>
                  </a:lnTo>
                  <a:lnTo>
                    <a:pt x="2625543" y="861172"/>
                  </a:lnTo>
                  <a:lnTo>
                    <a:pt x="2626193" y="853569"/>
                  </a:lnTo>
                  <a:lnTo>
                    <a:pt x="2626843" y="846524"/>
                  </a:lnTo>
                  <a:lnTo>
                    <a:pt x="2627493" y="839910"/>
                  </a:lnTo>
                  <a:lnTo>
                    <a:pt x="2628143" y="833598"/>
                  </a:lnTo>
                  <a:lnTo>
                    <a:pt x="2628793" y="827548"/>
                  </a:lnTo>
                  <a:lnTo>
                    <a:pt x="2629443" y="821813"/>
                  </a:lnTo>
                  <a:lnTo>
                    <a:pt x="2630093" y="816354"/>
                  </a:lnTo>
                  <a:lnTo>
                    <a:pt x="2630743" y="811069"/>
                  </a:lnTo>
                  <a:lnTo>
                    <a:pt x="2631393" y="805811"/>
                  </a:lnTo>
                  <a:lnTo>
                    <a:pt x="2632043" y="800358"/>
                  </a:lnTo>
                  <a:lnTo>
                    <a:pt x="2632693" y="794521"/>
                  </a:lnTo>
                  <a:lnTo>
                    <a:pt x="2633343" y="788239"/>
                  </a:lnTo>
                  <a:lnTo>
                    <a:pt x="2633992" y="781594"/>
                  </a:lnTo>
                  <a:lnTo>
                    <a:pt x="2634642" y="774721"/>
                  </a:lnTo>
                  <a:lnTo>
                    <a:pt x="2635292" y="767642"/>
                  </a:lnTo>
                  <a:lnTo>
                    <a:pt x="2635942" y="760415"/>
                  </a:lnTo>
                  <a:lnTo>
                    <a:pt x="2636592" y="753046"/>
                  </a:lnTo>
                  <a:lnTo>
                    <a:pt x="2637242" y="745505"/>
                  </a:lnTo>
                  <a:lnTo>
                    <a:pt x="2637892" y="737816"/>
                  </a:lnTo>
                  <a:lnTo>
                    <a:pt x="2638542" y="730025"/>
                  </a:lnTo>
                  <a:lnTo>
                    <a:pt x="2639192" y="722065"/>
                  </a:lnTo>
                  <a:lnTo>
                    <a:pt x="2639842" y="713932"/>
                  </a:lnTo>
                  <a:lnTo>
                    <a:pt x="2640492" y="705711"/>
                  </a:lnTo>
                  <a:lnTo>
                    <a:pt x="2641142" y="697526"/>
                  </a:lnTo>
                  <a:lnTo>
                    <a:pt x="2641792" y="689545"/>
                  </a:lnTo>
                  <a:lnTo>
                    <a:pt x="2642442" y="681989"/>
                  </a:lnTo>
                  <a:lnTo>
                    <a:pt x="2643092" y="674972"/>
                  </a:lnTo>
                  <a:lnTo>
                    <a:pt x="2643741" y="668427"/>
                  </a:lnTo>
                  <a:lnTo>
                    <a:pt x="2644391" y="662399"/>
                  </a:lnTo>
                  <a:lnTo>
                    <a:pt x="2645041" y="656932"/>
                  </a:lnTo>
                  <a:lnTo>
                    <a:pt x="2645691" y="651917"/>
                  </a:lnTo>
                  <a:lnTo>
                    <a:pt x="2646341" y="647323"/>
                  </a:lnTo>
                  <a:lnTo>
                    <a:pt x="2646991" y="643324"/>
                  </a:lnTo>
                  <a:lnTo>
                    <a:pt x="2647641" y="639980"/>
                  </a:lnTo>
                  <a:lnTo>
                    <a:pt x="2648291" y="637352"/>
                  </a:lnTo>
                  <a:lnTo>
                    <a:pt x="2648941" y="635464"/>
                  </a:lnTo>
                  <a:lnTo>
                    <a:pt x="2649591" y="634269"/>
                  </a:lnTo>
                  <a:lnTo>
                    <a:pt x="2650241" y="633617"/>
                  </a:lnTo>
                  <a:lnTo>
                    <a:pt x="2650891" y="633447"/>
                  </a:lnTo>
                  <a:lnTo>
                    <a:pt x="2651541" y="633742"/>
                  </a:lnTo>
                  <a:lnTo>
                    <a:pt x="2652191" y="634438"/>
                  </a:lnTo>
                  <a:lnTo>
                    <a:pt x="2652841" y="635477"/>
                  </a:lnTo>
                  <a:lnTo>
                    <a:pt x="2653491" y="636952"/>
                  </a:lnTo>
                  <a:lnTo>
                    <a:pt x="2654140" y="638890"/>
                  </a:lnTo>
                  <a:lnTo>
                    <a:pt x="2654790" y="641244"/>
                  </a:lnTo>
                  <a:lnTo>
                    <a:pt x="2655440" y="643986"/>
                  </a:lnTo>
                  <a:lnTo>
                    <a:pt x="2656090" y="647105"/>
                  </a:lnTo>
                  <a:lnTo>
                    <a:pt x="2656740" y="650524"/>
                  </a:lnTo>
                  <a:lnTo>
                    <a:pt x="2657390" y="654305"/>
                  </a:lnTo>
                  <a:lnTo>
                    <a:pt x="2658040" y="658472"/>
                  </a:lnTo>
                  <a:lnTo>
                    <a:pt x="2658690" y="663006"/>
                  </a:lnTo>
                  <a:lnTo>
                    <a:pt x="2659340" y="667883"/>
                  </a:lnTo>
                  <a:lnTo>
                    <a:pt x="2659990" y="673185"/>
                  </a:lnTo>
                  <a:lnTo>
                    <a:pt x="2660640" y="678989"/>
                  </a:lnTo>
                  <a:lnTo>
                    <a:pt x="2661290" y="685326"/>
                  </a:lnTo>
                  <a:lnTo>
                    <a:pt x="2661940" y="692089"/>
                  </a:lnTo>
                  <a:lnTo>
                    <a:pt x="2662590" y="699239"/>
                  </a:lnTo>
                  <a:lnTo>
                    <a:pt x="2663240" y="706729"/>
                  </a:lnTo>
                  <a:lnTo>
                    <a:pt x="2663889" y="714510"/>
                  </a:lnTo>
                  <a:lnTo>
                    <a:pt x="2664539" y="722632"/>
                  </a:lnTo>
                  <a:lnTo>
                    <a:pt x="2665189" y="731172"/>
                  </a:lnTo>
                  <a:lnTo>
                    <a:pt x="2665839" y="740192"/>
                  </a:lnTo>
                  <a:lnTo>
                    <a:pt x="2666489" y="749718"/>
                  </a:lnTo>
                  <a:lnTo>
                    <a:pt x="2667139" y="759578"/>
                  </a:lnTo>
                  <a:lnTo>
                    <a:pt x="2667789" y="769660"/>
                  </a:lnTo>
                  <a:lnTo>
                    <a:pt x="2668439" y="779899"/>
                  </a:lnTo>
                  <a:lnTo>
                    <a:pt x="2669089" y="790203"/>
                  </a:lnTo>
                  <a:lnTo>
                    <a:pt x="2669739" y="800530"/>
                  </a:lnTo>
                  <a:lnTo>
                    <a:pt x="2670389" y="810831"/>
                  </a:lnTo>
                  <a:lnTo>
                    <a:pt x="2671039" y="820966"/>
                  </a:lnTo>
                  <a:lnTo>
                    <a:pt x="2671689" y="830935"/>
                  </a:lnTo>
                  <a:lnTo>
                    <a:pt x="2672339" y="840786"/>
                  </a:lnTo>
                  <a:lnTo>
                    <a:pt x="2672989" y="850448"/>
                  </a:lnTo>
                  <a:lnTo>
                    <a:pt x="2673639" y="859851"/>
                  </a:lnTo>
                  <a:lnTo>
                    <a:pt x="2674288" y="868960"/>
                  </a:lnTo>
                  <a:lnTo>
                    <a:pt x="2674938" y="877694"/>
                  </a:lnTo>
                  <a:lnTo>
                    <a:pt x="2675588" y="885944"/>
                  </a:lnTo>
                  <a:lnTo>
                    <a:pt x="2676238" y="893735"/>
                  </a:lnTo>
                  <a:lnTo>
                    <a:pt x="2676888" y="901111"/>
                  </a:lnTo>
                  <a:lnTo>
                    <a:pt x="2677538" y="908030"/>
                  </a:lnTo>
                  <a:lnTo>
                    <a:pt x="2678188" y="914492"/>
                  </a:lnTo>
                  <a:lnTo>
                    <a:pt x="2678838" y="920667"/>
                  </a:lnTo>
                  <a:lnTo>
                    <a:pt x="2679488" y="926503"/>
                  </a:lnTo>
                  <a:lnTo>
                    <a:pt x="2680138" y="931812"/>
                  </a:lnTo>
                  <a:lnTo>
                    <a:pt x="2680788" y="936478"/>
                  </a:lnTo>
                  <a:lnTo>
                    <a:pt x="2681438" y="940482"/>
                  </a:lnTo>
                  <a:lnTo>
                    <a:pt x="2682088" y="943834"/>
                  </a:lnTo>
                  <a:lnTo>
                    <a:pt x="2682738" y="946689"/>
                  </a:lnTo>
                  <a:lnTo>
                    <a:pt x="2683388" y="949147"/>
                  </a:lnTo>
                  <a:lnTo>
                    <a:pt x="2684037" y="951201"/>
                  </a:lnTo>
                  <a:lnTo>
                    <a:pt x="2684687" y="952833"/>
                  </a:lnTo>
                  <a:lnTo>
                    <a:pt x="2685337" y="954106"/>
                  </a:lnTo>
                  <a:lnTo>
                    <a:pt x="2685987" y="955027"/>
                  </a:lnTo>
                  <a:lnTo>
                    <a:pt x="2686637" y="955556"/>
                  </a:lnTo>
                  <a:lnTo>
                    <a:pt x="2687287" y="955727"/>
                  </a:lnTo>
                  <a:lnTo>
                    <a:pt x="2687937" y="955589"/>
                  </a:lnTo>
                  <a:lnTo>
                    <a:pt x="2688587" y="955175"/>
                  </a:lnTo>
                  <a:lnTo>
                    <a:pt x="2689237" y="954552"/>
                  </a:lnTo>
                  <a:lnTo>
                    <a:pt x="2689887" y="953806"/>
                  </a:lnTo>
                  <a:lnTo>
                    <a:pt x="2690537" y="953018"/>
                  </a:lnTo>
                  <a:lnTo>
                    <a:pt x="2691187" y="952252"/>
                  </a:lnTo>
                  <a:lnTo>
                    <a:pt x="2691837" y="951529"/>
                  </a:lnTo>
                  <a:lnTo>
                    <a:pt x="2692487" y="950767"/>
                  </a:lnTo>
                  <a:lnTo>
                    <a:pt x="2693137" y="949977"/>
                  </a:lnTo>
                  <a:lnTo>
                    <a:pt x="2693787" y="949155"/>
                  </a:lnTo>
                  <a:lnTo>
                    <a:pt x="2694436" y="948399"/>
                  </a:lnTo>
                  <a:lnTo>
                    <a:pt x="2695086" y="947812"/>
                  </a:lnTo>
                  <a:lnTo>
                    <a:pt x="2695736" y="947378"/>
                  </a:lnTo>
                  <a:lnTo>
                    <a:pt x="2696386" y="947188"/>
                  </a:lnTo>
                  <a:lnTo>
                    <a:pt x="2697036" y="947296"/>
                  </a:lnTo>
                  <a:lnTo>
                    <a:pt x="2697686" y="947603"/>
                  </a:lnTo>
                  <a:lnTo>
                    <a:pt x="2698336" y="948070"/>
                  </a:lnTo>
                  <a:lnTo>
                    <a:pt x="2698986" y="948667"/>
                  </a:lnTo>
                  <a:lnTo>
                    <a:pt x="2699636" y="949473"/>
                  </a:lnTo>
                  <a:lnTo>
                    <a:pt x="2700286" y="950538"/>
                  </a:lnTo>
                  <a:lnTo>
                    <a:pt x="2700936" y="951831"/>
                  </a:lnTo>
                  <a:lnTo>
                    <a:pt x="2701586" y="953416"/>
                  </a:lnTo>
                  <a:lnTo>
                    <a:pt x="2702236" y="955357"/>
                  </a:lnTo>
                  <a:lnTo>
                    <a:pt x="2702886" y="957568"/>
                  </a:lnTo>
                  <a:lnTo>
                    <a:pt x="2703536" y="960062"/>
                  </a:lnTo>
                  <a:lnTo>
                    <a:pt x="2704185" y="962810"/>
                  </a:lnTo>
                  <a:lnTo>
                    <a:pt x="2704835" y="965661"/>
                  </a:lnTo>
                  <a:lnTo>
                    <a:pt x="2705485" y="968657"/>
                  </a:lnTo>
                  <a:lnTo>
                    <a:pt x="2706135" y="971806"/>
                  </a:lnTo>
                  <a:lnTo>
                    <a:pt x="2706785" y="975085"/>
                  </a:lnTo>
                  <a:lnTo>
                    <a:pt x="2707435" y="978536"/>
                  </a:lnTo>
                  <a:lnTo>
                    <a:pt x="2708085" y="982152"/>
                  </a:lnTo>
                  <a:lnTo>
                    <a:pt x="2708735" y="985896"/>
                  </a:lnTo>
                  <a:lnTo>
                    <a:pt x="2709385" y="989628"/>
                  </a:lnTo>
                  <a:lnTo>
                    <a:pt x="2710035" y="993261"/>
                  </a:lnTo>
                  <a:lnTo>
                    <a:pt x="2710685" y="996833"/>
                  </a:lnTo>
                  <a:lnTo>
                    <a:pt x="2711335" y="1000355"/>
                  </a:lnTo>
                  <a:lnTo>
                    <a:pt x="2711985" y="1003773"/>
                  </a:lnTo>
                  <a:lnTo>
                    <a:pt x="2712635" y="1007296"/>
                  </a:lnTo>
                  <a:lnTo>
                    <a:pt x="2713285" y="1011109"/>
                  </a:lnTo>
                  <a:lnTo>
                    <a:pt x="2713934" y="1015328"/>
                  </a:lnTo>
                  <a:lnTo>
                    <a:pt x="2714584" y="1019963"/>
                  </a:lnTo>
                  <a:lnTo>
                    <a:pt x="2715234" y="1024935"/>
                  </a:lnTo>
                  <a:lnTo>
                    <a:pt x="2715884" y="1030207"/>
                  </a:lnTo>
                  <a:lnTo>
                    <a:pt x="2716534" y="1035841"/>
                  </a:lnTo>
                  <a:lnTo>
                    <a:pt x="2717184" y="1041961"/>
                  </a:lnTo>
                  <a:lnTo>
                    <a:pt x="2717834" y="1048642"/>
                  </a:lnTo>
                  <a:lnTo>
                    <a:pt x="2718484" y="1055941"/>
                  </a:lnTo>
                  <a:lnTo>
                    <a:pt x="2719134" y="1063885"/>
                  </a:lnTo>
                  <a:lnTo>
                    <a:pt x="2719784" y="1072555"/>
                  </a:lnTo>
                  <a:lnTo>
                    <a:pt x="2720434" y="1081908"/>
                  </a:lnTo>
                  <a:lnTo>
                    <a:pt x="2721084" y="1091928"/>
                  </a:lnTo>
                  <a:lnTo>
                    <a:pt x="2721734" y="1102695"/>
                  </a:lnTo>
                  <a:lnTo>
                    <a:pt x="2722384" y="1114165"/>
                  </a:lnTo>
                  <a:lnTo>
                    <a:pt x="2723034" y="1126242"/>
                  </a:lnTo>
                  <a:lnTo>
                    <a:pt x="2723684" y="1138814"/>
                  </a:lnTo>
                  <a:lnTo>
                    <a:pt x="2724333" y="1151966"/>
                  </a:lnTo>
                  <a:lnTo>
                    <a:pt x="2724983" y="1165843"/>
                  </a:lnTo>
                  <a:lnTo>
                    <a:pt x="2725633" y="1180513"/>
                  </a:lnTo>
                  <a:lnTo>
                    <a:pt x="2726283" y="1195952"/>
                  </a:lnTo>
                  <a:lnTo>
                    <a:pt x="2726933" y="1212135"/>
                  </a:lnTo>
                  <a:lnTo>
                    <a:pt x="2727583" y="1228945"/>
                  </a:lnTo>
                  <a:lnTo>
                    <a:pt x="2728233" y="1246379"/>
                  </a:lnTo>
                  <a:lnTo>
                    <a:pt x="2728883" y="1264430"/>
                  </a:lnTo>
                  <a:lnTo>
                    <a:pt x="2729533" y="1283036"/>
                  </a:lnTo>
                  <a:lnTo>
                    <a:pt x="2730183" y="1302268"/>
                  </a:lnTo>
                  <a:lnTo>
                    <a:pt x="2730833" y="1322226"/>
                  </a:lnTo>
                  <a:lnTo>
                    <a:pt x="2731483" y="1342900"/>
                  </a:lnTo>
                  <a:lnTo>
                    <a:pt x="2732133" y="1364254"/>
                  </a:lnTo>
                  <a:lnTo>
                    <a:pt x="2732783" y="1386218"/>
                  </a:lnTo>
                  <a:lnTo>
                    <a:pt x="2733433" y="1408818"/>
                  </a:lnTo>
                  <a:lnTo>
                    <a:pt x="2734082" y="1431995"/>
                  </a:lnTo>
                  <a:lnTo>
                    <a:pt x="2734732" y="1455630"/>
                  </a:lnTo>
                  <a:lnTo>
                    <a:pt x="2735382" y="1479630"/>
                  </a:lnTo>
                  <a:lnTo>
                    <a:pt x="2736032" y="1504035"/>
                  </a:lnTo>
                  <a:lnTo>
                    <a:pt x="2736682" y="1528811"/>
                  </a:lnTo>
                  <a:lnTo>
                    <a:pt x="2737332" y="1553962"/>
                  </a:lnTo>
                  <a:lnTo>
                    <a:pt x="2737982" y="1579459"/>
                  </a:lnTo>
                  <a:lnTo>
                    <a:pt x="2738632" y="1605232"/>
                  </a:lnTo>
                  <a:lnTo>
                    <a:pt x="2739282" y="1631286"/>
                  </a:lnTo>
                  <a:lnTo>
                    <a:pt x="2739932" y="1657527"/>
                  </a:lnTo>
                  <a:lnTo>
                    <a:pt x="2740582" y="1683784"/>
                  </a:lnTo>
                  <a:lnTo>
                    <a:pt x="2741232" y="1710016"/>
                  </a:lnTo>
                  <a:lnTo>
                    <a:pt x="2741882" y="1736240"/>
                  </a:lnTo>
                  <a:lnTo>
                    <a:pt x="2742532" y="1762519"/>
                  </a:lnTo>
                  <a:lnTo>
                    <a:pt x="2743182" y="1788926"/>
                  </a:lnTo>
                  <a:lnTo>
                    <a:pt x="2743832" y="1815385"/>
                  </a:lnTo>
                  <a:lnTo>
                    <a:pt x="2744481" y="1841853"/>
                  </a:lnTo>
                  <a:lnTo>
                    <a:pt x="2745131" y="1868277"/>
                  </a:lnTo>
                  <a:lnTo>
                    <a:pt x="2745781" y="1894463"/>
                  </a:lnTo>
                  <a:lnTo>
                    <a:pt x="2746431" y="1920267"/>
                  </a:lnTo>
                  <a:lnTo>
                    <a:pt x="2747081" y="1945672"/>
                  </a:lnTo>
                  <a:lnTo>
                    <a:pt x="2747731" y="1970626"/>
                  </a:lnTo>
                  <a:lnTo>
                    <a:pt x="2748381" y="1995081"/>
                  </a:lnTo>
                  <a:lnTo>
                    <a:pt x="2749031" y="2018942"/>
                  </a:lnTo>
                  <a:lnTo>
                    <a:pt x="2749681" y="2042081"/>
                  </a:lnTo>
                  <a:lnTo>
                    <a:pt x="2750331" y="2064375"/>
                  </a:lnTo>
                  <a:lnTo>
                    <a:pt x="2750981" y="2085725"/>
                  </a:lnTo>
                  <a:lnTo>
                    <a:pt x="2751631" y="2106107"/>
                  </a:lnTo>
                  <a:lnTo>
                    <a:pt x="2752281" y="2125408"/>
                  </a:lnTo>
                  <a:lnTo>
                    <a:pt x="2752931" y="2143521"/>
                  </a:lnTo>
                  <a:lnTo>
                    <a:pt x="2753581" y="2160445"/>
                  </a:lnTo>
                  <a:lnTo>
                    <a:pt x="2754230" y="2176120"/>
                  </a:lnTo>
                  <a:lnTo>
                    <a:pt x="2754880" y="2190388"/>
                  </a:lnTo>
                  <a:lnTo>
                    <a:pt x="2755530" y="2203234"/>
                  </a:lnTo>
                  <a:lnTo>
                    <a:pt x="2756180" y="2214717"/>
                  </a:lnTo>
                  <a:lnTo>
                    <a:pt x="2756830" y="2224778"/>
                  </a:lnTo>
                  <a:lnTo>
                    <a:pt x="2757480" y="2233252"/>
                  </a:lnTo>
                  <a:lnTo>
                    <a:pt x="2758130" y="2240032"/>
                  </a:lnTo>
                  <a:lnTo>
                    <a:pt x="2758780" y="2245119"/>
                  </a:lnTo>
                  <a:lnTo>
                    <a:pt x="2759430" y="2248453"/>
                  </a:lnTo>
                  <a:lnTo>
                    <a:pt x="2760080" y="2250024"/>
                  </a:lnTo>
                  <a:lnTo>
                    <a:pt x="2760730" y="2249827"/>
                  </a:lnTo>
                  <a:lnTo>
                    <a:pt x="2761380" y="2247822"/>
                  </a:lnTo>
                  <a:lnTo>
                    <a:pt x="2762030" y="2244015"/>
                  </a:lnTo>
                  <a:lnTo>
                    <a:pt x="2762680" y="2238440"/>
                  </a:lnTo>
                  <a:lnTo>
                    <a:pt x="2763330" y="2230989"/>
                  </a:lnTo>
                  <a:lnTo>
                    <a:pt x="2763980" y="2221616"/>
                  </a:lnTo>
                  <a:lnTo>
                    <a:pt x="2764629" y="2210337"/>
                  </a:lnTo>
                  <a:lnTo>
                    <a:pt x="2765279" y="2197168"/>
                  </a:lnTo>
                  <a:lnTo>
                    <a:pt x="2765929" y="2182082"/>
                  </a:lnTo>
                  <a:lnTo>
                    <a:pt x="2766579" y="2165093"/>
                  </a:lnTo>
                  <a:lnTo>
                    <a:pt x="2767229" y="2146271"/>
                  </a:lnTo>
                  <a:lnTo>
                    <a:pt x="2767879" y="2125734"/>
                  </a:lnTo>
                  <a:lnTo>
                    <a:pt x="2768529" y="2103555"/>
                  </a:lnTo>
                  <a:lnTo>
                    <a:pt x="2769179" y="2079814"/>
                  </a:lnTo>
                  <a:lnTo>
                    <a:pt x="2769829" y="2054700"/>
                  </a:lnTo>
                  <a:lnTo>
                    <a:pt x="2770479" y="2028395"/>
                  </a:lnTo>
                  <a:lnTo>
                    <a:pt x="2771129" y="2001049"/>
                  </a:lnTo>
                  <a:lnTo>
                    <a:pt x="2771779" y="1972665"/>
                  </a:lnTo>
                  <a:lnTo>
                    <a:pt x="2772429" y="1943303"/>
                  </a:lnTo>
                  <a:lnTo>
                    <a:pt x="2773079" y="1913151"/>
                  </a:lnTo>
                  <a:lnTo>
                    <a:pt x="2773729" y="1882339"/>
                  </a:lnTo>
                  <a:lnTo>
                    <a:pt x="2774378" y="1850963"/>
                  </a:lnTo>
                  <a:lnTo>
                    <a:pt x="2775028" y="1819117"/>
                  </a:lnTo>
                  <a:lnTo>
                    <a:pt x="2775678" y="1786849"/>
                  </a:lnTo>
                  <a:lnTo>
                    <a:pt x="2776328" y="1754169"/>
                  </a:lnTo>
                  <a:lnTo>
                    <a:pt x="2776978" y="1721101"/>
                  </a:lnTo>
                  <a:lnTo>
                    <a:pt x="2777628" y="1687679"/>
                  </a:lnTo>
                  <a:lnTo>
                    <a:pt x="2778278" y="1653969"/>
                  </a:lnTo>
                  <a:lnTo>
                    <a:pt x="2778928" y="1620069"/>
                  </a:lnTo>
                  <a:lnTo>
                    <a:pt x="2779578" y="1586027"/>
                  </a:lnTo>
                  <a:lnTo>
                    <a:pt x="2780228" y="1551890"/>
                  </a:lnTo>
                  <a:lnTo>
                    <a:pt x="2780878" y="1517696"/>
                  </a:lnTo>
                  <a:lnTo>
                    <a:pt x="2781528" y="1483570"/>
                  </a:lnTo>
                  <a:lnTo>
                    <a:pt x="2782178" y="1449528"/>
                  </a:lnTo>
                  <a:lnTo>
                    <a:pt x="2782828" y="1415650"/>
                  </a:lnTo>
                  <a:lnTo>
                    <a:pt x="2783478" y="1382042"/>
                  </a:lnTo>
                  <a:lnTo>
                    <a:pt x="2784128" y="1348668"/>
                  </a:lnTo>
                  <a:lnTo>
                    <a:pt x="2784777" y="1315574"/>
                  </a:lnTo>
                  <a:lnTo>
                    <a:pt x="2785427" y="1282904"/>
                  </a:lnTo>
                  <a:lnTo>
                    <a:pt x="2786077" y="1250688"/>
                  </a:lnTo>
                  <a:lnTo>
                    <a:pt x="2786727" y="1218945"/>
                  </a:lnTo>
                  <a:lnTo>
                    <a:pt x="2787377" y="1187732"/>
                  </a:lnTo>
                  <a:lnTo>
                    <a:pt x="2788027" y="1157074"/>
                  </a:lnTo>
                  <a:lnTo>
                    <a:pt x="2788677" y="1126948"/>
                  </a:lnTo>
                  <a:lnTo>
                    <a:pt x="2789327" y="1097264"/>
                  </a:lnTo>
                  <a:lnTo>
                    <a:pt x="2789977" y="1068093"/>
                  </a:lnTo>
                  <a:lnTo>
                    <a:pt x="2790627" y="1039478"/>
                  </a:lnTo>
                  <a:lnTo>
                    <a:pt x="2791277" y="1011398"/>
                  </a:lnTo>
                  <a:lnTo>
                    <a:pt x="2791927" y="983939"/>
                  </a:lnTo>
                  <a:lnTo>
                    <a:pt x="2792577" y="957161"/>
                  </a:lnTo>
                  <a:lnTo>
                    <a:pt x="2793227" y="931074"/>
                  </a:lnTo>
                  <a:lnTo>
                    <a:pt x="2793877" y="905679"/>
                  </a:lnTo>
                  <a:lnTo>
                    <a:pt x="2794526" y="881005"/>
                  </a:lnTo>
                  <a:lnTo>
                    <a:pt x="2795176" y="857072"/>
                  </a:lnTo>
                  <a:lnTo>
                    <a:pt x="2795826" y="833917"/>
                  </a:lnTo>
                  <a:lnTo>
                    <a:pt x="2796476" y="811613"/>
                  </a:lnTo>
                  <a:lnTo>
                    <a:pt x="2797126" y="790216"/>
                  </a:lnTo>
                  <a:lnTo>
                    <a:pt x="2797776" y="769789"/>
                  </a:lnTo>
                  <a:lnTo>
                    <a:pt x="2798426" y="750417"/>
                  </a:lnTo>
                  <a:lnTo>
                    <a:pt x="2799076" y="732167"/>
                  </a:lnTo>
                  <a:lnTo>
                    <a:pt x="2799726" y="715019"/>
                  </a:lnTo>
                  <a:lnTo>
                    <a:pt x="2800376" y="698989"/>
                  </a:lnTo>
                  <a:lnTo>
                    <a:pt x="2801026" y="684087"/>
                  </a:lnTo>
                  <a:lnTo>
                    <a:pt x="2801676" y="670302"/>
                  </a:lnTo>
                  <a:lnTo>
                    <a:pt x="2802326" y="657594"/>
                  </a:lnTo>
                  <a:lnTo>
                    <a:pt x="2802976" y="645839"/>
                  </a:lnTo>
                  <a:lnTo>
                    <a:pt x="2803626" y="635008"/>
                  </a:lnTo>
                  <a:lnTo>
                    <a:pt x="2804276" y="625091"/>
                  </a:lnTo>
                  <a:lnTo>
                    <a:pt x="2804925" y="616043"/>
                  </a:lnTo>
                  <a:lnTo>
                    <a:pt x="2805575" y="607772"/>
                  </a:lnTo>
                  <a:lnTo>
                    <a:pt x="2806225" y="600273"/>
                  </a:lnTo>
                  <a:lnTo>
                    <a:pt x="2806875" y="593500"/>
                  </a:lnTo>
                  <a:lnTo>
                    <a:pt x="2807525" y="587377"/>
                  </a:lnTo>
                  <a:lnTo>
                    <a:pt x="2808175" y="581799"/>
                  </a:lnTo>
                  <a:lnTo>
                    <a:pt x="2808825" y="576725"/>
                  </a:lnTo>
                  <a:lnTo>
                    <a:pt x="2809475" y="572151"/>
                  </a:lnTo>
                  <a:lnTo>
                    <a:pt x="2810125" y="568029"/>
                  </a:lnTo>
                  <a:lnTo>
                    <a:pt x="2810775" y="564308"/>
                  </a:lnTo>
                  <a:lnTo>
                    <a:pt x="2811425" y="560920"/>
                  </a:lnTo>
                  <a:lnTo>
                    <a:pt x="2812075" y="557729"/>
                  </a:lnTo>
                  <a:lnTo>
                    <a:pt x="2812725" y="554694"/>
                  </a:lnTo>
                  <a:lnTo>
                    <a:pt x="2813375" y="551767"/>
                  </a:lnTo>
                  <a:lnTo>
                    <a:pt x="2814025" y="548875"/>
                  </a:lnTo>
                  <a:lnTo>
                    <a:pt x="2814674" y="545985"/>
                  </a:lnTo>
                  <a:lnTo>
                    <a:pt x="2815324" y="543151"/>
                  </a:lnTo>
                  <a:lnTo>
                    <a:pt x="2815974" y="540280"/>
                  </a:lnTo>
                  <a:lnTo>
                    <a:pt x="2816624" y="537329"/>
                  </a:lnTo>
                  <a:lnTo>
                    <a:pt x="2817274" y="534323"/>
                  </a:lnTo>
                  <a:lnTo>
                    <a:pt x="2817924" y="531175"/>
                  </a:lnTo>
                  <a:lnTo>
                    <a:pt x="2818574" y="527791"/>
                  </a:lnTo>
                  <a:lnTo>
                    <a:pt x="2819224" y="524202"/>
                  </a:lnTo>
                  <a:lnTo>
                    <a:pt x="2819874" y="520457"/>
                  </a:lnTo>
                  <a:lnTo>
                    <a:pt x="2820524" y="516670"/>
                  </a:lnTo>
                  <a:lnTo>
                    <a:pt x="2821174" y="512995"/>
                  </a:lnTo>
                  <a:lnTo>
                    <a:pt x="2821824" y="509642"/>
                  </a:lnTo>
                  <a:lnTo>
                    <a:pt x="2822474" y="506691"/>
                  </a:lnTo>
                  <a:lnTo>
                    <a:pt x="2823124" y="504121"/>
                  </a:lnTo>
                  <a:lnTo>
                    <a:pt x="2823774" y="501987"/>
                  </a:lnTo>
                  <a:lnTo>
                    <a:pt x="2824424" y="500244"/>
                  </a:lnTo>
                  <a:lnTo>
                    <a:pt x="2825073" y="498848"/>
                  </a:lnTo>
                  <a:lnTo>
                    <a:pt x="2825723" y="497866"/>
                  </a:lnTo>
                  <a:lnTo>
                    <a:pt x="2826373" y="497420"/>
                  </a:lnTo>
                  <a:lnTo>
                    <a:pt x="2827023" y="497568"/>
                  </a:lnTo>
                  <a:lnTo>
                    <a:pt x="2827673" y="498304"/>
                  </a:lnTo>
                  <a:lnTo>
                    <a:pt x="2828323" y="499703"/>
                  </a:lnTo>
                  <a:lnTo>
                    <a:pt x="2828973" y="501721"/>
                  </a:lnTo>
                  <a:lnTo>
                    <a:pt x="2829623" y="504321"/>
                  </a:lnTo>
                  <a:lnTo>
                    <a:pt x="2830273" y="507427"/>
                  </a:lnTo>
                  <a:lnTo>
                    <a:pt x="2830923" y="510930"/>
                  </a:lnTo>
                  <a:lnTo>
                    <a:pt x="2831573" y="514727"/>
                  </a:lnTo>
                  <a:lnTo>
                    <a:pt x="2832223" y="518829"/>
                  </a:lnTo>
                  <a:lnTo>
                    <a:pt x="2832873" y="523319"/>
                  </a:lnTo>
                  <a:lnTo>
                    <a:pt x="2833523" y="528092"/>
                  </a:lnTo>
                  <a:lnTo>
                    <a:pt x="2834173" y="533131"/>
                  </a:lnTo>
                  <a:lnTo>
                    <a:pt x="2834822" y="538404"/>
                  </a:lnTo>
                  <a:lnTo>
                    <a:pt x="2835472" y="543916"/>
                  </a:lnTo>
                  <a:lnTo>
                    <a:pt x="2836122" y="549622"/>
                  </a:lnTo>
                  <a:lnTo>
                    <a:pt x="2836772" y="555440"/>
                  </a:lnTo>
                  <a:lnTo>
                    <a:pt x="2837422" y="561401"/>
                  </a:lnTo>
                  <a:lnTo>
                    <a:pt x="2838072" y="567581"/>
                  </a:lnTo>
                  <a:lnTo>
                    <a:pt x="2838722" y="574014"/>
                  </a:lnTo>
                  <a:lnTo>
                    <a:pt x="2839372" y="580642"/>
                  </a:lnTo>
                  <a:lnTo>
                    <a:pt x="2840022" y="587556"/>
                  </a:lnTo>
                  <a:lnTo>
                    <a:pt x="2840672" y="594864"/>
                  </a:lnTo>
                  <a:lnTo>
                    <a:pt x="2841322" y="602696"/>
                  </a:lnTo>
                  <a:lnTo>
                    <a:pt x="2841972" y="611075"/>
                  </a:lnTo>
                  <a:lnTo>
                    <a:pt x="2842622" y="619994"/>
                  </a:lnTo>
                  <a:lnTo>
                    <a:pt x="2843272" y="629579"/>
                  </a:lnTo>
                  <a:lnTo>
                    <a:pt x="2843922" y="639851"/>
                  </a:lnTo>
                  <a:lnTo>
                    <a:pt x="2844572" y="650912"/>
                  </a:lnTo>
                  <a:lnTo>
                    <a:pt x="2845221" y="662783"/>
                  </a:lnTo>
                  <a:lnTo>
                    <a:pt x="2845871" y="675481"/>
                  </a:lnTo>
                  <a:lnTo>
                    <a:pt x="2846521" y="689098"/>
                  </a:lnTo>
                  <a:lnTo>
                    <a:pt x="2847171" y="703597"/>
                  </a:lnTo>
                  <a:lnTo>
                    <a:pt x="2847821" y="718909"/>
                  </a:lnTo>
                  <a:lnTo>
                    <a:pt x="2848471" y="734960"/>
                  </a:lnTo>
                  <a:lnTo>
                    <a:pt x="2849121" y="751718"/>
                  </a:lnTo>
                  <a:lnTo>
                    <a:pt x="2849771" y="769013"/>
                  </a:lnTo>
                  <a:lnTo>
                    <a:pt x="2850421" y="786875"/>
                  </a:lnTo>
                  <a:lnTo>
                    <a:pt x="2851071" y="805320"/>
                  </a:lnTo>
                  <a:lnTo>
                    <a:pt x="2851721" y="824366"/>
                  </a:lnTo>
                  <a:lnTo>
                    <a:pt x="2852371" y="843952"/>
                  </a:lnTo>
                  <a:lnTo>
                    <a:pt x="2853021" y="863956"/>
                  </a:lnTo>
                  <a:lnTo>
                    <a:pt x="2853671" y="884139"/>
                  </a:lnTo>
                  <a:lnTo>
                    <a:pt x="2854321" y="904287"/>
                  </a:lnTo>
                  <a:lnTo>
                    <a:pt x="2854970" y="924268"/>
                  </a:lnTo>
                  <a:lnTo>
                    <a:pt x="2855620" y="944090"/>
                  </a:lnTo>
                  <a:lnTo>
                    <a:pt x="2856270" y="963725"/>
                  </a:lnTo>
                  <a:lnTo>
                    <a:pt x="2856920" y="983188"/>
                  </a:lnTo>
                  <a:lnTo>
                    <a:pt x="2857570" y="1002515"/>
                  </a:lnTo>
                  <a:lnTo>
                    <a:pt x="2858220" y="1021638"/>
                  </a:lnTo>
                  <a:lnTo>
                    <a:pt x="2858870" y="1040465"/>
                  </a:lnTo>
                  <a:lnTo>
                    <a:pt x="2859520" y="1058915"/>
                  </a:lnTo>
                  <a:lnTo>
                    <a:pt x="2860170" y="1076892"/>
                  </a:lnTo>
                  <a:lnTo>
                    <a:pt x="2860820" y="1094319"/>
                  </a:lnTo>
                  <a:lnTo>
                    <a:pt x="2861470" y="1111077"/>
                  </a:lnTo>
                  <a:lnTo>
                    <a:pt x="2862120" y="1127199"/>
                  </a:lnTo>
                  <a:lnTo>
                    <a:pt x="2862770" y="1142724"/>
                  </a:lnTo>
                  <a:lnTo>
                    <a:pt x="2863420" y="1157762"/>
                  </a:lnTo>
                  <a:lnTo>
                    <a:pt x="2864070" y="1172422"/>
                  </a:lnTo>
                  <a:lnTo>
                    <a:pt x="2864719" y="1186672"/>
                  </a:lnTo>
                  <a:lnTo>
                    <a:pt x="2865369" y="1200450"/>
                  </a:lnTo>
                  <a:lnTo>
                    <a:pt x="2866019" y="1213703"/>
                  </a:lnTo>
                  <a:lnTo>
                    <a:pt x="2866669" y="1226511"/>
                  </a:lnTo>
                  <a:lnTo>
                    <a:pt x="2867319" y="1238807"/>
                  </a:lnTo>
                  <a:lnTo>
                    <a:pt x="2867969" y="1250549"/>
                  </a:lnTo>
                  <a:lnTo>
                    <a:pt x="2868619" y="1261742"/>
                  </a:lnTo>
                  <a:lnTo>
                    <a:pt x="2869269" y="1272469"/>
                  </a:lnTo>
                  <a:lnTo>
                    <a:pt x="2869919" y="1282793"/>
                  </a:lnTo>
                  <a:lnTo>
                    <a:pt x="2870569" y="1292692"/>
                  </a:lnTo>
                  <a:lnTo>
                    <a:pt x="2871219" y="1302085"/>
                  </a:lnTo>
                  <a:lnTo>
                    <a:pt x="2871869" y="1310975"/>
                  </a:lnTo>
                  <a:lnTo>
                    <a:pt x="2872519" y="1319259"/>
                  </a:lnTo>
                  <a:lnTo>
                    <a:pt x="2873169" y="1326767"/>
                  </a:lnTo>
                  <a:lnTo>
                    <a:pt x="2873819" y="1333357"/>
                  </a:lnTo>
                  <a:lnTo>
                    <a:pt x="2874469" y="1338930"/>
                  </a:lnTo>
                  <a:lnTo>
                    <a:pt x="2875118" y="1343486"/>
                  </a:lnTo>
                  <a:lnTo>
                    <a:pt x="2875768" y="1347003"/>
                  </a:lnTo>
                  <a:lnTo>
                    <a:pt x="2876418" y="1349470"/>
                  </a:lnTo>
                  <a:lnTo>
                    <a:pt x="2877068" y="1350855"/>
                  </a:lnTo>
                  <a:lnTo>
                    <a:pt x="2877718" y="1351180"/>
                  </a:lnTo>
                  <a:lnTo>
                    <a:pt x="2878368" y="1350531"/>
                  </a:lnTo>
                  <a:lnTo>
                    <a:pt x="2879018" y="1348841"/>
                  </a:lnTo>
                  <a:lnTo>
                    <a:pt x="2879668" y="1346134"/>
                  </a:lnTo>
                  <a:lnTo>
                    <a:pt x="2880318" y="1342483"/>
                  </a:lnTo>
                  <a:lnTo>
                    <a:pt x="2880968" y="1337957"/>
                  </a:lnTo>
                  <a:lnTo>
                    <a:pt x="2881618" y="1332724"/>
                  </a:lnTo>
                  <a:lnTo>
                    <a:pt x="2882268" y="1327042"/>
                  </a:lnTo>
                  <a:lnTo>
                    <a:pt x="2882918" y="1321119"/>
                  </a:lnTo>
                  <a:lnTo>
                    <a:pt x="2883568" y="1315050"/>
                  </a:lnTo>
                  <a:lnTo>
                    <a:pt x="2884218" y="1308801"/>
                  </a:lnTo>
                  <a:lnTo>
                    <a:pt x="2884867" y="1302453"/>
                  </a:lnTo>
                  <a:lnTo>
                    <a:pt x="2885517" y="1296045"/>
                  </a:lnTo>
                  <a:lnTo>
                    <a:pt x="2886167" y="1289689"/>
                  </a:lnTo>
                  <a:lnTo>
                    <a:pt x="2886817" y="1283591"/>
                  </a:lnTo>
                  <a:lnTo>
                    <a:pt x="2887467" y="1277885"/>
                  </a:lnTo>
                  <a:lnTo>
                    <a:pt x="2888117" y="1272564"/>
                  </a:lnTo>
                  <a:lnTo>
                    <a:pt x="2888767" y="1267590"/>
                  </a:lnTo>
                  <a:lnTo>
                    <a:pt x="2889417" y="1262991"/>
                  </a:lnTo>
                  <a:lnTo>
                    <a:pt x="2890067" y="1258756"/>
                  </a:lnTo>
                  <a:lnTo>
                    <a:pt x="2890717" y="1254967"/>
                  </a:lnTo>
                  <a:lnTo>
                    <a:pt x="2891367" y="1251659"/>
                  </a:lnTo>
                  <a:lnTo>
                    <a:pt x="2892017" y="1248819"/>
                  </a:lnTo>
                  <a:lnTo>
                    <a:pt x="2892667" y="1246482"/>
                  </a:lnTo>
                  <a:lnTo>
                    <a:pt x="2893317" y="1244704"/>
                  </a:lnTo>
                  <a:lnTo>
                    <a:pt x="2893967" y="1243587"/>
                  </a:lnTo>
                  <a:lnTo>
                    <a:pt x="2894617" y="1243152"/>
                  </a:lnTo>
                  <a:lnTo>
                    <a:pt x="2895266" y="1243380"/>
                  </a:lnTo>
                  <a:lnTo>
                    <a:pt x="2895916" y="1244226"/>
                  </a:lnTo>
                  <a:lnTo>
                    <a:pt x="2896566" y="1245714"/>
                  </a:lnTo>
                  <a:lnTo>
                    <a:pt x="2897216" y="1247853"/>
                  </a:lnTo>
                  <a:lnTo>
                    <a:pt x="2897866" y="1250696"/>
                  </a:lnTo>
                  <a:lnTo>
                    <a:pt x="2898516" y="1254327"/>
                  </a:lnTo>
                  <a:lnTo>
                    <a:pt x="2899166" y="1258703"/>
                  </a:lnTo>
                  <a:lnTo>
                    <a:pt x="2899816" y="1263850"/>
                  </a:lnTo>
                  <a:lnTo>
                    <a:pt x="2900466" y="1269858"/>
                  </a:lnTo>
                  <a:lnTo>
                    <a:pt x="2901116" y="1276754"/>
                  </a:lnTo>
                  <a:lnTo>
                    <a:pt x="2901766" y="1284540"/>
                  </a:lnTo>
                  <a:lnTo>
                    <a:pt x="2902416" y="1293167"/>
                  </a:lnTo>
                  <a:lnTo>
                    <a:pt x="2903066" y="1302599"/>
                  </a:lnTo>
                  <a:lnTo>
                    <a:pt x="2903716" y="1312831"/>
                  </a:lnTo>
                  <a:lnTo>
                    <a:pt x="2904366" y="1323900"/>
                  </a:lnTo>
                  <a:lnTo>
                    <a:pt x="2905015" y="1335875"/>
                  </a:lnTo>
                  <a:lnTo>
                    <a:pt x="2905665" y="1348915"/>
                  </a:lnTo>
                  <a:lnTo>
                    <a:pt x="2906315" y="1363049"/>
                  </a:lnTo>
                  <a:lnTo>
                    <a:pt x="2906965" y="1378289"/>
                  </a:lnTo>
                  <a:lnTo>
                    <a:pt x="2907615" y="1394624"/>
                  </a:lnTo>
                  <a:lnTo>
                    <a:pt x="2908265" y="1412009"/>
                  </a:lnTo>
                  <a:lnTo>
                    <a:pt x="2908915" y="1430424"/>
                  </a:lnTo>
                  <a:lnTo>
                    <a:pt x="2909565" y="1449835"/>
                  </a:lnTo>
                  <a:lnTo>
                    <a:pt x="2910215" y="1470199"/>
                  </a:lnTo>
                  <a:lnTo>
                    <a:pt x="2910865" y="1491399"/>
                  </a:lnTo>
                  <a:lnTo>
                    <a:pt x="2911515" y="1513335"/>
                  </a:lnTo>
                  <a:lnTo>
                    <a:pt x="2912165" y="1536054"/>
                  </a:lnTo>
                  <a:lnTo>
                    <a:pt x="2912815" y="1559348"/>
                  </a:lnTo>
                  <a:lnTo>
                    <a:pt x="2913465" y="1583191"/>
                  </a:lnTo>
                  <a:lnTo>
                    <a:pt x="2914115" y="1607549"/>
                  </a:lnTo>
                  <a:lnTo>
                    <a:pt x="2914765" y="1632257"/>
                  </a:lnTo>
                  <a:lnTo>
                    <a:pt x="2915414" y="1657053"/>
                  </a:lnTo>
                  <a:lnTo>
                    <a:pt x="2916064" y="1681805"/>
                  </a:lnTo>
                  <a:lnTo>
                    <a:pt x="2916714" y="1706453"/>
                  </a:lnTo>
                  <a:lnTo>
                    <a:pt x="2917364" y="1730942"/>
                  </a:lnTo>
                  <a:lnTo>
                    <a:pt x="2918014" y="1755157"/>
                  </a:lnTo>
                  <a:lnTo>
                    <a:pt x="2918664" y="1779094"/>
                  </a:lnTo>
                  <a:lnTo>
                    <a:pt x="2919314" y="1802603"/>
                  </a:lnTo>
                  <a:lnTo>
                    <a:pt x="2919964" y="1825570"/>
                  </a:lnTo>
                  <a:lnTo>
                    <a:pt x="2920614" y="1847976"/>
                  </a:lnTo>
                  <a:lnTo>
                    <a:pt x="2921264" y="1869894"/>
                  </a:lnTo>
                  <a:lnTo>
                    <a:pt x="2921914" y="1891374"/>
                  </a:lnTo>
                  <a:lnTo>
                    <a:pt x="2922564" y="1912482"/>
                  </a:lnTo>
                  <a:lnTo>
                    <a:pt x="2923214" y="1933164"/>
                  </a:lnTo>
                  <a:lnTo>
                    <a:pt x="2923864" y="1953301"/>
                  </a:lnTo>
                  <a:lnTo>
                    <a:pt x="2924514" y="1972864"/>
                  </a:lnTo>
                  <a:lnTo>
                    <a:pt x="2925163" y="1991923"/>
                  </a:lnTo>
                  <a:lnTo>
                    <a:pt x="2925813" y="2010470"/>
                  </a:lnTo>
                  <a:lnTo>
                    <a:pt x="2926463" y="2028544"/>
                  </a:lnTo>
                  <a:lnTo>
                    <a:pt x="2927113" y="2046164"/>
                  </a:lnTo>
                  <a:lnTo>
                    <a:pt x="2927763" y="2063392"/>
                  </a:lnTo>
                  <a:lnTo>
                    <a:pt x="2928413" y="2080225"/>
                  </a:lnTo>
                  <a:lnTo>
                    <a:pt x="2929063" y="2096647"/>
                  </a:lnTo>
                  <a:lnTo>
                    <a:pt x="2929713" y="2112607"/>
                  </a:lnTo>
                  <a:lnTo>
                    <a:pt x="2930363" y="2127940"/>
                  </a:lnTo>
                  <a:lnTo>
                    <a:pt x="2931013" y="2142615"/>
                  </a:lnTo>
                  <a:lnTo>
                    <a:pt x="2931663" y="2156451"/>
                  </a:lnTo>
                  <a:lnTo>
                    <a:pt x="2932313" y="2169478"/>
                  </a:lnTo>
                  <a:lnTo>
                    <a:pt x="2932963" y="2181664"/>
                  </a:lnTo>
                  <a:lnTo>
                    <a:pt x="2933613" y="2192911"/>
                  </a:lnTo>
                  <a:lnTo>
                    <a:pt x="2934263" y="2203212"/>
                  </a:lnTo>
                  <a:lnTo>
                    <a:pt x="2934913" y="2212454"/>
                  </a:lnTo>
                  <a:lnTo>
                    <a:pt x="2935562" y="2220612"/>
                  </a:lnTo>
                  <a:lnTo>
                    <a:pt x="2936212" y="2227668"/>
                  </a:lnTo>
                  <a:lnTo>
                    <a:pt x="2936862" y="2233595"/>
                  </a:lnTo>
                  <a:lnTo>
                    <a:pt x="2937512" y="2238357"/>
                  </a:lnTo>
                  <a:lnTo>
                    <a:pt x="2938162" y="2241814"/>
                  </a:lnTo>
                  <a:lnTo>
                    <a:pt x="2938812" y="2243862"/>
                  </a:lnTo>
                  <a:lnTo>
                    <a:pt x="2939462" y="2244577"/>
                  </a:lnTo>
                  <a:lnTo>
                    <a:pt x="2940112" y="2244044"/>
                  </a:lnTo>
                  <a:lnTo>
                    <a:pt x="2940762" y="2242265"/>
                  </a:lnTo>
                  <a:lnTo>
                    <a:pt x="2941412" y="2239249"/>
                  </a:lnTo>
                  <a:lnTo>
                    <a:pt x="2942062" y="2234984"/>
                  </a:lnTo>
                  <a:lnTo>
                    <a:pt x="2942712" y="2229519"/>
                  </a:lnTo>
                  <a:lnTo>
                    <a:pt x="2943362" y="2223000"/>
                  </a:lnTo>
                  <a:lnTo>
                    <a:pt x="2944012" y="2215530"/>
                  </a:lnTo>
                  <a:lnTo>
                    <a:pt x="2944662" y="2207182"/>
                  </a:lnTo>
                  <a:lnTo>
                    <a:pt x="2945311" y="2198102"/>
                  </a:lnTo>
                  <a:lnTo>
                    <a:pt x="2945961" y="2188419"/>
                  </a:lnTo>
                  <a:lnTo>
                    <a:pt x="2946611" y="2178077"/>
                  </a:lnTo>
                  <a:lnTo>
                    <a:pt x="2947261" y="2167048"/>
                  </a:lnTo>
                  <a:lnTo>
                    <a:pt x="2947911" y="2155370"/>
                  </a:lnTo>
                  <a:lnTo>
                    <a:pt x="2948561" y="2143160"/>
                  </a:lnTo>
                  <a:lnTo>
                    <a:pt x="2949211" y="2130435"/>
                  </a:lnTo>
                  <a:lnTo>
                    <a:pt x="2949861" y="2117235"/>
                  </a:lnTo>
                  <a:lnTo>
                    <a:pt x="2950511" y="2103720"/>
                  </a:lnTo>
                  <a:lnTo>
                    <a:pt x="2951161" y="2089999"/>
                  </a:lnTo>
                  <a:lnTo>
                    <a:pt x="2951811" y="2076149"/>
                  </a:lnTo>
                  <a:lnTo>
                    <a:pt x="2952461" y="2062229"/>
                  </a:lnTo>
                  <a:lnTo>
                    <a:pt x="2953111" y="2048271"/>
                  </a:lnTo>
                  <a:lnTo>
                    <a:pt x="2953761" y="2034195"/>
                  </a:lnTo>
                  <a:lnTo>
                    <a:pt x="2954411" y="2019919"/>
                  </a:lnTo>
                  <a:lnTo>
                    <a:pt x="2955061" y="2005358"/>
                  </a:lnTo>
                  <a:lnTo>
                    <a:pt x="2955710" y="1990458"/>
                  </a:lnTo>
                  <a:lnTo>
                    <a:pt x="2956360" y="1975342"/>
                  </a:lnTo>
                  <a:lnTo>
                    <a:pt x="2957010" y="1960171"/>
                  </a:lnTo>
                  <a:lnTo>
                    <a:pt x="2957660" y="1945043"/>
                  </a:lnTo>
                  <a:lnTo>
                    <a:pt x="2958310" y="1929961"/>
                  </a:lnTo>
                  <a:lnTo>
                    <a:pt x="2958960" y="1914922"/>
                  </a:lnTo>
                  <a:lnTo>
                    <a:pt x="2959610" y="1899860"/>
                  </a:lnTo>
                  <a:lnTo>
                    <a:pt x="2960260" y="1884701"/>
                  </a:lnTo>
                  <a:lnTo>
                    <a:pt x="2960910" y="1869437"/>
                  </a:lnTo>
                  <a:lnTo>
                    <a:pt x="2961560" y="1854015"/>
                  </a:lnTo>
                  <a:lnTo>
                    <a:pt x="2962210" y="1838443"/>
                  </a:lnTo>
                  <a:lnTo>
                    <a:pt x="2962860" y="1822875"/>
                  </a:lnTo>
                  <a:lnTo>
                    <a:pt x="2963510" y="1807494"/>
                  </a:lnTo>
                  <a:lnTo>
                    <a:pt x="2964160" y="1792496"/>
                  </a:lnTo>
                  <a:lnTo>
                    <a:pt x="2964810" y="1778056"/>
                  </a:lnTo>
                  <a:lnTo>
                    <a:pt x="2965459" y="1764150"/>
                  </a:lnTo>
                  <a:lnTo>
                    <a:pt x="2966109" y="1750817"/>
                  </a:lnTo>
                  <a:lnTo>
                    <a:pt x="2966759" y="1738088"/>
                  </a:lnTo>
                  <a:lnTo>
                    <a:pt x="2967409" y="1726019"/>
                  </a:lnTo>
                  <a:lnTo>
                    <a:pt x="2968059" y="1714705"/>
                  </a:lnTo>
                  <a:lnTo>
                    <a:pt x="2968709" y="1704241"/>
                  </a:lnTo>
                  <a:lnTo>
                    <a:pt x="2969359" y="1694548"/>
                  </a:lnTo>
                  <a:lnTo>
                    <a:pt x="2970009" y="1685534"/>
                  </a:lnTo>
                  <a:lnTo>
                    <a:pt x="2970659" y="1677275"/>
                  </a:lnTo>
                  <a:lnTo>
                    <a:pt x="2971309" y="1669930"/>
                  </a:lnTo>
                  <a:lnTo>
                    <a:pt x="2971959" y="1663616"/>
                  </a:lnTo>
                  <a:lnTo>
                    <a:pt x="2972609" y="1658281"/>
                  </a:lnTo>
                  <a:lnTo>
                    <a:pt x="2973259" y="1653875"/>
                  </a:lnTo>
                  <a:lnTo>
                    <a:pt x="2973909" y="1650402"/>
                  </a:lnTo>
                  <a:lnTo>
                    <a:pt x="2974559" y="1647862"/>
                  </a:lnTo>
                  <a:lnTo>
                    <a:pt x="2975209" y="1646256"/>
                  </a:lnTo>
                  <a:lnTo>
                    <a:pt x="2975858" y="1645426"/>
                  </a:lnTo>
                  <a:lnTo>
                    <a:pt x="2976508" y="1645218"/>
                  </a:lnTo>
                  <a:lnTo>
                    <a:pt x="2977158" y="1645571"/>
                  </a:lnTo>
                  <a:lnTo>
                    <a:pt x="2977808" y="1646474"/>
                  </a:lnTo>
                  <a:lnTo>
                    <a:pt x="2978458" y="1647850"/>
                  </a:lnTo>
                  <a:lnTo>
                    <a:pt x="2979108" y="1649813"/>
                  </a:lnTo>
                  <a:lnTo>
                    <a:pt x="2979758" y="1652548"/>
                  </a:lnTo>
                  <a:lnTo>
                    <a:pt x="2980408" y="1656071"/>
                  </a:lnTo>
                  <a:lnTo>
                    <a:pt x="2981058" y="1660350"/>
                  </a:lnTo>
                  <a:lnTo>
                    <a:pt x="2981708" y="1665319"/>
                  </a:lnTo>
                  <a:lnTo>
                    <a:pt x="2982358" y="1670987"/>
                  </a:lnTo>
                  <a:lnTo>
                    <a:pt x="2983008" y="1677295"/>
                  </a:lnTo>
                  <a:lnTo>
                    <a:pt x="2983658" y="1684145"/>
                  </a:lnTo>
                  <a:lnTo>
                    <a:pt x="2984308" y="1691484"/>
                  </a:lnTo>
                  <a:lnTo>
                    <a:pt x="2984958" y="1699248"/>
                  </a:lnTo>
                  <a:lnTo>
                    <a:pt x="2985607" y="1707495"/>
                  </a:lnTo>
                  <a:lnTo>
                    <a:pt x="2986257" y="1716368"/>
                  </a:lnTo>
                  <a:lnTo>
                    <a:pt x="2986907" y="1725871"/>
                  </a:lnTo>
                  <a:lnTo>
                    <a:pt x="2987557" y="1735942"/>
                  </a:lnTo>
                  <a:lnTo>
                    <a:pt x="2988207" y="1746635"/>
                  </a:lnTo>
                  <a:lnTo>
                    <a:pt x="2988857" y="1757854"/>
                  </a:lnTo>
                  <a:lnTo>
                    <a:pt x="2989507" y="1769394"/>
                  </a:lnTo>
                  <a:lnTo>
                    <a:pt x="2990157" y="1781100"/>
                  </a:lnTo>
                  <a:lnTo>
                    <a:pt x="2990807" y="1792824"/>
                  </a:lnTo>
                  <a:lnTo>
                    <a:pt x="2991457" y="1804493"/>
                  </a:lnTo>
                  <a:lnTo>
                    <a:pt x="2992107" y="1816040"/>
                  </a:lnTo>
                  <a:lnTo>
                    <a:pt x="2992757" y="1827466"/>
                  </a:lnTo>
                  <a:lnTo>
                    <a:pt x="2993407" y="1838751"/>
                  </a:lnTo>
                  <a:lnTo>
                    <a:pt x="2994057" y="1849848"/>
                  </a:lnTo>
                  <a:lnTo>
                    <a:pt x="2994707" y="1860820"/>
                  </a:lnTo>
                  <a:lnTo>
                    <a:pt x="2995356" y="1871604"/>
                  </a:lnTo>
                  <a:lnTo>
                    <a:pt x="2996006" y="1881954"/>
                  </a:lnTo>
                  <a:lnTo>
                    <a:pt x="2996656" y="1891778"/>
                  </a:lnTo>
                  <a:lnTo>
                    <a:pt x="2997306" y="1900892"/>
                  </a:lnTo>
                  <a:lnTo>
                    <a:pt x="2997956" y="1909166"/>
                  </a:lnTo>
                  <a:lnTo>
                    <a:pt x="2998606" y="1916641"/>
                  </a:lnTo>
                  <a:lnTo>
                    <a:pt x="2999256" y="1923347"/>
                  </a:lnTo>
                  <a:lnTo>
                    <a:pt x="2999906" y="1929272"/>
                  </a:lnTo>
                  <a:lnTo>
                    <a:pt x="3000556" y="1934425"/>
                  </a:lnTo>
                  <a:lnTo>
                    <a:pt x="3001206" y="1938772"/>
                  </a:lnTo>
                  <a:lnTo>
                    <a:pt x="3001856" y="1942380"/>
                  </a:lnTo>
                  <a:lnTo>
                    <a:pt x="3002506" y="1945471"/>
                  </a:lnTo>
                  <a:lnTo>
                    <a:pt x="3003156" y="1948147"/>
                  </a:lnTo>
                  <a:lnTo>
                    <a:pt x="3003806" y="1950373"/>
                  </a:lnTo>
                  <a:lnTo>
                    <a:pt x="3004456" y="1952009"/>
                  </a:lnTo>
                  <a:lnTo>
                    <a:pt x="3005106" y="1952957"/>
                  </a:lnTo>
                  <a:lnTo>
                    <a:pt x="3005755" y="1953322"/>
                  </a:lnTo>
                  <a:lnTo>
                    <a:pt x="3006405" y="1953129"/>
                  </a:lnTo>
                  <a:lnTo>
                    <a:pt x="3007055" y="1952504"/>
                  </a:lnTo>
                  <a:lnTo>
                    <a:pt x="3007705" y="1951536"/>
                  </a:lnTo>
                  <a:lnTo>
                    <a:pt x="3008355" y="1950321"/>
                  </a:lnTo>
                  <a:lnTo>
                    <a:pt x="3009005" y="1949026"/>
                  </a:lnTo>
                  <a:lnTo>
                    <a:pt x="3009655" y="1947744"/>
                  </a:lnTo>
                  <a:lnTo>
                    <a:pt x="3010305" y="1946480"/>
                  </a:lnTo>
                  <a:lnTo>
                    <a:pt x="3010955" y="1945188"/>
                  </a:lnTo>
                  <a:lnTo>
                    <a:pt x="3011605" y="1943775"/>
                  </a:lnTo>
                  <a:lnTo>
                    <a:pt x="3012255" y="1941886"/>
                  </a:lnTo>
                  <a:lnTo>
                    <a:pt x="3012905" y="1939446"/>
                  </a:lnTo>
                  <a:lnTo>
                    <a:pt x="3013555" y="1936525"/>
                  </a:lnTo>
                  <a:lnTo>
                    <a:pt x="3014205" y="1933242"/>
                  </a:lnTo>
                  <a:lnTo>
                    <a:pt x="3014855" y="1929670"/>
                  </a:lnTo>
                  <a:lnTo>
                    <a:pt x="3015504" y="1925778"/>
                  </a:lnTo>
                  <a:lnTo>
                    <a:pt x="3016154" y="1921556"/>
                  </a:lnTo>
                  <a:lnTo>
                    <a:pt x="3016804" y="1916996"/>
                  </a:lnTo>
                  <a:lnTo>
                    <a:pt x="3017454" y="1912105"/>
                  </a:lnTo>
                  <a:lnTo>
                    <a:pt x="3018104" y="1906799"/>
                  </a:lnTo>
                  <a:lnTo>
                    <a:pt x="3018754" y="1900936"/>
                  </a:lnTo>
                  <a:lnTo>
                    <a:pt x="3019404" y="1894433"/>
                  </a:lnTo>
                  <a:lnTo>
                    <a:pt x="3020054" y="1887385"/>
                  </a:lnTo>
                  <a:lnTo>
                    <a:pt x="3020704" y="1879869"/>
                  </a:lnTo>
                  <a:lnTo>
                    <a:pt x="3021354" y="1871956"/>
                  </a:lnTo>
                  <a:lnTo>
                    <a:pt x="3022004" y="1863929"/>
                  </a:lnTo>
                  <a:lnTo>
                    <a:pt x="3022654" y="1855876"/>
                  </a:lnTo>
                  <a:lnTo>
                    <a:pt x="3023304" y="1847831"/>
                  </a:lnTo>
                  <a:lnTo>
                    <a:pt x="3023954" y="1839848"/>
                  </a:lnTo>
                  <a:lnTo>
                    <a:pt x="3024604" y="1831995"/>
                  </a:lnTo>
                  <a:lnTo>
                    <a:pt x="3025254" y="1824369"/>
                  </a:lnTo>
                  <a:lnTo>
                    <a:pt x="3025903" y="1817040"/>
                  </a:lnTo>
                  <a:lnTo>
                    <a:pt x="3026553" y="1810033"/>
                  </a:lnTo>
                  <a:lnTo>
                    <a:pt x="3027203" y="1803328"/>
                  </a:lnTo>
                  <a:lnTo>
                    <a:pt x="3027853" y="1797001"/>
                  </a:lnTo>
                  <a:lnTo>
                    <a:pt x="3028503" y="1791113"/>
                  </a:lnTo>
                  <a:lnTo>
                    <a:pt x="3029153" y="1785714"/>
                  </a:lnTo>
                  <a:lnTo>
                    <a:pt x="3029803" y="1780831"/>
                  </a:lnTo>
                  <a:lnTo>
                    <a:pt x="3030453" y="1776557"/>
                  </a:lnTo>
                  <a:lnTo>
                    <a:pt x="3031103" y="1772953"/>
                  </a:lnTo>
                  <a:lnTo>
                    <a:pt x="3031753" y="1769896"/>
                  </a:lnTo>
                  <a:lnTo>
                    <a:pt x="3032403" y="1767315"/>
                  </a:lnTo>
                  <a:lnTo>
                    <a:pt x="3033053" y="1765178"/>
                  </a:lnTo>
                  <a:lnTo>
                    <a:pt x="3033703" y="1763395"/>
                  </a:lnTo>
                  <a:lnTo>
                    <a:pt x="3034353" y="1761953"/>
                  </a:lnTo>
                  <a:lnTo>
                    <a:pt x="3035003" y="1760691"/>
                  </a:lnTo>
                  <a:lnTo>
                    <a:pt x="3035652" y="1759467"/>
                  </a:lnTo>
                  <a:lnTo>
                    <a:pt x="3036302" y="1758269"/>
                  </a:lnTo>
                  <a:lnTo>
                    <a:pt x="3036952" y="1757131"/>
                  </a:lnTo>
                  <a:lnTo>
                    <a:pt x="3037602" y="1756125"/>
                  </a:lnTo>
                  <a:lnTo>
                    <a:pt x="3038252" y="1755268"/>
                  </a:lnTo>
                  <a:lnTo>
                    <a:pt x="3038902" y="1754483"/>
                  </a:lnTo>
                  <a:lnTo>
                    <a:pt x="3039552" y="1753696"/>
                  </a:lnTo>
                  <a:lnTo>
                    <a:pt x="3040202" y="1752688"/>
                  </a:lnTo>
                  <a:lnTo>
                    <a:pt x="3040852" y="1751271"/>
                  </a:lnTo>
                  <a:lnTo>
                    <a:pt x="3041502" y="1749408"/>
                  </a:lnTo>
                  <a:lnTo>
                    <a:pt x="3042152" y="1747050"/>
                  </a:lnTo>
                  <a:lnTo>
                    <a:pt x="3042802" y="1744207"/>
                  </a:lnTo>
                  <a:lnTo>
                    <a:pt x="3043452" y="1740915"/>
                  </a:lnTo>
                  <a:lnTo>
                    <a:pt x="3044102" y="1737223"/>
                  </a:lnTo>
                  <a:lnTo>
                    <a:pt x="3044752" y="1733283"/>
                  </a:lnTo>
                  <a:lnTo>
                    <a:pt x="3045402" y="1729290"/>
                  </a:lnTo>
                  <a:lnTo>
                    <a:pt x="3046051" y="1725175"/>
                  </a:lnTo>
                  <a:lnTo>
                    <a:pt x="3046701" y="1720867"/>
                  </a:lnTo>
                  <a:lnTo>
                    <a:pt x="3047351" y="1716255"/>
                  </a:lnTo>
                  <a:lnTo>
                    <a:pt x="3048001" y="1711359"/>
                  </a:lnTo>
                  <a:lnTo>
                    <a:pt x="3048651" y="1706258"/>
                  </a:lnTo>
                  <a:lnTo>
                    <a:pt x="3049301" y="1700986"/>
                  </a:lnTo>
                  <a:lnTo>
                    <a:pt x="3049951" y="1695604"/>
                  </a:lnTo>
                  <a:lnTo>
                    <a:pt x="3050601" y="1690221"/>
                  </a:lnTo>
                  <a:lnTo>
                    <a:pt x="3051251" y="1684925"/>
                  </a:lnTo>
                  <a:lnTo>
                    <a:pt x="3051901" y="1679822"/>
                  </a:lnTo>
                  <a:lnTo>
                    <a:pt x="3052551" y="1674885"/>
                  </a:lnTo>
                  <a:lnTo>
                    <a:pt x="3053201" y="1670075"/>
                  </a:lnTo>
                  <a:lnTo>
                    <a:pt x="3053851" y="1665360"/>
                  </a:lnTo>
                  <a:lnTo>
                    <a:pt x="3054501" y="1660634"/>
                  </a:lnTo>
                  <a:lnTo>
                    <a:pt x="3055151" y="1655798"/>
                  </a:lnTo>
                  <a:lnTo>
                    <a:pt x="3055800" y="1650999"/>
                  </a:lnTo>
                  <a:lnTo>
                    <a:pt x="3056450" y="1646274"/>
                  </a:lnTo>
                  <a:lnTo>
                    <a:pt x="3057100" y="1641735"/>
                  </a:lnTo>
                  <a:lnTo>
                    <a:pt x="3057750" y="1637331"/>
                  </a:lnTo>
                  <a:lnTo>
                    <a:pt x="3058400" y="1632927"/>
                  </a:lnTo>
                  <a:lnTo>
                    <a:pt x="3059050" y="1628540"/>
                  </a:lnTo>
                  <a:lnTo>
                    <a:pt x="3059700" y="1624266"/>
                  </a:lnTo>
                  <a:lnTo>
                    <a:pt x="3060350" y="1620093"/>
                  </a:lnTo>
                  <a:lnTo>
                    <a:pt x="3061000" y="1615964"/>
                  </a:lnTo>
                  <a:lnTo>
                    <a:pt x="3061650" y="1611935"/>
                  </a:lnTo>
                  <a:lnTo>
                    <a:pt x="3062300" y="1608031"/>
                  </a:lnTo>
                  <a:lnTo>
                    <a:pt x="3062950" y="1604255"/>
                  </a:lnTo>
                  <a:lnTo>
                    <a:pt x="3063600" y="1600442"/>
                  </a:lnTo>
                  <a:lnTo>
                    <a:pt x="3064250" y="1596623"/>
                  </a:lnTo>
                  <a:lnTo>
                    <a:pt x="3064900" y="1592944"/>
                  </a:lnTo>
                  <a:lnTo>
                    <a:pt x="3065550" y="1589409"/>
                  </a:lnTo>
                  <a:lnTo>
                    <a:pt x="3066199" y="1586106"/>
                  </a:lnTo>
                  <a:lnTo>
                    <a:pt x="3066849" y="1583118"/>
                  </a:lnTo>
                  <a:lnTo>
                    <a:pt x="3067499" y="1580484"/>
                  </a:lnTo>
                  <a:lnTo>
                    <a:pt x="3068149" y="1578236"/>
                  </a:lnTo>
                  <a:lnTo>
                    <a:pt x="3068799" y="1576384"/>
                  </a:lnTo>
                  <a:lnTo>
                    <a:pt x="3069449" y="1574911"/>
                  </a:lnTo>
                  <a:lnTo>
                    <a:pt x="3070099" y="1573791"/>
                  </a:lnTo>
                  <a:lnTo>
                    <a:pt x="3070749" y="1572928"/>
                  </a:lnTo>
                  <a:lnTo>
                    <a:pt x="3071399" y="1572335"/>
                  </a:lnTo>
                  <a:lnTo>
                    <a:pt x="3072049" y="1572006"/>
                  </a:lnTo>
                  <a:lnTo>
                    <a:pt x="3072699" y="1572051"/>
                  </a:lnTo>
                  <a:lnTo>
                    <a:pt x="3073349" y="1572768"/>
                  </a:lnTo>
                  <a:lnTo>
                    <a:pt x="3073999" y="1574277"/>
                  </a:lnTo>
                  <a:lnTo>
                    <a:pt x="3074649" y="1576532"/>
                  </a:lnTo>
                  <a:lnTo>
                    <a:pt x="3075299" y="1579499"/>
                  </a:lnTo>
                  <a:lnTo>
                    <a:pt x="3075948" y="1583190"/>
                  </a:lnTo>
                  <a:lnTo>
                    <a:pt x="3076598" y="1587508"/>
                  </a:lnTo>
                  <a:lnTo>
                    <a:pt x="3077248" y="1592481"/>
                  </a:lnTo>
                  <a:lnTo>
                    <a:pt x="3077898" y="1598104"/>
                  </a:lnTo>
                  <a:lnTo>
                    <a:pt x="3078548" y="1604437"/>
                  </a:lnTo>
                  <a:lnTo>
                    <a:pt x="3079198" y="1611545"/>
                  </a:lnTo>
                  <a:lnTo>
                    <a:pt x="3079848" y="1619468"/>
                  </a:lnTo>
                  <a:lnTo>
                    <a:pt x="3080498" y="1628257"/>
                  </a:lnTo>
                  <a:lnTo>
                    <a:pt x="3081148" y="1637882"/>
                  </a:lnTo>
                  <a:lnTo>
                    <a:pt x="3081798" y="1648226"/>
                  </a:lnTo>
                  <a:lnTo>
                    <a:pt x="3082448" y="1659135"/>
                  </a:lnTo>
                  <a:lnTo>
                    <a:pt x="3083098" y="1670447"/>
                  </a:lnTo>
                  <a:lnTo>
                    <a:pt x="3083748" y="1682023"/>
                  </a:lnTo>
                  <a:lnTo>
                    <a:pt x="3084398" y="1693819"/>
                  </a:lnTo>
                  <a:lnTo>
                    <a:pt x="3085048" y="1705857"/>
                  </a:lnTo>
                  <a:lnTo>
                    <a:pt x="3085698" y="1718091"/>
                  </a:lnTo>
                  <a:lnTo>
                    <a:pt x="3086347" y="1730506"/>
                  </a:lnTo>
                  <a:lnTo>
                    <a:pt x="3086997" y="1743046"/>
                  </a:lnTo>
                  <a:lnTo>
                    <a:pt x="3087647" y="1755647"/>
                  </a:lnTo>
                  <a:lnTo>
                    <a:pt x="3088297" y="1768111"/>
                  </a:lnTo>
                  <a:lnTo>
                    <a:pt x="3088947" y="1780310"/>
                  </a:lnTo>
                  <a:lnTo>
                    <a:pt x="3089597" y="1792164"/>
                  </a:lnTo>
                  <a:lnTo>
                    <a:pt x="3090247" y="1803568"/>
                  </a:lnTo>
                  <a:lnTo>
                    <a:pt x="3090897" y="1814592"/>
                  </a:lnTo>
                  <a:lnTo>
                    <a:pt x="3091547" y="1825321"/>
                  </a:lnTo>
                  <a:lnTo>
                    <a:pt x="3092197" y="1835778"/>
                  </a:lnTo>
                  <a:lnTo>
                    <a:pt x="3092847" y="1845929"/>
                  </a:lnTo>
                  <a:lnTo>
                    <a:pt x="3093497" y="1855856"/>
                  </a:lnTo>
                  <a:lnTo>
                    <a:pt x="3094147" y="1865537"/>
                  </a:lnTo>
                  <a:lnTo>
                    <a:pt x="3094797" y="1874929"/>
                  </a:lnTo>
                  <a:lnTo>
                    <a:pt x="3095447" y="1884050"/>
                  </a:lnTo>
                  <a:lnTo>
                    <a:pt x="3096096" y="1893113"/>
                  </a:lnTo>
                  <a:lnTo>
                    <a:pt x="3096746" y="1902266"/>
                  </a:lnTo>
                  <a:lnTo>
                    <a:pt x="3097396" y="1911526"/>
                  </a:lnTo>
                  <a:lnTo>
                    <a:pt x="3098046" y="1920921"/>
                  </a:lnTo>
                  <a:lnTo>
                    <a:pt x="3098696" y="1930446"/>
                  </a:lnTo>
                  <a:lnTo>
                    <a:pt x="3099346" y="1940056"/>
                  </a:lnTo>
                  <a:lnTo>
                    <a:pt x="3099996" y="1949720"/>
                  </a:lnTo>
                  <a:lnTo>
                    <a:pt x="3100646" y="1959450"/>
                  </a:lnTo>
                  <a:lnTo>
                    <a:pt x="3101296" y="1969244"/>
                  </a:lnTo>
                  <a:lnTo>
                    <a:pt x="3101946" y="1979101"/>
                  </a:lnTo>
                  <a:lnTo>
                    <a:pt x="3102596" y="1989040"/>
                  </a:lnTo>
                  <a:lnTo>
                    <a:pt x="3103246" y="1999106"/>
                  </a:lnTo>
                  <a:lnTo>
                    <a:pt x="3103896" y="2009363"/>
                  </a:lnTo>
                  <a:lnTo>
                    <a:pt x="3104546" y="2019771"/>
                  </a:lnTo>
                  <a:lnTo>
                    <a:pt x="3105196" y="2030322"/>
                  </a:lnTo>
                  <a:lnTo>
                    <a:pt x="3105846" y="2040874"/>
                  </a:lnTo>
                  <a:lnTo>
                    <a:pt x="3106495" y="2051201"/>
                  </a:lnTo>
                  <a:lnTo>
                    <a:pt x="3107145" y="2061239"/>
                  </a:lnTo>
                  <a:lnTo>
                    <a:pt x="3107795" y="2071008"/>
                  </a:lnTo>
                  <a:lnTo>
                    <a:pt x="3108445" y="2080434"/>
                  </a:lnTo>
                  <a:lnTo>
                    <a:pt x="3109095" y="2089463"/>
                  </a:lnTo>
                  <a:lnTo>
                    <a:pt x="3109745" y="2098098"/>
                  </a:lnTo>
                  <a:lnTo>
                    <a:pt x="3110395" y="2106277"/>
                  </a:lnTo>
                  <a:lnTo>
                    <a:pt x="3111045" y="2113848"/>
                  </a:lnTo>
                  <a:lnTo>
                    <a:pt x="3111695" y="2120705"/>
                  </a:lnTo>
                  <a:lnTo>
                    <a:pt x="3112345" y="2126812"/>
                  </a:lnTo>
                  <a:lnTo>
                    <a:pt x="3112995" y="2132116"/>
                  </a:lnTo>
                  <a:lnTo>
                    <a:pt x="3113645" y="2136561"/>
                  </a:lnTo>
                  <a:lnTo>
                    <a:pt x="3114295" y="2140190"/>
                  </a:lnTo>
                  <a:lnTo>
                    <a:pt x="3114945" y="2143146"/>
                  </a:lnTo>
                  <a:lnTo>
                    <a:pt x="3115595" y="2145538"/>
                  </a:lnTo>
                  <a:lnTo>
                    <a:pt x="3116244" y="2147438"/>
                  </a:lnTo>
                  <a:lnTo>
                    <a:pt x="3116894" y="2148836"/>
                  </a:lnTo>
                  <a:lnTo>
                    <a:pt x="3117544" y="2149679"/>
                  </a:lnTo>
                  <a:lnTo>
                    <a:pt x="3118194" y="2149947"/>
                  </a:lnTo>
                  <a:lnTo>
                    <a:pt x="3118844" y="2149676"/>
                  </a:lnTo>
                  <a:lnTo>
                    <a:pt x="3119494" y="2148870"/>
                  </a:lnTo>
                  <a:lnTo>
                    <a:pt x="3120144" y="2147573"/>
                  </a:lnTo>
                  <a:lnTo>
                    <a:pt x="3120794" y="2145948"/>
                  </a:lnTo>
                  <a:lnTo>
                    <a:pt x="3121444" y="2144081"/>
                  </a:lnTo>
                  <a:lnTo>
                    <a:pt x="3122094" y="2141922"/>
                  </a:lnTo>
                  <a:lnTo>
                    <a:pt x="3122744" y="2139489"/>
                  </a:lnTo>
                  <a:lnTo>
                    <a:pt x="3123394" y="2136805"/>
                  </a:lnTo>
                  <a:lnTo>
                    <a:pt x="3124044" y="2133754"/>
                  </a:lnTo>
                  <a:lnTo>
                    <a:pt x="3124694" y="2130183"/>
                  </a:lnTo>
                  <a:lnTo>
                    <a:pt x="3125344" y="2125962"/>
                  </a:lnTo>
                  <a:lnTo>
                    <a:pt x="3125994" y="2121007"/>
                  </a:lnTo>
                  <a:lnTo>
                    <a:pt x="3126643" y="2115215"/>
                  </a:lnTo>
                  <a:lnTo>
                    <a:pt x="3127293" y="2108558"/>
                  </a:lnTo>
                  <a:lnTo>
                    <a:pt x="3127943" y="2101034"/>
                  </a:lnTo>
                  <a:lnTo>
                    <a:pt x="3128593" y="2092473"/>
                  </a:lnTo>
                  <a:lnTo>
                    <a:pt x="3129243" y="2082633"/>
                  </a:lnTo>
                  <a:lnTo>
                    <a:pt x="3129893" y="2071462"/>
                  </a:lnTo>
                  <a:lnTo>
                    <a:pt x="3130543" y="2058851"/>
                  </a:lnTo>
                  <a:lnTo>
                    <a:pt x="3131193" y="2044731"/>
                  </a:lnTo>
                  <a:lnTo>
                    <a:pt x="3131843" y="2029140"/>
                  </a:lnTo>
                  <a:lnTo>
                    <a:pt x="3132493" y="2012127"/>
                  </a:lnTo>
                  <a:lnTo>
                    <a:pt x="3133143" y="1993728"/>
                  </a:lnTo>
                  <a:lnTo>
                    <a:pt x="3133793" y="1973966"/>
                  </a:lnTo>
                  <a:lnTo>
                    <a:pt x="3134443" y="1952853"/>
                  </a:lnTo>
                  <a:lnTo>
                    <a:pt x="3135093" y="1930388"/>
                  </a:lnTo>
                  <a:lnTo>
                    <a:pt x="3135743" y="1906609"/>
                  </a:lnTo>
                  <a:lnTo>
                    <a:pt x="3136392" y="1881585"/>
                  </a:lnTo>
                  <a:lnTo>
                    <a:pt x="3137042" y="1855435"/>
                  </a:lnTo>
                  <a:lnTo>
                    <a:pt x="3137692" y="1828289"/>
                  </a:lnTo>
                  <a:lnTo>
                    <a:pt x="3138342" y="1800245"/>
                  </a:lnTo>
                  <a:lnTo>
                    <a:pt x="3138992" y="1771451"/>
                  </a:lnTo>
                  <a:lnTo>
                    <a:pt x="3139642" y="1741998"/>
                  </a:lnTo>
                  <a:lnTo>
                    <a:pt x="3140292" y="1711963"/>
                  </a:lnTo>
                  <a:lnTo>
                    <a:pt x="3140942" y="1681433"/>
                  </a:lnTo>
                  <a:lnTo>
                    <a:pt x="3141592" y="1650547"/>
                  </a:lnTo>
                  <a:lnTo>
                    <a:pt x="3142242" y="1619447"/>
                  </a:lnTo>
                  <a:lnTo>
                    <a:pt x="3142892" y="1588189"/>
                  </a:lnTo>
                  <a:lnTo>
                    <a:pt x="3143542" y="1556878"/>
                  </a:lnTo>
                  <a:lnTo>
                    <a:pt x="3144192" y="1525677"/>
                  </a:lnTo>
                  <a:lnTo>
                    <a:pt x="3144842" y="1494802"/>
                  </a:lnTo>
                  <a:lnTo>
                    <a:pt x="3145492" y="1464353"/>
                  </a:lnTo>
                  <a:lnTo>
                    <a:pt x="3146141" y="1434403"/>
                  </a:lnTo>
                  <a:lnTo>
                    <a:pt x="3146791" y="1405049"/>
                  </a:lnTo>
                  <a:lnTo>
                    <a:pt x="3147441" y="1376279"/>
                  </a:lnTo>
                  <a:lnTo>
                    <a:pt x="3148091" y="1348050"/>
                  </a:lnTo>
                  <a:lnTo>
                    <a:pt x="3148741" y="1320461"/>
                  </a:lnTo>
                  <a:lnTo>
                    <a:pt x="3149391" y="1293663"/>
                  </a:lnTo>
                  <a:lnTo>
                    <a:pt x="3150041" y="1267806"/>
                  </a:lnTo>
                  <a:lnTo>
                    <a:pt x="3150691" y="1243014"/>
                  </a:lnTo>
                  <a:lnTo>
                    <a:pt x="3151341" y="1219349"/>
                  </a:lnTo>
                  <a:lnTo>
                    <a:pt x="3151991" y="1196738"/>
                  </a:lnTo>
                  <a:lnTo>
                    <a:pt x="3152641" y="1175222"/>
                  </a:lnTo>
                  <a:lnTo>
                    <a:pt x="3153291" y="1154709"/>
                  </a:lnTo>
                  <a:lnTo>
                    <a:pt x="3153941" y="1135087"/>
                  </a:lnTo>
                  <a:lnTo>
                    <a:pt x="3154591" y="1116323"/>
                  </a:lnTo>
                  <a:lnTo>
                    <a:pt x="3155241" y="1098520"/>
                  </a:lnTo>
                  <a:lnTo>
                    <a:pt x="3155891" y="1081728"/>
                  </a:lnTo>
                  <a:lnTo>
                    <a:pt x="3156540" y="1065913"/>
                  </a:lnTo>
                  <a:lnTo>
                    <a:pt x="3157190" y="1051093"/>
                  </a:lnTo>
                  <a:lnTo>
                    <a:pt x="3157840" y="1037343"/>
                  </a:lnTo>
                  <a:lnTo>
                    <a:pt x="3158490" y="1024678"/>
                  </a:lnTo>
                  <a:lnTo>
                    <a:pt x="3159140" y="1013178"/>
                  </a:lnTo>
                  <a:lnTo>
                    <a:pt x="3159790" y="1002832"/>
                  </a:lnTo>
                  <a:lnTo>
                    <a:pt x="3160440" y="993566"/>
                  </a:lnTo>
                  <a:lnTo>
                    <a:pt x="3161090" y="985389"/>
                  </a:lnTo>
                  <a:lnTo>
                    <a:pt x="3161740" y="978457"/>
                  </a:lnTo>
                  <a:lnTo>
                    <a:pt x="3162390" y="972755"/>
                  </a:lnTo>
                  <a:lnTo>
                    <a:pt x="3163040" y="968334"/>
                  </a:lnTo>
                  <a:lnTo>
                    <a:pt x="3163690" y="965319"/>
                  </a:lnTo>
                  <a:lnTo>
                    <a:pt x="3164340" y="963689"/>
                  </a:lnTo>
                  <a:lnTo>
                    <a:pt x="3164990" y="963351"/>
                  </a:lnTo>
                  <a:lnTo>
                    <a:pt x="3165640" y="964220"/>
                  </a:lnTo>
                  <a:lnTo>
                    <a:pt x="3166289" y="966198"/>
                  </a:lnTo>
                  <a:lnTo>
                    <a:pt x="3166939" y="969254"/>
                  </a:lnTo>
                  <a:lnTo>
                    <a:pt x="3167589" y="973425"/>
                  </a:lnTo>
                  <a:lnTo>
                    <a:pt x="3168239" y="978669"/>
                  </a:lnTo>
                  <a:lnTo>
                    <a:pt x="3168889" y="984879"/>
                  </a:lnTo>
                  <a:lnTo>
                    <a:pt x="3169539" y="991959"/>
                  </a:lnTo>
                  <a:lnTo>
                    <a:pt x="3170189" y="999812"/>
                  </a:lnTo>
                  <a:lnTo>
                    <a:pt x="3170839" y="1008307"/>
                  </a:lnTo>
                  <a:lnTo>
                    <a:pt x="3171489" y="1017368"/>
                  </a:lnTo>
                  <a:lnTo>
                    <a:pt x="3172139" y="1026964"/>
                  </a:lnTo>
                  <a:lnTo>
                    <a:pt x="3172789" y="1037035"/>
                  </a:lnTo>
                  <a:lnTo>
                    <a:pt x="3173439" y="1047547"/>
                  </a:lnTo>
                  <a:lnTo>
                    <a:pt x="3174089" y="1058454"/>
                  </a:lnTo>
                  <a:lnTo>
                    <a:pt x="3174739" y="1069722"/>
                  </a:lnTo>
                  <a:lnTo>
                    <a:pt x="3175389" y="1081238"/>
                  </a:lnTo>
                  <a:lnTo>
                    <a:pt x="3176039" y="1093077"/>
                  </a:lnTo>
                  <a:lnTo>
                    <a:pt x="3176688" y="1105202"/>
                  </a:lnTo>
                  <a:lnTo>
                    <a:pt x="3177338" y="1117484"/>
                  </a:lnTo>
                  <a:lnTo>
                    <a:pt x="3177988" y="1129813"/>
                  </a:lnTo>
                  <a:lnTo>
                    <a:pt x="3178638" y="1142078"/>
                  </a:lnTo>
                  <a:lnTo>
                    <a:pt x="3179288" y="1154198"/>
                  </a:lnTo>
                  <a:lnTo>
                    <a:pt x="3179938" y="1166159"/>
                  </a:lnTo>
                  <a:lnTo>
                    <a:pt x="3180588" y="1177989"/>
                  </a:lnTo>
                  <a:lnTo>
                    <a:pt x="3181238" y="1189649"/>
                  </a:lnTo>
                  <a:lnTo>
                    <a:pt x="3181888" y="1201017"/>
                  </a:lnTo>
                  <a:lnTo>
                    <a:pt x="3182538" y="1211881"/>
                  </a:lnTo>
                  <a:lnTo>
                    <a:pt x="3183188" y="1222058"/>
                  </a:lnTo>
                  <a:lnTo>
                    <a:pt x="3183838" y="1231464"/>
                  </a:lnTo>
                  <a:lnTo>
                    <a:pt x="3184488" y="1240093"/>
                  </a:lnTo>
                  <a:lnTo>
                    <a:pt x="3185138" y="1248017"/>
                  </a:lnTo>
                  <a:lnTo>
                    <a:pt x="3185788" y="1255323"/>
                  </a:lnTo>
                  <a:lnTo>
                    <a:pt x="3186437" y="1262208"/>
                  </a:lnTo>
                  <a:lnTo>
                    <a:pt x="3187087" y="1268804"/>
                  </a:lnTo>
                  <a:lnTo>
                    <a:pt x="3187737" y="1275171"/>
                  </a:lnTo>
                  <a:lnTo>
                    <a:pt x="3188387" y="1281226"/>
                  </a:lnTo>
                  <a:lnTo>
                    <a:pt x="3189037" y="1287002"/>
                  </a:lnTo>
                  <a:lnTo>
                    <a:pt x="3189687" y="1292595"/>
                  </a:lnTo>
                  <a:lnTo>
                    <a:pt x="3190337" y="1298091"/>
                  </a:lnTo>
                  <a:lnTo>
                    <a:pt x="3190987" y="1303544"/>
                  </a:lnTo>
                  <a:lnTo>
                    <a:pt x="3191637" y="1308966"/>
                  </a:lnTo>
                  <a:lnTo>
                    <a:pt x="3192287" y="1314464"/>
                  </a:lnTo>
                  <a:lnTo>
                    <a:pt x="3192937" y="1320198"/>
                  </a:lnTo>
                  <a:lnTo>
                    <a:pt x="3193587" y="1326230"/>
                  </a:lnTo>
                  <a:lnTo>
                    <a:pt x="3194237" y="1332519"/>
                  </a:lnTo>
                  <a:lnTo>
                    <a:pt x="3194887" y="1338990"/>
                  </a:lnTo>
                  <a:lnTo>
                    <a:pt x="3195537" y="1345544"/>
                  </a:lnTo>
                  <a:lnTo>
                    <a:pt x="3196187" y="1352049"/>
                  </a:lnTo>
                  <a:lnTo>
                    <a:pt x="3196836" y="1358407"/>
                  </a:lnTo>
                  <a:lnTo>
                    <a:pt x="3197486" y="1364621"/>
                  </a:lnTo>
                  <a:lnTo>
                    <a:pt x="3198136" y="1370762"/>
                  </a:lnTo>
                  <a:lnTo>
                    <a:pt x="3198786" y="1376907"/>
                  </a:lnTo>
                  <a:lnTo>
                    <a:pt x="3199436" y="1383106"/>
                  </a:lnTo>
                  <a:lnTo>
                    <a:pt x="3200086" y="1389306"/>
                  </a:lnTo>
                  <a:lnTo>
                    <a:pt x="3200736" y="1395480"/>
                  </a:lnTo>
                  <a:lnTo>
                    <a:pt x="3201386" y="1401640"/>
                  </a:lnTo>
                  <a:lnTo>
                    <a:pt x="3202036" y="1407758"/>
                  </a:lnTo>
                  <a:lnTo>
                    <a:pt x="3202686" y="1413718"/>
                  </a:lnTo>
                  <a:lnTo>
                    <a:pt x="3203336" y="1419452"/>
                  </a:lnTo>
                  <a:lnTo>
                    <a:pt x="3203986" y="1424985"/>
                  </a:lnTo>
                  <a:lnTo>
                    <a:pt x="3204636" y="1430292"/>
                  </a:lnTo>
                  <a:lnTo>
                    <a:pt x="3205286" y="1435362"/>
                  </a:lnTo>
                  <a:lnTo>
                    <a:pt x="3205936" y="1440194"/>
                  </a:lnTo>
                  <a:lnTo>
                    <a:pt x="3206585" y="1444797"/>
                  </a:lnTo>
                  <a:lnTo>
                    <a:pt x="3207235" y="1449149"/>
                  </a:lnTo>
                  <a:lnTo>
                    <a:pt x="3207885" y="1453182"/>
                  </a:lnTo>
                  <a:lnTo>
                    <a:pt x="3208535" y="1456809"/>
                  </a:lnTo>
                  <a:lnTo>
                    <a:pt x="3209185" y="1459865"/>
                  </a:lnTo>
                  <a:lnTo>
                    <a:pt x="3209835" y="1462222"/>
                  </a:lnTo>
                  <a:lnTo>
                    <a:pt x="3210485" y="1463786"/>
                  </a:lnTo>
                  <a:lnTo>
                    <a:pt x="3211135" y="1464500"/>
                  </a:lnTo>
                  <a:lnTo>
                    <a:pt x="3211785" y="1464405"/>
                  </a:lnTo>
                  <a:lnTo>
                    <a:pt x="3212435" y="1463573"/>
                  </a:lnTo>
                  <a:lnTo>
                    <a:pt x="3213085" y="1461973"/>
                  </a:lnTo>
                  <a:lnTo>
                    <a:pt x="3213735" y="1459520"/>
                  </a:lnTo>
                  <a:lnTo>
                    <a:pt x="3214385" y="1456319"/>
                  </a:lnTo>
                  <a:lnTo>
                    <a:pt x="3215035" y="1452463"/>
                  </a:lnTo>
                  <a:lnTo>
                    <a:pt x="3215685" y="1448147"/>
                  </a:lnTo>
                  <a:lnTo>
                    <a:pt x="3216335" y="1443416"/>
                  </a:lnTo>
                  <a:lnTo>
                    <a:pt x="3216984" y="1438299"/>
                  </a:lnTo>
                  <a:lnTo>
                    <a:pt x="3217634" y="1432786"/>
                  </a:lnTo>
                  <a:lnTo>
                    <a:pt x="3218284" y="1426856"/>
                  </a:lnTo>
                  <a:lnTo>
                    <a:pt x="3218934" y="1420429"/>
                  </a:lnTo>
                  <a:lnTo>
                    <a:pt x="3219584" y="1413445"/>
                  </a:lnTo>
                  <a:lnTo>
                    <a:pt x="3220234" y="1405878"/>
                  </a:lnTo>
                  <a:lnTo>
                    <a:pt x="3220884" y="1397783"/>
                  </a:lnTo>
                  <a:lnTo>
                    <a:pt x="3221534" y="1389149"/>
                  </a:lnTo>
                  <a:lnTo>
                    <a:pt x="3222184" y="1379890"/>
                  </a:lnTo>
                  <a:lnTo>
                    <a:pt x="3222834" y="1369980"/>
                  </a:lnTo>
                  <a:lnTo>
                    <a:pt x="3223484" y="1359449"/>
                  </a:lnTo>
                  <a:lnTo>
                    <a:pt x="3224134" y="1348308"/>
                  </a:lnTo>
                  <a:lnTo>
                    <a:pt x="3224784" y="1336503"/>
                  </a:lnTo>
                  <a:lnTo>
                    <a:pt x="3225434" y="1323811"/>
                  </a:lnTo>
                  <a:lnTo>
                    <a:pt x="3226084" y="1310224"/>
                  </a:lnTo>
                  <a:lnTo>
                    <a:pt x="3226733" y="1295773"/>
                  </a:lnTo>
                  <a:lnTo>
                    <a:pt x="3227383" y="1280573"/>
                  </a:lnTo>
                  <a:lnTo>
                    <a:pt x="3228033" y="1264791"/>
                  </a:lnTo>
                  <a:lnTo>
                    <a:pt x="3228683" y="1248571"/>
                  </a:lnTo>
                  <a:lnTo>
                    <a:pt x="3229333" y="1232031"/>
                  </a:lnTo>
                  <a:lnTo>
                    <a:pt x="3229983" y="1215240"/>
                  </a:lnTo>
                  <a:lnTo>
                    <a:pt x="3230633" y="1198219"/>
                  </a:lnTo>
                  <a:lnTo>
                    <a:pt x="3231283" y="1181005"/>
                  </a:lnTo>
                  <a:lnTo>
                    <a:pt x="3231933" y="1163605"/>
                  </a:lnTo>
                  <a:lnTo>
                    <a:pt x="3232583" y="1146053"/>
                  </a:lnTo>
                  <a:lnTo>
                    <a:pt x="3233233" y="1128355"/>
                  </a:lnTo>
                  <a:lnTo>
                    <a:pt x="3233883" y="1110506"/>
                  </a:lnTo>
                  <a:lnTo>
                    <a:pt x="3234533" y="1092617"/>
                  </a:lnTo>
                  <a:lnTo>
                    <a:pt x="3235183" y="1074838"/>
                  </a:lnTo>
                  <a:lnTo>
                    <a:pt x="3235833" y="1057301"/>
                  </a:lnTo>
                  <a:lnTo>
                    <a:pt x="3236483" y="1040055"/>
                  </a:lnTo>
                  <a:lnTo>
                    <a:pt x="3237132" y="1023101"/>
                  </a:lnTo>
                  <a:lnTo>
                    <a:pt x="3237782" y="1006469"/>
                  </a:lnTo>
                  <a:lnTo>
                    <a:pt x="3238432" y="990134"/>
                  </a:lnTo>
                  <a:lnTo>
                    <a:pt x="3239082" y="974155"/>
                  </a:lnTo>
                  <a:lnTo>
                    <a:pt x="3239732" y="958539"/>
                  </a:lnTo>
                  <a:lnTo>
                    <a:pt x="3240382" y="943344"/>
                  </a:lnTo>
                  <a:lnTo>
                    <a:pt x="3241032" y="928608"/>
                  </a:lnTo>
                  <a:lnTo>
                    <a:pt x="3241682" y="914414"/>
                  </a:lnTo>
                  <a:lnTo>
                    <a:pt x="3242332" y="900898"/>
                  </a:lnTo>
                  <a:lnTo>
                    <a:pt x="3242982" y="888234"/>
                  </a:lnTo>
                  <a:lnTo>
                    <a:pt x="3243632" y="876537"/>
                  </a:lnTo>
                  <a:lnTo>
                    <a:pt x="3244282" y="865805"/>
                  </a:lnTo>
                  <a:lnTo>
                    <a:pt x="3244932" y="856012"/>
                  </a:lnTo>
                  <a:lnTo>
                    <a:pt x="3245582" y="847160"/>
                  </a:lnTo>
                  <a:lnTo>
                    <a:pt x="3246232" y="839282"/>
                  </a:lnTo>
                  <a:lnTo>
                    <a:pt x="3246881" y="832361"/>
                  </a:lnTo>
                  <a:lnTo>
                    <a:pt x="3247531" y="826380"/>
                  </a:lnTo>
                  <a:lnTo>
                    <a:pt x="3248181" y="821280"/>
                  </a:lnTo>
                  <a:lnTo>
                    <a:pt x="3248831" y="816927"/>
                  </a:lnTo>
                  <a:lnTo>
                    <a:pt x="3249481" y="813330"/>
                  </a:lnTo>
                  <a:lnTo>
                    <a:pt x="3250131" y="810375"/>
                  </a:lnTo>
                  <a:lnTo>
                    <a:pt x="3250781" y="808022"/>
                  </a:lnTo>
                  <a:lnTo>
                    <a:pt x="3251431" y="806258"/>
                  </a:lnTo>
                  <a:lnTo>
                    <a:pt x="3252081" y="805045"/>
                  </a:lnTo>
                  <a:lnTo>
                    <a:pt x="3252731" y="804294"/>
                  </a:lnTo>
                  <a:lnTo>
                    <a:pt x="3253381" y="803975"/>
                  </a:lnTo>
                  <a:lnTo>
                    <a:pt x="3254031" y="804072"/>
                  </a:lnTo>
                  <a:lnTo>
                    <a:pt x="3254681" y="804697"/>
                  </a:lnTo>
                  <a:lnTo>
                    <a:pt x="3255331" y="805830"/>
                  </a:lnTo>
                  <a:lnTo>
                    <a:pt x="3255981" y="807454"/>
                  </a:lnTo>
                  <a:lnTo>
                    <a:pt x="3256631" y="809509"/>
                  </a:lnTo>
                  <a:lnTo>
                    <a:pt x="3257280" y="811986"/>
                  </a:lnTo>
                  <a:lnTo>
                    <a:pt x="3257930" y="815103"/>
                  </a:lnTo>
                  <a:lnTo>
                    <a:pt x="3258580" y="818933"/>
                  </a:lnTo>
                  <a:lnTo>
                    <a:pt x="3259230" y="823426"/>
                  </a:lnTo>
                  <a:lnTo>
                    <a:pt x="3259880" y="828648"/>
                  </a:lnTo>
                  <a:lnTo>
                    <a:pt x="3260530" y="834521"/>
                  </a:lnTo>
                  <a:lnTo>
                    <a:pt x="3261180" y="841006"/>
                  </a:lnTo>
                  <a:lnTo>
                    <a:pt x="3261830" y="848098"/>
                  </a:lnTo>
                  <a:lnTo>
                    <a:pt x="3262480" y="855771"/>
                  </a:lnTo>
                  <a:lnTo>
                    <a:pt x="3263130" y="863996"/>
                  </a:lnTo>
                  <a:lnTo>
                    <a:pt x="3263780" y="872666"/>
                  </a:lnTo>
                  <a:lnTo>
                    <a:pt x="3264430" y="881646"/>
                  </a:lnTo>
                  <a:lnTo>
                    <a:pt x="3265080" y="890827"/>
                  </a:lnTo>
                  <a:lnTo>
                    <a:pt x="3265730" y="900194"/>
                  </a:lnTo>
                  <a:lnTo>
                    <a:pt x="3266380" y="909810"/>
                  </a:lnTo>
                  <a:lnTo>
                    <a:pt x="3267029" y="919595"/>
                  </a:lnTo>
                  <a:lnTo>
                    <a:pt x="3267679" y="929475"/>
                  </a:lnTo>
                  <a:lnTo>
                    <a:pt x="3268329" y="939386"/>
                  </a:lnTo>
                  <a:lnTo>
                    <a:pt x="3268979" y="949317"/>
                  </a:lnTo>
                  <a:lnTo>
                    <a:pt x="3269629" y="959246"/>
                  </a:lnTo>
                  <a:lnTo>
                    <a:pt x="3270279" y="969188"/>
                  </a:lnTo>
                  <a:lnTo>
                    <a:pt x="3270929" y="979146"/>
                  </a:lnTo>
                  <a:lnTo>
                    <a:pt x="3271579" y="989101"/>
                  </a:lnTo>
                  <a:lnTo>
                    <a:pt x="3272229" y="998959"/>
                  </a:lnTo>
                  <a:lnTo>
                    <a:pt x="3272879" y="1008639"/>
                  </a:lnTo>
                  <a:lnTo>
                    <a:pt x="3273529" y="1018141"/>
                  </a:lnTo>
                  <a:lnTo>
                    <a:pt x="3274179" y="1027578"/>
                  </a:lnTo>
                  <a:lnTo>
                    <a:pt x="3274829" y="1037020"/>
                  </a:lnTo>
                  <a:lnTo>
                    <a:pt x="3275479" y="1046475"/>
                  </a:lnTo>
                  <a:lnTo>
                    <a:pt x="3276129" y="1055973"/>
                  </a:lnTo>
                  <a:lnTo>
                    <a:pt x="3276779" y="1065553"/>
                  </a:lnTo>
                  <a:lnTo>
                    <a:pt x="3277428" y="1075193"/>
                  </a:lnTo>
                  <a:lnTo>
                    <a:pt x="3278078" y="1084864"/>
                  </a:lnTo>
                  <a:lnTo>
                    <a:pt x="3278728" y="1094512"/>
                  </a:lnTo>
                  <a:lnTo>
                    <a:pt x="3279378" y="1104005"/>
                  </a:lnTo>
                  <a:lnTo>
                    <a:pt x="3280028" y="1113321"/>
                  </a:lnTo>
                  <a:lnTo>
                    <a:pt x="3280678" y="1122287"/>
                  </a:lnTo>
                  <a:lnTo>
                    <a:pt x="3281328" y="1130958"/>
                  </a:lnTo>
                  <a:lnTo>
                    <a:pt x="3281978" y="1139437"/>
                  </a:lnTo>
                  <a:lnTo>
                    <a:pt x="3282628" y="1147854"/>
                  </a:lnTo>
                  <a:lnTo>
                    <a:pt x="3283278" y="1156306"/>
                  </a:lnTo>
                  <a:lnTo>
                    <a:pt x="3283928" y="1164766"/>
                  </a:lnTo>
                  <a:lnTo>
                    <a:pt x="3284578" y="1173150"/>
                  </a:lnTo>
                  <a:lnTo>
                    <a:pt x="3285228" y="1181432"/>
                  </a:lnTo>
                  <a:lnTo>
                    <a:pt x="3285878" y="1189649"/>
                  </a:lnTo>
                  <a:lnTo>
                    <a:pt x="3286528" y="1197739"/>
                  </a:lnTo>
                  <a:lnTo>
                    <a:pt x="3287177" y="1205622"/>
                  </a:lnTo>
                  <a:lnTo>
                    <a:pt x="3287827" y="1213262"/>
                  </a:lnTo>
                  <a:lnTo>
                    <a:pt x="3288477" y="1220663"/>
                  </a:lnTo>
                  <a:lnTo>
                    <a:pt x="3289127" y="1227837"/>
                  </a:lnTo>
                  <a:lnTo>
                    <a:pt x="3289777" y="1234788"/>
                  </a:lnTo>
                  <a:lnTo>
                    <a:pt x="3290427" y="1241460"/>
                  </a:lnTo>
                  <a:lnTo>
                    <a:pt x="3291077" y="1247731"/>
                  </a:lnTo>
                  <a:lnTo>
                    <a:pt x="3291727" y="1253618"/>
                  </a:lnTo>
                  <a:lnTo>
                    <a:pt x="3292377" y="1258972"/>
                  </a:lnTo>
                  <a:lnTo>
                    <a:pt x="3293027" y="1263672"/>
                  </a:lnTo>
                  <a:lnTo>
                    <a:pt x="3293677" y="1267685"/>
                  </a:lnTo>
                  <a:lnTo>
                    <a:pt x="3294327" y="1270989"/>
                  </a:lnTo>
                  <a:lnTo>
                    <a:pt x="3294977" y="1273649"/>
                  </a:lnTo>
                  <a:lnTo>
                    <a:pt x="3295627" y="1275660"/>
                  </a:lnTo>
                  <a:lnTo>
                    <a:pt x="3296277" y="1277096"/>
                  </a:lnTo>
                  <a:lnTo>
                    <a:pt x="3296926" y="1278085"/>
                  </a:lnTo>
                  <a:lnTo>
                    <a:pt x="3297576" y="1278803"/>
                  </a:lnTo>
                  <a:lnTo>
                    <a:pt x="3298226" y="1279396"/>
                  </a:lnTo>
                  <a:lnTo>
                    <a:pt x="3298876" y="1279833"/>
                  </a:lnTo>
                  <a:lnTo>
                    <a:pt x="3299526" y="1280093"/>
                  </a:lnTo>
                  <a:lnTo>
                    <a:pt x="3300176" y="1280248"/>
                  </a:lnTo>
                  <a:lnTo>
                    <a:pt x="3300826" y="1280255"/>
                  </a:lnTo>
                  <a:lnTo>
                    <a:pt x="3301476" y="1280076"/>
                  </a:lnTo>
                  <a:lnTo>
                    <a:pt x="3302126" y="1279722"/>
                  </a:lnTo>
                  <a:lnTo>
                    <a:pt x="3302776" y="1279212"/>
                  </a:lnTo>
                  <a:lnTo>
                    <a:pt x="3303426" y="1278509"/>
                  </a:lnTo>
                  <a:lnTo>
                    <a:pt x="3304076" y="1277569"/>
                  </a:lnTo>
                  <a:lnTo>
                    <a:pt x="3304726" y="1276420"/>
                  </a:lnTo>
                  <a:lnTo>
                    <a:pt x="3305376" y="1275141"/>
                  </a:lnTo>
                  <a:lnTo>
                    <a:pt x="3306026" y="1273763"/>
                  </a:lnTo>
                  <a:lnTo>
                    <a:pt x="3306676" y="1272130"/>
                  </a:lnTo>
                  <a:lnTo>
                    <a:pt x="3307325" y="1269978"/>
                  </a:lnTo>
                  <a:lnTo>
                    <a:pt x="3307975" y="1267145"/>
                  </a:lnTo>
                  <a:lnTo>
                    <a:pt x="3308625" y="1263514"/>
                  </a:lnTo>
                  <a:lnTo>
                    <a:pt x="3309275" y="1258974"/>
                  </a:lnTo>
                  <a:lnTo>
                    <a:pt x="3309925" y="1253497"/>
                  </a:lnTo>
                  <a:lnTo>
                    <a:pt x="3310575" y="1247152"/>
                  </a:lnTo>
                  <a:lnTo>
                    <a:pt x="3311225" y="1240006"/>
                  </a:lnTo>
                  <a:lnTo>
                    <a:pt x="3311875" y="1232158"/>
                  </a:lnTo>
                  <a:lnTo>
                    <a:pt x="3312525" y="1223674"/>
                  </a:lnTo>
                  <a:lnTo>
                    <a:pt x="3313175" y="1214672"/>
                  </a:lnTo>
                  <a:lnTo>
                    <a:pt x="3313825" y="1205312"/>
                  </a:lnTo>
                  <a:lnTo>
                    <a:pt x="3314475" y="1195554"/>
                  </a:lnTo>
                  <a:lnTo>
                    <a:pt x="3315125" y="1185297"/>
                  </a:lnTo>
                  <a:lnTo>
                    <a:pt x="3315775" y="1174395"/>
                  </a:lnTo>
                  <a:lnTo>
                    <a:pt x="3316425" y="1162906"/>
                  </a:lnTo>
                  <a:lnTo>
                    <a:pt x="3317074" y="1150968"/>
                  </a:lnTo>
                  <a:lnTo>
                    <a:pt x="3317724" y="1138665"/>
                  </a:lnTo>
                  <a:lnTo>
                    <a:pt x="3318374" y="1125938"/>
                  </a:lnTo>
                  <a:lnTo>
                    <a:pt x="3319024" y="1112808"/>
                  </a:lnTo>
                  <a:lnTo>
                    <a:pt x="3319674" y="1099285"/>
                  </a:lnTo>
                  <a:lnTo>
                    <a:pt x="3320324" y="1085383"/>
                  </a:lnTo>
                  <a:lnTo>
                    <a:pt x="3320974" y="1071074"/>
                  </a:lnTo>
                  <a:lnTo>
                    <a:pt x="3321624" y="1056429"/>
                  </a:lnTo>
                  <a:lnTo>
                    <a:pt x="3322274" y="1041497"/>
                  </a:lnTo>
                  <a:lnTo>
                    <a:pt x="3322924" y="1026300"/>
                  </a:lnTo>
                  <a:lnTo>
                    <a:pt x="3323574" y="1010891"/>
                  </a:lnTo>
                  <a:lnTo>
                    <a:pt x="3324224" y="995272"/>
                  </a:lnTo>
                  <a:lnTo>
                    <a:pt x="3324874" y="979508"/>
                  </a:lnTo>
                  <a:lnTo>
                    <a:pt x="3325524" y="963841"/>
                  </a:lnTo>
                  <a:lnTo>
                    <a:pt x="3326174" y="948329"/>
                  </a:lnTo>
                  <a:lnTo>
                    <a:pt x="3326824" y="933044"/>
                  </a:lnTo>
                  <a:lnTo>
                    <a:pt x="3327473" y="917987"/>
                  </a:lnTo>
                  <a:lnTo>
                    <a:pt x="3328123" y="903166"/>
                  </a:lnTo>
                  <a:lnTo>
                    <a:pt x="3328773" y="888660"/>
                  </a:lnTo>
                  <a:lnTo>
                    <a:pt x="3329423" y="874447"/>
                  </a:lnTo>
                  <a:lnTo>
                    <a:pt x="3330073" y="860558"/>
                  </a:lnTo>
                  <a:lnTo>
                    <a:pt x="3330723" y="846878"/>
                  </a:lnTo>
                  <a:lnTo>
                    <a:pt x="3331373" y="833337"/>
                  </a:lnTo>
                  <a:lnTo>
                    <a:pt x="3332023" y="819957"/>
                  </a:lnTo>
                  <a:lnTo>
                    <a:pt x="3332673" y="806755"/>
                  </a:lnTo>
                  <a:lnTo>
                    <a:pt x="3333323" y="793800"/>
                  </a:lnTo>
                  <a:lnTo>
                    <a:pt x="3333973" y="781168"/>
                  </a:lnTo>
                  <a:lnTo>
                    <a:pt x="3334623" y="768925"/>
                  </a:lnTo>
                  <a:lnTo>
                    <a:pt x="3335273" y="757022"/>
                  </a:lnTo>
                  <a:lnTo>
                    <a:pt x="3335923" y="745572"/>
                  </a:lnTo>
                  <a:lnTo>
                    <a:pt x="3336573" y="734632"/>
                  </a:lnTo>
                  <a:lnTo>
                    <a:pt x="3337222" y="724284"/>
                  </a:lnTo>
                  <a:lnTo>
                    <a:pt x="3337872" y="714552"/>
                  </a:lnTo>
                  <a:lnTo>
                    <a:pt x="3338522" y="705462"/>
                  </a:lnTo>
                  <a:lnTo>
                    <a:pt x="3339172" y="697085"/>
                  </a:lnTo>
                  <a:lnTo>
                    <a:pt x="3339822" y="689582"/>
                  </a:lnTo>
                  <a:lnTo>
                    <a:pt x="3340472" y="683083"/>
                  </a:lnTo>
                  <a:lnTo>
                    <a:pt x="3341122" y="677705"/>
                  </a:lnTo>
                  <a:lnTo>
                    <a:pt x="3341772" y="673493"/>
                  </a:lnTo>
                  <a:lnTo>
                    <a:pt x="3342422" y="670473"/>
                  </a:lnTo>
                  <a:lnTo>
                    <a:pt x="3343072" y="668575"/>
                  </a:lnTo>
                  <a:lnTo>
                    <a:pt x="3343722" y="667839"/>
                  </a:lnTo>
                  <a:lnTo>
                    <a:pt x="3344372" y="668180"/>
                  </a:lnTo>
                  <a:lnTo>
                    <a:pt x="3345022" y="669448"/>
                  </a:lnTo>
                  <a:lnTo>
                    <a:pt x="3345672" y="671662"/>
                  </a:lnTo>
                  <a:lnTo>
                    <a:pt x="3346322" y="674645"/>
                  </a:lnTo>
                  <a:lnTo>
                    <a:pt x="3346972" y="678231"/>
                  </a:lnTo>
                  <a:lnTo>
                    <a:pt x="3347621" y="682380"/>
                  </a:lnTo>
                  <a:lnTo>
                    <a:pt x="3348271" y="687150"/>
                  </a:lnTo>
                  <a:lnTo>
                    <a:pt x="3348921" y="692554"/>
                  </a:lnTo>
                  <a:lnTo>
                    <a:pt x="3349571" y="698522"/>
                  </a:lnTo>
                  <a:lnTo>
                    <a:pt x="3350221" y="704995"/>
                  </a:lnTo>
                  <a:lnTo>
                    <a:pt x="3350871" y="712066"/>
                  </a:lnTo>
                  <a:lnTo>
                    <a:pt x="3351521" y="719822"/>
                  </a:lnTo>
                  <a:lnTo>
                    <a:pt x="3352171" y="728246"/>
                  </a:lnTo>
                  <a:lnTo>
                    <a:pt x="3352821" y="737362"/>
                  </a:lnTo>
                  <a:lnTo>
                    <a:pt x="3353471" y="747167"/>
                  </a:lnTo>
                  <a:lnTo>
                    <a:pt x="3354121" y="757618"/>
                  </a:lnTo>
                  <a:lnTo>
                    <a:pt x="3354771" y="768616"/>
                  </a:lnTo>
                  <a:lnTo>
                    <a:pt x="3355421" y="780036"/>
                  </a:lnTo>
                  <a:lnTo>
                    <a:pt x="3356071" y="791853"/>
                  </a:lnTo>
                  <a:lnTo>
                    <a:pt x="3356721" y="804066"/>
                  </a:lnTo>
                  <a:lnTo>
                    <a:pt x="3357370" y="816666"/>
                  </a:lnTo>
                  <a:lnTo>
                    <a:pt x="3358020" y="829553"/>
                  </a:lnTo>
                  <a:lnTo>
                    <a:pt x="3358670" y="842576"/>
                  </a:lnTo>
                  <a:lnTo>
                    <a:pt x="3359320" y="855672"/>
                  </a:lnTo>
                  <a:lnTo>
                    <a:pt x="3359970" y="868696"/>
                  </a:lnTo>
                  <a:lnTo>
                    <a:pt x="3360620" y="881545"/>
                  </a:lnTo>
                  <a:lnTo>
                    <a:pt x="3361270" y="894052"/>
                  </a:lnTo>
                  <a:lnTo>
                    <a:pt x="3361920" y="906149"/>
                  </a:lnTo>
                  <a:lnTo>
                    <a:pt x="3362570" y="917719"/>
                  </a:lnTo>
                  <a:lnTo>
                    <a:pt x="3363220" y="928742"/>
                  </a:lnTo>
                  <a:lnTo>
                    <a:pt x="3363870" y="939292"/>
                  </a:lnTo>
                  <a:lnTo>
                    <a:pt x="3364520" y="949460"/>
                  </a:lnTo>
                  <a:lnTo>
                    <a:pt x="3365170" y="959223"/>
                  </a:lnTo>
                  <a:lnTo>
                    <a:pt x="3365820" y="968533"/>
                  </a:lnTo>
                  <a:lnTo>
                    <a:pt x="3366470" y="977345"/>
                  </a:lnTo>
                  <a:lnTo>
                    <a:pt x="3367120" y="985588"/>
                  </a:lnTo>
                  <a:lnTo>
                    <a:pt x="3367769" y="993213"/>
                  </a:lnTo>
                  <a:lnTo>
                    <a:pt x="3368419" y="1000179"/>
                  </a:lnTo>
                  <a:lnTo>
                    <a:pt x="3369069" y="1006374"/>
                  </a:lnTo>
                  <a:lnTo>
                    <a:pt x="3369719" y="1011769"/>
                  </a:lnTo>
                  <a:lnTo>
                    <a:pt x="3370369" y="1016351"/>
                  </a:lnTo>
                  <a:lnTo>
                    <a:pt x="3371019" y="1020063"/>
                  </a:lnTo>
                  <a:lnTo>
                    <a:pt x="3371669" y="1022903"/>
                  </a:lnTo>
                  <a:lnTo>
                    <a:pt x="3372319" y="1024873"/>
                  </a:lnTo>
                  <a:lnTo>
                    <a:pt x="3372969" y="1025945"/>
                  </a:lnTo>
                  <a:lnTo>
                    <a:pt x="3373619" y="1026047"/>
                  </a:lnTo>
                  <a:lnTo>
                    <a:pt x="3374269" y="1025137"/>
                  </a:lnTo>
                  <a:lnTo>
                    <a:pt x="3374919" y="1023272"/>
                  </a:lnTo>
                  <a:lnTo>
                    <a:pt x="3375569" y="1020508"/>
                  </a:lnTo>
                  <a:lnTo>
                    <a:pt x="3376219" y="1016861"/>
                  </a:lnTo>
                  <a:lnTo>
                    <a:pt x="3376869" y="1012369"/>
                  </a:lnTo>
                  <a:lnTo>
                    <a:pt x="3377518" y="1007206"/>
                  </a:lnTo>
                  <a:lnTo>
                    <a:pt x="3378168" y="1001500"/>
                  </a:lnTo>
                  <a:lnTo>
                    <a:pt x="3378818" y="995368"/>
                  </a:lnTo>
                  <a:lnTo>
                    <a:pt x="3379468" y="988906"/>
                  </a:lnTo>
                  <a:lnTo>
                    <a:pt x="3380118" y="982276"/>
                  </a:lnTo>
                  <a:lnTo>
                    <a:pt x="3380768" y="975499"/>
                  </a:lnTo>
                  <a:lnTo>
                    <a:pt x="3381418" y="968551"/>
                  </a:lnTo>
                  <a:lnTo>
                    <a:pt x="3382068" y="961411"/>
                  </a:lnTo>
                  <a:lnTo>
                    <a:pt x="3382718" y="954100"/>
                  </a:lnTo>
                  <a:lnTo>
                    <a:pt x="3383368" y="946559"/>
                  </a:lnTo>
                  <a:lnTo>
                    <a:pt x="3384018" y="938766"/>
                  </a:lnTo>
                  <a:lnTo>
                    <a:pt x="3384668" y="930731"/>
                  </a:lnTo>
                  <a:lnTo>
                    <a:pt x="3385318" y="922494"/>
                  </a:lnTo>
                  <a:lnTo>
                    <a:pt x="3385968" y="914107"/>
                  </a:lnTo>
                  <a:lnTo>
                    <a:pt x="3386618" y="905540"/>
                  </a:lnTo>
                  <a:lnTo>
                    <a:pt x="3387268" y="896845"/>
                  </a:lnTo>
                  <a:lnTo>
                    <a:pt x="3387917" y="888141"/>
                  </a:lnTo>
                  <a:lnTo>
                    <a:pt x="3388567" y="879442"/>
                  </a:lnTo>
                  <a:lnTo>
                    <a:pt x="3389217" y="870747"/>
                  </a:lnTo>
                  <a:lnTo>
                    <a:pt x="3389867" y="862059"/>
                  </a:lnTo>
                  <a:lnTo>
                    <a:pt x="3390517" y="853360"/>
                  </a:lnTo>
                  <a:lnTo>
                    <a:pt x="3391167" y="844734"/>
                  </a:lnTo>
                  <a:lnTo>
                    <a:pt x="3391817" y="836203"/>
                  </a:lnTo>
                  <a:lnTo>
                    <a:pt x="3392467" y="827832"/>
                  </a:lnTo>
                  <a:lnTo>
                    <a:pt x="3393117" y="819731"/>
                  </a:lnTo>
                  <a:lnTo>
                    <a:pt x="3393767" y="811951"/>
                  </a:lnTo>
                  <a:lnTo>
                    <a:pt x="3394417" y="804588"/>
                  </a:lnTo>
                  <a:lnTo>
                    <a:pt x="3395067" y="797643"/>
                  </a:lnTo>
                  <a:lnTo>
                    <a:pt x="3395717" y="791114"/>
                  </a:lnTo>
                  <a:lnTo>
                    <a:pt x="3396367" y="784983"/>
                  </a:lnTo>
                  <a:lnTo>
                    <a:pt x="3397017" y="779159"/>
                  </a:lnTo>
                  <a:lnTo>
                    <a:pt x="3397666" y="773503"/>
                  </a:lnTo>
                  <a:lnTo>
                    <a:pt x="3398316" y="768030"/>
                  </a:lnTo>
                  <a:lnTo>
                    <a:pt x="3398966" y="762779"/>
                  </a:lnTo>
                  <a:lnTo>
                    <a:pt x="3399616" y="757770"/>
                  </a:lnTo>
                  <a:lnTo>
                    <a:pt x="3400266" y="753070"/>
                  </a:lnTo>
                  <a:lnTo>
                    <a:pt x="3400916" y="748700"/>
                  </a:lnTo>
                  <a:lnTo>
                    <a:pt x="3401566" y="744731"/>
                  </a:lnTo>
                  <a:lnTo>
                    <a:pt x="3402216" y="741106"/>
                  </a:lnTo>
                  <a:lnTo>
                    <a:pt x="3402866" y="737783"/>
                  </a:lnTo>
                  <a:lnTo>
                    <a:pt x="3403516" y="734715"/>
                  </a:lnTo>
                  <a:lnTo>
                    <a:pt x="3404166" y="731863"/>
                  </a:lnTo>
                  <a:lnTo>
                    <a:pt x="3404816" y="729098"/>
                  </a:lnTo>
                  <a:lnTo>
                    <a:pt x="3405466" y="726368"/>
                  </a:lnTo>
                  <a:lnTo>
                    <a:pt x="3406116" y="723693"/>
                  </a:lnTo>
                  <a:lnTo>
                    <a:pt x="3406766" y="721189"/>
                  </a:lnTo>
                  <a:lnTo>
                    <a:pt x="3407416" y="718819"/>
                  </a:lnTo>
                  <a:lnTo>
                    <a:pt x="3408065" y="716521"/>
                  </a:lnTo>
                  <a:lnTo>
                    <a:pt x="3408715" y="714145"/>
                  </a:lnTo>
                  <a:lnTo>
                    <a:pt x="3409365" y="711637"/>
                  </a:lnTo>
                  <a:lnTo>
                    <a:pt x="3410015" y="708854"/>
                  </a:lnTo>
                  <a:lnTo>
                    <a:pt x="3410665" y="705604"/>
                  </a:lnTo>
                  <a:lnTo>
                    <a:pt x="3411315" y="701815"/>
                  </a:lnTo>
                  <a:lnTo>
                    <a:pt x="3411965" y="697480"/>
                  </a:lnTo>
                  <a:lnTo>
                    <a:pt x="3412615" y="692613"/>
                  </a:lnTo>
                  <a:lnTo>
                    <a:pt x="3413265" y="687236"/>
                  </a:lnTo>
                  <a:lnTo>
                    <a:pt x="3413915" y="681399"/>
                  </a:lnTo>
                  <a:lnTo>
                    <a:pt x="3414565" y="675184"/>
                  </a:lnTo>
                  <a:lnTo>
                    <a:pt x="3415215" y="668628"/>
                  </a:lnTo>
                  <a:lnTo>
                    <a:pt x="3415865" y="661703"/>
                  </a:lnTo>
                  <a:lnTo>
                    <a:pt x="3416515" y="654408"/>
                  </a:lnTo>
                  <a:lnTo>
                    <a:pt x="3417165" y="646752"/>
                  </a:lnTo>
                  <a:lnTo>
                    <a:pt x="3417814" y="638737"/>
                  </a:lnTo>
                  <a:lnTo>
                    <a:pt x="3418464" y="630397"/>
                  </a:lnTo>
                  <a:lnTo>
                    <a:pt x="3419114" y="621776"/>
                  </a:lnTo>
                  <a:lnTo>
                    <a:pt x="3419764" y="612905"/>
                  </a:lnTo>
                  <a:lnTo>
                    <a:pt x="3420414" y="603772"/>
                  </a:lnTo>
                  <a:lnTo>
                    <a:pt x="3421064" y="594373"/>
                  </a:lnTo>
                  <a:lnTo>
                    <a:pt x="3421714" y="584734"/>
                  </a:lnTo>
                  <a:lnTo>
                    <a:pt x="3422364" y="574844"/>
                  </a:lnTo>
                  <a:lnTo>
                    <a:pt x="3423014" y="564706"/>
                  </a:lnTo>
                  <a:lnTo>
                    <a:pt x="3423664" y="554282"/>
                  </a:lnTo>
                  <a:lnTo>
                    <a:pt x="3424314" y="543518"/>
                  </a:lnTo>
                  <a:lnTo>
                    <a:pt x="3424964" y="532425"/>
                  </a:lnTo>
                  <a:lnTo>
                    <a:pt x="3425614" y="521023"/>
                  </a:lnTo>
                  <a:lnTo>
                    <a:pt x="3426264" y="509339"/>
                  </a:lnTo>
                  <a:lnTo>
                    <a:pt x="3426914" y="497381"/>
                  </a:lnTo>
                  <a:lnTo>
                    <a:pt x="3427563" y="485167"/>
                  </a:lnTo>
                  <a:lnTo>
                    <a:pt x="3428213" y="472690"/>
                  </a:lnTo>
                  <a:lnTo>
                    <a:pt x="3428863" y="459998"/>
                  </a:lnTo>
                  <a:lnTo>
                    <a:pt x="3429513" y="447113"/>
                  </a:lnTo>
                  <a:lnTo>
                    <a:pt x="3430163" y="434147"/>
                  </a:lnTo>
                  <a:lnTo>
                    <a:pt x="3430813" y="421154"/>
                  </a:lnTo>
                  <a:lnTo>
                    <a:pt x="3431463" y="408084"/>
                  </a:lnTo>
                  <a:lnTo>
                    <a:pt x="3432113" y="394924"/>
                  </a:lnTo>
                  <a:lnTo>
                    <a:pt x="3432763" y="381633"/>
                  </a:lnTo>
                  <a:lnTo>
                    <a:pt x="3433413" y="368218"/>
                  </a:lnTo>
                  <a:lnTo>
                    <a:pt x="3434063" y="354713"/>
                  </a:lnTo>
                  <a:lnTo>
                    <a:pt x="3434713" y="341177"/>
                  </a:lnTo>
                  <a:lnTo>
                    <a:pt x="3435363" y="327665"/>
                  </a:lnTo>
                  <a:lnTo>
                    <a:pt x="3436013" y="314228"/>
                  </a:lnTo>
                  <a:lnTo>
                    <a:pt x="3436663" y="300884"/>
                  </a:lnTo>
                  <a:lnTo>
                    <a:pt x="3437313" y="287699"/>
                  </a:lnTo>
                  <a:lnTo>
                    <a:pt x="3437962" y="274800"/>
                  </a:lnTo>
                  <a:lnTo>
                    <a:pt x="3438612" y="262220"/>
                  </a:lnTo>
                  <a:lnTo>
                    <a:pt x="3439262" y="249932"/>
                  </a:lnTo>
                  <a:lnTo>
                    <a:pt x="3439912" y="237918"/>
                  </a:lnTo>
                  <a:lnTo>
                    <a:pt x="3440562" y="226258"/>
                  </a:lnTo>
                  <a:lnTo>
                    <a:pt x="3441212" y="215064"/>
                  </a:lnTo>
                  <a:lnTo>
                    <a:pt x="3441862" y="204460"/>
                  </a:lnTo>
                  <a:lnTo>
                    <a:pt x="3442512" y="194577"/>
                  </a:lnTo>
                  <a:lnTo>
                    <a:pt x="3443162" y="185499"/>
                  </a:lnTo>
                  <a:lnTo>
                    <a:pt x="3443812" y="177280"/>
                  </a:lnTo>
                  <a:lnTo>
                    <a:pt x="3444462" y="169984"/>
                  </a:lnTo>
                  <a:lnTo>
                    <a:pt x="3445112" y="163561"/>
                  </a:lnTo>
                  <a:lnTo>
                    <a:pt x="3445762" y="158011"/>
                  </a:lnTo>
                  <a:lnTo>
                    <a:pt x="3446412" y="153299"/>
                  </a:lnTo>
                  <a:lnTo>
                    <a:pt x="3447062" y="149442"/>
                  </a:lnTo>
                  <a:lnTo>
                    <a:pt x="3447711" y="146391"/>
                  </a:lnTo>
                  <a:lnTo>
                    <a:pt x="3448361" y="144134"/>
                  </a:lnTo>
                  <a:lnTo>
                    <a:pt x="3449011" y="142674"/>
                  </a:lnTo>
                  <a:lnTo>
                    <a:pt x="3449661" y="142010"/>
                  </a:lnTo>
                  <a:lnTo>
                    <a:pt x="3450311" y="142088"/>
                  </a:lnTo>
                  <a:lnTo>
                    <a:pt x="3450961" y="142873"/>
                  </a:lnTo>
                  <a:lnTo>
                    <a:pt x="3451611" y="144324"/>
                  </a:lnTo>
                  <a:lnTo>
                    <a:pt x="3452261" y="146472"/>
                  </a:lnTo>
                  <a:lnTo>
                    <a:pt x="3452911" y="149399"/>
                  </a:lnTo>
                  <a:lnTo>
                    <a:pt x="3453561" y="153173"/>
                  </a:lnTo>
                  <a:lnTo>
                    <a:pt x="3454211" y="157794"/>
                  </a:lnTo>
                  <a:lnTo>
                    <a:pt x="3454861" y="163266"/>
                  </a:lnTo>
                  <a:lnTo>
                    <a:pt x="3455511" y="169605"/>
                  </a:lnTo>
                  <a:lnTo>
                    <a:pt x="3456161" y="176841"/>
                  </a:lnTo>
                  <a:lnTo>
                    <a:pt x="3456811" y="185036"/>
                  </a:lnTo>
                  <a:lnTo>
                    <a:pt x="3457461" y="194254"/>
                  </a:lnTo>
                  <a:lnTo>
                    <a:pt x="3458110" y="204615"/>
                  </a:lnTo>
                  <a:lnTo>
                    <a:pt x="3458760" y="216247"/>
                  </a:lnTo>
                  <a:lnTo>
                    <a:pt x="3459410" y="229172"/>
                  </a:lnTo>
                  <a:lnTo>
                    <a:pt x="3460060" y="243377"/>
                  </a:lnTo>
                  <a:lnTo>
                    <a:pt x="3460710" y="258920"/>
                  </a:lnTo>
                  <a:lnTo>
                    <a:pt x="3461360" y="275849"/>
                  </a:lnTo>
                  <a:lnTo>
                    <a:pt x="3462010" y="294139"/>
                  </a:lnTo>
                  <a:lnTo>
                    <a:pt x="3462660" y="313742"/>
                  </a:lnTo>
                  <a:lnTo>
                    <a:pt x="3463310" y="334604"/>
                  </a:lnTo>
                  <a:lnTo>
                    <a:pt x="3463960" y="356739"/>
                  </a:lnTo>
                  <a:lnTo>
                    <a:pt x="3464610" y="380205"/>
                  </a:lnTo>
                  <a:lnTo>
                    <a:pt x="3465260" y="404998"/>
                  </a:lnTo>
                  <a:lnTo>
                    <a:pt x="3465910" y="431081"/>
                  </a:lnTo>
                  <a:lnTo>
                    <a:pt x="3466560" y="458391"/>
                  </a:lnTo>
                  <a:lnTo>
                    <a:pt x="3467210" y="486866"/>
                  </a:lnTo>
                  <a:lnTo>
                    <a:pt x="3467859" y="516463"/>
                  </a:lnTo>
                  <a:lnTo>
                    <a:pt x="3468509" y="547154"/>
                  </a:lnTo>
                  <a:lnTo>
                    <a:pt x="3469159" y="578863"/>
                  </a:lnTo>
                  <a:lnTo>
                    <a:pt x="3469809" y="611613"/>
                  </a:lnTo>
                  <a:lnTo>
                    <a:pt x="3470459" y="645190"/>
                  </a:lnTo>
                  <a:lnTo>
                    <a:pt x="3471109" y="679458"/>
                  </a:lnTo>
                  <a:lnTo>
                    <a:pt x="3471759" y="714273"/>
                  </a:lnTo>
                  <a:lnTo>
                    <a:pt x="3472409" y="749593"/>
                  </a:lnTo>
                  <a:lnTo>
                    <a:pt x="3473059" y="785360"/>
                  </a:lnTo>
                  <a:lnTo>
                    <a:pt x="3473709" y="821412"/>
                  </a:lnTo>
                  <a:lnTo>
                    <a:pt x="3474359" y="857587"/>
                  </a:lnTo>
                  <a:lnTo>
                    <a:pt x="3475009" y="893803"/>
                  </a:lnTo>
                  <a:lnTo>
                    <a:pt x="3475659" y="930008"/>
                  </a:lnTo>
                  <a:lnTo>
                    <a:pt x="3476309" y="966107"/>
                  </a:lnTo>
                  <a:lnTo>
                    <a:pt x="3476959" y="1001996"/>
                  </a:lnTo>
                  <a:lnTo>
                    <a:pt x="3477609" y="1037562"/>
                  </a:lnTo>
                  <a:lnTo>
                    <a:pt x="3478258" y="1072680"/>
                  </a:lnTo>
                  <a:lnTo>
                    <a:pt x="3478908" y="1107272"/>
                  </a:lnTo>
                  <a:lnTo>
                    <a:pt x="3479558" y="1141208"/>
                  </a:lnTo>
                  <a:lnTo>
                    <a:pt x="3480208" y="1174425"/>
                  </a:lnTo>
                  <a:lnTo>
                    <a:pt x="3480858" y="1206980"/>
                  </a:lnTo>
                  <a:lnTo>
                    <a:pt x="3481508" y="1238924"/>
                  </a:lnTo>
                  <a:lnTo>
                    <a:pt x="3482158" y="1270295"/>
                  </a:lnTo>
                  <a:lnTo>
                    <a:pt x="3482808" y="1301134"/>
                  </a:lnTo>
                  <a:lnTo>
                    <a:pt x="3483458" y="1331450"/>
                  </a:lnTo>
                  <a:lnTo>
                    <a:pt x="3484108" y="1361206"/>
                  </a:lnTo>
                  <a:lnTo>
                    <a:pt x="3484758" y="1390299"/>
                  </a:lnTo>
                  <a:lnTo>
                    <a:pt x="3485408" y="1418540"/>
                  </a:lnTo>
                  <a:lnTo>
                    <a:pt x="3486058" y="1445769"/>
                  </a:lnTo>
                  <a:lnTo>
                    <a:pt x="3486708" y="1471867"/>
                  </a:lnTo>
                  <a:lnTo>
                    <a:pt x="3487358" y="1496780"/>
                  </a:lnTo>
                  <a:lnTo>
                    <a:pt x="3488007" y="1520530"/>
                  </a:lnTo>
                  <a:lnTo>
                    <a:pt x="3488657" y="1543157"/>
                  </a:lnTo>
                  <a:lnTo>
                    <a:pt x="3489307" y="1564642"/>
                  </a:lnTo>
                  <a:lnTo>
                    <a:pt x="3489957" y="1584922"/>
                  </a:lnTo>
                  <a:lnTo>
                    <a:pt x="3490607" y="1603760"/>
                  </a:lnTo>
                  <a:lnTo>
                    <a:pt x="3491257" y="1620841"/>
                  </a:lnTo>
                  <a:lnTo>
                    <a:pt x="3491907" y="1635917"/>
                  </a:lnTo>
                  <a:lnTo>
                    <a:pt x="3492557" y="1648907"/>
                  </a:lnTo>
                  <a:lnTo>
                    <a:pt x="3493207" y="1659750"/>
                  </a:lnTo>
                  <a:lnTo>
                    <a:pt x="3493857" y="1668291"/>
                  </a:lnTo>
                  <a:lnTo>
                    <a:pt x="3494507" y="1674490"/>
                  </a:lnTo>
                  <a:lnTo>
                    <a:pt x="3495157" y="1678389"/>
                  </a:lnTo>
                  <a:lnTo>
                    <a:pt x="3495807" y="1680016"/>
                  </a:lnTo>
                  <a:lnTo>
                    <a:pt x="3496457" y="1679363"/>
                  </a:lnTo>
                  <a:lnTo>
                    <a:pt x="3497107" y="1676437"/>
                  </a:lnTo>
                  <a:lnTo>
                    <a:pt x="3497757" y="1671216"/>
                  </a:lnTo>
                  <a:lnTo>
                    <a:pt x="3498406" y="1663696"/>
                  </a:lnTo>
                  <a:lnTo>
                    <a:pt x="3499056" y="1653912"/>
                  </a:lnTo>
                  <a:lnTo>
                    <a:pt x="3499706" y="1641900"/>
                  </a:lnTo>
                  <a:lnTo>
                    <a:pt x="3500356" y="1627718"/>
                  </a:lnTo>
                  <a:lnTo>
                    <a:pt x="3501006" y="1611391"/>
                  </a:lnTo>
                  <a:lnTo>
                    <a:pt x="3501656" y="1593033"/>
                  </a:lnTo>
                  <a:lnTo>
                    <a:pt x="3502306" y="1572736"/>
                  </a:lnTo>
                  <a:lnTo>
                    <a:pt x="3502956" y="1550627"/>
                  </a:lnTo>
                  <a:lnTo>
                    <a:pt x="3503606" y="1527025"/>
                  </a:lnTo>
                  <a:lnTo>
                    <a:pt x="3504256" y="1502124"/>
                  </a:lnTo>
                  <a:lnTo>
                    <a:pt x="3504906" y="1476107"/>
                  </a:lnTo>
                  <a:lnTo>
                    <a:pt x="3505556" y="1448995"/>
                  </a:lnTo>
                  <a:lnTo>
                    <a:pt x="3506206" y="1420887"/>
                  </a:lnTo>
                  <a:lnTo>
                    <a:pt x="3506856" y="1391963"/>
                  </a:lnTo>
                  <a:lnTo>
                    <a:pt x="3507506" y="1362379"/>
                  </a:lnTo>
                  <a:lnTo>
                    <a:pt x="3508155" y="1332226"/>
                  </a:lnTo>
                  <a:lnTo>
                    <a:pt x="3508805" y="1301619"/>
                  </a:lnTo>
                  <a:lnTo>
                    <a:pt x="3509455" y="1270711"/>
                  </a:lnTo>
                  <a:lnTo>
                    <a:pt x="3510105" y="1239628"/>
                  </a:lnTo>
                  <a:lnTo>
                    <a:pt x="3510755" y="1208532"/>
                  </a:lnTo>
                  <a:lnTo>
                    <a:pt x="3511405" y="1177517"/>
                  </a:lnTo>
                  <a:lnTo>
                    <a:pt x="3512055" y="1146696"/>
                  </a:lnTo>
                  <a:lnTo>
                    <a:pt x="3512705" y="1116224"/>
                  </a:lnTo>
                  <a:lnTo>
                    <a:pt x="3513355" y="1086139"/>
                  </a:lnTo>
                  <a:lnTo>
                    <a:pt x="3514005" y="1056381"/>
                  </a:lnTo>
                  <a:lnTo>
                    <a:pt x="3514655" y="1026895"/>
                  </a:lnTo>
                  <a:lnTo>
                    <a:pt x="3515305" y="997672"/>
                  </a:lnTo>
                  <a:lnTo>
                    <a:pt x="3515955" y="968669"/>
                  </a:lnTo>
                  <a:lnTo>
                    <a:pt x="3516605" y="939911"/>
                  </a:lnTo>
                  <a:lnTo>
                    <a:pt x="3517255" y="911421"/>
                  </a:lnTo>
                  <a:lnTo>
                    <a:pt x="3517905" y="883286"/>
                  </a:lnTo>
                  <a:lnTo>
                    <a:pt x="3518554" y="855607"/>
                  </a:lnTo>
                  <a:lnTo>
                    <a:pt x="3519204" y="828498"/>
                  </a:lnTo>
                  <a:lnTo>
                    <a:pt x="3519854" y="802088"/>
                  </a:lnTo>
                  <a:lnTo>
                    <a:pt x="3520504" y="776365"/>
                  </a:lnTo>
                  <a:lnTo>
                    <a:pt x="3521154" y="751250"/>
                  </a:lnTo>
                  <a:lnTo>
                    <a:pt x="3521804" y="726715"/>
                  </a:lnTo>
                  <a:lnTo>
                    <a:pt x="3522454" y="702737"/>
                  </a:lnTo>
                  <a:lnTo>
                    <a:pt x="3523104" y="679394"/>
                  </a:lnTo>
                  <a:lnTo>
                    <a:pt x="3523754" y="656918"/>
                  </a:lnTo>
                  <a:lnTo>
                    <a:pt x="3524404" y="635535"/>
                  </a:lnTo>
                  <a:lnTo>
                    <a:pt x="3525054" y="615336"/>
                  </a:lnTo>
                  <a:lnTo>
                    <a:pt x="3525704" y="596418"/>
                  </a:lnTo>
                  <a:lnTo>
                    <a:pt x="3526354" y="578899"/>
                  </a:lnTo>
                  <a:lnTo>
                    <a:pt x="3527004" y="562849"/>
                  </a:lnTo>
                  <a:lnTo>
                    <a:pt x="3527654" y="548247"/>
                  </a:lnTo>
                  <a:lnTo>
                    <a:pt x="3528303" y="535009"/>
                  </a:lnTo>
                  <a:lnTo>
                    <a:pt x="3528953" y="523060"/>
                  </a:lnTo>
                  <a:lnTo>
                    <a:pt x="3529603" y="512338"/>
                  </a:lnTo>
                  <a:lnTo>
                    <a:pt x="3530253" y="502837"/>
                  </a:lnTo>
                  <a:lnTo>
                    <a:pt x="3530903" y="494578"/>
                  </a:lnTo>
                  <a:lnTo>
                    <a:pt x="3531553" y="487550"/>
                  </a:lnTo>
                  <a:lnTo>
                    <a:pt x="3532203" y="481746"/>
                  </a:lnTo>
                  <a:lnTo>
                    <a:pt x="3532853" y="477129"/>
                  </a:lnTo>
                  <a:lnTo>
                    <a:pt x="3533503" y="473632"/>
                  </a:lnTo>
                  <a:lnTo>
                    <a:pt x="3534153" y="471208"/>
                  </a:lnTo>
                  <a:lnTo>
                    <a:pt x="3534803" y="469783"/>
                  </a:lnTo>
                  <a:lnTo>
                    <a:pt x="3535453" y="469332"/>
                  </a:lnTo>
                  <a:lnTo>
                    <a:pt x="3536103" y="469638"/>
                  </a:lnTo>
                  <a:lnTo>
                    <a:pt x="3536753" y="470579"/>
                  </a:lnTo>
                  <a:lnTo>
                    <a:pt x="3537403" y="472017"/>
                  </a:lnTo>
                  <a:lnTo>
                    <a:pt x="3538053" y="473943"/>
                  </a:lnTo>
                  <a:lnTo>
                    <a:pt x="3538702" y="476443"/>
                  </a:lnTo>
                  <a:lnTo>
                    <a:pt x="3539352" y="479471"/>
                  </a:lnTo>
                  <a:lnTo>
                    <a:pt x="3540002" y="482969"/>
                  </a:lnTo>
                  <a:lnTo>
                    <a:pt x="3540652" y="486867"/>
                  </a:lnTo>
                  <a:lnTo>
                    <a:pt x="3541302" y="491091"/>
                  </a:lnTo>
                  <a:lnTo>
                    <a:pt x="3541952" y="495562"/>
                  </a:lnTo>
                  <a:lnTo>
                    <a:pt x="3542602" y="500225"/>
                  </a:lnTo>
                  <a:lnTo>
                    <a:pt x="3543252" y="505039"/>
                  </a:lnTo>
                  <a:lnTo>
                    <a:pt x="3543902" y="509943"/>
                  </a:lnTo>
                  <a:lnTo>
                    <a:pt x="3544552" y="514905"/>
                  </a:lnTo>
                  <a:lnTo>
                    <a:pt x="3545202" y="519890"/>
                  </a:lnTo>
                  <a:lnTo>
                    <a:pt x="3545852" y="524791"/>
                  </a:lnTo>
                  <a:lnTo>
                    <a:pt x="3546502" y="529607"/>
                  </a:lnTo>
                  <a:lnTo>
                    <a:pt x="3547152" y="534355"/>
                  </a:lnTo>
                  <a:lnTo>
                    <a:pt x="3547802" y="539002"/>
                  </a:lnTo>
                  <a:lnTo>
                    <a:pt x="3548451" y="543555"/>
                  </a:lnTo>
                  <a:lnTo>
                    <a:pt x="3549101" y="548035"/>
                  </a:lnTo>
                  <a:lnTo>
                    <a:pt x="3549751" y="552483"/>
                  </a:lnTo>
                  <a:lnTo>
                    <a:pt x="3550401" y="556955"/>
                  </a:lnTo>
                  <a:lnTo>
                    <a:pt x="3551051" y="561434"/>
                  </a:lnTo>
                  <a:lnTo>
                    <a:pt x="3551701" y="565901"/>
                  </a:lnTo>
                  <a:lnTo>
                    <a:pt x="3552351" y="570277"/>
                  </a:lnTo>
                  <a:lnTo>
                    <a:pt x="3553001" y="574462"/>
                  </a:lnTo>
                  <a:lnTo>
                    <a:pt x="3553651" y="578519"/>
                  </a:lnTo>
                  <a:lnTo>
                    <a:pt x="3554301" y="582521"/>
                  </a:lnTo>
                  <a:lnTo>
                    <a:pt x="3554951" y="586526"/>
                  </a:lnTo>
                  <a:lnTo>
                    <a:pt x="3555601" y="590605"/>
                  </a:lnTo>
                  <a:lnTo>
                    <a:pt x="3556251" y="594666"/>
                  </a:lnTo>
                  <a:lnTo>
                    <a:pt x="3556901" y="598617"/>
                  </a:lnTo>
                  <a:lnTo>
                    <a:pt x="3557551" y="602445"/>
                  </a:lnTo>
                  <a:lnTo>
                    <a:pt x="3558201" y="606108"/>
                  </a:lnTo>
                  <a:lnTo>
                    <a:pt x="3558850" y="609477"/>
                  </a:lnTo>
                  <a:lnTo>
                    <a:pt x="3559500" y="612463"/>
                  </a:lnTo>
                  <a:lnTo>
                    <a:pt x="3560150" y="615080"/>
                  </a:lnTo>
                  <a:lnTo>
                    <a:pt x="3560800" y="617405"/>
                  </a:lnTo>
                  <a:lnTo>
                    <a:pt x="3561450" y="619586"/>
                  </a:lnTo>
                  <a:lnTo>
                    <a:pt x="3562100" y="621691"/>
                  </a:lnTo>
                  <a:lnTo>
                    <a:pt x="3562750" y="623784"/>
                  </a:lnTo>
                  <a:lnTo>
                    <a:pt x="3563400" y="625817"/>
                  </a:lnTo>
                  <a:lnTo>
                    <a:pt x="3564050" y="627814"/>
                  </a:lnTo>
                  <a:lnTo>
                    <a:pt x="3564700" y="629809"/>
                  </a:lnTo>
                  <a:lnTo>
                    <a:pt x="3565350" y="631785"/>
                  </a:lnTo>
                  <a:lnTo>
                    <a:pt x="3566000" y="633813"/>
                  </a:lnTo>
                  <a:lnTo>
                    <a:pt x="3566650" y="635944"/>
                  </a:lnTo>
                  <a:lnTo>
                    <a:pt x="3567300" y="638159"/>
                  </a:lnTo>
                  <a:lnTo>
                    <a:pt x="3567950" y="640498"/>
                  </a:lnTo>
                  <a:lnTo>
                    <a:pt x="3568599" y="643027"/>
                  </a:lnTo>
                  <a:lnTo>
                    <a:pt x="3569249" y="645857"/>
                  </a:lnTo>
                  <a:lnTo>
                    <a:pt x="3569899" y="649024"/>
                  </a:lnTo>
                  <a:lnTo>
                    <a:pt x="3570549" y="652547"/>
                  </a:lnTo>
                  <a:lnTo>
                    <a:pt x="3571199" y="656354"/>
                  </a:lnTo>
                  <a:lnTo>
                    <a:pt x="3571849" y="660402"/>
                  </a:lnTo>
                  <a:lnTo>
                    <a:pt x="3572499" y="664722"/>
                  </a:lnTo>
                  <a:lnTo>
                    <a:pt x="3573149" y="669356"/>
                  </a:lnTo>
                  <a:lnTo>
                    <a:pt x="3573799" y="674292"/>
                  </a:lnTo>
                  <a:lnTo>
                    <a:pt x="3574449" y="679509"/>
                  </a:lnTo>
                  <a:lnTo>
                    <a:pt x="3575099" y="684990"/>
                  </a:lnTo>
                  <a:lnTo>
                    <a:pt x="3575749" y="690647"/>
                  </a:lnTo>
                  <a:lnTo>
                    <a:pt x="3576399" y="696500"/>
                  </a:lnTo>
                  <a:lnTo>
                    <a:pt x="3577049" y="702582"/>
                  </a:lnTo>
                  <a:lnTo>
                    <a:pt x="3577699" y="708886"/>
                  </a:lnTo>
                  <a:lnTo>
                    <a:pt x="3578348" y="715433"/>
                  </a:lnTo>
                  <a:lnTo>
                    <a:pt x="3578998" y="722278"/>
                  </a:lnTo>
                  <a:lnTo>
                    <a:pt x="3579648" y="729403"/>
                  </a:lnTo>
                  <a:lnTo>
                    <a:pt x="3580298" y="736756"/>
                  </a:lnTo>
                  <a:lnTo>
                    <a:pt x="3580948" y="744378"/>
                  </a:lnTo>
                  <a:lnTo>
                    <a:pt x="3581598" y="752218"/>
                  </a:lnTo>
                  <a:lnTo>
                    <a:pt x="3582248" y="760203"/>
                  </a:lnTo>
                  <a:lnTo>
                    <a:pt x="3582898" y="768196"/>
                  </a:lnTo>
                  <a:lnTo>
                    <a:pt x="3583548" y="776163"/>
                  </a:lnTo>
                  <a:lnTo>
                    <a:pt x="3584198" y="784132"/>
                  </a:lnTo>
                  <a:lnTo>
                    <a:pt x="3584848" y="792130"/>
                  </a:lnTo>
                  <a:lnTo>
                    <a:pt x="3585498" y="800263"/>
                  </a:lnTo>
                  <a:lnTo>
                    <a:pt x="3586148" y="808464"/>
                  </a:lnTo>
                  <a:lnTo>
                    <a:pt x="3586798" y="816638"/>
                  </a:lnTo>
                  <a:lnTo>
                    <a:pt x="3587448" y="824665"/>
                  </a:lnTo>
                  <a:lnTo>
                    <a:pt x="3588098" y="832377"/>
                  </a:lnTo>
                  <a:lnTo>
                    <a:pt x="3588747" y="839729"/>
                  </a:lnTo>
                  <a:lnTo>
                    <a:pt x="3589397" y="846790"/>
                  </a:lnTo>
                  <a:lnTo>
                    <a:pt x="3590047" y="853615"/>
                  </a:lnTo>
                  <a:lnTo>
                    <a:pt x="3590697" y="860223"/>
                  </a:lnTo>
                  <a:lnTo>
                    <a:pt x="3591347" y="866723"/>
                  </a:lnTo>
                  <a:lnTo>
                    <a:pt x="3591997" y="873291"/>
                  </a:lnTo>
                  <a:lnTo>
                    <a:pt x="3592647" y="880022"/>
                  </a:lnTo>
                  <a:lnTo>
                    <a:pt x="3593297" y="886913"/>
                  </a:lnTo>
                  <a:lnTo>
                    <a:pt x="3593947" y="893887"/>
                  </a:lnTo>
                  <a:lnTo>
                    <a:pt x="3594597" y="900909"/>
                  </a:lnTo>
                  <a:lnTo>
                    <a:pt x="3595247" y="907977"/>
                  </a:lnTo>
                  <a:lnTo>
                    <a:pt x="3595897" y="915179"/>
                  </a:lnTo>
                  <a:lnTo>
                    <a:pt x="3596547" y="922568"/>
                  </a:lnTo>
                  <a:lnTo>
                    <a:pt x="3597197" y="930143"/>
                  </a:lnTo>
                  <a:lnTo>
                    <a:pt x="3597847" y="937957"/>
                  </a:lnTo>
                  <a:lnTo>
                    <a:pt x="3598496" y="945976"/>
                  </a:lnTo>
                  <a:lnTo>
                    <a:pt x="3599146" y="954183"/>
                  </a:lnTo>
                  <a:lnTo>
                    <a:pt x="3599796" y="962527"/>
                  </a:lnTo>
                  <a:lnTo>
                    <a:pt x="3600446" y="970942"/>
                  </a:lnTo>
                  <a:lnTo>
                    <a:pt x="3601096" y="979346"/>
                  </a:lnTo>
                  <a:lnTo>
                    <a:pt x="3601746" y="987637"/>
                  </a:lnTo>
                  <a:lnTo>
                    <a:pt x="3602396" y="995730"/>
                  </a:lnTo>
                  <a:lnTo>
                    <a:pt x="3603046" y="1003551"/>
                  </a:lnTo>
                  <a:lnTo>
                    <a:pt x="3603696" y="1011090"/>
                  </a:lnTo>
                  <a:lnTo>
                    <a:pt x="3604346" y="1018343"/>
                  </a:lnTo>
                  <a:lnTo>
                    <a:pt x="3604996" y="1025199"/>
                  </a:lnTo>
                  <a:lnTo>
                    <a:pt x="3605646" y="1031534"/>
                  </a:lnTo>
                  <a:lnTo>
                    <a:pt x="3606296" y="1037271"/>
                  </a:lnTo>
                  <a:lnTo>
                    <a:pt x="3606946" y="1042392"/>
                  </a:lnTo>
                  <a:lnTo>
                    <a:pt x="3607596" y="1046862"/>
                  </a:lnTo>
                  <a:lnTo>
                    <a:pt x="3608246" y="1050721"/>
                  </a:lnTo>
                  <a:lnTo>
                    <a:pt x="3608895" y="1053958"/>
                  </a:lnTo>
                  <a:lnTo>
                    <a:pt x="3609545" y="1056550"/>
                  </a:lnTo>
                  <a:lnTo>
                    <a:pt x="3610195" y="1058419"/>
                  </a:lnTo>
                  <a:lnTo>
                    <a:pt x="3610845" y="1059559"/>
                  </a:lnTo>
                  <a:lnTo>
                    <a:pt x="3611495" y="1059919"/>
                  </a:lnTo>
                  <a:lnTo>
                    <a:pt x="3612145" y="1059485"/>
                  </a:lnTo>
                  <a:lnTo>
                    <a:pt x="3612795" y="1058329"/>
                  </a:lnTo>
                  <a:lnTo>
                    <a:pt x="3613445" y="1056479"/>
                  </a:lnTo>
                  <a:lnTo>
                    <a:pt x="3614095" y="1053958"/>
                  </a:lnTo>
                  <a:lnTo>
                    <a:pt x="3614745" y="1050833"/>
                  </a:lnTo>
                  <a:lnTo>
                    <a:pt x="3615395" y="1047223"/>
                  </a:lnTo>
                  <a:lnTo>
                    <a:pt x="3616045" y="1043238"/>
                  </a:lnTo>
                  <a:lnTo>
                    <a:pt x="3616695" y="1038875"/>
                  </a:lnTo>
                  <a:lnTo>
                    <a:pt x="3617345" y="1034103"/>
                  </a:lnTo>
                  <a:lnTo>
                    <a:pt x="3617995" y="1028923"/>
                  </a:lnTo>
                  <a:lnTo>
                    <a:pt x="3618644" y="1023414"/>
                  </a:lnTo>
                  <a:lnTo>
                    <a:pt x="3619294" y="1017696"/>
                  </a:lnTo>
                  <a:lnTo>
                    <a:pt x="3619944" y="1011910"/>
                  </a:lnTo>
                  <a:lnTo>
                    <a:pt x="3620594" y="1006230"/>
                  </a:lnTo>
                  <a:lnTo>
                    <a:pt x="3621244" y="1000806"/>
                  </a:lnTo>
                  <a:lnTo>
                    <a:pt x="3621894" y="995677"/>
                  </a:lnTo>
                  <a:lnTo>
                    <a:pt x="3622544" y="990811"/>
                  </a:lnTo>
                  <a:lnTo>
                    <a:pt x="3623194" y="986134"/>
                  </a:lnTo>
                  <a:lnTo>
                    <a:pt x="3623844" y="981674"/>
                  </a:lnTo>
                  <a:lnTo>
                    <a:pt x="3624494" y="977356"/>
                  </a:lnTo>
                  <a:lnTo>
                    <a:pt x="3625144" y="973035"/>
                  </a:lnTo>
                  <a:lnTo>
                    <a:pt x="3625794" y="968679"/>
                  </a:lnTo>
                  <a:lnTo>
                    <a:pt x="3626444" y="964315"/>
                  </a:lnTo>
                  <a:lnTo>
                    <a:pt x="3627094" y="959966"/>
                  </a:lnTo>
                  <a:lnTo>
                    <a:pt x="3627744" y="955553"/>
                  </a:lnTo>
                  <a:lnTo>
                    <a:pt x="3628394" y="951007"/>
                  </a:lnTo>
                  <a:lnTo>
                    <a:pt x="3629043" y="946171"/>
                  </a:lnTo>
                  <a:lnTo>
                    <a:pt x="3629693" y="940990"/>
                  </a:lnTo>
                  <a:lnTo>
                    <a:pt x="3630343" y="935382"/>
                  </a:lnTo>
                  <a:lnTo>
                    <a:pt x="3630993" y="929287"/>
                  </a:lnTo>
                  <a:lnTo>
                    <a:pt x="3631643" y="922733"/>
                  </a:lnTo>
                  <a:lnTo>
                    <a:pt x="3632293" y="915772"/>
                  </a:lnTo>
                  <a:lnTo>
                    <a:pt x="3632943" y="908523"/>
                  </a:lnTo>
                  <a:lnTo>
                    <a:pt x="3633593" y="901069"/>
                  </a:lnTo>
                  <a:lnTo>
                    <a:pt x="3634243" y="893480"/>
                  </a:lnTo>
                  <a:lnTo>
                    <a:pt x="3634893" y="885817"/>
                  </a:lnTo>
                  <a:lnTo>
                    <a:pt x="3635543" y="878136"/>
                  </a:lnTo>
                  <a:lnTo>
                    <a:pt x="3636193" y="870446"/>
                  </a:lnTo>
                  <a:lnTo>
                    <a:pt x="3636843" y="862729"/>
                  </a:lnTo>
                  <a:lnTo>
                    <a:pt x="3637493" y="855058"/>
                  </a:lnTo>
                  <a:lnTo>
                    <a:pt x="3638143" y="847508"/>
                  </a:lnTo>
                  <a:lnTo>
                    <a:pt x="3638792" y="840191"/>
                  </a:lnTo>
                  <a:lnTo>
                    <a:pt x="3639442" y="833163"/>
                  </a:lnTo>
                  <a:lnTo>
                    <a:pt x="3640092" y="826492"/>
                  </a:lnTo>
                  <a:lnTo>
                    <a:pt x="3640742" y="820238"/>
                  </a:lnTo>
                  <a:lnTo>
                    <a:pt x="3641392" y="814389"/>
                  </a:lnTo>
                  <a:lnTo>
                    <a:pt x="3642042" y="808991"/>
                  </a:lnTo>
                  <a:lnTo>
                    <a:pt x="3642692" y="804058"/>
                  </a:lnTo>
                  <a:lnTo>
                    <a:pt x="3643342" y="799606"/>
                  </a:lnTo>
                  <a:lnTo>
                    <a:pt x="3643992" y="795626"/>
                  </a:lnTo>
                  <a:lnTo>
                    <a:pt x="3644642" y="792138"/>
                  </a:lnTo>
                  <a:lnTo>
                    <a:pt x="3645292" y="789143"/>
                  </a:lnTo>
                  <a:lnTo>
                    <a:pt x="3645942" y="786600"/>
                  </a:lnTo>
                  <a:lnTo>
                    <a:pt x="3646592" y="784576"/>
                  </a:lnTo>
                  <a:lnTo>
                    <a:pt x="3647242" y="783066"/>
                  </a:lnTo>
                  <a:lnTo>
                    <a:pt x="3647892" y="782027"/>
                  </a:lnTo>
                  <a:lnTo>
                    <a:pt x="3648542" y="781409"/>
                  </a:lnTo>
                  <a:lnTo>
                    <a:pt x="3649191" y="781165"/>
                  </a:lnTo>
                  <a:lnTo>
                    <a:pt x="3649841" y="781278"/>
                  </a:lnTo>
                  <a:lnTo>
                    <a:pt x="3650491" y="781717"/>
                  </a:lnTo>
                  <a:lnTo>
                    <a:pt x="3651141" y="782387"/>
                  </a:lnTo>
                  <a:lnTo>
                    <a:pt x="3651791" y="783146"/>
                  </a:lnTo>
                  <a:lnTo>
                    <a:pt x="3652441" y="783951"/>
                  </a:lnTo>
                  <a:lnTo>
                    <a:pt x="3653091" y="784678"/>
                  </a:lnTo>
                  <a:lnTo>
                    <a:pt x="3653741" y="785259"/>
                  </a:lnTo>
                  <a:lnTo>
                    <a:pt x="3654391" y="785630"/>
                  </a:lnTo>
                  <a:lnTo>
                    <a:pt x="3655041" y="785759"/>
                  </a:lnTo>
                  <a:lnTo>
                    <a:pt x="3655691" y="785671"/>
                  </a:lnTo>
                  <a:lnTo>
                    <a:pt x="3656341" y="785346"/>
                  </a:lnTo>
                  <a:lnTo>
                    <a:pt x="3656991" y="784717"/>
                  </a:lnTo>
                  <a:lnTo>
                    <a:pt x="3657641" y="783818"/>
                  </a:lnTo>
                  <a:lnTo>
                    <a:pt x="3658291" y="782643"/>
                  </a:lnTo>
                  <a:lnTo>
                    <a:pt x="3658940" y="781209"/>
                  </a:lnTo>
                  <a:lnTo>
                    <a:pt x="3659590" y="779518"/>
                  </a:lnTo>
                  <a:lnTo>
                    <a:pt x="3660240" y="777626"/>
                  </a:lnTo>
                  <a:lnTo>
                    <a:pt x="3660890" y="775606"/>
                  </a:lnTo>
                  <a:lnTo>
                    <a:pt x="3661540" y="773572"/>
                  </a:lnTo>
                  <a:lnTo>
                    <a:pt x="3662190" y="771587"/>
                  </a:lnTo>
                  <a:lnTo>
                    <a:pt x="3662840" y="769699"/>
                  </a:lnTo>
                  <a:lnTo>
                    <a:pt x="3663490" y="767984"/>
                  </a:lnTo>
                  <a:lnTo>
                    <a:pt x="3664140" y="766447"/>
                  </a:lnTo>
                  <a:lnTo>
                    <a:pt x="3664790" y="765168"/>
                  </a:lnTo>
                  <a:lnTo>
                    <a:pt x="3665440" y="764090"/>
                  </a:lnTo>
                  <a:lnTo>
                    <a:pt x="3666090" y="763167"/>
                  </a:lnTo>
                  <a:lnTo>
                    <a:pt x="3666740" y="762410"/>
                  </a:lnTo>
                  <a:lnTo>
                    <a:pt x="3667390" y="761781"/>
                  </a:lnTo>
                  <a:lnTo>
                    <a:pt x="3668040" y="761322"/>
                  </a:lnTo>
                  <a:lnTo>
                    <a:pt x="3668690" y="761053"/>
                  </a:lnTo>
                  <a:lnTo>
                    <a:pt x="3669339" y="761065"/>
                  </a:lnTo>
                  <a:lnTo>
                    <a:pt x="3669989" y="761370"/>
                  </a:lnTo>
                  <a:lnTo>
                    <a:pt x="3670639" y="761922"/>
                  </a:lnTo>
                  <a:lnTo>
                    <a:pt x="3671289" y="762716"/>
                  </a:lnTo>
                  <a:lnTo>
                    <a:pt x="3671939" y="763750"/>
                  </a:lnTo>
                  <a:lnTo>
                    <a:pt x="3672589" y="765036"/>
                  </a:lnTo>
                  <a:lnTo>
                    <a:pt x="3673239" y="766507"/>
                  </a:lnTo>
                  <a:lnTo>
                    <a:pt x="3673889" y="768214"/>
                  </a:lnTo>
                  <a:lnTo>
                    <a:pt x="3674539" y="770149"/>
                  </a:lnTo>
                  <a:lnTo>
                    <a:pt x="3675189" y="772337"/>
                  </a:lnTo>
                  <a:lnTo>
                    <a:pt x="3675839" y="774814"/>
                  </a:lnTo>
                  <a:lnTo>
                    <a:pt x="3676489" y="777573"/>
                  </a:lnTo>
                  <a:lnTo>
                    <a:pt x="3677139" y="780613"/>
                  </a:lnTo>
                  <a:lnTo>
                    <a:pt x="3677789" y="783914"/>
                  </a:lnTo>
                  <a:lnTo>
                    <a:pt x="3678439" y="787477"/>
                  </a:lnTo>
                  <a:lnTo>
                    <a:pt x="3679088" y="791209"/>
                  </a:lnTo>
                  <a:lnTo>
                    <a:pt x="3679738" y="795030"/>
                  </a:lnTo>
                  <a:lnTo>
                    <a:pt x="3680388" y="799013"/>
                  </a:lnTo>
                  <a:lnTo>
                    <a:pt x="3681038" y="803144"/>
                  </a:lnTo>
                  <a:lnTo>
                    <a:pt x="3681688" y="807442"/>
                  </a:lnTo>
                  <a:lnTo>
                    <a:pt x="3682338" y="811911"/>
                  </a:lnTo>
                  <a:lnTo>
                    <a:pt x="3682988" y="816676"/>
                  </a:lnTo>
                  <a:lnTo>
                    <a:pt x="3683638" y="821829"/>
                  </a:lnTo>
                  <a:lnTo>
                    <a:pt x="3684288" y="827472"/>
                  </a:lnTo>
                  <a:lnTo>
                    <a:pt x="3684938" y="833600"/>
                  </a:lnTo>
                  <a:lnTo>
                    <a:pt x="3685588" y="840217"/>
                  </a:lnTo>
                  <a:lnTo>
                    <a:pt x="3686238" y="847317"/>
                  </a:lnTo>
                  <a:lnTo>
                    <a:pt x="3686888" y="854894"/>
                  </a:lnTo>
                  <a:lnTo>
                    <a:pt x="3687538" y="862918"/>
                  </a:lnTo>
                  <a:lnTo>
                    <a:pt x="3688188" y="871376"/>
                  </a:lnTo>
                  <a:lnTo>
                    <a:pt x="3688838" y="880253"/>
                  </a:lnTo>
                  <a:lnTo>
                    <a:pt x="3689487" y="889557"/>
                  </a:lnTo>
                  <a:lnTo>
                    <a:pt x="3690137" y="899227"/>
                  </a:lnTo>
                  <a:lnTo>
                    <a:pt x="3690787" y="909238"/>
                  </a:lnTo>
                  <a:lnTo>
                    <a:pt x="3691437" y="919527"/>
                  </a:lnTo>
                  <a:lnTo>
                    <a:pt x="3692087" y="929981"/>
                  </a:lnTo>
                  <a:lnTo>
                    <a:pt x="3692737" y="940533"/>
                  </a:lnTo>
                  <a:lnTo>
                    <a:pt x="3693387" y="951129"/>
                  </a:lnTo>
                  <a:lnTo>
                    <a:pt x="3694037" y="961726"/>
                  </a:lnTo>
                  <a:lnTo>
                    <a:pt x="3694687" y="972265"/>
                  </a:lnTo>
                  <a:lnTo>
                    <a:pt x="3695337" y="982753"/>
                  </a:lnTo>
                  <a:lnTo>
                    <a:pt x="3695987" y="993158"/>
                  </a:lnTo>
                  <a:lnTo>
                    <a:pt x="3696637" y="1003414"/>
                  </a:lnTo>
                  <a:lnTo>
                    <a:pt x="3697287" y="1013408"/>
                  </a:lnTo>
                  <a:lnTo>
                    <a:pt x="3697937" y="1023046"/>
                  </a:lnTo>
                  <a:lnTo>
                    <a:pt x="3698587" y="1032266"/>
                  </a:lnTo>
                  <a:lnTo>
                    <a:pt x="3699236" y="1040990"/>
                  </a:lnTo>
                  <a:lnTo>
                    <a:pt x="3699886" y="1049201"/>
                  </a:lnTo>
                  <a:lnTo>
                    <a:pt x="3700536" y="1056942"/>
                  </a:lnTo>
                  <a:lnTo>
                    <a:pt x="3701186" y="1064254"/>
                  </a:lnTo>
                  <a:lnTo>
                    <a:pt x="3701836" y="1071167"/>
                  </a:lnTo>
                  <a:lnTo>
                    <a:pt x="3702486" y="1077687"/>
                  </a:lnTo>
                  <a:lnTo>
                    <a:pt x="3703136" y="1083835"/>
                  </a:lnTo>
                  <a:lnTo>
                    <a:pt x="3703786" y="1089638"/>
                  </a:lnTo>
                  <a:lnTo>
                    <a:pt x="3704436" y="1095119"/>
                  </a:lnTo>
                  <a:lnTo>
                    <a:pt x="3705086" y="1100263"/>
                  </a:lnTo>
                  <a:lnTo>
                    <a:pt x="3705736" y="1105076"/>
                  </a:lnTo>
                  <a:lnTo>
                    <a:pt x="3706386" y="1109561"/>
                  </a:lnTo>
                  <a:lnTo>
                    <a:pt x="3707036" y="1113664"/>
                  </a:lnTo>
                  <a:lnTo>
                    <a:pt x="3707686" y="1117369"/>
                  </a:lnTo>
                  <a:lnTo>
                    <a:pt x="3708336" y="1120709"/>
                  </a:lnTo>
                  <a:lnTo>
                    <a:pt x="3708986" y="1123711"/>
                  </a:lnTo>
                  <a:lnTo>
                    <a:pt x="3709635" y="1126367"/>
                  </a:lnTo>
                  <a:lnTo>
                    <a:pt x="3710285" y="1128689"/>
                  </a:lnTo>
                  <a:lnTo>
                    <a:pt x="3710935" y="1130660"/>
                  </a:lnTo>
                  <a:lnTo>
                    <a:pt x="3711585" y="1132256"/>
                  </a:lnTo>
                  <a:lnTo>
                    <a:pt x="3712235" y="1133533"/>
                  </a:lnTo>
                  <a:lnTo>
                    <a:pt x="3712885" y="1134465"/>
                  </a:lnTo>
                  <a:lnTo>
                    <a:pt x="3713535" y="1135009"/>
                  </a:lnTo>
                  <a:lnTo>
                    <a:pt x="3714185" y="1135156"/>
                  </a:lnTo>
                  <a:lnTo>
                    <a:pt x="3714835" y="1134837"/>
                  </a:lnTo>
                  <a:lnTo>
                    <a:pt x="3715485" y="1133951"/>
                  </a:lnTo>
                  <a:lnTo>
                    <a:pt x="3716135" y="1132375"/>
                  </a:lnTo>
                  <a:lnTo>
                    <a:pt x="3716785" y="1129994"/>
                  </a:lnTo>
                  <a:lnTo>
                    <a:pt x="3717435" y="1126711"/>
                  </a:lnTo>
                  <a:lnTo>
                    <a:pt x="3718085" y="1122519"/>
                  </a:lnTo>
                  <a:lnTo>
                    <a:pt x="3718735" y="1117430"/>
                  </a:lnTo>
                  <a:lnTo>
                    <a:pt x="3719384" y="1111485"/>
                  </a:lnTo>
                  <a:lnTo>
                    <a:pt x="3720034" y="1104719"/>
                  </a:lnTo>
                  <a:lnTo>
                    <a:pt x="3720684" y="1097187"/>
                  </a:lnTo>
                  <a:lnTo>
                    <a:pt x="3721334" y="1088875"/>
                  </a:lnTo>
                  <a:lnTo>
                    <a:pt x="3721984" y="1079798"/>
                  </a:lnTo>
                  <a:lnTo>
                    <a:pt x="3722634" y="1070039"/>
                  </a:lnTo>
                  <a:lnTo>
                    <a:pt x="3723284" y="1059670"/>
                  </a:lnTo>
                  <a:lnTo>
                    <a:pt x="3723934" y="1048731"/>
                  </a:lnTo>
                  <a:lnTo>
                    <a:pt x="3724584" y="1037385"/>
                  </a:lnTo>
                  <a:lnTo>
                    <a:pt x="3725234" y="1025728"/>
                  </a:lnTo>
                  <a:lnTo>
                    <a:pt x="3725884" y="1013811"/>
                  </a:lnTo>
                  <a:lnTo>
                    <a:pt x="3726534" y="1001688"/>
                  </a:lnTo>
                  <a:lnTo>
                    <a:pt x="3727184" y="989474"/>
                  </a:lnTo>
                  <a:lnTo>
                    <a:pt x="3727834" y="977244"/>
                  </a:lnTo>
                  <a:lnTo>
                    <a:pt x="3728484" y="965031"/>
                  </a:lnTo>
                  <a:lnTo>
                    <a:pt x="3729133" y="952899"/>
                  </a:lnTo>
                  <a:lnTo>
                    <a:pt x="3729783" y="940952"/>
                  </a:lnTo>
                  <a:lnTo>
                    <a:pt x="3730433" y="929294"/>
                  </a:lnTo>
                  <a:lnTo>
                    <a:pt x="3731083" y="918027"/>
                  </a:lnTo>
                  <a:lnTo>
                    <a:pt x="3731733" y="907204"/>
                  </a:lnTo>
                  <a:lnTo>
                    <a:pt x="3732383" y="896885"/>
                  </a:lnTo>
                  <a:lnTo>
                    <a:pt x="3733033" y="887016"/>
                  </a:lnTo>
                  <a:lnTo>
                    <a:pt x="3733683" y="877491"/>
                  </a:lnTo>
                  <a:lnTo>
                    <a:pt x="3734333" y="868132"/>
                  </a:lnTo>
                  <a:lnTo>
                    <a:pt x="3734983" y="858815"/>
                  </a:lnTo>
                  <a:lnTo>
                    <a:pt x="3735633" y="849518"/>
                  </a:lnTo>
                  <a:lnTo>
                    <a:pt x="3736283" y="840221"/>
                  </a:lnTo>
                  <a:lnTo>
                    <a:pt x="3736933" y="830892"/>
                  </a:lnTo>
                  <a:lnTo>
                    <a:pt x="3737583" y="821502"/>
                  </a:lnTo>
                  <a:lnTo>
                    <a:pt x="3738233" y="812044"/>
                  </a:lnTo>
                  <a:lnTo>
                    <a:pt x="3738883" y="802501"/>
                  </a:lnTo>
                  <a:lnTo>
                    <a:pt x="3739532" y="792849"/>
                  </a:lnTo>
                  <a:lnTo>
                    <a:pt x="3740182" y="783118"/>
                  </a:lnTo>
                  <a:lnTo>
                    <a:pt x="3740832" y="773268"/>
                  </a:lnTo>
                  <a:lnTo>
                    <a:pt x="3741482" y="763318"/>
                  </a:lnTo>
                  <a:lnTo>
                    <a:pt x="3742132" y="753330"/>
                  </a:lnTo>
                  <a:lnTo>
                    <a:pt x="3742782" y="743381"/>
                  </a:lnTo>
                  <a:lnTo>
                    <a:pt x="3743432" y="733497"/>
                  </a:lnTo>
                  <a:lnTo>
                    <a:pt x="3744082" y="723797"/>
                  </a:lnTo>
                  <a:lnTo>
                    <a:pt x="3744732" y="714342"/>
                  </a:lnTo>
                  <a:lnTo>
                    <a:pt x="3745382" y="705068"/>
                  </a:lnTo>
                  <a:lnTo>
                    <a:pt x="3746032" y="695974"/>
                  </a:lnTo>
                  <a:lnTo>
                    <a:pt x="3746682" y="687017"/>
                  </a:lnTo>
                  <a:lnTo>
                    <a:pt x="3747332" y="678295"/>
                  </a:lnTo>
                  <a:lnTo>
                    <a:pt x="3747982" y="669906"/>
                  </a:lnTo>
                  <a:lnTo>
                    <a:pt x="3748632" y="661977"/>
                  </a:lnTo>
                  <a:lnTo>
                    <a:pt x="3749281" y="654620"/>
                  </a:lnTo>
                  <a:lnTo>
                    <a:pt x="3749931" y="647985"/>
                  </a:lnTo>
                  <a:lnTo>
                    <a:pt x="3750581" y="642193"/>
                  </a:lnTo>
                  <a:lnTo>
                    <a:pt x="3751231" y="637292"/>
                  </a:lnTo>
                  <a:lnTo>
                    <a:pt x="3751881" y="633273"/>
                  </a:lnTo>
                  <a:lnTo>
                    <a:pt x="3752531" y="630203"/>
                  </a:lnTo>
                  <a:lnTo>
                    <a:pt x="3753181" y="628052"/>
                  </a:lnTo>
                  <a:lnTo>
                    <a:pt x="3753831" y="626822"/>
                  </a:lnTo>
                  <a:lnTo>
                    <a:pt x="3754481" y="626563"/>
                  </a:lnTo>
                  <a:lnTo>
                    <a:pt x="3755131" y="627374"/>
                  </a:lnTo>
                  <a:lnTo>
                    <a:pt x="3755781" y="629270"/>
                  </a:lnTo>
                  <a:lnTo>
                    <a:pt x="3756431" y="632260"/>
                  </a:lnTo>
                  <a:lnTo>
                    <a:pt x="3757081" y="636300"/>
                  </a:lnTo>
                  <a:lnTo>
                    <a:pt x="3757731" y="641348"/>
                  </a:lnTo>
                  <a:lnTo>
                    <a:pt x="3758381" y="647365"/>
                  </a:lnTo>
                  <a:lnTo>
                    <a:pt x="3759031" y="654312"/>
                  </a:lnTo>
                  <a:lnTo>
                    <a:pt x="3759680" y="662141"/>
                  </a:lnTo>
                  <a:lnTo>
                    <a:pt x="3760330" y="670731"/>
                  </a:lnTo>
                  <a:lnTo>
                    <a:pt x="3760980" y="679976"/>
                  </a:lnTo>
                  <a:lnTo>
                    <a:pt x="3761630" y="689774"/>
                  </a:lnTo>
                  <a:lnTo>
                    <a:pt x="3762280" y="699990"/>
                  </a:lnTo>
                  <a:lnTo>
                    <a:pt x="3762930" y="710469"/>
                  </a:lnTo>
                  <a:lnTo>
                    <a:pt x="3763580" y="721098"/>
                  </a:lnTo>
                  <a:lnTo>
                    <a:pt x="3764230" y="731788"/>
                  </a:lnTo>
                  <a:lnTo>
                    <a:pt x="3764880" y="742450"/>
                  </a:lnTo>
                  <a:lnTo>
                    <a:pt x="3765530" y="753081"/>
                  </a:lnTo>
                  <a:lnTo>
                    <a:pt x="3766180" y="763787"/>
                  </a:lnTo>
                  <a:lnTo>
                    <a:pt x="3766830" y="774644"/>
                  </a:lnTo>
                  <a:lnTo>
                    <a:pt x="3767480" y="785711"/>
                  </a:lnTo>
                  <a:lnTo>
                    <a:pt x="3768130" y="797025"/>
                  </a:lnTo>
                  <a:lnTo>
                    <a:pt x="3768780" y="808538"/>
                  </a:lnTo>
                  <a:lnTo>
                    <a:pt x="3769429" y="820275"/>
                  </a:lnTo>
                  <a:lnTo>
                    <a:pt x="3770079" y="832218"/>
                  </a:lnTo>
                  <a:lnTo>
                    <a:pt x="3770729" y="844408"/>
                  </a:lnTo>
                  <a:lnTo>
                    <a:pt x="3771379" y="856875"/>
                  </a:lnTo>
                  <a:lnTo>
                    <a:pt x="3772029" y="869694"/>
                  </a:lnTo>
                  <a:lnTo>
                    <a:pt x="3772679" y="882911"/>
                  </a:lnTo>
                  <a:lnTo>
                    <a:pt x="3773329" y="896449"/>
                  </a:lnTo>
                  <a:lnTo>
                    <a:pt x="3773979" y="910297"/>
                  </a:lnTo>
                  <a:lnTo>
                    <a:pt x="3774629" y="924346"/>
                  </a:lnTo>
                  <a:lnTo>
                    <a:pt x="3775279" y="938490"/>
                  </a:lnTo>
                  <a:lnTo>
                    <a:pt x="3775929" y="952656"/>
                  </a:lnTo>
                  <a:lnTo>
                    <a:pt x="3776579" y="966803"/>
                  </a:lnTo>
                  <a:lnTo>
                    <a:pt x="3777229" y="980846"/>
                  </a:lnTo>
                  <a:lnTo>
                    <a:pt x="3777879" y="994823"/>
                  </a:lnTo>
                  <a:lnTo>
                    <a:pt x="3778529" y="1008789"/>
                  </a:lnTo>
                  <a:lnTo>
                    <a:pt x="3779179" y="1022814"/>
                  </a:lnTo>
                  <a:lnTo>
                    <a:pt x="3779828" y="1036915"/>
                  </a:lnTo>
                  <a:lnTo>
                    <a:pt x="3780478" y="1050962"/>
                  </a:lnTo>
                  <a:lnTo>
                    <a:pt x="3781128" y="1064848"/>
                  </a:lnTo>
                  <a:lnTo>
                    <a:pt x="3781778" y="1078495"/>
                  </a:lnTo>
                  <a:lnTo>
                    <a:pt x="3782428" y="1091788"/>
                  </a:lnTo>
                  <a:lnTo>
                    <a:pt x="3783078" y="1104760"/>
                  </a:lnTo>
                  <a:lnTo>
                    <a:pt x="3783728" y="1117381"/>
                  </a:lnTo>
                  <a:lnTo>
                    <a:pt x="3784378" y="1129656"/>
                  </a:lnTo>
                  <a:lnTo>
                    <a:pt x="3785028" y="1141506"/>
                  </a:lnTo>
                  <a:lnTo>
                    <a:pt x="3785678" y="1152950"/>
                  </a:lnTo>
                  <a:lnTo>
                    <a:pt x="3786328" y="1163968"/>
                  </a:lnTo>
                  <a:lnTo>
                    <a:pt x="3786978" y="1174517"/>
                  </a:lnTo>
                  <a:lnTo>
                    <a:pt x="3787628" y="1184485"/>
                  </a:lnTo>
                  <a:lnTo>
                    <a:pt x="3788278" y="1193786"/>
                  </a:lnTo>
                  <a:lnTo>
                    <a:pt x="3788928" y="1202362"/>
                  </a:lnTo>
                  <a:lnTo>
                    <a:pt x="3789577" y="1210148"/>
                  </a:lnTo>
                  <a:lnTo>
                    <a:pt x="3790227" y="1217205"/>
                  </a:lnTo>
                  <a:lnTo>
                    <a:pt x="3790877" y="1223593"/>
                  </a:lnTo>
                  <a:lnTo>
                    <a:pt x="3791527" y="1229306"/>
                  </a:lnTo>
                  <a:lnTo>
                    <a:pt x="3792177" y="1234309"/>
                  </a:lnTo>
                  <a:lnTo>
                    <a:pt x="3792827" y="1238493"/>
                  </a:lnTo>
                  <a:lnTo>
                    <a:pt x="3793477" y="1241855"/>
                  </a:lnTo>
                  <a:lnTo>
                    <a:pt x="3794127" y="1244487"/>
                  </a:lnTo>
                  <a:lnTo>
                    <a:pt x="3794777" y="1246534"/>
                  </a:lnTo>
                  <a:lnTo>
                    <a:pt x="3795427" y="1248146"/>
                  </a:lnTo>
                  <a:lnTo>
                    <a:pt x="3796077" y="1249537"/>
                  </a:lnTo>
                  <a:lnTo>
                    <a:pt x="3796727" y="1250875"/>
                  </a:lnTo>
                  <a:lnTo>
                    <a:pt x="3797377" y="1252269"/>
                  </a:lnTo>
                  <a:lnTo>
                    <a:pt x="3798027" y="1253738"/>
                  </a:lnTo>
                  <a:lnTo>
                    <a:pt x="3798677" y="1255246"/>
                  </a:lnTo>
                  <a:lnTo>
                    <a:pt x="3799327" y="1256771"/>
                  </a:lnTo>
                  <a:lnTo>
                    <a:pt x="3799976" y="1258236"/>
                  </a:lnTo>
                  <a:lnTo>
                    <a:pt x="3800626" y="1259636"/>
                  </a:lnTo>
                  <a:lnTo>
                    <a:pt x="3801276" y="1261024"/>
                  </a:lnTo>
                  <a:lnTo>
                    <a:pt x="3801926" y="1262385"/>
                  </a:lnTo>
                  <a:lnTo>
                    <a:pt x="3802576" y="1263744"/>
                  </a:lnTo>
                  <a:lnTo>
                    <a:pt x="3803226" y="1265141"/>
                  </a:lnTo>
                  <a:lnTo>
                    <a:pt x="3803876" y="1266458"/>
                  </a:lnTo>
                  <a:lnTo>
                    <a:pt x="3804526" y="1267559"/>
                  </a:lnTo>
                  <a:lnTo>
                    <a:pt x="3805176" y="1268370"/>
                  </a:lnTo>
                  <a:lnTo>
                    <a:pt x="3805826" y="1268904"/>
                  </a:lnTo>
                  <a:lnTo>
                    <a:pt x="3806476" y="1269217"/>
                  </a:lnTo>
                  <a:lnTo>
                    <a:pt x="3807126" y="1269313"/>
                  </a:lnTo>
                  <a:lnTo>
                    <a:pt x="3807776" y="1269170"/>
                  </a:lnTo>
                  <a:lnTo>
                    <a:pt x="3808426" y="1268742"/>
                  </a:lnTo>
                  <a:lnTo>
                    <a:pt x="3809076" y="1268041"/>
                  </a:lnTo>
                  <a:lnTo>
                    <a:pt x="3809725" y="1267156"/>
                  </a:lnTo>
                  <a:lnTo>
                    <a:pt x="3810375" y="1266090"/>
                  </a:lnTo>
                  <a:lnTo>
                    <a:pt x="3811025" y="1264814"/>
                  </a:lnTo>
                  <a:lnTo>
                    <a:pt x="3811675" y="1263317"/>
                  </a:lnTo>
                  <a:lnTo>
                    <a:pt x="3812325" y="1261573"/>
                  </a:lnTo>
                  <a:lnTo>
                    <a:pt x="3812975" y="1259621"/>
                  </a:lnTo>
                  <a:lnTo>
                    <a:pt x="3813625" y="1257547"/>
                  </a:lnTo>
                  <a:lnTo>
                    <a:pt x="3814275" y="1255462"/>
                  </a:lnTo>
                  <a:lnTo>
                    <a:pt x="3814925" y="1253421"/>
                  </a:lnTo>
                  <a:lnTo>
                    <a:pt x="3815575" y="1251333"/>
                  </a:lnTo>
                  <a:lnTo>
                    <a:pt x="3816225" y="1249052"/>
                  </a:lnTo>
                  <a:lnTo>
                    <a:pt x="3816875" y="1246541"/>
                  </a:lnTo>
                  <a:lnTo>
                    <a:pt x="3817525" y="1243830"/>
                  </a:lnTo>
                  <a:lnTo>
                    <a:pt x="3818175" y="1240962"/>
                  </a:lnTo>
                  <a:lnTo>
                    <a:pt x="3818825" y="1237877"/>
                  </a:lnTo>
                  <a:lnTo>
                    <a:pt x="3819475" y="1234523"/>
                  </a:lnTo>
                  <a:lnTo>
                    <a:pt x="3820124" y="1230900"/>
                  </a:lnTo>
                  <a:lnTo>
                    <a:pt x="3820774" y="1227063"/>
                  </a:lnTo>
                  <a:lnTo>
                    <a:pt x="3821424" y="1222982"/>
                  </a:lnTo>
                  <a:lnTo>
                    <a:pt x="3822074" y="1218703"/>
                  </a:lnTo>
                  <a:lnTo>
                    <a:pt x="3822724" y="1214210"/>
                  </a:lnTo>
                  <a:lnTo>
                    <a:pt x="3823374" y="1209382"/>
                  </a:lnTo>
                  <a:lnTo>
                    <a:pt x="3824024" y="1204162"/>
                  </a:lnTo>
                  <a:lnTo>
                    <a:pt x="3824674" y="1198480"/>
                  </a:lnTo>
                  <a:lnTo>
                    <a:pt x="3825324" y="1192468"/>
                  </a:lnTo>
                  <a:lnTo>
                    <a:pt x="3825974" y="1186248"/>
                  </a:lnTo>
                  <a:lnTo>
                    <a:pt x="3826624" y="1179799"/>
                  </a:lnTo>
                  <a:lnTo>
                    <a:pt x="3827274" y="1173054"/>
                  </a:lnTo>
                  <a:lnTo>
                    <a:pt x="3827924" y="1165933"/>
                  </a:lnTo>
                  <a:lnTo>
                    <a:pt x="3828574" y="1158344"/>
                  </a:lnTo>
                  <a:lnTo>
                    <a:pt x="3829224" y="1150187"/>
                  </a:lnTo>
                  <a:lnTo>
                    <a:pt x="3829873" y="1141393"/>
                  </a:lnTo>
                  <a:lnTo>
                    <a:pt x="3830523" y="1131886"/>
                  </a:lnTo>
                  <a:lnTo>
                    <a:pt x="3831173" y="1121705"/>
                  </a:lnTo>
                  <a:lnTo>
                    <a:pt x="3831823" y="1110841"/>
                  </a:lnTo>
                  <a:lnTo>
                    <a:pt x="3832473" y="1099358"/>
                  </a:lnTo>
                  <a:lnTo>
                    <a:pt x="3833123" y="1087357"/>
                  </a:lnTo>
                  <a:lnTo>
                    <a:pt x="3833773" y="1074796"/>
                  </a:lnTo>
                  <a:lnTo>
                    <a:pt x="3834423" y="1061632"/>
                  </a:lnTo>
                  <a:lnTo>
                    <a:pt x="3835073" y="1047832"/>
                  </a:lnTo>
                  <a:lnTo>
                    <a:pt x="3835723" y="1033350"/>
                  </a:lnTo>
                  <a:lnTo>
                    <a:pt x="3836373" y="1018243"/>
                  </a:lnTo>
                  <a:lnTo>
                    <a:pt x="3837023" y="1002666"/>
                  </a:lnTo>
                  <a:lnTo>
                    <a:pt x="3837673" y="986727"/>
                  </a:lnTo>
                  <a:lnTo>
                    <a:pt x="3838323" y="970440"/>
                  </a:lnTo>
                  <a:lnTo>
                    <a:pt x="3838973" y="953809"/>
                  </a:lnTo>
                  <a:lnTo>
                    <a:pt x="3839623" y="936882"/>
                  </a:lnTo>
                  <a:lnTo>
                    <a:pt x="3840272" y="919781"/>
                  </a:lnTo>
                  <a:lnTo>
                    <a:pt x="3840922" y="902623"/>
                  </a:lnTo>
                  <a:lnTo>
                    <a:pt x="3841572" y="885507"/>
                  </a:lnTo>
                  <a:lnTo>
                    <a:pt x="3842222" y="868343"/>
                  </a:lnTo>
                  <a:lnTo>
                    <a:pt x="3842872" y="851066"/>
                  </a:lnTo>
                  <a:lnTo>
                    <a:pt x="3843522" y="833687"/>
                  </a:lnTo>
                  <a:lnTo>
                    <a:pt x="3844172" y="816210"/>
                  </a:lnTo>
                  <a:lnTo>
                    <a:pt x="3844822" y="798658"/>
                  </a:lnTo>
                  <a:lnTo>
                    <a:pt x="3845472" y="781013"/>
                  </a:lnTo>
                  <a:lnTo>
                    <a:pt x="3846122" y="763234"/>
                  </a:lnTo>
                  <a:lnTo>
                    <a:pt x="3846772" y="745262"/>
                  </a:lnTo>
                  <a:lnTo>
                    <a:pt x="3847422" y="727055"/>
                  </a:lnTo>
                  <a:lnTo>
                    <a:pt x="3848072" y="708628"/>
                  </a:lnTo>
                  <a:lnTo>
                    <a:pt x="3848722" y="690123"/>
                  </a:lnTo>
                  <a:lnTo>
                    <a:pt x="3849372" y="671541"/>
                  </a:lnTo>
                  <a:lnTo>
                    <a:pt x="3850021" y="652872"/>
                  </a:lnTo>
                  <a:lnTo>
                    <a:pt x="3850671" y="634041"/>
                  </a:lnTo>
                  <a:lnTo>
                    <a:pt x="3851321" y="615083"/>
                  </a:lnTo>
                  <a:lnTo>
                    <a:pt x="3851971" y="596087"/>
                  </a:lnTo>
                  <a:lnTo>
                    <a:pt x="3852621" y="577130"/>
                  </a:lnTo>
                  <a:lnTo>
                    <a:pt x="3853271" y="558267"/>
                  </a:lnTo>
                  <a:lnTo>
                    <a:pt x="3853921" y="539587"/>
                  </a:lnTo>
                  <a:lnTo>
                    <a:pt x="3854571" y="521135"/>
                  </a:lnTo>
                  <a:lnTo>
                    <a:pt x="3855221" y="502893"/>
                  </a:lnTo>
                  <a:lnTo>
                    <a:pt x="3855871" y="484996"/>
                  </a:lnTo>
                  <a:lnTo>
                    <a:pt x="3856521" y="467518"/>
                  </a:lnTo>
                  <a:lnTo>
                    <a:pt x="3857171" y="450509"/>
                  </a:lnTo>
                  <a:lnTo>
                    <a:pt x="3857821" y="434074"/>
                  </a:lnTo>
                  <a:lnTo>
                    <a:pt x="3858471" y="418210"/>
                  </a:lnTo>
                  <a:lnTo>
                    <a:pt x="3859121" y="402999"/>
                  </a:lnTo>
                  <a:lnTo>
                    <a:pt x="3859771" y="388537"/>
                  </a:lnTo>
                  <a:lnTo>
                    <a:pt x="3860420" y="374936"/>
                  </a:lnTo>
                  <a:lnTo>
                    <a:pt x="3861070" y="362201"/>
                  </a:lnTo>
                  <a:lnTo>
                    <a:pt x="3861720" y="350322"/>
                  </a:lnTo>
                  <a:lnTo>
                    <a:pt x="3862370" y="339356"/>
                  </a:lnTo>
                  <a:lnTo>
                    <a:pt x="3863020" y="329351"/>
                  </a:lnTo>
                  <a:lnTo>
                    <a:pt x="3863670" y="320317"/>
                  </a:lnTo>
                  <a:lnTo>
                    <a:pt x="3864320" y="312346"/>
                  </a:lnTo>
                  <a:lnTo>
                    <a:pt x="3864970" y="305500"/>
                  </a:lnTo>
                  <a:lnTo>
                    <a:pt x="3865620" y="299714"/>
                  </a:lnTo>
                  <a:lnTo>
                    <a:pt x="3866270" y="295041"/>
                  </a:lnTo>
                  <a:lnTo>
                    <a:pt x="3866920" y="291621"/>
                  </a:lnTo>
                  <a:lnTo>
                    <a:pt x="3867570" y="289578"/>
                  </a:lnTo>
                  <a:lnTo>
                    <a:pt x="3868220" y="288953"/>
                  </a:lnTo>
                  <a:lnTo>
                    <a:pt x="3868870" y="289802"/>
                  </a:lnTo>
                  <a:lnTo>
                    <a:pt x="3869520" y="292119"/>
                  </a:lnTo>
                  <a:lnTo>
                    <a:pt x="3870169" y="295826"/>
                  </a:lnTo>
                  <a:lnTo>
                    <a:pt x="3870819" y="300956"/>
                  </a:lnTo>
                  <a:lnTo>
                    <a:pt x="3871469" y="307504"/>
                  </a:lnTo>
                  <a:lnTo>
                    <a:pt x="3872119" y="315459"/>
                  </a:lnTo>
                  <a:lnTo>
                    <a:pt x="3872769" y="324805"/>
                  </a:lnTo>
                  <a:lnTo>
                    <a:pt x="3873419" y="335498"/>
                  </a:lnTo>
                  <a:lnTo>
                    <a:pt x="3874069" y="347445"/>
                  </a:lnTo>
                  <a:lnTo>
                    <a:pt x="3874719" y="360702"/>
                  </a:lnTo>
                  <a:lnTo>
                    <a:pt x="3875369" y="375413"/>
                  </a:lnTo>
                  <a:lnTo>
                    <a:pt x="3876019" y="391616"/>
                  </a:lnTo>
                  <a:lnTo>
                    <a:pt x="3876669" y="409307"/>
                  </a:lnTo>
                  <a:lnTo>
                    <a:pt x="3877319" y="428441"/>
                  </a:lnTo>
                  <a:lnTo>
                    <a:pt x="3877969" y="449028"/>
                  </a:lnTo>
                  <a:lnTo>
                    <a:pt x="3878619" y="471098"/>
                  </a:lnTo>
                  <a:lnTo>
                    <a:pt x="3879269" y="494647"/>
                  </a:lnTo>
                  <a:lnTo>
                    <a:pt x="3879918" y="519736"/>
                  </a:lnTo>
                  <a:lnTo>
                    <a:pt x="3880568" y="546378"/>
                  </a:lnTo>
                  <a:lnTo>
                    <a:pt x="3881218" y="574513"/>
                  </a:lnTo>
                  <a:lnTo>
                    <a:pt x="3881868" y="604106"/>
                  </a:lnTo>
                  <a:lnTo>
                    <a:pt x="3882518" y="635178"/>
                  </a:lnTo>
                  <a:lnTo>
                    <a:pt x="3883168" y="667731"/>
                  </a:lnTo>
                  <a:lnTo>
                    <a:pt x="3883818" y="701786"/>
                  </a:lnTo>
                  <a:lnTo>
                    <a:pt x="3884468" y="737301"/>
                  </a:lnTo>
                  <a:lnTo>
                    <a:pt x="3885118" y="774179"/>
                  </a:lnTo>
                  <a:lnTo>
                    <a:pt x="3885768" y="812364"/>
                  </a:lnTo>
                  <a:lnTo>
                    <a:pt x="3886418" y="851779"/>
                  </a:lnTo>
                  <a:lnTo>
                    <a:pt x="3887068" y="892267"/>
                  </a:lnTo>
                  <a:lnTo>
                    <a:pt x="3887718" y="933772"/>
                  </a:lnTo>
                  <a:lnTo>
                    <a:pt x="3888368" y="976184"/>
                  </a:lnTo>
                  <a:lnTo>
                    <a:pt x="3889018" y="1019407"/>
                  </a:lnTo>
                  <a:lnTo>
                    <a:pt x="3889668" y="1063404"/>
                  </a:lnTo>
                  <a:lnTo>
                    <a:pt x="3890317" y="1108080"/>
                  </a:lnTo>
                  <a:lnTo>
                    <a:pt x="3890967" y="1153383"/>
                  </a:lnTo>
                  <a:lnTo>
                    <a:pt x="3891617" y="1199105"/>
                  </a:lnTo>
                  <a:lnTo>
                    <a:pt x="3892267" y="1244970"/>
                  </a:lnTo>
                  <a:lnTo>
                    <a:pt x="3892917" y="1290792"/>
                  </a:lnTo>
                  <a:lnTo>
                    <a:pt x="3893567" y="1336403"/>
                  </a:lnTo>
                  <a:lnTo>
                    <a:pt x="3894217" y="1381811"/>
                  </a:lnTo>
                  <a:lnTo>
                    <a:pt x="3894867" y="1426936"/>
                  </a:lnTo>
                  <a:lnTo>
                    <a:pt x="3895517" y="1471687"/>
                  </a:lnTo>
                  <a:lnTo>
                    <a:pt x="3896167" y="1515989"/>
                  </a:lnTo>
                  <a:lnTo>
                    <a:pt x="3896817" y="1559786"/>
                  </a:lnTo>
                  <a:lnTo>
                    <a:pt x="3897467" y="1602925"/>
                  </a:lnTo>
                  <a:lnTo>
                    <a:pt x="3898117" y="1645339"/>
                  </a:lnTo>
                  <a:lnTo>
                    <a:pt x="3898767" y="1686925"/>
                  </a:lnTo>
                  <a:lnTo>
                    <a:pt x="3899417" y="1727583"/>
                  </a:lnTo>
                  <a:lnTo>
                    <a:pt x="3900066" y="1767137"/>
                  </a:lnTo>
                  <a:lnTo>
                    <a:pt x="3900716" y="1805444"/>
                  </a:lnTo>
                  <a:lnTo>
                    <a:pt x="3901366" y="1842494"/>
                  </a:lnTo>
                  <a:lnTo>
                    <a:pt x="3902016" y="1878197"/>
                  </a:lnTo>
                  <a:lnTo>
                    <a:pt x="3902666" y="1912464"/>
                  </a:lnTo>
                  <a:lnTo>
                    <a:pt x="3903316" y="1945225"/>
                  </a:lnTo>
                  <a:lnTo>
                    <a:pt x="3903966" y="1976354"/>
                  </a:lnTo>
                  <a:lnTo>
                    <a:pt x="3904616" y="2005754"/>
                  </a:lnTo>
                  <a:lnTo>
                    <a:pt x="3905266" y="2033378"/>
                  </a:lnTo>
                  <a:lnTo>
                    <a:pt x="3905916" y="2059130"/>
                  </a:lnTo>
                  <a:lnTo>
                    <a:pt x="3906566" y="2082971"/>
                  </a:lnTo>
                  <a:lnTo>
                    <a:pt x="3907216" y="2104885"/>
                  </a:lnTo>
                  <a:lnTo>
                    <a:pt x="3907866" y="2124715"/>
                  </a:lnTo>
                  <a:lnTo>
                    <a:pt x="3908516" y="2142367"/>
                  </a:lnTo>
                  <a:lnTo>
                    <a:pt x="3909166" y="2157768"/>
                  </a:lnTo>
                  <a:lnTo>
                    <a:pt x="3909816" y="2170891"/>
                  </a:lnTo>
                  <a:lnTo>
                    <a:pt x="3910465" y="2181749"/>
                  </a:lnTo>
                  <a:lnTo>
                    <a:pt x="3911115" y="2190333"/>
                  </a:lnTo>
                  <a:lnTo>
                    <a:pt x="3911765" y="2196604"/>
                  </a:lnTo>
                  <a:lnTo>
                    <a:pt x="3912415" y="2200571"/>
                  </a:lnTo>
                  <a:lnTo>
                    <a:pt x="3913065" y="2202184"/>
                  </a:lnTo>
                  <a:lnTo>
                    <a:pt x="3913715" y="2201497"/>
                  </a:lnTo>
                  <a:lnTo>
                    <a:pt x="3914365" y="2198589"/>
                  </a:lnTo>
                  <a:lnTo>
                    <a:pt x="3915015" y="2193450"/>
                  </a:lnTo>
                  <a:lnTo>
                    <a:pt x="3915665" y="2186114"/>
                  </a:lnTo>
                  <a:lnTo>
                    <a:pt x="3916315" y="2176606"/>
                  </a:lnTo>
                  <a:lnTo>
                    <a:pt x="3916965" y="2164954"/>
                  </a:lnTo>
                  <a:lnTo>
                    <a:pt x="3917615" y="2151205"/>
                  </a:lnTo>
                  <a:lnTo>
                    <a:pt x="3918265" y="2135376"/>
                  </a:lnTo>
                  <a:lnTo>
                    <a:pt x="3918915" y="2117544"/>
                  </a:lnTo>
                  <a:lnTo>
                    <a:pt x="3919565" y="2097866"/>
                  </a:lnTo>
                  <a:lnTo>
                    <a:pt x="3920214" y="2076467"/>
                  </a:lnTo>
                  <a:lnTo>
                    <a:pt x="3920864" y="2053380"/>
                  </a:lnTo>
                  <a:lnTo>
                    <a:pt x="3921514" y="2028702"/>
                  </a:lnTo>
                  <a:lnTo>
                    <a:pt x="3922164" y="2002495"/>
                  </a:lnTo>
                  <a:lnTo>
                    <a:pt x="3922814" y="1974779"/>
                  </a:lnTo>
                  <a:lnTo>
                    <a:pt x="3923464" y="1945586"/>
                  </a:lnTo>
                  <a:lnTo>
                    <a:pt x="3924114" y="1915023"/>
                  </a:lnTo>
                  <a:lnTo>
                    <a:pt x="3924764" y="1883346"/>
                  </a:lnTo>
                  <a:lnTo>
                    <a:pt x="3925414" y="1850807"/>
                  </a:lnTo>
                  <a:lnTo>
                    <a:pt x="3926064" y="1817563"/>
                  </a:lnTo>
                  <a:lnTo>
                    <a:pt x="3926714" y="1783650"/>
                  </a:lnTo>
                  <a:lnTo>
                    <a:pt x="3927364" y="1749048"/>
                  </a:lnTo>
                  <a:lnTo>
                    <a:pt x="3928014" y="1713888"/>
                  </a:lnTo>
                  <a:lnTo>
                    <a:pt x="3928664" y="1678219"/>
                  </a:lnTo>
                  <a:lnTo>
                    <a:pt x="3929314" y="1642084"/>
                  </a:lnTo>
                  <a:lnTo>
                    <a:pt x="3929964" y="1605607"/>
                  </a:lnTo>
                  <a:lnTo>
                    <a:pt x="3930613" y="1568893"/>
                  </a:lnTo>
                  <a:lnTo>
                    <a:pt x="3931263" y="1532063"/>
                  </a:lnTo>
                  <a:lnTo>
                    <a:pt x="3931913" y="1495170"/>
                  </a:lnTo>
                  <a:lnTo>
                    <a:pt x="3932563" y="1458328"/>
                  </a:lnTo>
                  <a:lnTo>
                    <a:pt x="3933213" y="1421750"/>
                  </a:lnTo>
                  <a:lnTo>
                    <a:pt x="3933863" y="1385547"/>
                  </a:lnTo>
                  <a:lnTo>
                    <a:pt x="3934513" y="1349746"/>
                  </a:lnTo>
                  <a:lnTo>
                    <a:pt x="3935163" y="1314393"/>
                  </a:lnTo>
                  <a:lnTo>
                    <a:pt x="3935813" y="1279568"/>
                  </a:lnTo>
                  <a:lnTo>
                    <a:pt x="3936463" y="1245354"/>
                  </a:lnTo>
                  <a:lnTo>
                    <a:pt x="3937113" y="1211913"/>
                  </a:lnTo>
                  <a:lnTo>
                    <a:pt x="3937763" y="1179298"/>
                  </a:lnTo>
                  <a:lnTo>
                    <a:pt x="3938413" y="1147602"/>
                  </a:lnTo>
                  <a:lnTo>
                    <a:pt x="3939063" y="1116899"/>
                  </a:lnTo>
                  <a:lnTo>
                    <a:pt x="3939713" y="1087195"/>
                  </a:lnTo>
                  <a:lnTo>
                    <a:pt x="3940362" y="1058542"/>
                  </a:lnTo>
                  <a:lnTo>
                    <a:pt x="3941012" y="1030989"/>
                  </a:lnTo>
                  <a:lnTo>
                    <a:pt x="3941662" y="1004601"/>
                  </a:lnTo>
                  <a:lnTo>
                    <a:pt x="3942312" y="979444"/>
                  </a:lnTo>
                  <a:lnTo>
                    <a:pt x="3942962" y="955521"/>
                  </a:lnTo>
                  <a:lnTo>
                    <a:pt x="3943612" y="932802"/>
                  </a:lnTo>
                  <a:lnTo>
                    <a:pt x="3944262" y="911295"/>
                  </a:lnTo>
                  <a:lnTo>
                    <a:pt x="3944912" y="891016"/>
                  </a:lnTo>
                  <a:lnTo>
                    <a:pt x="3945562" y="871906"/>
                  </a:lnTo>
                  <a:lnTo>
                    <a:pt x="3946212" y="853887"/>
                  </a:lnTo>
                  <a:lnTo>
                    <a:pt x="3946862" y="836880"/>
                  </a:lnTo>
                  <a:lnTo>
                    <a:pt x="3947512" y="820854"/>
                  </a:lnTo>
                  <a:lnTo>
                    <a:pt x="3948162" y="805813"/>
                  </a:lnTo>
                  <a:lnTo>
                    <a:pt x="3948812" y="791761"/>
                  </a:lnTo>
                  <a:lnTo>
                    <a:pt x="3949462" y="778670"/>
                  </a:lnTo>
                  <a:lnTo>
                    <a:pt x="3950112" y="766558"/>
                  </a:lnTo>
                  <a:lnTo>
                    <a:pt x="3950761" y="755413"/>
                  </a:lnTo>
                  <a:lnTo>
                    <a:pt x="3951411" y="745175"/>
                  </a:lnTo>
                  <a:lnTo>
                    <a:pt x="3952061" y="735802"/>
                  </a:lnTo>
                  <a:lnTo>
                    <a:pt x="3952711" y="727139"/>
                  </a:lnTo>
                  <a:lnTo>
                    <a:pt x="3953361" y="719104"/>
                  </a:lnTo>
                  <a:lnTo>
                    <a:pt x="3954011" y="711686"/>
                  </a:lnTo>
                  <a:lnTo>
                    <a:pt x="3954661" y="704857"/>
                  </a:lnTo>
                  <a:lnTo>
                    <a:pt x="3955311" y="698600"/>
                  </a:lnTo>
                  <a:lnTo>
                    <a:pt x="3955961" y="692912"/>
                  </a:lnTo>
                  <a:lnTo>
                    <a:pt x="3956611" y="687807"/>
                  </a:lnTo>
                  <a:lnTo>
                    <a:pt x="3957261" y="683212"/>
                  </a:lnTo>
                  <a:lnTo>
                    <a:pt x="3957911" y="679000"/>
                  </a:lnTo>
                  <a:lnTo>
                    <a:pt x="3958561" y="675107"/>
                  </a:lnTo>
                  <a:lnTo>
                    <a:pt x="3959211" y="671501"/>
                  </a:lnTo>
                  <a:lnTo>
                    <a:pt x="3959861" y="668274"/>
                  </a:lnTo>
                  <a:lnTo>
                    <a:pt x="3960510" y="665450"/>
                  </a:lnTo>
                  <a:lnTo>
                    <a:pt x="3961160" y="663038"/>
                  </a:lnTo>
                  <a:lnTo>
                    <a:pt x="3961810" y="660979"/>
                  </a:lnTo>
                  <a:lnTo>
                    <a:pt x="3962460" y="659280"/>
                  </a:lnTo>
                  <a:lnTo>
                    <a:pt x="3963110" y="657881"/>
                  </a:lnTo>
                  <a:lnTo>
                    <a:pt x="3963760" y="656699"/>
                  </a:lnTo>
                  <a:lnTo>
                    <a:pt x="3964410" y="655647"/>
                  </a:lnTo>
                  <a:lnTo>
                    <a:pt x="3965060" y="654695"/>
                  </a:lnTo>
                  <a:lnTo>
                    <a:pt x="3965710" y="653639"/>
                  </a:lnTo>
                  <a:lnTo>
                    <a:pt x="3966360" y="652302"/>
                  </a:lnTo>
                  <a:lnTo>
                    <a:pt x="3967010" y="650600"/>
                  </a:lnTo>
                  <a:lnTo>
                    <a:pt x="3967660" y="648584"/>
                  </a:lnTo>
                  <a:lnTo>
                    <a:pt x="3968310" y="646298"/>
                  </a:lnTo>
                  <a:lnTo>
                    <a:pt x="3968960" y="643745"/>
                  </a:lnTo>
                  <a:lnTo>
                    <a:pt x="3969610" y="640942"/>
                  </a:lnTo>
                  <a:lnTo>
                    <a:pt x="3970260" y="637873"/>
                  </a:lnTo>
                  <a:lnTo>
                    <a:pt x="3970909" y="634572"/>
                  </a:lnTo>
                  <a:lnTo>
                    <a:pt x="3971559" y="631029"/>
                  </a:lnTo>
                  <a:lnTo>
                    <a:pt x="3972209" y="627201"/>
                  </a:lnTo>
                  <a:lnTo>
                    <a:pt x="3972859" y="623121"/>
                  </a:lnTo>
                  <a:lnTo>
                    <a:pt x="3973509" y="618855"/>
                  </a:lnTo>
                  <a:lnTo>
                    <a:pt x="3974159" y="614477"/>
                  </a:lnTo>
                  <a:lnTo>
                    <a:pt x="3974809" y="610014"/>
                  </a:lnTo>
                  <a:lnTo>
                    <a:pt x="3975459" y="605551"/>
                  </a:lnTo>
                  <a:lnTo>
                    <a:pt x="3976109" y="601138"/>
                  </a:lnTo>
                  <a:lnTo>
                    <a:pt x="3976759" y="596834"/>
                  </a:lnTo>
                  <a:lnTo>
                    <a:pt x="3977409" y="592712"/>
                  </a:lnTo>
                  <a:lnTo>
                    <a:pt x="3978059" y="588848"/>
                  </a:lnTo>
                  <a:lnTo>
                    <a:pt x="3978709" y="585368"/>
                  </a:lnTo>
                  <a:lnTo>
                    <a:pt x="3979359" y="582399"/>
                  </a:lnTo>
                  <a:lnTo>
                    <a:pt x="3980009" y="580000"/>
                  </a:lnTo>
                  <a:lnTo>
                    <a:pt x="3980658" y="578145"/>
                  </a:lnTo>
                  <a:lnTo>
                    <a:pt x="3981308" y="576876"/>
                  </a:lnTo>
                  <a:lnTo>
                    <a:pt x="3981958" y="576254"/>
                  </a:lnTo>
                  <a:lnTo>
                    <a:pt x="3982608" y="576313"/>
                  </a:lnTo>
                  <a:lnTo>
                    <a:pt x="3983258" y="576942"/>
                  </a:lnTo>
                  <a:lnTo>
                    <a:pt x="3983908" y="578130"/>
                  </a:lnTo>
                  <a:lnTo>
                    <a:pt x="3984558" y="579766"/>
                  </a:lnTo>
                  <a:lnTo>
                    <a:pt x="3985208" y="581774"/>
                  </a:lnTo>
                  <a:lnTo>
                    <a:pt x="3985858" y="584245"/>
                  </a:lnTo>
                  <a:lnTo>
                    <a:pt x="3986508" y="587184"/>
                  </a:lnTo>
                  <a:lnTo>
                    <a:pt x="3987158" y="590546"/>
                  </a:lnTo>
                  <a:lnTo>
                    <a:pt x="3987808" y="594316"/>
                  </a:lnTo>
                  <a:lnTo>
                    <a:pt x="3988458" y="598442"/>
                  </a:lnTo>
                  <a:lnTo>
                    <a:pt x="3989108" y="602845"/>
                  </a:lnTo>
                  <a:lnTo>
                    <a:pt x="3989758" y="607452"/>
                  </a:lnTo>
                  <a:lnTo>
                    <a:pt x="3990408" y="612257"/>
                  </a:lnTo>
                  <a:lnTo>
                    <a:pt x="3991057" y="617231"/>
                  </a:lnTo>
                  <a:lnTo>
                    <a:pt x="3991707" y="622375"/>
                  </a:lnTo>
                  <a:lnTo>
                    <a:pt x="3992357" y="627664"/>
                  </a:lnTo>
                  <a:lnTo>
                    <a:pt x="3993007" y="633030"/>
                  </a:lnTo>
                  <a:lnTo>
                    <a:pt x="3993657" y="638424"/>
                  </a:lnTo>
                  <a:lnTo>
                    <a:pt x="3994307" y="643860"/>
                  </a:lnTo>
                  <a:lnTo>
                    <a:pt x="3994957" y="649332"/>
                  </a:lnTo>
                  <a:lnTo>
                    <a:pt x="3995607" y="654823"/>
                  </a:lnTo>
                  <a:lnTo>
                    <a:pt x="3996257" y="660328"/>
                  </a:lnTo>
                  <a:lnTo>
                    <a:pt x="3996907" y="665907"/>
                  </a:lnTo>
                  <a:lnTo>
                    <a:pt x="3997557" y="671564"/>
                  </a:lnTo>
                  <a:lnTo>
                    <a:pt x="3998207" y="677391"/>
                  </a:lnTo>
                  <a:lnTo>
                    <a:pt x="3998857" y="683525"/>
                  </a:lnTo>
                  <a:lnTo>
                    <a:pt x="3999507" y="690061"/>
                  </a:lnTo>
                  <a:lnTo>
                    <a:pt x="4000157" y="697035"/>
                  </a:lnTo>
                  <a:lnTo>
                    <a:pt x="4000806" y="704385"/>
                  </a:lnTo>
                  <a:lnTo>
                    <a:pt x="4001456" y="712040"/>
                  </a:lnTo>
                  <a:lnTo>
                    <a:pt x="4002106" y="719954"/>
                  </a:lnTo>
                  <a:lnTo>
                    <a:pt x="4002756" y="728085"/>
                  </a:lnTo>
                  <a:lnTo>
                    <a:pt x="4003406" y="736404"/>
                  </a:lnTo>
                  <a:lnTo>
                    <a:pt x="4004056" y="744896"/>
                  </a:lnTo>
                  <a:lnTo>
                    <a:pt x="4004706" y="753592"/>
                  </a:lnTo>
                  <a:lnTo>
                    <a:pt x="4005356" y="762544"/>
                  </a:lnTo>
                  <a:lnTo>
                    <a:pt x="4006006" y="771697"/>
                  </a:lnTo>
                  <a:lnTo>
                    <a:pt x="4006656" y="781010"/>
                  </a:lnTo>
                  <a:lnTo>
                    <a:pt x="4007306" y="790436"/>
                  </a:lnTo>
                  <a:lnTo>
                    <a:pt x="4007956" y="799809"/>
                  </a:lnTo>
                  <a:lnTo>
                    <a:pt x="4008606" y="808999"/>
                  </a:lnTo>
                  <a:lnTo>
                    <a:pt x="4009256" y="817961"/>
                  </a:lnTo>
                  <a:lnTo>
                    <a:pt x="4009906" y="826543"/>
                  </a:lnTo>
                  <a:lnTo>
                    <a:pt x="4010555" y="834716"/>
                  </a:lnTo>
                  <a:lnTo>
                    <a:pt x="4011205" y="842565"/>
                  </a:lnTo>
                  <a:lnTo>
                    <a:pt x="4011855" y="850020"/>
                  </a:lnTo>
                  <a:lnTo>
                    <a:pt x="4012505" y="857053"/>
                  </a:lnTo>
                  <a:lnTo>
                    <a:pt x="4013155" y="863623"/>
                  </a:lnTo>
                  <a:lnTo>
                    <a:pt x="4013805" y="869698"/>
                  </a:lnTo>
                  <a:lnTo>
                    <a:pt x="4014455" y="875182"/>
                  </a:lnTo>
                  <a:lnTo>
                    <a:pt x="4015105" y="879945"/>
                  </a:lnTo>
                  <a:lnTo>
                    <a:pt x="4015755" y="883988"/>
                  </a:lnTo>
                  <a:lnTo>
                    <a:pt x="4016405" y="887408"/>
                  </a:lnTo>
                  <a:lnTo>
                    <a:pt x="4017055" y="890352"/>
                  </a:lnTo>
                  <a:lnTo>
                    <a:pt x="4017705" y="893167"/>
                  </a:lnTo>
                  <a:lnTo>
                    <a:pt x="4018355" y="895988"/>
                  </a:lnTo>
                  <a:lnTo>
                    <a:pt x="4019005" y="898812"/>
                  </a:lnTo>
                  <a:lnTo>
                    <a:pt x="4019655" y="901742"/>
                  </a:lnTo>
                  <a:lnTo>
                    <a:pt x="4020305" y="904784"/>
                  </a:lnTo>
                  <a:lnTo>
                    <a:pt x="4020954" y="907929"/>
                  </a:lnTo>
                  <a:lnTo>
                    <a:pt x="4021604" y="911286"/>
                  </a:lnTo>
                  <a:lnTo>
                    <a:pt x="4022254" y="914967"/>
                  </a:lnTo>
                  <a:lnTo>
                    <a:pt x="4022904" y="919032"/>
                  </a:lnTo>
                  <a:lnTo>
                    <a:pt x="4023554" y="923491"/>
                  </a:lnTo>
                  <a:lnTo>
                    <a:pt x="4024204" y="928413"/>
                  </a:lnTo>
                  <a:lnTo>
                    <a:pt x="4024854" y="933829"/>
                  </a:lnTo>
                  <a:lnTo>
                    <a:pt x="4025504" y="939766"/>
                  </a:lnTo>
                  <a:lnTo>
                    <a:pt x="4026154" y="946188"/>
                  </a:lnTo>
                  <a:lnTo>
                    <a:pt x="4026804" y="953098"/>
                  </a:lnTo>
                  <a:lnTo>
                    <a:pt x="4027454" y="960458"/>
                  </a:lnTo>
                  <a:lnTo>
                    <a:pt x="4028104" y="968235"/>
                  </a:lnTo>
                  <a:lnTo>
                    <a:pt x="4028754" y="976477"/>
                  </a:lnTo>
                  <a:lnTo>
                    <a:pt x="4029404" y="985192"/>
                  </a:lnTo>
                  <a:lnTo>
                    <a:pt x="4030054" y="994420"/>
                  </a:lnTo>
                  <a:lnTo>
                    <a:pt x="4030703" y="1004172"/>
                  </a:lnTo>
                  <a:lnTo>
                    <a:pt x="4031353" y="1014372"/>
                  </a:lnTo>
                  <a:lnTo>
                    <a:pt x="4032003" y="1024982"/>
                  </a:lnTo>
                  <a:lnTo>
                    <a:pt x="4032653" y="1035931"/>
                  </a:lnTo>
                  <a:lnTo>
                    <a:pt x="4033303" y="1047236"/>
                  </a:lnTo>
                  <a:lnTo>
                    <a:pt x="4033953" y="1058936"/>
                  </a:lnTo>
                  <a:lnTo>
                    <a:pt x="4034603" y="1070984"/>
                  </a:lnTo>
                  <a:lnTo>
                    <a:pt x="4035253" y="1083401"/>
                  </a:lnTo>
                  <a:lnTo>
                    <a:pt x="4035903" y="1096276"/>
                  </a:lnTo>
                  <a:lnTo>
                    <a:pt x="4036553" y="1109571"/>
                  </a:lnTo>
                  <a:lnTo>
                    <a:pt x="4037203" y="1123269"/>
                  </a:lnTo>
                  <a:lnTo>
                    <a:pt x="4037853" y="1137409"/>
                  </a:lnTo>
                  <a:lnTo>
                    <a:pt x="4038503" y="1151969"/>
                  </a:lnTo>
                  <a:lnTo>
                    <a:pt x="4039153" y="1166912"/>
                  </a:lnTo>
                  <a:lnTo>
                    <a:pt x="4039803" y="1181975"/>
                  </a:lnTo>
                  <a:lnTo>
                    <a:pt x="4040453" y="1197206"/>
                  </a:lnTo>
                  <a:lnTo>
                    <a:pt x="4041102" y="1212754"/>
                  </a:lnTo>
                  <a:lnTo>
                    <a:pt x="4041752" y="1228633"/>
                  </a:lnTo>
                  <a:lnTo>
                    <a:pt x="4042402" y="1244883"/>
                  </a:lnTo>
                  <a:lnTo>
                    <a:pt x="4043052" y="1261502"/>
                  </a:lnTo>
                  <a:lnTo>
                    <a:pt x="4043702" y="1278168"/>
                  </a:lnTo>
                  <a:lnTo>
                    <a:pt x="4044352" y="1294724"/>
                  </a:lnTo>
                  <a:lnTo>
                    <a:pt x="4045002" y="1311147"/>
                  </a:lnTo>
                  <a:lnTo>
                    <a:pt x="4045652" y="1327408"/>
                  </a:lnTo>
                  <a:lnTo>
                    <a:pt x="4046302" y="1343427"/>
                  </a:lnTo>
                  <a:lnTo>
                    <a:pt x="4046952" y="1359185"/>
                  </a:lnTo>
                  <a:lnTo>
                    <a:pt x="4047602" y="1374711"/>
                  </a:lnTo>
                  <a:lnTo>
                    <a:pt x="4048252" y="1390099"/>
                  </a:lnTo>
                  <a:lnTo>
                    <a:pt x="4048902" y="1405335"/>
                  </a:lnTo>
                  <a:lnTo>
                    <a:pt x="4049552" y="1420397"/>
                  </a:lnTo>
                  <a:lnTo>
                    <a:pt x="4050202" y="1435032"/>
                  </a:lnTo>
                  <a:lnTo>
                    <a:pt x="4050851" y="1448994"/>
                  </a:lnTo>
                  <a:lnTo>
                    <a:pt x="4051501" y="1462208"/>
                  </a:lnTo>
                  <a:lnTo>
                    <a:pt x="4052151" y="1474595"/>
                  </a:lnTo>
                  <a:lnTo>
                    <a:pt x="4052801" y="1486119"/>
                  </a:lnTo>
                  <a:lnTo>
                    <a:pt x="4053451" y="1496934"/>
                  </a:lnTo>
                  <a:lnTo>
                    <a:pt x="4054101" y="1507097"/>
                  </a:lnTo>
                  <a:lnTo>
                    <a:pt x="4054751" y="1516492"/>
                  </a:lnTo>
                  <a:lnTo>
                    <a:pt x="4055401" y="1525065"/>
                  </a:lnTo>
                  <a:lnTo>
                    <a:pt x="4056051" y="1532878"/>
                  </a:lnTo>
                  <a:lnTo>
                    <a:pt x="4056701" y="1539933"/>
                  </a:lnTo>
                  <a:lnTo>
                    <a:pt x="4057351" y="1546189"/>
                  </a:lnTo>
                  <a:lnTo>
                    <a:pt x="4058001" y="1551573"/>
                  </a:lnTo>
                  <a:lnTo>
                    <a:pt x="4058651" y="1556099"/>
                  </a:lnTo>
                  <a:lnTo>
                    <a:pt x="4059301" y="1559839"/>
                  </a:lnTo>
                  <a:lnTo>
                    <a:pt x="4059951" y="1562854"/>
                  </a:lnTo>
                  <a:lnTo>
                    <a:pt x="4060601" y="1565161"/>
                  </a:lnTo>
                  <a:lnTo>
                    <a:pt x="4061250" y="1566765"/>
                  </a:lnTo>
                  <a:lnTo>
                    <a:pt x="4061900" y="1567609"/>
                  </a:lnTo>
                  <a:lnTo>
                    <a:pt x="4062550" y="1567670"/>
                  </a:lnTo>
                  <a:lnTo>
                    <a:pt x="4063200" y="1566903"/>
                  </a:lnTo>
                  <a:lnTo>
                    <a:pt x="4063850" y="1565277"/>
                  </a:lnTo>
                  <a:lnTo>
                    <a:pt x="4064500" y="1562878"/>
                  </a:lnTo>
                  <a:lnTo>
                    <a:pt x="4065150" y="1559735"/>
                  </a:lnTo>
                  <a:lnTo>
                    <a:pt x="4065800" y="1555822"/>
                  </a:lnTo>
                  <a:lnTo>
                    <a:pt x="4066450" y="1551097"/>
                  </a:lnTo>
                  <a:lnTo>
                    <a:pt x="4067100" y="1545612"/>
                  </a:lnTo>
                  <a:lnTo>
                    <a:pt x="4067750" y="1539429"/>
                  </a:lnTo>
                  <a:lnTo>
                    <a:pt x="4068400" y="1532458"/>
                  </a:lnTo>
                  <a:lnTo>
                    <a:pt x="4069050" y="1524599"/>
                  </a:lnTo>
                  <a:lnTo>
                    <a:pt x="4069700" y="1515830"/>
                  </a:lnTo>
                  <a:lnTo>
                    <a:pt x="4070350" y="1506055"/>
                  </a:lnTo>
                  <a:lnTo>
                    <a:pt x="4070999" y="1495187"/>
                  </a:lnTo>
                  <a:lnTo>
                    <a:pt x="4071649" y="1483219"/>
                  </a:lnTo>
                  <a:lnTo>
                    <a:pt x="4072299" y="1470465"/>
                  </a:lnTo>
                  <a:lnTo>
                    <a:pt x="4072949" y="1457113"/>
                  </a:lnTo>
                  <a:lnTo>
                    <a:pt x="4073599" y="1443116"/>
                  </a:lnTo>
                  <a:lnTo>
                    <a:pt x="4074249" y="1428332"/>
                  </a:lnTo>
                  <a:lnTo>
                    <a:pt x="4074899" y="1412721"/>
                  </a:lnTo>
                  <a:lnTo>
                    <a:pt x="4075549" y="1396311"/>
                  </a:lnTo>
                  <a:lnTo>
                    <a:pt x="4076199" y="1379325"/>
                  </a:lnTo>
                  <a:lnTo>
                    <a:pt x="4076849" y="1362032"/>
                  </a:lnTo>
                  <a:lnTo>
                    <a:pt x="4077499" y="1344389"/>
                  </a:lnTo>
                  <a:lnTo>
                    <a:pt x="4078149" y="1326461"/>
                  </a:lnTo>
                  <a:lnTo>
                    <a:pt x="4078799" y="1308382"/>
                  </a:lnTo>
                  <a:lnTo>
                    <a:pt x="4079449" y="1290305"/>
                  </a:lnTo>
                  <a:lnTo>
                    <a:pt x="4080099" y="1272311"/>
                  </a:lnTo>
                  <a:lnTo>
                    <a:pt x="4080749" y="1254407"/>
                  </a:lnTo>
                  <a:lnTo>
                    <a:pt x="4081398" y="1236507"/>
                  </a:lnTo>
                  <a:lnTo>
                    <a:pt x="4082048" y="1218573"/>
                  </a:lnTo>
                  <a:lnTo>
                    <a:pt x="4082698" y="1200605"/>
                  </a:lnTo>
                  <a:lnTo>
                    <a:pt x="4083348" y="1182709"/>
                  </a:lnTo>
                  <a:lnTo>
                    <a:pt x="4083998" y="1164954"/>
                  </a:lnTo>
                  <a:lnTo>
                    <a:pt x="4084648" y="1147453"/>
                  </a:lnTo>
                  <a:lnTo>
                    <a:pt x="4085298" y="1130324"/>
                  </a:lnTo>
                  <a:lnTo>
                    <a:pt x="4085948" y="1113516"/>
                  </a:lnTo>
                  <a:lnTo>
                    <a:pt x="4086598" y="1096930"/>
                  </a:lnTo>
                  <a:lnTo>
                    <a:pt x="4087248" y="1080603"/>
                  </a:lnTo>
                  <a:lnTo>
                    <a:pt x="4087898" y="1064608"/>
                  </a:lnTo>
                  <a:lnTo>
                    <a:pt x="4088548" y="1048953"/>
                  </a:lnTo>
                  <a:lnTo>
                    <a:pt x="4089198" y="1033556"/>
                  </a:lnTo>
                  <a:lnTo>
                    <a:pt x="4089848" y="1018406"/>
                  </a:lnTo>
                  <a:lnTo>
                    <a:pt x="4090498" y="1003558"/>
                  </a:lnTo>
                  <a:lnTo>
                    <a:pt x="4091147" y="989099"/>
                  </a:lnTo>
                  <a:lnTo>
                    <a:pt x="4091797" y="975036"/>
                  </a:lnTo>
                  <a:lnTo>
                    <a:pt x="4092447" y="961318"/>
                  </a:lnTo>
                  <a:lnTo>
                    <a:pt x="4093097" y="947949"/>
                  </a:lnTo>
                  <a:lnTo>
                    <a:pt x="4093747" y="934971"/>
                  </a:lnTo>
                  <a:lnTo>
                    <a:pt x="4094397" y="922425"/>
                  </a:lnTo>
                  <a:lnTo>
                    <a:pt x="4095047" y="910246"/>
                  </a:lnTo>
                  <a:lnTo>
                    <a:pt x="4095697" y="898399"/>
                  </a:lnTo>
                  <a:lnTo>
                    <a:pt x="4096347" y="886899"/>
                  </a:lnTo>
                  <a:lnTo>
                    <a:pt x="4096997" y="875691"/>
                  </a:lnTo>
                  <a:lnTo>
                    <a:pt x="4097647" y="864704"/>
                  </a:lnTo>
                  <a:lnTo>
                    <a:pt x="4098297" y="853926"/>
                  </a:lnTo>
                  <a:lnTo>
                    <a:pt x="4098947" y="843420"/>
                  </a:lnTo>
                  <a:lnTo>
                    <a:pt x="4099597" y="833143"/>
                  </a:lnTo>
                  <a:lnTo>
                    <a:pt x="4100247" y="823022"/>
                  </a:lnTo>
                  <a:lnTo>
                    <a:pt x="4100897" y="813061"/>
                  </a:lnTo>
                  <a:lnTo>
                    <a:pt x="4101546" y="803304"/>
                  </a:lnTo>
                  <a:lnTo>
                    <a:pt x="4102196" y="793761"/>
                  </a:lnTo>
                  <a:lnTo>
                    <a:pt x="4102846" y="784406"/>
                  </a:lnTo>
                  <a:lnTo>
                    <a:pt x="4103496" y="775329"/>
                  </a:lnTo>
                  <a:lnTo>
                    <a:pt x="4104146" y="766500"/>
                  </a:lnTo>
                  <a:lnTo>
                    <a:pt x="4104796" y="757849"/>
                  </a:lnTo>
                  <a:lnTo>
                    <a:pt x="4105446" y="749162"/>
                  </a:lnTo>
                  <a:lnTo>
                    <a:pt x="4106096" y="740464"/>
                  </a:lnTo>
                  <a:lnTo>
                    <a:pt x="4106746" y="731879"/>
                  </a:lnTo>
                  <a:lnTo>
                    <a:pt x="4107396" y="723602"/>
                  </a:lnTo>
                  <a:lnTo>
                    <a:pt x="4108046" y="715689"/>
                  </a:lnTo>
                  <a:lnTo>
                    <a:pt x="4108696" y="708074"/>
                  </a:lnTo>
                  <a:lnTo>
                    <a:pt x="4109346" y="700627"/>
                  </a:lnTo>
                  <a:lnTo>
                    <a:pt x="4109996" y="693391"/>
                  </a:lnTo>
                  <a:lnTo>
                    <a:pt x="4110646" y="686346"/>
                  </a:lnTo>
                  <a:lnTo>
                    <a:pt x="4111295" y="679376"/>
                  </a:lnTo>
                  <a:lnTo>
                    <a:pt x="4111945" y="672394"/>
                  </a:lnTo>
                  <a:lnTo>
                    <a:pt x="4112595" y="665341"/>
                  </a:lnTo>
                  <a:lnTo>
                    <a:pt x="4113245" y="658239"/>
                  </a:lnTo>
                  <a:lnTo>
                    <a:pt x="4113895" y="651178"/>
                  </a:lnTo>
                  <a:lnTo>
                    <a:pt x="4114545" y="644229"/>
                  </a:lnTo>
                  <a:lnTo>
                    <a:pt x="4115195" y="637433"/>
                  </a:lnTo>
                  <a:lnTo>
                    <a:pt x="4115845" y="630825"/>
                  </a:lnTo>
                  <a:lnTo>
                    <a:pt x="4116495" y="624402"/>
                  </a:lnTo>
                  <a:lnTo>
                    <a:pt x="4117145" y="618036"/>
                  </a:lnTo>
                  <a:lnTo>
                    <a:pt x="4117795" y="611591"/>
                  </a:lnTo>
                  <a:lnTo>
                    <a:pt x="4118445" y="605041"/>
                  </a:lnTo>
                  <a:lnTo>
                    <a:pt x="4119095" y="598376"/>
                  </a:lnTo>
                  <a:lnTo>
                    <a:pt x="4119745" y="591663"/>
                  </a:lnTo>
                  <a:lnTo>
                    <a:pt x="4120395" y="584904"/>
                  </a:lnTo>
                  <a:lnTo>
                    <a:pt x="4121045" y="578144"/>
                  </a:lnTo>
                  <a:lnTo>
                    <a:pt x="4121694" y="571442"/>
                  </a:lnTo>
                  <a:lnTo>
                    <a:pt x="4122344" y="564888"/>
                  </a:lnTo>
                  <a:lnTo>
                    <a:pt x="4122994" y="558484"/>
                  </a:lnTo>
                  <a:lnTo>
                    <a:pt x="4123644" y="552211"/>
                  </a:lnTo>
                  <a:lnTo>
                    <a:pt x="4124294" y="545988"/>
                  </a:lnTo>
                  <a:lnTo>
                    <a:pt x="4124944" y="539809"/>
                  </a:lnTo>
                  <a:lnTo>
                    <a:pt x="4125594" y="533757"/>
                  </a:lnTo>
                  <a:lnTo>
                    <a:pt x="4126244" y="527834"/>
                  </a:lnTo>
                  <a:lnTo>
                    <a:pt x="4126894" y="522087"/>
                  </a:lnTo>
                  <a:lnTo>
                    <a:pt x="4127544" y="516709"/>
                  </a:lnTo>
                  <a:lnTo>
                    <a:pt x="4128194" y="511862"/>
                  </a:lnTo>
                  <a:lnTo>
                    <a:pt x="4128844" y="507640"/>
                  </a:lnTo>
                  <a:lnTo>
                    <a:pt x="4129494" y="504078"/>
                  </a:lnTo>
                  <a:lnTo>
                    <a:pt x="4130144" y="501287"/>
                  </a:lnTo>
                  <a:lnTo>
                    <a:pt x="4130794" y="499396"/>
                  </a:lnTo>
                  <a:lnTo>
                    <a:pt x="4131443" y="498409"/>
                  </a:lnTo>
                  <a:lnTo>
                    <a:pt x="4132093" y="498327"/>
                  </a:lnTo>
                  <a:lnTo>
                    <a:pt x="4132743" y="499180"/>
                  </a:lnTo>
                  <a:lnTo>
                    <a:pt x="4133393" y="500988"/>
                  </a:lnTo>
                  <a:lnTo>
                    <a:pt x="4134043" y="503923"/>
                  </a:lnTo>
                  <a:lnTo>
                    <a:pt x="4134693" y="508117"/>
                  </a:lnTo>
                  <a:lnTo>
                    <a:pt x="4135343" y="513598"/>
                  </a:lnTo>
                  <a:lnTo>
                    <a:pt x="4135993" y="520405"/>
                  </a:lnTo>
                  <a:lnTo>
                    <a:pt x="4136643" y="528570"/>
                  </a:lnTo>
                  <a:lnTo>
                    <a:pt x="4137293" y="538098"/>
                  </a:lnTo>
                  <a:lnTo>
                    <a:pt x="4137943" y="549052"/>
                  </a:lnTo>
                  <a:lnTo>
                    <a:pt x="4138593" y="561404"/>
                  </a:lnTo>
                  <a:lnTo>
                    <a:pt x="4139243" y="575148"/>
                  </a:lnTo>
                  <a:lnTo>
                    <a:pt x="4139893" y="590114"/>
                  </a:lnTo>
                  <a:lnTo>
                    <a:pt x="4140543" y="606146"/>
                  </a:lnTo>
                  <a:lnTo>
                    <a:pt x="4141193" y="623222"/>
                  </a:lnTo>
                  <a:lnTo>
                    <a:pt x="4141842" y="641376"/>
                  </a:lnTo>
                  <a:lnTo>
                    <a:pt x="4142492" y="660627"/>
                  </a:lnTo>
                  <a:lnTo>
                    <a:pt x="4143142" y="681000"/>
                  </a:lnTo>
                  <a:lnTo>
                    <a:pt x="4143792" y="702594"/>
                  </a:lnTo>
                  <a:lnTo>
                    <a:pt x="4144442" y="725456"/>
                  </a:lnTo>
                  <a:lnTo>
                    <a:pt x="4145092" y="749576"/>
                  </a:lnTo>
                  <a:lnTo>
                    <a:pt x="4145742" y="774918"/>
                  </a:lnTo>
                  <a:lnTo>
                    <a:pt x="4146392" y="801385"/>
                  </a:lnTo>
                  <a:lnTo>
                    <a:pt x="4147042" y="828919"/>
                  </a:lnTo>
                  <a:lnTo>
                    <a:pt x="4147692" y="857501"/>
                  </a:lnTo>
                  <a:lnTo>
                    <a:pt x="4148342" y="887074"/>
                  </a:lnTo>
                  <a:lnTo>
                    <a:pt x="4148992" y="917589"/>
                  </a:lnTo>
                  <a:lnTo>
                    <a:pt x="4149642" y="949088"/>
                  </a:lnTo>
                  <a:lnTo>
                    <a:pt x="4150292" y="981636"/>
                  </a:lnTo>
                  <a:lnTo>
                    <a:pt x="4150942" y="1015182"/>
                  </a:lnTo>
                  <a:lnTo>
                    <a:pt x="4151591" y="1049557"/>
                  </a:lnTo>
                  <a:lnTo>
                    <a:pt x="4152241" y="1084776"/>
                  </a:lnTo>
                  <a:lnTo>
                    <a:pt x="4152891" y="1120657"/>
                  </a:lnTo>
                  <a:lnTo>
                    <a:pt x="4153541" y="1157002"/>
                  </a:lnTo>
                  <a:lnTo>
                    <a:pt x="4154191" y="1193723"/>
                  </a:lnTo>
                  <a:lnTo>
                    <a:pt x="4154841" y="1230753"/>
                  </a:lnTo>
                  <a:lnTo>
                    <a:pt x="4155491" y="1267979"/>
                  </a:lnTo>
                  <a:lnTo>
                    <a:pt x="4156141" y="1305360"/>
                  </a:lnTo>
                  <a:lnTo>
                    <a:pt x="4156791" y="1342864"/>
                  </a:lnTo>
                  <a:lnTo>
                    <a:pt x="4157441" y="1380530"/>
                  </a:lnTo>
                  <a:lnTo>
                    <a:pt x="4158091" y="1418239"/>
                  </a:lnTo>
                  <a:lnTo>
                    <a:pt x="4158741" y="1455872"/>
                  </a:lnTo>
                  <a:lnTo>
                    <a:pt x="4159391" y="1493266"/>
                  </a:lnTo>
                  <a:lnTo>
                    <a:pt x="4160041" y="1530177"/>
                  </a:lnTo>
                  <a:lnTo>
                    <a:pt x="4160691" y="1566395"/>
                  </a:lnTo>
                  <a:lnTo>
                    <a:pt x="4161340" y="1601803"/>
                  </a:lnTo>
                  <a:lnTo>
                    <a:pt x="4161990" y="1636297"/>
                  </a:lnTo>
                  <a:lnTo>
                    <a:pt x="4162640" y="1669807"/>
                  </a:lnTo>
                  <a:lnTo>
                    <a:pt x="4163290" y="1702227"/>
                  </a:lnTo>
                  <a:lnTo>
                    <a:pt x="4163940" y="1733383"/>
                  </a:lnTo>
                  <a:lnTo>
                    <a:pt x="4164590" y="1763211"/>
                  </a:lnTo>
                  <a:lnTo>
                    <a:pt x="4165240" y="1791721"/>
                  </a:lnTo>
                  <a:lnTo>
                    <a:pt x="4165890" y="1818828"/>
                  </a:lnTo>
                  <a:lnTo>
                    <a:pt x="4166540" y="1844344"/>
                  </a:lnTo>
                  <a:lnTo>
                    <a:pt x="4167190" y="1867973"/>
                  </a:lnTo>
                  <a:lnTo>
                    <a:pt x="4167840" y="1889625"/>
                  </a:lnTo>
                  <a:lnTo>
                    <a:pt x="4168490" y="1909328"/>
                  </a:lnTo>
                  <a:lnTo>
                    <a:pt x="4169140" y="1927162"/>
                  </a:lnTo>
                  <a:lnTo>
                    <a:pt x="4169790" y="1943187"/>
                  </a:lnTo>
                  <a:lnTo>
                    <a:pt x="4170440" y="1957421"/>
                  </a:lnTo>
                  <a:lnTo>
                    <a:pt x="4171090" y="1969878"/>
                  </a:lnTo>
                  <a:lnTo>
                    <a:pt x="4171739" y="1980561"/>
                  </a:lnTo>
                  <a:lnTo>
                    <a:pt x="4172389" y="1989487"/>
                  </a:lnTo>
                  <a:lnTo>
                    <a:pt x="4173039" y="1996715"/>
                  </a:lnTo>
                  <a:lnTo>
                    <a:pt x="4173689" y="2002352"/>
                  </a:lnTo>
                  <a:lnTo>
                    <a:pt x="4174339" y="2006441"/>
                  </a:lnTo>
                  <a:lnTo>
                    <a:pt x="4174989" y="2009041"/>
                  </a:lnTo>
                  <a:lnTo>
                    <a:pt x="4175639" y="2010198"/>
                  </a:lnTo>
                  <a:lnTo>
                    <a:pt x="4176289" y="2009937"/>
                  </a:lnTo>
                  <a:lnTo>
                    <a:pt x="4176939" y="2008208"/>
                  </a:lnTo>
                  <a:lnTo>
                    <a:pt x="4177589" y="2005059"/>
                  </a:lnTo>
                  <a:lnTo>
                    <a:pt x="4178239" y="2000470"/>
                  </a:lnTo>
                  <a:lnTo>
                    <a:pt x="4178889" y="1994462"/>
                  </a:lnTo>
                  <a:lnTo>
                    <a:pt x="4179539" y="1987028"/>
                  </a:lnTo>
                  <a:lnTo>
                    <a:pt x="4180189" y="1978162"/>
                  </a:lnTo>
                  <a:lnTo>
                    <a:pt x="4180839" y="1967885"/>
                  </a:lnTo>
                  <a:lnTo>
                    <a:pt x="4181488" y="1956214"/>
                  </a:lnTo>
                  <a:lnTo>
                    <a:pt x="4182138" y="1943162"/>
                  </a:lnTo>
                  <a:lnTo>
                    <a:pt x="4182788" y="1928832"/>
                  </a:lnTo>
                  <a:lnTo>
                    <a:pt x="4183438" y="1913335"/>
                  </a:lnTo>
                  <a:lnTo>
                    <a:pt x="4184088" y="1896874"/>
                  </a:lnTo>
                  <a:lnTo>
                    <a:pt x="4184738" y="1879503"/>
                  </a:lnTo>
                  <a:lnTo>
                    <a:pt x="4185388" y="1861256"/>
                  </a:lnTo>
                  <a:lnTo>
                    <a:pt x="4186038" y="1842253"/>
                  </a:lnTo>
                  <a:lnTo>
                    <a:pt x="4186688" y="1822612"/>
                  </a:lnTo>
                  <a:lnTo>
                    <a:pt x="4187338" y="1802307"/>
                  </a:lnTo>
                  <a:lnTo>
                    <a:pt x="4187988" y="1781387"/>
                  </a:lnTo>
                  <a:lnTo>
                    <a:pt x="4188638" y="1759893"/>
                  </a:lnTo>
                  <a:lnTo>
                    <a:pt x="4189288" y="1737917"/>
                  </a:lnTo>
                  <a:lnTo>
                    <a:pt x="4189938" y="1715457"/>
                  </a:lnTo>
                  <a:lnTo>
                    <a:pt x="4190588" y="1692578"/>
                  </a:lnTo>
                  <a:lnTo>
                    <a:pt x="4191238" y="1669462"/>
                  </a:lnTo>
                  <a:lnTo>
                    <a:pt x="4191887" y="1646202"/>
                  </a:lnTo>
                  <a:lnTo>
                    <a:pt x="4192537" y="1622885"/>
                  </a:lnTo>
                  <a:lnTo>
                    <a:pt x="4193187" y="1599650"/>
                  </a:lnTo>
                  <a:lnTo>
                    <a:pt x="4193837" y="1576552"/>
                  </a:lnTo>
                  <a:lnTo>
                    <a:pt x="4194487" y="1553597"/>
                  </a:lnTo>
                  <a:lnTo>
                    <a:pt x="4195137" y="1530821"/>
                  </a:lnTo>
                  <a:lnTo>
                    <a:pt x="4195787" y="1508255"/>
                  </a:lnTo>
                  <a:lnTo>
                    <a:pt x="4196437" y="1486008"/>
                  </a:lnTo>
                  <a:lnTo>
                    <a:pt x="4197087" y="1464217"/>
                  </a:lnTo>
                  <a:lnTo>
                    <a:pt x="4197737" y="1442867"/>
                  </a:lnTo>
                  <a:lnTo>
                    <a:pt x="4198387" y="1421997"/>
                  </a:lnTo>
                  <a:lnTo>
                    <a:pt x="4199037" y="1401739"/>
                  </a:lnTo>
                  <a:lnTo>
                    <a:pt x="4199687" y="1382314"/>
                  </a:lnTo>
                  <a:lnTo>
                    <a:pt x="4200337" y="1363889"/>
                  </a:lnTo>
                  <a:lnTo>
                    <a:pt x="4200987" y="1346435"/>
                  </a:lnTo>
                  <a:lnTo>
                    <a:pt x="4201636" y="1329881"/>
                  </a:lnTo>
                  <a:lnTo>
                    <a:pt x="4202286" y="1314158"/>
                  </a:lnTo>
                  <a:lnTo>
                    <a:pt x="4202936" y="1299153"/>
                  </a:lnTo>
                  <a:lnTo>
                    <a:pt x="4203586" y="1284808"/>
                  </a:lnTo>
                  <a:lnTo>
                    <a:pt x="4204236" y="1271180"/>
                  </a:lnTo>
                  <a:lnTo>
                    <a:pt x="4204886" y="1258247"/>
                  </a:lnTo>
                  <a:lnTo>
                    <a:pt x="4205536" y="1245963"/>
                  </a:lnTo>
                  <a:lnTo>
                    <a:pt x="4206186" y="1234247"/>
                  </a:lnTo>
                  <a:lnTo>
                    <a:pt x="4206836" y="1223049"/>
                  </a:lnTo>
                  <a:lnTo>
                    <a:pt x="4207486" y="1212306"/>
                  </a:lnTo>
                  <a:lnTo>
                    <a:pt x="4208136" y="1201901"/>
                  </a:lnTo>
                  <a:lnTo>
                    <a:pt x="4208786" y="1191675"/>
                  </a:lnTo>
                  <a:lnTo>
                    <a:pt x="4209436" y="1181520"/>
                  </a:lnTo>
                  <a:lnTo>
                    <a:pt x="4210086" y="1171417"/>
                  </a:lnTo>
                  <a:lnTo>
                    <a:pt x="4210736" y="1161368"/>
                  </a:lnTo>
                  <a:lnTo>
                    <a:pt x="4211386" y="1151440"/>
                  </a:lnTo>
                  <a:lnTo>
                    <a:pt x="4212035" y="1141671"/>
                  </a:lnTo>
                  <a:lnTo>
                    <a:pt x="4212685" y="1132098"/>
                  </a:lnTo>
                  <a:lnTo>
                    <a:pt x="4213335" y="1122732"/>
                  </a:lnTo>
                  <a:lnTo>
                    <a:pt x="4213985" y="1113584"/>
                  </a:lnTo>
                  <a:lnTo>
                    <a:pt x="4214635" y="1104693"/>
                  </a:lnTo>
                  <a:lnTo>
                    <a:pt x="4215285" y="1095997"/>
                  </a:lnTo>
                  <a:lnTo>
                    <a:pt x="4215935" y="1087321"/>
                  </a:lnTo>
                  <a:lnTo>
                    <a:pt x="4216585" y="1078611"/>
                  </a:lnTo>
                  <a:lnTo>
                    <a:pt x="4217235" y="1069773"/>
                  </a:lnTo>
                  <a:lnTo>
                    <a:pt x="4217885" y="1060918"/>
                  </a:lnTo>
                  <a:lnTo>
                    <a:pt x="4218535" y="1052130"/>
                  </a:lnTo>
                  <a:lnTo>
                    <a:pt x="4219185" y="1043471"/>
                  </a:lnTo>
                  <a:lnTo>
                    <a:pt x="4219835" y="1035000"/>
                  </a:lnTo>
                  <a:lnTo>
                    <a:pt x="4220485" y="1026748"/>
                  </a:lnTo>
                  <a:lnTo>
                    <a:pt x="4221135" y="1018702"/>
                  </a:lnTo>
                  <a:lnTo>
                    <a:pt x="4221784" y="1010814"/>
                  </a:lnTo>
                  <a:lnTo>
                    <a:pt x="4222434" y="1003065"/>
                  </a:lnTo>
                  <a:lnTo>
                    <a:pt x="4223084" y="995471"/>
                  </a:lnTo>
                  <a:lnTo>
                    <a:pt x="4223734" y="987881"/>
                  </a:lnTo>
                  <a:lnTo>
                    <a:pt x="4224384" y="980253"/>
                  </a:lnTo>
                  <a:lnTo>
                    <a:pt x="4225034" y="972625"/>
                  </a:lnTo>
                  <a:lnTo>
                    <a:pt x="4225684" y="965058"/>
                  </a:lnTo>
                  <a:lnTo>
                    <a:pt x="4226334" y="957517"/>
                  </a:lnTo>
                  <a:lnTo>
                    <a:pt x="4226984" y="950028"/>
                  </a:lnTo>
                  <a:lnTo>
                    <a:pt x="4227634" y="942599"/>
                  </a:lnTo>
                  <a:lnTo>
                    <a:pt x="4228284" y="935181"/>
                  </a:lnTo>
                  <a:lnTo>
                    <a:pt x="4228934" y="927749"/>
                  </a:lnTo>
                  <a:lnTo>
                    <a:pt x="4229584" y="920214"/>
                  </a:lnTo>
                  <a:lnTo>
                    <a:pt x="4230234" y="912540"/>
                  </a:lnTo>
                  <a:lnTo>
                    <a:pt x="4230884" y="904783"/>
                  </a:lnTo>
                  <a:lnTo>
                    <a:pt x="4231534" y="896838"/>
                  </a:lnTo>
                  <a:lnTo>
                    <a:pt x="4232183" y="888657"/>
                  </a:lnTo>
                  <a:lnTo>
                    <a:pt x="4232833" y="880153"/>
                  </a:lnTo>
                  <a:lnTo>
                    <a:pt x="4233483" y="871296"/>
                  </a:lnTo>
                  <a:lnTo>
                    <a:pt x="4234133" y="862028"/>
                  </a:lnTo>
                  <a:lnTo>
                    <a:pt x="4234783" y="852324"/>
                  </a:lnTo>
                  <a:lnTo>
                    <a:pt x="4235433" y="842247"/>
                  </a:lnTo>
                  <a:lnTo>
                    <a:pt x="4236083" y="831886"/>
                  </a:lnTo>
                  <a:lnTo>
                    <a:pt x="4236733" y="821210"/>
                  </a:lnTo>
                  <a:lnTo>
                    <a:pt x="4237383" y="810212"/>
                  </a:lnTo>
                  <a:lnTo>
                    <a:pt x="4238033" y="798975"/>
                  </a:lnTo>
                  <a:lnTo>
                    <a:pt x="4238683" y="787617"/>
                  </a:lnTo>
                  <a:lnTo>
                    <a:pt x="4239333" y="776233"/>
                  </a:lnTo>
                  <a:lnTo>
                    <a:pt x="4239983" y="764766"/>
                  </a:lnTo>
                  <a:lnTo>
                    <a:pt x="4240633" y="753266"/>
                  </a:lnTo>
                  <a:lnTo>
                    <a:pt x="4241283" y="741818"/>
                  </a:lnTo>
                  <a:lnTo>
                    <a:pt x="4241932" y="730569"/>
                  </a:lnTo>
                  <a:lnTo>
                    <a:pt x="4242582" y="719577"/>
                  </a:lnTo>
                  <a:lnTo>
                    <a:pt x="4243232" y="708842"/>
                  </a:lnTo>
                  <a:lnTo>
                    <a:pt x="4243882" y="698306"/>
                  </a:lnTo>
                  <a:lnTo>
                    <a:pt x="4244532" y="687916"/>
                  </a:lnTo>
                  <a:lnTo>
                    <a:pt x="4245182" y="677647"/>
                  </a:lnTo>
                  <a:lnTo>
                    <a:pt x="4245832" y="667530"/>
                  </a:lnTo>
                  <a:lnTo>
                    <a:pt x="4246482" y="657570"/>
                  </a:lnTo>
                  <a:lnTo>
                    <a:pt x="4247132" y="647741"/>
                  </a:lnTo>
                  <a:lnTo>
                    <a:pt x="4247782" y="638099"/>
                  </a:lnTo>
                  <a:lnTo>
                    <a:pt x="4248432" y="628741"/>
                  </a:lnTo>
                  <a:lnTo>
                    <a:pt x="4249082" y="619759"/>
                  </a:lnTo>
                  <a:lnTo>
                    <a:pt x="4249732" y="611130"/>
                  </a:lnTo>
                  <a:lnTo>
                    <a:pt x="4250382" y="602860"/>
                  </a:lnTo>
                  <a:lnTo>
                    <a:pt x="4251032" y="594867"/>
                  </a:lnTo>
                  <a:lnTo>
                    <a:pt x="4251682" y="587013"/>
                  </a:lnTo>
                  <a:lnTo>
                    <a:pt x="4252331" y="579202"/>
                  </a:lnTo>
                  <a:lnTo>
                    <a:pt x="4252981" y="571452"/>
                  </a:lnTo>
                  <a:lnTo>
                    <a:pt x="4253631" y="563804"/>
                  </a:lnTo>
                  <a:lnTo>
                    <a:pt x="4254281" y="556263"/>
                  </a:lnTo>
                  <a:lnTo>
                    <a:pt x="4254931" y="548832"/>
                  </a:lnTo>
                  <a:lnTo>
                    <a:pt x="4255581" y="541480"/>
                  </a:lnTo>
                  <a:lnTo>
                    <a:pt x="4256231" y="534197"/>
                  </a:lnTo>
                  <a:lnTo>
                    <a:pt x="4256881" y="527036"/>
                  </a:lnTo>
                  <a:lnTo>
                    <a:pt x="4257531" y="519952"/>
                  </a:lnTo>
                  <a:lnTo>
                    <a:pt x="4258181" y="512843"/>
                  </a:lnTo>
                  <a:lnTo>
                    <a:pt x="4258831" y="505601"/>
                  </a:lnTo>
                  <a:lnTo>
                    <a:pt x="4259481" y="498284"/>
                  </a:lnTo>
                  <a:lnTo>
                    <a:pt x="4260131" y="490849"/>
                  </a:lnTo>
                  <a:lnTo>
                    <a:pt x="4260781" y="483317"/>
                  </a:lnTo>
                  <a:lnTo>
                    <a:pt x="4261431" y="475766"/>
                  </a:lnTo>
                  <a:lnTo>
                    <a:pt x="4262080" y="468261"/>
                  </a:lnTo>
                  <a:lnTo>
                    <a:pt x="4262730" y="460827"/>
                  </a:lnTo>
                  <a:lnTo>
                    <a:pt x="4263380" y="453406"/>
                  </a:lnTo>
                  <a:lnTo>
                    <a:pt x="4264030" y="446084"/>
                  </a:lnTo>
                  <a:lnTo>
                    <a:pt x="4264680" y="438929"/>
                  </a:lnTo>
                  <a:lnTo>
                    <a:pt x="4265330" y="431942"/>
                  </a:lnTo>
                  <a:lnTo>
                    <a:pt x="4265980" y="425135"/>
                  </a:lnTo>
                  <a:lnTo>
                    <a:pt x="4266630" y="418543"/>
                  </a:lnTo>
                  <a:lnTo>
                    <a:pt x="4267280" y="412229"/>
                  </a:lnTo>
                  <a:lnTo>
                    <a:pt x="4267930" y="406237"/>
                  </a:lnTo>
                  <a:lnTo>
                    <a:pt x="4268580" y="400547"/>
                  </a:lnTo>
                  <a:lnTo>
                    <a:pt x="4269230" y="395131"/>
                  </a:lnTo>
                  <a:lnTo>
                    <a:pt x="4269880" y="390017"/>
                  </a:lnTo>
                  <a:lnTo>
                    <a:pt x="4270530" y="385230"/>
                  </a:lnTo>
                  <a:lnTo>
                    <a:pt x="4271180" y="380760"/>
                  </a:lnTo>
                  <a:lnTo>
                    <a:pt x="4271830" y="376484"/>
                  </a:lnTo>
                  <a:lnTo>
                    <a:pt x="4272479" y="372436"/>
                  </a:lnTo>
                  <a:lnTo>
                    <a:pt x="4273129" y="368664"/>
                  </a:lnTo>
                  <a:lnTo>
                    <a:pt x="4273779" y="365096"/>
                  </a:lnTo>
                  <a:lnTo>
                    <a:pt x="4274429" y="361681"/>
                  </a:lnTo>
                  <a:lnTo>
                    <a:pt x="4275079" y="358317"/>
                  </a:lnTo>
                  <a:lnTo>
                    <a:pt x="4275729" y="354938"/>
                  </a:lnTo>
                  <a:lnTo>
                    <a:pt x="4276379" y="351567"/>
                  </a:lnTo>
                  <a:lnTo>
                    <a:pt x="4277029" y="348236"/>
                  </a:lnTo>
                  <a:lnTo>
                    <a:pt x="4277679" y="344942"/>
                  </a:lnTo>
                  <a:lnTo>
                    <a:pt x="4278329" y="341663"/>
                  </a:lnTo>
                  <a:lnTo>
                    <a:pt x="4278979" y="338437"/>
                  </a:lnTo>
                  <a:lnTo>
                    <a:pt x="4279629" y="335302"/>
                  </a:lnTo>
                  <a:lnTo>
                    <a:pt x="4280279" y="332153"/>
                  </a:lnTo>
                  <a:lnTo>
                    <a:pt x="4280929" y="328891"/>
                  </a:lnTo>
                  <a:lnTo>
                    <a:pt x="4281579" y="325426"/>
                  </a:lnTo>
                  <a:lnTo>
                    <a:pt x="4282228" y="321735"/>
                  </a:lnTo>
                  <a:lnTo>
                    <a:pt x="4282878" y="317809"/>
                  </a:lnTo>
                  <a:lnTo>
                    <a:pt x="4283528" y="313661"/>
                  </a:lnTo>
                  <a:lnTo>
                    <a:pt x="4284178" y="309286"/>
                  </a:lnTo>
                  <a:lnTo>
                    <a:pt x="4284828" y="304748"/>
                  </a:lnTo>
                  <a:lnTo>
                    <a:pt x="4285478" y="300075"/>
                  </a:lnTo>
                  <a:lnTo>
                    <a:pt x="4286128" y="295211"/>
                  </a:lnTo>
                  <a:lnTo>
                    <a:pt x="4286778" y="290111"/>
                  </a:lnTo>
                  <a:lnTo>
                    <a:pt x="4287428" y="284741"/>
                  </a:lnTo>
                  <a:lnTo>
                    <a:pt x="4288078" y="279136"/>
                  </a:lnTo>
                  <a:lnTo>
                    <a:pt x="4288728" y="273274"/>
                  </a:lnTo>
                  <a:lnTo>
                    <a:pt x="4289378" y="267164"/>
                  </a:lnTo>
                  <a:lnTo>
                    <a:pt x="4290028" y="260839"/>
                  </a:lnTo>
                  <a:lnTo>
                    <a:pt x="4290678" y="254310"/>
                  </a:lnTo>
                  <a:lnTo>
                    <a:pt x="4291328" y="247730"/>
                  </a:lnTo>
                  <a:lnTo>
                    <a:pt x="4291978" y="241122"/>
                  </a:lnTo>
                  <a:lnTo>
                    <a:pt x="4292627" y="234484"/>
                  </a:lnTo>
                  <a:lnTo>
                    <a:pt x="4293277" y="227833"/>
                  </a:lnTo>
                  <a:lnTo>
                    <a:pt x="4293927" y="221158"/>
                  </a:lnTo>
                  <a:lnTo>
                    <a:pt x="4294577" y="214422"/>
                  </a:lnTo>
                  <a:lnTo>
                    <a:pt x="4295227" y="207643"/>
                  </a:lnTo>
                  <a:lnTo>
                    <a:pt x="4295877" y="200926"/>
                  </a:lnTo>
                  <a:lnTo>
                    <a:pt x="4296527" y="194324"/>
                  </a:lnTo>
                  <a:lnTo>
                    <a:pt x="4297177" y="187817"/>
                  </a:lnTo>
                  <a:lnTo>
                    <a:pt x="4297827" y="181403"/>
                  </a:lnTo>
                  <a:lnTo>
                    <a:pt x="4298477" y="175076"/>
                  </a:lnTo>
                  <a:lnTo>
                    <a:pt x="4299127" y="168841"/>
                  </a:lnTo>
                  <a:lnTo>
                    <a:pt x="4299777" y="162650"/>
                  </a:lnTo>
                  <a:lnTo>
                    <a:pt x="4300427" y="156484"/>
                  </a:lnTo>
                  <a:lnTo>
                    <a:pt x="4301077" y="150317"/>
                  </a:lnTo>
                  <a:lnTo>
                    <a:pt x="4301727" y="144127"/>
                  </a:lnTo>
                  <a:lnTo>
                    <a:pt x="4302376" y="137892"/>
                  </a:lnTo>
                  <a:lnTo>
                    <a:pt x="4303026" y="131624"/>
                  </a:lnTo>
                  <a:lnTo>
                    <a:pt x="4303676" y="125191"/>
                  </a:lnTo>
                  <a:lnTo>
                    <a:pt x="4304326" y="118534"/>
                  </a:lnTo>
                  <a:lnTo>
                    <a:pt x="4304976" y="111685"/>
                  </a:lnTo>
                  <a:lnTo>
                    <a:pt x="4305626" y="104586"/>
                  </a:lnTo>
                  <a:lnTo>
                    <a:pt x="4306276" y="97315"/>
                  </a:lnTo>
                  <a:lnTo>
                    <a:pt x="4306926" y="89934"/>
                  </a:lnTo>
                  <a:lnTo>
                    <a:pt x="4307576" y="82520"/>
                  </a:lnTo>
                  <a:lnTo>
                    <a:pt x="4308226" y="75271"/>
                  </a:lnTo>
                  <a:lnTo>
                    <a:pt x="4308876" y="68251"/>
                  </a:lnTo>
                  <a:lnTo>
                    <a:pt x="4309526" y="61516"/>
                  </a:lnTo>
                  <a:lnTo>
                    <a:pt x="4310176" y="55110"/>
                  </a:lnTo>
                  <a:lnTo>
                    <a:pt x="4310826" y="49052"/>
                  </a:lnTo>
                  <a:lnTo>
                    <a:pt x="4311476" y="43367"/>
                  </a:lnTo>
                  <a:lnTo>
                    <a:pt x="4312125" y="37996"/>
                  </a:lnTo>
                  <a:lnTo>
                    <a:pt x="4312775" y="32887"/>
                  </a:lnTo>
                  <a:lnTo>
                    <a:pt x="4313425" y="28133"/>
                  </a:lnTo>
                  <a:lnTo>
                    <a:pt x="4314075" y="23817"/>
                  </a:lnTo>
                  <a:lnTo>
                    <a:pt x="4314725" y="19985"/>
                  </a:lnTo>
                  <a:lnTo>
                    <a:pt x="4315375" y="16576"/>
                  </a:lnTo>
                  <a:lnTo>
                    <a:pt x="4316025" y="13565"/>
                  </a:lnTo>
                  <a:lnTo>
                    <a:pt x="4316675" y="10963"/>
                  </a:lnTo>
                  <a:lnTo>
                    <a:pt x="4317325" y="8761"/>
                  </a:lnTo>
                  <a:lnTo>
                    <a:pt x="4317975" y="6895"/>
                  </a:lnTo>
                  <a:lnTo>
                    <a:pt x="4318625" y="5356"/>
                  </a:lnTo>
                  <a:lnTo>
                    <a:pt x="4319275" y="4186"/>
                  </a:lnTo>
                  <a:lnTo>
                    <a:pt x="4319925" y="3440"/>
                  </a:lnTo>
                  <a:lnTo>
                    <a:pt x="4320575" y="3112"/>
                  </a:lnTo>
                  <a:lnTo>
                    <a:pt x="4321225" y="3278"/>
                  </a:lnTo>
                  <a:lnTo>
                    <a:pt x="4321875" y="3968"/>
                  </a:lnTo>
                  <a:lnTo>
                    <a:pt x="4322524" y="5174"/>
                  </a:lnTo>
                  <a:lnTo>
                    <a:pt x="4323174" y="6937"/>
                  </a:lnTo>
                  <a:lnTo>
                    <a:pt x="4323824" y="9236"/>
                  </a:lnTo>
                  <a:lnTo>
                    <a:pt x="4324474" y="11981"/>
                  </a:lnTo>
                  <a:lnTo>
                    <a:pt x="4325124" y="15266"/>
                  </a:lnTo>
                  <a:lnTo>
                    <a:pt x="4325774" y="19083"/>
                  </a:lnTo>
                  <a:lnTo>
                    <a:pt x="4326424" y="23440"/>
                  </a:lnTo>
                  <a:lnTo>
                    <a:pt x="4327074" y="28371"/>
                  </a:lnTo>
                  <a:lnTo>
                    <a:pt x="4327724" y="33869"/>
                  </a:lnTo>
                  <a:lnTo>
                    <a:pt x="4328374" y="39840"/>
                  </a:lnTo>
                  <a:lnTo>
                    <a:pt x="4329024" y="46189"/>
                  </a:lnTo>
                  <a:lnTo>
                    <a:pt x="4329674" y="52793"/>
                  </a:lnTo>
                  <a:lnTo>
                    <a:pt x="4330324" y="59651"/>
                  </a:lnTo>
                  <a:lnTo>
                    <a:pt x="4330974" y="66676"/>
                  </a:lnTo>
                  <a:lnTo>
                    <a:pt x="4331624" y="73859"/>
                  </a:lnTo>
                  <a:lnTo>
                    <a:pt x="4332273" y="81242"/>
                  </a:lnTo>
                  <a:lnTo>
                    <a:pt x="4332923" y="88835"/>
                  </a:lnTo>
                  <a:lnTo>
                    <a:pt x="4333573" y="96643"/>
                  </a:lnTo>
                  <a:lnTo>
                    <a:pt x="4334223" y="104657"/>
                  </a:lnTo>
                  <a:lnTo>
                    <a:pt x="4334873" y="112898"/>
                  </a:lnTo>
                  <a:lnTo>
                    <a:pt x="4335523" y="121348"/>
                  </a:lnTo>
                  <a:lnTo>
                    <a:pt x="4336173" y="129995"/>
                  </a:lnTo>
                  <a:lnTo>
                    <a:pt x="4336823" y="138887"/>
                  </a:lnTo>
                  <a:lnTo>
                    <a:pt x="4337473" y="147991"/>
                  </a:lnTo>
                  <a:lnTo>
                    <a:pt x="4338123" y="157317"/>
                  </a:lnTo>
                  <a:lnTo>
                    <a:pt x="4338773" y="166777"/>
                  </a:lnTo>
                  <a:lnTo>
                    <a:pt x="4339423" y="176333"/>
                  </a:lnTo>
                  <a:lnTo>
                    <a:pt x="4340073" y="185936"/>
                  </a:lnTo>
                  <a:lnTo>
                    <a:pt x="4340723" y="195502"/>
                  </a:lnTo>
                  <a:lnTo>
                    <a:pt x="4341373" y="204930"/>
                  </a:lnTo>
                  <a:lnTo>
                    <a:pt x="4342023" y="214150"/>
                  </a:lnTo>
                  <a:lnTo>
                    <a:pt x="4342672" y="223121"/>
                  </a:lnTo>
                  <a:lnTo>
                    <a:pt x="4343322" y="231814"/>
                  </a:lnTo>
                  <a:lnTo>
                    <a:pt x="4343972" y="240168"/>
                  </a:lnTo>
                  <a:lnTo>
                    <a:pt x="4344622" y="248128"/>
                  </a:lnTo>
                  <a:lnTo>
                    <a:pt x="4345272" y="255748"/>
                  </a:lnTo>
                  <a:lnTo>
                    <a:pt x="4345922" y="263081"/>
                  </a:lnTo>
                  <a:lnTo>
                    <a:pt x="4346572" y="270094"/>
                  </a:lnTo>
                  <a:lnTo>
                    <a:pt x="4347222" y="276793"/>
                  </a:lnTo>
                  <a:lnTo>
                    <a:pt x="4347872" y="283246"/>
                  </a:lnTo>
                  <a:lnTo>
                    <a:pt x="4348522" y="289547"/>
                  </a:lnTo>
                  <a:lnTo>
                    <a:pt x="4349172" y="295709"/>
                  </a:lnTo>
                  <a:lnTo>
                    <a:pt x="4349822" y="301710"/>
                  </a:lnTo>
                  <a:lnTo>
                    <a:pt x="4350472" y="307602"/>
                  </a:lnTo>
                  <a:lnTo>
                    <a:pt x="4351122" y="313394"/>
                  </a:lnTo>
                  <a:lnTo>
                    <a:pt x="4351772" y="319039"/>
                  </a:lnTo>
                  <a:lnTo>
                    <a:pt x="4352421" y="324473"/>
                  </a:lnTo>
                  <a:lnTo>
                    <a:pt x="4353071" y="329713"/>
                  </a:lnTo>
                  <a:lnTo>
                    <a:pt x="4353721" y="334769"/>
                  </a:lnTo>
                  <a:lnTo>
                    <a:pt x="4354371" y="339579"/>
                  </a:lnTo>
                  <a:lnTo>
                    <a:pt x="4355021" y="344122"/>
                  </a:lnTo>
                  <a:lnTo>
                    <a:pt x="4355671" y="348372"/>
                  </a:lnTo>
                  <a:lnTo>
                    <a:pt x="4356321" y="352293"/>
                  </a:lnTo>
                  <a:lnTo>
                    <a:pt x="4356971" y="355944"/>
                  </a:lnTo>
                  <a:lnTo>
                    <a:pt x="4357621" y="359242"/>
                  </a:lnTo>
                  <a:lnTo>
                    <a:pt x="4358271" y="362118"/>
                  </a:lnTo>
                  <a:lnTo>
                    <a:pt x="4358921" y="364606"/>
                  </a:lnTo>
                  <a:lnTo>
                    <a:pt x="4359571" y="366705"/>
                  </a:lnTo>
                  <a:lnTo>
                    <a:pt x="4360221" y="368412"/>
                  </a:lnTo>
                  <a:lnTo>
                    <a:pt x="4360871" y="369813"/>
                  </a:lnTo>
                  <a:lnTo>
                    <a:pt x="4361521" y="371026"/>
                  </a:lnTo>
                  <a:lnTo>
                    <a:pt x="4362171" y="372167"/>
                  </a:lnTo>
                  <a:lnTo>
                    <a:pt x="4362820" y="373295"/>
                  </a:lnTo>
                  <a:lnTo>
                    <a:pt x="4363470" y="374482"/>
                  </a:lnTo>
                  <a:lnTo>
                    <a:pt x="4364120" y="375890"/>
                  </a:lnTo>
                  <a:lnTo>
                    <a:pt x="4364770" y="377611"/>
                  </a:lnTo>
                  <a:lnTo>
                    <a:pt x="4365420" y="379684"/>
                  </a:lnTo>
                  <a:lnTo>
                    <a:pt x="4366070" y="382161"/>
                  </a:lnTo>
                  <a:lnTo>
                    <a:pt x="4366720" y="385109"/>
                  </a:lnTo>
                  <a:lnTo>
                    <a:pt x="4367370" y="388602"/>
                  </a:lnTo>
                  <a:lnTo>
                    <a:pt x="4368020" y="392831"/>
                  </a:lnTo>
                  <a:lnTo>
                    <a:pt x="4368670" y="397853"/>
                  </a:lnTo>
                  <a:lnTo>
                    <a:pt x="4369320" y="403744"/>
                  </a:lnTo>
                  <a:lnTo>
                    <a:pt x="4369970" y="410535"/>
                  </a:lnTo>
                  <a:lnTo>
                    <a:pt x="4370620" y="418275"/>
                  </a:lnTo>
                  <a:lnTo>
                    <a:pt x="4371270" y="427109"/>
                  </a:lnTo>
                  <a:lnTo>
                    <a:pt x="4371920" y="437088"/>
                  </a:lnTo>
                  <a:lnTo>
                    <a:pt x="4372569" y="448140"/>
                  </a:lnTo>
                  <a:lnTo>
                    <a:pt x="4373219" y="460260"/>
                  </a:lnTo>
                  <a:lnTo>
                    <a:pt x="4373869" y="473435"/>
                  </a:lnTo>
                  <a:lnTo>
                    <a:pt x="4374519" y="487623"/>
                  </a:lnTo>
                  <a:lnTo>
                    <a:pt x="4375169" y="502839"/>
                  </a:lnTo>
                  <a:lnTo>
                    <a:pt x="4375819" y="519049"/>
                  </a:lnTo>
                  <a:lnTo>
                    <a:pt x="4376469" y="536260"/>
                  </a:lnTo>
                  <a:lnTo>
                    <a:pt x="4377119" y="554540"/>
                  </a:lnTo>
                  <a:lnTo>
                    <a:pt x="4377769" y="573931"/>
                  </a:lnTo>
                  <a:lnTo>
                    <a:pt x="4378419" y="594459"/>
                  </a:lnTo>
                  <a:lnTo>
                    <a:pt x="4379069" y="616099"/>
                  </a:lnTo>
                  <a:lnTo>
                    <a:pt x="4379719" y="638846"/>
                  </a:lnTo>
                  <a:lnTo>
                    <a:pt x="4380369" y="662483"/>
                  </a:lnTo>
                  <a:lnTo>
                    <a:pt x="4381019" y="686788"/>
                  </a:lnTo>
                  <a:lnTo>
                    <a:pt x="4381669" y="711654"/>
                  </a:lnTo>
                  <a:lnTo>
                    <a:pt x="4382319" y="737127"/>
                  </a:lnTo>
                  <a:lnTo>
                    <a:pt x="4382968" y="763151"/>
                  </a:lnTo>
                  <a:lnTo>
                    <a:pt x="4383618" y="789721"/>
                  </a:lnTo>
                  <a:lnTo>
                    <a:pt x="4384268" y="816850"/>
                  </a:lnTo>
                  <a:lnTo>
                    <a:pt x="4384918" y="844523"/>
                  </a:lnTo>
                  <a:lnTo>
                    <a:pt x="4385568" y="872715"/>
                  </a:lnTo>
                  <a:lnTo>
                    <a:pt x="4386218" y="901317"/>
                  </a:lnTo>
                  <a:lnTo>
                    <a:pt x="4386868" y="930251"/>
                  </a:lnTo>
                  <a:lnTo>
                    <a:pt x="4387518" y="959519"/>
                  </a:lnTo>
                  <a:lnTo>
                    <a:pt x="4388168" y="989114"/>
                  </a:lnTo>
                  <a:lnTo>
                    <a:pt x="4388818" y="1019039"/>
                  </a:lnTo>
                  <a:lnTo>
                    <a:pt x="4389468" y="1049241"/>
                  </a:lnTo>
                  <a:lnTo>
                    <a:pt x="4390118" y="1079710"/>
                  </a:lnTo>
                  <a:lnTo>
                    <a:pt x="4390768" y="1110568"/>
                  </a:lnTo>
                  <a:lnTo>
                    <a:pt x="4391418" y="1141803"/>
                  </a:lnTo>
                  <a:lnTo>
                    <a:pt x="4392068" y="1173346"/>
                  </a:lnTo>
                  <a:lnTo>
                    <a:pt x="4392717" y="1205174"/>
                  </a:lnTo>
                  <a:lnTo>
                    <a:pt x="4393367" y="1237193"/>
                  </a:lnTo>
                  <a:lnTo>
                    <a:pt x="4394017" y="1269282"/>
                  </a:lnTo>
                  <a:lnTo>
                    <a:pt x="4394667" y="1301351"/>
                  </a:lnTo>
                  <a:lnTo>
                    <a:pt x="4395317" y="1333292"/>
                  </a:lnTo>
                  <a:lnTo>
                    <a:pt x="4395967" y="1365160"/>
                  </a:lnTo>
                  <a:lnTo>
                    <a:pt x="4396617" y="1396944"/>
                  </a:lnTo>
                  <a:lnTo>
                    <a:pt x="4397267" y="1428503"/>
                  </a:lnTo>
                  <a:lnTo>
                    <a:pt x="4397917" y="1459691"/>
                  </a:lnTo>
                  <a:lnTo>
                    <a:pt x="4398567" y="1490408"/>
                  </a:lnTo>
                  <a:lnTo>
                    <a:pt x="4399217" y="1520600"/>
                  </a:lnTo>
                  <a:lnTo>
                    <a:pt x="4399867" y="1550285"/>
                  </a:lnTo>
                  <a:lnTo>
                    <a:pt x="4400517" y="1579224"/>
                  </a:lnTo>
                  <a:lnTo>
                    <a:pt x="4401167" y="1607291"/>
                  </a:lnTo>
                  <a:lnTo>
                    <a:pt x="4401817" y="1634506"/>
                  </a:lnTo>
                  <a:lnTo>
                    <a:pt x="4402467" y="1660734"/>
                  </a:lnTo>
                  <a:lnTo>
                    <a:pt x="4403116" y="1685799"/>
                  </a:lnTo>
                  <a:lnTo>
                    <a:pt x="4403766" y="1709574"/>
                  </a:lnTo>
                  <a:lnTo>
                    <a:pt x="4404416" y="1731952"/>
                  </a:lnTo>
                  <a:lnTo>
                    <a:pt x="4405066" y="1752934"/>
                  </a:lnTo>
                  <a:lnTo>
                    <a:pt x="4405716" y="1772455"/>
                  </a:lnTo>
                  <a:lnTo>
                    <a:pt x="4406366" y="1790527"/>
                  </a:lnTo>
                  <a:lnTo>
                    <a:pt x="4407016" y="1807133"/>
                  </a:lnTo>
                  <a:lnTo>
                    <a:pt x="4407666" y="1822238"/>
                  </a:lnTo>
                  <a:lnTo>
                    <a:pt x="4408316" y="1835837"/>
                  </a:lnTo>
                  <a:lnTo>
                    <a:pt x="4408966" y="1847952"/>
                  </a:lnTo>
                  <a:lnTo>
                    <a:pt x="4409616" y="1858556"/>
                  </a:lnTo>
                  <a:lnTo>
                    <a:pt x="4410266" y="1867548"/>
                  </a:lnTo>
                  <a:lnTo>
                    <a:pt x="4410916" y="1874751"/>
                  </a:lnTo>
                  <a:lnTo>
                    <a:pt x="4411566" y="1880071"/>
                  </a:lnTo>
                  <a:lnTo>
                    <a:pt x="4412216" y="1883444"/>
                  </a:lnTo>
                  <a:lnTo>
                    <a:pt x="4412865" y="1885075"/>
                  </a:lnTo>
                  <a:lnTo>
                    <a:pt x="4413515" y="1885287"/>
                  </a:lnTo>
                  <a:lnTo>
                    <a:pt x="4414165" y="1884275"/>
                  </a:lnTo>
                  <a:lnTo>
                    <a:pt x="4414815" y="1882074"/>
                  </a:lnTo>
                  <a:lnTo>
                    <a:pt x="4415465" y="1878706"/>
                  </a:lnTo>
                  <a:lnTo>
                    <a:pt x="4416115" y="1874184"/>
                  </a:lnTo>
                  <a:lnTo>
                    <a:pt x="4416765" y="1868515"/>
                  </a:lnTo>
                  <a:lnTo>
                    <a:pt x="4417415" y="1861786"/>
                  </a:lnTo>
                  <a:lnTo>
                    <a:pt x="4418065" y="1854091"/>
                  </a:lnTo>
                  <a:lnTo>
                    <a:pt x="4418715" y="1845521"/>
                  </a:lnTo>
                  <a:lnTo>
                    <a:pt x="4419365" y="1836208"/>
                  </a:lnTo>
                  <a:lnTo>
                    <a:pt x="4420015" y="1826228"/>
                  </a:lnTo>
                  <a:lnTo>
                    <a:pt x="4420665" y="1815613"/>
                  </a:lnTo>
                  <a:lnTo>
                    <a:pt x="4421315" y="1804347"/>
                  </a:lnTo>
                  <a:lnTo>
                    <a:pt x="4421965" y="1792439"/>
                  </a:lnTo>
                  <a:lnTo>
                    <a:pt x="4422615" y="1779863"/>
                  </a:lnTo>
                  <a:lnTo>
                    <a:pt x="4423264" y="1766544"/>
                  </a:lnTo>
                  <a:lnTo>
                    <a:pt x="4423914" y="1752435"/>
                  </a:lnTo>
                  <a:lnTo>
                    <a:pt x="4424564" y="1737589"/>
                  </a:lnTo>
                  <a:lnTo>
                    <a:pt x="4425214" y="1722020"/>
                  </a:lnTo>
                  <a:lnTo>
                    <a:pt x="4425864" y="1705782"/>
                  </a:lnTo>
                  <a:lnTo>
                    <a:pt x="4426514" y="1688946"/>
                  </a:lnTo>
                  <a:lnTo>
                    <a:pt x="4427164" y="1671476"/>
                  </a:lnTo>
                  <a:lnTo>
                    <a:pt x="4427814" y="1653399"/>
                  </a:lnTo>
                  <a:lnTo>
                    <a:pt x="4428464" y="1634644"/>
                  </a:lnTo>
                  <a:lnTo>
                    <a:pt x="4429114" y="1615096"/>
                  </a:lnTo>
                  <a:lnTo>
                    <a:pt x="4429764" y="1594643"/>
                  </a:lnTo>
                  <a:lnTo>
                    <a:pt x="4430414" y="1573371"/>
                  </a:lnTo>
                  <a:lnTo>
                    <a:pt x="4431064" y="1551422"/>
                  </a:lnTo>
                  <a:lnTo>
                    <a:pt x="4431714" y="1528862"/>
                  </a:lnTo>
                  <a:lnTo>
                    <a:pt x="4432364" y="1505653"/>
                  </a:lnTo>
                  <a:lnTo>
                    <a:pt x="4433013" y="1481714"/>
                  </a:lnTo>
                  <a:lnTo>
                    <a:pt x="4433663" y="1457111"/>
                  </a:lnTo>
                  <a:lnTo>
                    <a:pt x="4434313" y="1431680"/>
                  </a:lnTo>
                  <a:lnTo>
                    <a:pt x="4434963" y="1405478"/>
                  </a:lnTo>
                  <a:lnTo>
                    <a:pt x="4435613" y="1378745"/>
                  </a:lnTo>
                  <a:lnTo>
                    <a:pt x="4436263" y="1351693"/>
                  </a:lnTo>
                  <a:lnTo>
                    <a:pt x="4436913" y="1324424"/>
                  </a:lnTo>
                  <a:lnTo>
                    <a:pt x="4437563" y="1296990"/>
                  </a:lnTo>
                  <a:lnTo>
                    <a:pt x="4438213" y="1269515"/>
                  </a:lnTo>
                  <a:lnTo>
                    <a:pt x="4438863" y="1242153"/>
                  </a:lnTo>
                  <a:lnTo>
                    <a:pt x="4439513" y="1214983"/>
                  </a:lnTo>
                  <a:lnTo>
                    <a:pt x="4440163" y="1188116"/>
                  </a:lnTo>
                  <a:lnTo>
                    <a:pt x="4440813" y="1161582"/>
                  </a:lnTo>
                  <a:lnTo>
                    <a:pt x="4441463" y="1135350"/>
                  </a:lnTo>
                  <a:lnTo>
                    <a:pt x="4442113" y="1109372"/>
                  </a:lnTo>
                  <a:lnTo>
                    <a:pt x="4442762" y="1083717"/>
                  </a:lnTo>
                  <a:lnTo>
                    <a:pt x="4443412" y="1058574"/>
                  </a:lnTo>
                  <a:lnTo>
                    <a:pt x="4444062" y="1034090"/>
                  </a:lnTo>
                  <a:lnTo>
                    <a:pt x="4444712" y="1010350"/>
                  </a:lnTo>
                  <a:lnTo>
                    <a:pt x="4445362" y="987364"/>
                  </a:lnTo>
                  <a:lnTo>
                    <a:pt x="4446012" y="964924"/>
                  </a:lnTo>
                  <a:lnTo>
                    <a:pt x="4446662" y="942932"/>
                  </a:lnTo>
                  <a:lnTo>
                    <a:pt x="4447312" y="921405"/>
                  </a:lnTo>
                  <a:lnTo>
                    <a:pt x="4447962" y="900427"/>
                  </a:lnTo>
                  <a:lnTo>
                    <a:pt x="4448612" y="879983"/>
                  </a:lnTo>
                  <a:lnTo>
                    <a:pt x="4449262" y="860120"/>
                  </a:lnTo>
                  <a:lnTo>
                    <a:pt x="4449912" y="840830"/>
                  </a:lnTo>
                  <a:lnTo>
                    <a:pt x="4450562" y="822007"/>
                  </a:lnTo>
                  <a:lnTo>
                    <a:pt x="4451212" y="803636"/>
                  </a:lnTo>
                  <a:lnTo>
                    <a:pt x="4451862" y="785638"/>
                  </a:lnTo>
                  <a:lnTo>
                    <a:pt x="4452512" y="767916"/>
                  </a:lnTo>
                  <a:lnTo>
                    <a:pt x="4453161" y="750450"/>
                  </a:lnTo>
                  <a:lnTo>
                    <a:pt x="4453811" y="733271"/>
                  </a:lnTo>
                  <a:lnTo>
                    <a:pt x="4454461" y="716433"/>
                  </a:lnTo>
                  <a:lnTo>
                    <a:pt x="4455111" y="700006"/>
                  </a:lnTo>
                  <a:lnTo>
                    <a:pt x="4455761" y="684058"/>
                  </a:lnTo>
                  <a:lnTo>
                    <a:pt x="4456411" y="668609"/>
                  </a:lnTo>
                  <a:lnTo>
                    <a:pt x="4457061" y="653606"/>
                  </a:lnTo>
                  <a:lnTo>
                    <a:pt x="4457711" y="639030"/>
                  </a:lnTo>
                  <a:lnTo>
                    <a:pt x="4458361" y="624860"/>
                  </a:lnTo>
                  <a:lnTo>
                    <a:pt x="4459011" y="610977"/>
                  </a:lnTo>
                  <a:lnTo>
                    <a:pt x="4459661" y="597406"/>
                  </a:lnTo>
                  <a:lnTo>
                    <a:pt x="4460311" y="584212"/>
                  </a:lnTo>
                  <a:lnTo>
                    <a:pt x="4460961" y="571399"/>
                  </a:lnTo>
                  <a:lnTo>
                    <a:pt x="4461611" y="559023"/>
                  </a:lnTo>
                  <a:lnTo>
                    <a:pt x="4462261" y="547179"/>
                  </a:lnTo>
                  <a:lnTo>
                    <a:pt x="4462910" y="535842"/>
                  </a:lnTo>
                  <a:lnTo>
                    <a:pt x="4463560" y="524893"/>
                  </a:lnTo>
                  <a:lnTo>
                    <a:pt x="4464210" y="514198"/>
                  </a:lnTo>
                  <a:lnTo>
                    <a:pt x="4464860" y="503673"/>
                  </a:lnTo>
                  <a:lnTo>
                    <a:pt x="4465510" y="493368"/>
                  </a:lnTo>
                  <a:lnTo>
                    <a:pt x="4466160" y="483341"/>
                  </a:lnTo>
                  <a:lnTo>
                    <a:pt x="4466810" y="473747"/>
                  </a:lnTo>
                  <a:lnTo>
                    <a:pt x="4467460" y="464658"/>
                  </a:lnTo>
                  <a:lnTo>
                    <a:pt x="4468110" y="455952"/>
                  </a:lnTo>
                  <a:lnTo>
                    <a:pt x="4468760" y="447520"/>
                  </a:lnTo>
                  <a:lnTo>
                    <a:pt x="4469410" y="439321"/>
                  </a:lnTo>
                  <a:lnTo>
                    <a:pt x="4470060" y="431398"/>
                  </a:lnTo>
                  <a:lnTo>
                    <a:pt x="4470710" y="423717"/>
                  </a:lnTo>
                  <a:lnTo>
                    <a:pt x="4471360" y="416153"/>
                  </a:lnTo>
                  <a:lnTo>
                    <a:pt x="4472010" y="408754"/>
                  </a:lnTo>
                  <a:lnTo>
                    <a:pt x="4472660" y="401484"/>
                  </a:lnTo>
                  <a:lnTo>
                    <a:pt x="4473309" y="394367"/>
                  </a:lnTo>
                  <a:lnTo>
                    <a:pt x="4473959" y="387557"/>
                  </a:lnTo>
                  <a:lnTo>
                    <a:pt x="4474609" y="381184"/>
                  </a:lnTo>
                  <a:lnTo>
                    <a:pt x="4475259" y="375328"/>
                  </a:lnTo>
                  <a:lnTo>
                    <a:pt x="4475909" y="369877"/>
                  </a:lnTo>
                  <a:lnTo>
                    <a:pt x="4476559" y="364738"/>
                  </a:lnTo>
                  <a:lnTo>
                    <a:pt x="4477209" y="359954"/>
                  </a:lnTo>
                  <a:lnTo>
                    <a:pt x="4477859" y="355489"/>
                  </a:lnTo>
                  <a:lnTo>
                    <a:pt x="4478509" y="351406"/>
                  </a:lnTo>
                  <a:lnTo>
                    <a:pt x="4479159" y="347723"/>
                  </a:lnTo>
                  <a:lnTo>
                    <a:pt x="4479809" y="344360"/>
                  </a:lnTo>
                  <a:lnTo>
                    <a:pt x="4480459" y="341177"/>
                  </a:lnTo>
                  <a:lnTo>
                    <a:pt x="4481109" y="338182"/>
                  </a:lnTo>
                  <a:lnTo>
                    <a:pt x="4481759" y="335340"/>
                  </a:lnTo>
                  <a:lnTo>
                    <a:pt x="4482409" y="332678"/>
                  </a:lnTo>
                  <a:lnTo>
                    <a:pt x="4483058" y="330237"/>
                  </a:lnTo>
                  <a:lnTo>
                    <a:pt x="4483708" y="328012"/>
                  </a:lnTo>
                  <a:lnTo>
                    <a:pt x="4484358" y="326056"/>
                  </a:lnTo>
                  <a:lnTo>
                    <a:pt x="4485008" y="324456"/>
                  </a:lnTo>
                  <a:lnTo>
                    <a:pt x="4485658" y="323268"/>
                  </a:lnTo>
                  <a:lnTo>
                    <a:pt x="4486308" y="322594"/>
                  </a:lnTo>
                  <a:lnTo>
                    <a:pt x="4486958" y="322403"/>
                  </a:lnTo>
                  <a:lnTo>
                    <a:pt x="4487608" y="322711"/>
                  </a:lnTo>
                  <a:lnTo>
                    <a:pt x="4488258" y="323470"/>
                  </a:lnTo>
                  <a:lnTo>
                    <a:pt x="4488908" y="324703"/>
                  </a:lnTo>
                  <a:lnTo>
                    <a:pt x="4489558" y="326458"/>
                  </a:lnTo>
                  <a:lnTo>
                    <a:pt x="4490208" y="328730"/>
                  </a:lnTo>
                  <a:lnTo>
                    <a:pt x="4490858" y="331434"/>
                  </a:lnTo>
                  <a:lnTo>
                    <a:pt x="4491508" y="334644"/>
                  </a:lnTo>
                  <a:lnTo>
                    <a:pt x="4492158" y="338476"/>
                  </a:lnTo>
                  <a:lnTo>
                    <a:pt x="4492808" y="342862"/>
                  </a:lnTo>
                  <a:lnTo>
                    <a:pt x="4493457" y="347813"/>
                  </a:lnTo>
                  <a:lnTo>
                    <a:pt x="4494107" y="353233"/>
                  </a:lnTo>
                  <a:lnTo>
                    <a:pt x="4494757" y="359134"/>
                  </a:lnTo>
                  <a:lnTo>
                    <a:pt x="4495407" y="365508"/>
                  </a:lnTo>
                  <a:lnTo>
                    <a:pt x="4496057" y="372356"/>
                  </a:lnTo>
                  <a:lnTo>
                    <a:pt x="4496707" y="379715"/>
                  </a:lnTo>
                  <a:lnTo>
                    <a:pt x="4497357" y="387601"/>
                  </a:lnTo>
                  <a:lnTo>
                    <a:pt x="4498007" y="396019"/>
                  </a:lnTo>
                  <a:lnTo>
                    <a:pt x="4498657" y="404931"/>
                  </a:lnTo>
                  <a:lnTo>
                    <a:pt x="4499307" y="414256"/>
                  </a:lnTo>
                  <a:lnTo>
                    <a:pt x="4499957" y="423953"/>
                  </a:lnTo>
                  <a:lnTo>
                    <a:pt x="4500607" y="434038"/>
                  </a:lnTo>
                  <a:lnTo>
                    <a:pt x="4501257" y="444462"/>
                  </a:lnTo>
                  <a:lnTo>
                    <a:pt x="4501907" y="455122"/>
                  </a:lnTo>
                  <a:lnTo>
                    <a:pt x="4502557" y="465995"/>
                  </a:lnTo>
                  <a:lnTo>
                    <a:pt x="4503206" y="477005"/>
                  </a:lnTo>
                  <a:lnTo>
                    <a:pt x="4503856" y="488120"/>
                  </a:lnTo>
                  <a:lnTo>
                    <a:pt x="4504506" y="499281"/>
                  </a:lnTo>
                  <a:lnTo>
                    <a:pt x="4505156" y="510374"/>
                  </a:lnTo>
                  <a:lnTo>
                    <a:pt x="4505806" y="521332"/>
                  </a:lnTo>
                  <a:lnTo>
                    <a:pt x="4506456" y="531972"/>
                  </a:lnTo>
                  <a:lnTo>
                    <a:pt x="4507106" y="542144"/>
                  </a:lnTo>
                  <a:lnTo>
                    <a:pt x="4507756" y="551764"/>
                  </a:lnTo>
                  <a:lnTo>
                    <a:pt x="4508406" y="560798"/>
                  </a:lnTo>
                  <a:lnTo>
                    <a:pt x="4509056" y="569357"/>
                  </a:lnTo>
                  <a:lnTo>
                    <a:pt x="4509706" y="577388"/>
                  </a:lnTo>
                  <a:lnTo>
                    <a:pt x="4510356" y="584864"/>
                  </a:lnTo>
                  <a:lnTo>
                    <a:pt x="4511006" y="591774"/>
                  </a:lnTo>
                  <a:lnTo>
                    <a:pt x="4511656" y="598108"/>
                  </a:lnTo>
                  <a:lnTo>
                    <a:pt x="4512306" y="603878"/>
                  </a:lnTo>
                  <a:lnTo>
                    <a:pt x="4512956" y="609121"/>
                  </a:lnTo>
                  <a:lnTo>
                    <a:pt x="4513605" y="613892"/>
                  </a:lnTo>
                  <a:lnTo>
                    <a:pt x="4514255" y="618126"/>
                  </a:lnTo>
                  <a:lnTo>
                    <a:pt x="4514905" y="621777"/>
                  </a:lnTo>
                  <a:lnTo>
                    <a:pt x="4515555" y="624784"/>
                  </a:lnTo>
                  <a:lnTo>
                    <a:pt x="4516205" y="627146"/>
                  </a:lnTo>
                  <a:lnTo>
                    <a:pt x="4516855" y="628880"/>
                  </a:lnTo>
                  <a:lnTo>
                    <a:pt x="4517505" y="629912"/>
                  </a:lnTo>
                  <a:lnTo>
                    <a:pt x="4518155" y="630163"/>
                  </a:lnTo>
                  <a:lnTo>
                    <a:pt x="4518805" y="629487"/>
                  </a:lnTo>
                  <a:lnTo>
                    <a:pt x="4519455" y="627794"/>
                  </a:lnTo>
                  <a:lnTo>
                    <a:pt x="4520105" y="625038"/>
                  </a:lnTo>
                  <a:lnTo>
                    <a:pt x="4520755" y="621177"/>
                  </a:lnTo>
                  <a:lnTo>
                    <a:pt x="4521405" y="616194"/>
                  </a:lnTo>
                  <a:lnTo>
                    <a:pt x="4522055" y="610010"/>
                  </a:lnTo>
                  <a:lnTo>
                    <a:pt x="4522705" y="602625"/>
                  </a:lnTo>
                  <a:lnTo>
                    <a:pt x="4523354" y="594178"/>
                  </a:lnTo>
                  <a:lnTo>
                    <a:pt x="4524004" y="584769"/>
                  </a:lnTo>
                  <a:lnTo>
                    <a:pt x="4524654" y="574348"/>
                  </a:lnTo>
                  <a:lnTo>
                    <a:pt x="4525304" y="562910"/>
                  </a:lnTo>
                  <a:lnTo>
                    <a:pt x="4525954" y="550512"/>
                  </a:lnTo>
                  <a:lnTo>
                    <a:pt x="4526604" y="537229"/>
                  </a:lnTo>
                  <a:lnTo>
                    <a:pt x="4527254" y="523190"/>
                  </a:lnTo>
                  <a:lnTo>
                    <a:pt x="4527904" y="508496"/>
                  </a:lnTo>
                  <a:lnTo>
                    <a:pt x="4528554" y="493221"/>
                  </a:lnTo>
                  <a:lnTo>
                    <a:pt x="4529204" y="477478"/>
                  </a:lnTo>
                  <a:lnTo>
                    <a:pt x="4529854" y="461324"/>
                  </a:lnTo>
                  <a:lnTo>
                    <a:pt x="4530504" y="444812"/>
                  </a:lnTo>
                  <a:lnTo>
                    <a:pt x="4531154" y="428038"/>
                  </a:lnTo>
                  <a:lnTo>
                    <a:pt x="4531804" y="411084"/>
                  </a:lnTo>
                  <a:lnTo>
                    <a:pt x="4532454" y="394059"/>
                  </a:lnTo>
                  <a:lnTo>
                    <a:pt x="4533104" y="376946"/>
                  </a:lnTo>
                  <a:lnTo>
                    <a:pt x="4533753" y="359712"/>
                  </a:lnTo>
                  <a:lnTo>
                    <a:pt x="4534403" y="342466"/>
                  </a:lnTo>
                  <a:lnTo>
                    <a:pt x="4535053" y="325320"/>
                  </a:lnTo>
                  <a:lnTo>
                    <a:pt x="4535703" y="308342"/>
                  </a:lnTo>
                  <a:lnTo>
                    <a:pt x="4536353" y="291586"/>
                  </a:lnTo>
                  <a:lnTo>
                    <a:pt x="4537003" y="275125"/>
                  </a:lnTo>
                  <a:lnTo>
                    <a:pt x="4537653" y="259030"/>
                  </a:lnTo>
                  <a:lnTo>
                    <a:pt x="4538303" y="243374"/>
                  </a:lnTo>
                  <a:lnTo>
                    <a:pt x="4538953" y="228237"/>
                  </a:lnTo>
                  <a:lnTo>
                    <a:pt x="4539603" y="213714"/>
                  </a:lnTo>
                  <a:lnTo>
                    <a:pt x="4540253" y="199831"/>
                  </a:lnTo>
                  <a:lnTo>
                    <a:pt x="4540903" y="186673"/>
                  </a:lnTo>
                  <a:lnTo>
                    <a:pt x="4541553" y="174223"/>
                  </a:lnTo>
                  <a:lnTo>
                    <a:pt x="4542203" y="162474"/>
                  </a:lnTo>
                  <a:lnTo>
                    <a:pt x="4542853" y="151441"/>
                  </a:lnTo>
                  <a:lnTo>
                    <a:pt x="4543502" y="141134"/>
                  </a:lnTo>
                  <a:lnTo>
                    <a:pt x="4544152" y="131518"/>
                  </a:lnTo>
                  <a:lnTo>
                    <a:pt x="4544802" y="122547"/>
                  </a:lnTo>
                  <a:lnTo>
                    <a:pt x="4545452" y="114207"/>
                  </a:lnTo>
                  <a:lnTo>
                    <a:pt x="4546102" y="106492"/>
                  </a:lnTo>
                  <a:lnTo>
                    <a:pt x="4546752" y="99420"/>
                  </a:lnTo>
                  <a:lnTo>
                    <a:pt x="4547402" y="92999"/>
                  </a:lnTo>
                  <a:lnTo>
                    <a:pt x="4548052" y="87287"/>
                  </a:lnTo>
                  <a:lnTo>
                    <a:pt x="4548702" y="82274"/>
                  </a:lnTo>
                  <a:lnTo>
                    <a:pt x="4549352" y="77969"/>
                  </a:lnTo>
                  <a:lnTo>
                    <a:pt x="4550002" y="74409"/>
                  </a:lnTo>
                  <a:lnTo>
                    <a:pt x="4550652" y="71602"/>
                  </a:lnTo>
                  <a:lnTo>
                    <a:pt x="4551302" y="69570"/>
                  </a:lnTo>
                  <a:lnTo>
                    <a:pt x="4551952" y="68422"/>
                  </a:lnTo>
                  <a:lnTo>
                    <a:pt x="4552602" y="68208"/>
                  </a:lnTo>
                  <a:lnTo>
                    <a:pt x="4553252" y="68951"/>
                  </a:lnTo>
                  <a:lnTo>
                    <a:pt x="4553901" y="70702"/>
                  </a:lnTo>
                  <a:lnTo>
                    <a:pt x="4554551" y="73548"/>
                  </a:lnTo>
                  <a:lnTo>
                    <a:pt x="4555201" y="77576"/>
                  </a:lnTo>
                  <a:lnTo>
                    <a:pt x="4555851" y="82782"/>
                  </a:lnTo>
                  <a:lnTo>
                    <a:pt x="4556501" y="89049"/>
                  </a:lnTo>
                  <a:lnTo>
                    <a:pt x="4557151" y="96351"/>
                  </a:lnTo>
                  <a:lnTo>
                    <a:pt x="4557801" y="104756"/>
                  </a:lnTo>
                  <a:lnTo>
                    <a:pt x="4558451" y="114264"/>
                  </a:lnTo>
                  <a:lnTo>
                    <a:pt x="4559101" y="124868"/>
                  </a:lnTo>
                  <a:lnTo>
                    <a:pt x="4559751" y="136436"/>
                  </a:lnTo>
                  <a:lnTo>
                    <a:pt x="4560401" y="148890"/>
                  </a:lnTo>
                  <a:lnTo>
                    <a:pt x="4561051" y="162192"/>
                  </a:lnTo>
                  <a:lnTo>
                    <a:pt x="4561701" y="176265"/>
                  </a:lnTo>
                  <a:lnTo>
                    <a:pt x="4562351" y="191085"/>
                  </a:lnTo>
                  <a:lnTo>
                    <a:pt x="4563001" y="206783"/>
                  </a:lnTo>
                  <a:lnTo>
                    <a:pt x="4563650" y="223395"/>
                  </a:lnTo>
                  <a:lnTo>
                    <a:pt x="4564300" y="240866"/>
                  </a:lnTo>
                  <a:lnTo>
                    <a:pt x="4564950" y="259093"/>
                  </a:lnTo>
                  <a:lnTo>
                    <a:pt x="4565600" y="278071"/>
                  </a:lnTo>
                  <a:lnTo>
                    <a:pt x="4566250" y="297986"/>
                  </a:lnTo>
                  <a:lnTo>
                    <a:pt x="4566900" y="318881"/>
                  </a:lnTo>
                  <a:lnTo>
                    <a:pt x="4567550" y="340654"/>
                  </a:lnTo>
                  <a:lnTo>
                    <a:pt x="4568200" y="363226"/>
                  </a:lnTo>
                  <a:lnTo>
                    <a:pt x="4568850" y="386489"/>
                  </a:lnTo>
                  <a:lnTo>
                    <a:pt x="4569500" y="410407"/>
                  </a:lnTo>
                  <a:lnTo>
                    <a:pt x="4570150" y="434974"/>
                  </a:lnTo>
                  <a:lnTo>
                    <a:pt x="4570800" y="460184"/>
                  </a:lnTo>
                  <a:lnTo>
                    <a:pt x="4571450" y="485994"/>
                  </a:lnTo>
                  <a:lnTo>
                    <a:pt x="4572100" y="512391"/>
                  </a:lnTo>
                  <a:lnTo>
                    <a:pt x="4572750" y="539372"/>
                  </a:lnTo>
                  <a:lnTo>
                    <a:pt x="4573400" y="566846"/>
                  </a:lnTo>
                  <a:lnTo>
                    <a:pt x="4574049" y="594637"/>
                  </a:lnTo>
                  <a:lnTo>
                    <a:pt x="4574699" y="622732"/>
                  </a:lnTo>
                  <a:lnTo>
                    <a:pt x="4575349" y="651088"/>
                  </a:lnTo>
                  <a:lnTo>
                    <a:pt x="4575999" y="679628"/>
                  </a:lnTo>
                  <a:lnTo>
                    <a:pt x="4576649" y="708292"/>
                  </a:lnTo>
                  <a:lnTo>
                    <a:pt x="4577299" y="737105"/>
                  </a:lnTo>
                  <a:lnTo>
                    <a:pt x="4577949" y="766134"/>
                  </a:lnTo>
                  <a:lnTo>
                    <a:pt x="4578599" y="795400"/>
                  </a:lnTo>
                  <a:lnTo>
                    <a:pt x="4579249" y="824873"/>
                  </a:lnTo>
                  <a:lnTo>
                    <a:pt x="4579899" y="854576"/>
                  </a:lnTo>
                  <a:lnTo>
                    <a:pt x="4580549" y="884444"/>
                  </a:lnTo>
                  <a:lnTo>
                    <a:pt x="4581199" y="914438"/>
                  </a:lnTo>
                  <a:lnTo>
                    <a:pt x="4581849" y="944478"/>
                  </a:lnTo>
                  <a:lnTo>
                    <a:pt x="4582499" y="974451"/>
                  </a:lnTo>
                  <a:lnTo>
                    <a:pt x="4583149" y="1004342"/>
                  </a:lnTo>
                  <a:lnTo>
                    <a:pt x="4583798" y="1034149"/>
                  </a:lnTo>
                  <a:lnTo>
                    <a:pt x="4584448" y="1063866"/>
                  </a:lnTo>
                  <a:lnTo>
                    <a:pt x="4585098" y="1093445"/>
                  </a:lnTo>
                  <a:lnTo>
                    <a:pt x="4585748" y="1122796"/>
                  </a:lnTo>
                  <a:lnTo>
                    <a:pt x="4586398" y="1151838"/>
                  </a:lnTo>
                  <a:lnTo>
                    <a:pt x="4587048" y="1180439"/>
                  </a:lnTo>
                  <a:lnTo>
                    <a:pt x="4587698" y="1208450"/>
                  </a:lnTo>
                  <a:lnTo>
                    <a:pt x="4588348" y="1235790"/>
                  </a:lnTo>
                  <a:lnTo>
                    <a:pt x="4588998" y="1262449"/>
                  </a:lnTo>
                  <a:lnTo>
                    <a:pt x="4589648" y="1288376"/>
                  </a:lnTo>
                  <a:lnTo>
                    <a:pt x="4590298" y="1313541"/>
                  </a:lnTo>
                  <a:lnTo>
                    <a:pt x="4590948" y="1337850"/>
                  </a:lnTo>
                  <a:lnTo>
                    <a:pt x="4591598" y="1361281"/>
                  </a:lnTo>
                  <a:lnTo>
                    <a:pt x="4592248" y="1383814"/>
                  </a:lnTo>
                  <a:lnTo>
                    <a:pt x="4592898" y="1405435"/>
                  </a:lnTo>
                  <a:lnTo>
                    <a:pt x="4593547" y="1426081"/>
                  </a:lnTo>
                  <a:lnTo>
                    <a:pt x="4594197" y="1445715"/>
                  </a:lnTo>
                  <a:lnTo>
                    <a:pt x="4594847" y="1464321"/>
                  </a:lnTo>
                  <a:lnTo>
                    <a:pt x="4595497" y="1481743"/>
                  </a:lnTo>
                  <a:lnTo>
                    <a:pt x="4596147" y="1497807"/>
                  </a:lnTo>
                  <a:lnTo>
                    <a:pt x="4596797" y="1512476"/>
                  </a:lnTo>
                  <a:lnTo>
                    <a:pt x="4597447" y="1525782"/>
                  </a:lnTo>
                  <a:lnTo>
                    <a:pt x="4598097" y="1537750"/>
                  </a:lnTo>
                  <a:lnTo>
                    <a:pt x="4598747" y="1548212"/>
                  </a:lnTo>
                  <a:lnTo>
                    <a:pt x="4599397" y="1557010"/>
                  </a:lnTo>
                  <a:lnTo>
                    <a:pt x="4600047" y="1564132"/>
                  </a:lnTo>
                  <a:lnTo>
                    <a:pt x="4600697" y="1569590"/>
                  </a:lnTo>
                  <a:lnTo>
                    <a:pt x="4601347" y="1573495"/>
                  </a:lnTo>
                  <a:lnTo>
                    <a:pt x="4601997" y="1575868"/>
                  </a:lnTo>
                  <a:lnTo>
                    <a:pt x="4602647" y="1576698"/>
                  </a:lnTo>
                  <a:lnTo>
                    <a:pt x="4603297" y="1575911"/>
                  </a:lnTo>
                  <a:lnTo>
                    <a:pt x="4603946" y="1573552"/>
                  </a:lnTo>
                  <a:lnTo>
                    <a:pt x="4604596" y="1569622"/>
                  </a:lnTo>
                  <a:lnTo>
                    <a:pt x="4605246" y="1564107"/>
                  </a:lnTo>
                  <a:lnTo>
                    <a:pt x="4605896" y="1557100"/>
                  </a:lnTo>
                  <a:lnTo>
                    <a:pt x="4606546" y="1548797"/>
                  </a:lnTo>
                  <a:lnTo>
                    <a:pt x="4607196" y="1539293"/>
                  </a:lnTo>
                  <a:lnTo>
                    <a:pt x="4607846" y="1528584"/>
                  </a:lnTo>
                  <a:lnTo>
                    <a:pt x="4608496" y="1516779"/>
                  </a:lnTo>
                  <a:lnTo>
                    <a:pt x="4609146" y="1504062"/>
                  </a:lnTo>
                  <a:lnTo>
                    <a:pt x="4609796" y="1490543"/>
                  </a:lnTo>
                  <a:lnTo>
                    <a:pt x="4610446" y="1476244"/>
                  </a:lnTo>
                  <a:lnTo>
                    <a:pt x="4611096" y="1461098"/>
                  </a:lnTo>
                  <a:lnTo>
                    <a:pt x="4611746" y="1445088"/>
                  </a:lnTo>
                  <a:lnTo>
                    <a:pt x="4612396" y="1428266"/>
                  </a:lnTo>
                  <a:lnTo>
                    <a:pt x="4613046" y="1410697"/>
                  </a:lnTo>
                  <a:lnTo>
                    <a:pt x="4613695" y="1392473"/>
                  </a:lnTo>
                  <a:lnTo>
                    <a:pt x="4614345" y="1373669"/>
                  </a:lnTo>
                  <a:lnTo>
                    <a:pt x="4614995" y="1354362"/>
                  </a:lnTo>
                  <a:lnTo>
                    <a:pt x="4615645" y="1334622"/>
                  </a:lnTo>
                  <a:lnTo>
                    <a:pt x="4616295" y="1314465"/>
                  </a:lnTo>
                  <a:lnTo>
                    <a:pt x="4616945" y="1293890"/>
                  </a:lnTo>
                  <a:lnTo>
                    <a:pt x="4617595" y="1272945"/>
                  </a:lnTo>
                  <a:lnTo>
                    <a:pt x="4618245" y="1251685"/>
                  </a:lnTo>
                  <a:lnTo>
                    <a:pt x="4618895" y="1230138"/>
                  </a:lnTo>
                  <a:lnTo>
                    <a:pt x="4619545" y="1208399"/>
                  </a:lnTo>
                  <a:lnTo>
                    <a:pt x="4620195" y="1186563"/>
                  </a:lnTo>
                  <a:lnTo>
                    <a:pt x="4620845" y="1164696"/>
                  </a:lnTo>
                  <a:lnTo>
                    <a:pt x="4621495" y="1142881"/>
                  </a:lnTo>
                  <a:lnTo>
                    <a:pt x="4622145" y="1121164"/>
                  </a:lnTo>
                  <a:lnTo>
                    <a:pt x="4622795" y="1099601"/>
                  </a:lnTo>
                  <a:lnTo>
                    <a:pt x="4623445" y="1078214"/>
                  </a:lnTo>
                  <a:lnTo>
                    <a:pt x="4624094" y="1057010"/>
                  </a:lnTo>
                  <a:lnTo>
                    <a:pt x="4624744" y="1036037"/>
                  </a:lnTo>
                  <a:lnTo>
                    <a:pt x="4625394" y="1015324"/>
                  </a:lnTo>
                  <a:lnTo>
                    <a:pt x="4626044" y="994973"/>
                  </a:lnTo>
                  <a:lnTo>
                    <a:pt x="4626694" y="975068"/>
                  </a:lnTo>
                  <a:lnTo>
                    <a:pt x="4627344" y="955632"/>
                  </a:lnTo>
                  <a:lnTo>
                    <a:pt x="4627994" y="936772"/>
                  </a:lnTo>
                  <a:lnTo>
                    <a:pt x="4628644" y="918635"/>
                  </a:lnTo>
                  <a:lnTo>
                    <a:pt x="4629294" y="901280"/>
                  </a:lnTo>
                  <a:lnTo>
                    <a:pt x="4629944" y="884716"/>
                  </a:lnTo>
                  <a:lnTo>
                    <a:pt x="4630594" y="868928"/>
                  </a:lnTo>
                  <a:lnTo>
                    <a:pt x="4631244" y="853912"/>
                  </a:lnTo>
                  <a:lnTo>
                    <a:pt x="4631894" y="839768"/>
                  </a:lnTo>
                  <a:lnTo>
                    <a:pt x="4632544" y="826503"/>
                  </a:lnTo>
                  <a:lnTo>
                    <a:pt x="4633194" y="814154"/>
                  </a:lnTo>
                  <a:lnTo>
                    <a:pt x="4633843" y="802744"/>
                  </a:lnTo>
                  <a:lnTo>
                    <a:pt x="4634493" y="792187"/>
                  </a:lnTo>
                  <a:lnTo>
                    <a:pt x="4635143" y="782477"/>
                  </a:lnTo>
                  <a:lnTo>
                    <a:pt x="4635793" y="773672"/>
                  </a:lnTo>
                  <a:lnTo>
                    <a:pt x="4636443" y="765758"/>
                  </a:lnTo>
                  <a:lnTo>
                    <a:pt x="4637093" y="758636"/>
                  </a:lnTo>
                  <a:lnTo>
                    <a:pt x="4637743" y="752261"/>
                  </a:lnTo>
                  <a:lnTo>
                    <a:pt x="4638393" y="746587"/>
                  </a:lnTo>
                  <a:lnTo>
                    <a:pt x="4639043" y="741411"/>
                  </a:lnTo>
                  <a:lnTo>
                    <a:pt x="4639693" y="736621"/>
                  </a:lnTo>
                  <a:lnTo>
                    <a:pt x="4640343" y="732288"/>
                  </a:lnTo>
                  <a:lnTo>
                    <a:pt x="4640993" y="728429"/>
                  </a:lnTo>
                  <a:lnTo>
                    <a:pt x="4641643" y="724901"/>
                  </a:lnTo>
                  <a:lnTo>
                    <a:pt x="4642293" y="721559"/>
                  </a:lnTo>
                  <a:lnTo>
                    <a:pt x="4642943" y="718301"/>
                  </a:lnTo>
                  <a:lnTo>
                    <a:pt x="4643593" y="715107"/>
                  </a:lnTo>
                  <a:lnTo>
                    <a:pt x="4644242" y="712110"/>
                  </a:lnTo>
                  <a:lnTo>
                    <a:pt x="4644892" y="709337"/>
                  </a:lnTo>
                  <a:lnTo>
                    <a:pt x="4645542" y="706770"/>
                  </a:lnTo>
                  <a:lnTo>
                    <a:pt x="4646192" y="704391"/>
                  </a:lnTo>
                  <a:lnTo>
                    <a:pt x="4646842" y="702266"/>
                  </a:lnTo>
                  <a:lnTo>
                    <a:pt x="4647492" y="700423"/>
                  </a:lnTo>
                  <a:lnTo>
                    <a:pt x="4648142" y="698889"/>
                  </a:lnTo>
                  <a:lnTo>
                    <a:pt x="4648792" y="697697"/>
                  </a:lnTo>
                  <a:lnTo>
                    <a:pt x="4649442" y="696820"/>
                  </a:lnTo>
                  <a:lnTo>
                    <a:pt x="4650092" y="696207"/>
                  </a:lnTo>
                  <a:lnTo>
                    <a:pt x="4650742" y="695855"/>
                  </a:lnTo>
                  <a:lnTo>
                    <a:pt x="4651392" y="695799"/>
                  </a:lnTo>
                  <a:lnTo>
                    <a:pt x="4652042" y="696188"/>
                  </a:lnTo>
                  <a:lnTo>
                    <a:pt x="4652692" y="697122"/>
                  </a:lnTo>
                  <a:lnTo>
                    <a:pt x="4653342" y="698685"/>
                  </a:lnTo>
                  <a:lnTo>
                    <a:pt x="4653991" y="700866"/>
                  </a:lnTo>
                  <a:lnTo>
                    <a:pt x="4654641" y="703621"/>
                  </a:lnTo>
                  <a:lnTo>
                    <a:pt x="4655291" y="706866"/>
                  </a:lnTo>
                  <a:lnTo>
                    <a:pt x="4655941" y="710628"/>
                  </a:lnTo>
                  <a:lnTo>
                    <a:pt x="4656591" y="714893"/>
                  </a:lnTo>
                  <a:lnTo>
                    <a:pt x="4657241" y="719703"/>
                  </a:lnTo>
                  <a:lnTo>
                    <a:pt x="4657891" y="725062"/>
                  </a:lnTo>
                  <a:lnTo>
                    <a:pt x="4658541" y="730989"/>
                  </a:lnTo>
                  <a:lnTo>
                    <a:pt x="4659191" y="737525"/>
                  </a:lnTo>
                  <a:lnTo>
                    <a:pt x="4659841" y="744740"/>
                  </a:lnTo>
                  <a:lnTo>
                    <a:pt x="4660491" y="752593"/>
                  </a:lnTo>
                  <a:lnTo>
                    <a:pt x="4661141" y="760983"/>
                  </a:lnTo>
                  <a:lnTo>
                    <a:pt x="4661791" y="769823"/>
                  </a:lnTo>
                  <a:lnTo>
                    <a:pt x="4662441" y="779011"/>
                  </a:lnTo>
                  <a:lnTo>
                    <a:pt x="4663091" y="788534"/>
                  </a:lnTo>
                  <a:lnTo>
                    <a:pt x="4663741" y="798381"/>
                  </a:lnTo>
                  <a:lnTo>
                    <a:pt x="4664390" y="808606"/>
                  </a:lnTo>
                  <a:lnTo>
                    <a:pt x="4665040" y="819263"/>
                  </a:lnTo>
                  <a:lnTo>
                    <a:pt x="4665690" y="830351"/>
                  </a:lnTo>
                  <a:lnTo>
                    <a:pt x="4666340" y="841879"/>
                  </a:lnTo>
                  <a:lnTo>
                    <a:pt x="4666990" y="853890"/>
                  </a:lnTo>
                  <a:lnTo>
                    <a:pt x="4667640" y="866412"/>
                  </a:lnTo>
                  <a:lnTo>
                    <a:pt x="4668290" y="879439"/>
                  </a:lnTo>
                  <a:lnTo>
                    <a:pt x="4668940" y="892781"/>
                  </a:lnTo>
                  <a:lnTo>
                    <a:pt x="4669590" y="906446"/>
                  </a:lnTo>
                  <a:lnTo>
                    <a:pt x="4670240" y="920435"/>
                  </a:lnTo>
                  <a:lnTo>
                    <a:pt x="4670890" y="934725"/>
                  </a:lnTo>
                  <a:lnTo>
                    <a:pt x="4671540" y="949439"/>
                  </a:lnTo>
                  <a:lnTo>
                    <a:pt x="4672190" y="964697"/>
                  </a:lnTo>
                  <a:lnTo>
                    <a:pt x="4672840" y="980455"/>
                  </a:lnTo>
                  <a:lnTo>
                    <a:pt x="4673490" y="996599"/>
                  </a:lnTo>
                  <a:lnTo>
                    <a:pt x="4674139" y="1013106"/>
                  </a:lnTo>
                  <a:lnTo>
                    <a:pt x="4674789" y="1029993"/>
                  </a:lnTo>
                  <a:lnTo>
                    <a:pt x="4675439" y="1047279"/>
                  </a:lnTo>
                  <a:lnTo>
                    <a:pt x="4676089" y="1064980"/>
                  </a:lnTo>
                  <a:lnTo>
                    <a:pt x="4676739" y="1083041"/>
                  </a:lnTo>
                  <a:lnTo>
                    <a:pt x="4677389" y="1101271"/>
                  </a:lnTo>
                  <a:lnTo>
                    <a:pt x="4678039" y="1119551"/>
                  </a:lnTo>
                  <a:lnTo>
                    <a:pt x="4678689" y="1137811"/>
                  </a:lnTo>
                  <a:lnTo>
                    <a:pt x="4679339" y="1155867"/>
                  </a:lnTo>
                  <a:lnTo>
                    <a:pt x="4679989" y="1173617"/>
                  </a:lnTo>
                  <a:lnTo>
                    <a:pt x="4680639" y="1190974"/>
                  </a:lnTo>
                  <a:lnTo>
                    <a:pt x="4681289" y="1207854"/>
                  </a:lnTo>
                  <a:lnTo>
                    <a:pt x="4681939" y="1224245"/>
                  </a:lnTo>
                  <a:lnTo>
                    <a:pt x="4682589" y="1240186"/>
                  </a:lnTo>
                  <a:lnTo>
                    <a:pt x="4683239" y="1255753"/>
                  </a:lnTo>
                  <a:lnTo>
                    <a:pt x="4683889" y="1270902"/>
                  </a:lnTo>
                  <a:lnTo>
                    <a:pt x="4684538" y="1285526"/>
                  </a:lnTo>
                  <a:lnTo>
                    <a:pt x="4685188" y="1299428"/>
                  </a:lnTo>
                  <a:lnTo>
                    <a:pt x="4685838" y="1312435"/>
                  </a:lnTo>
                  <a:lnTo>
                    <a:pt x="4686488" y="1324449"/>
                  </a:lnTo>
                  <a:lnTo>
                    <a:pt x="4687138" y="1335553"/>
                  </a:lnTo>
                  <a:lnTo>
                    <a:pt x="4687788" y="1345817"/>
                  </a:lnTo>
                  <a:lnTo>
                    <a:pt x="4688438" y="1355307"/>
                  </a:lnTo>
                  <a:lnTo>
                    <a:pt x="4689088" y="1364069"/>
                  </a:lnTo>
                  <a:lnTo>
                    <a:pt x="4689738" y="1372089"/>
                  </a:lnTo>
                  <a:lnTo>
                    <a:pt x="4690388" y="1379252"/>
                  </a:lnTo>
                  <a:lnTo>
                    <a:pt x="4691038" y="1385467"/>
                  </a:lnTo>
                  <a:lnTo>
                    <a:pt x="4691688" y="1390587"/>
                  </a:lnTo>
                  <a:lnTo>
                    <a:pt x="4692338" y="1394430"/>
                  </a:lnTo>
                  <a:lnTo>
                    <a:pt x="4692988" y="1396841"/>
                  </a:lnTo>
                  <a:lnTo>
                    <a:pt x="4693638" y="1397819"/>
                  </a:lnTo>
                  <a:lnTo>
                    <a:pt x="4694287" y="1397374"/>
                  </a:lnTo>
                  <a:lnTo>
                    <a:pt x="4694937" y="1395551"/>
                  </a:lnTo>
                  <a:lnTo>
                    <a:pt x="4695587" y="1392403"/>
                  </a:lnTo>
                  <a:lnTo>
                    <a:pt x="4696237" y="1387939"/>
                  </a:lnTo>
                  <a:lnTo>
                    <a:pt x="4696887" y="1382032"/>
                  </a:lnTo>
                  <a:lnTo>
                    <a:pt x="4697537" y="1374593"/>
                  </a:lnTo>
                  <a:lnTo>
                    <a:pt x="4698187" y="1365589"/>
                  </a:lnTo>
                  <a:lnTo>
                    <a:pt x="4698837" y="1354934"/>
                  </a:lnTo>
                  <a:lnTo>
                    <a:pt x="4699487" y="1342561"/>
                  </a:lnTo>
                  <a:lnTo>
                    <a:pt x="4700137" y="1328485"/>
                  </a:lnTo>
                  <a:lnTo>
                    <a:pt x="4700787" y="1312716"/>
                  </a:lnTo>
                  <a:lnTo>
                    <a:pt x="4701437" y="1295456"/>
                  </a:lnTo>
                  <a:lnTo>
                    <a:pt x="4702087" y="1276978"/>
                  </a:lnTo>
                  <a:lnTo>
                    <a:pt x="4702737" y="1257438"/>
                  </a:lnTo>
                  <a:lnTo>
                    <a:pt x="4703387" y="1236952"/>
                  </a:lnTo>
                  <a:lnTo>
                    <a:pt x="4704037" y="1215627"/>
                  </a:lnTo>
                  <a:lnTo>
                    <a:pt x="4704686" y="1193432"/>
                  </a:lnTo>
                  <a:lnTo>
                    <a:pt x="4705336" y="1170391"/>
                  </a:lnTo>
                  <a:lnTo>
                    <a:pt x="4705986" y="1146584"/>
                  </a:lnTo>
                  <a:lnTo>
                    <a:pt x="4706636" y="1122130"/>
                  </a:lnTo>
                  <a:lnTo>
                    <a:pt x="4707286" y="1097133"/>
                  </a:lnTo>
                  <a:lnTo>
                    <a:pt x="4707936" y="1071696"/>
                  </a:lnTo>
                  <a:lnTo>
                    <a:pt x="4708586" y="1045944"/>
                  </a:lnTo>
                  <a:lnTo>
                    <a:pt x="4709236" y="1019920"/>
                  </a:lnTo>
                  <a:lnTo>
                    <a:pt x="4709886" y="993688"/>
                  </a:lnTo>
                  <a:lnTo>
                    <a:pt x="4710536" y="967414"/>
                  </a:lnTo>
                  <a:lnTo>
                    <a:pt x="4711186" y="941234"/>
                  </a:lnTo>
                  <a:lnTo>
                    <a:pt x="4711836" y="915183"/>
                  </a:lnTo>
                  <a:lnTo>
                    <a:pt x="4712486" y="889378"/>
                  </a:lnTo>
                  <a:lnTo>
                    <a:pt x="4713136" y="863807"/>
                  </a:lnTo>
                  <a:lnTo>
                    <a:pt x="4713786" y="838529"/>
                  </a:lnTo>
                  <a:lnTo>
                    <a:pt x="4714435" y="813602"/>
                  </a:lnTo>
                  <a:lnTo>
                    <a:pt x="4715085" y="789025"/>
                  </a:lnTo>
                  <a:lnTo>
                    <a:pt x="4715735" y="764824"/>
                  </a:lnTo>
                  <a:lnTo>
                    <a:pt x="4716385" y="741061"/>
                  </a:lnTo>
                  <a:lnTo>
                    <a:pt x="4717035" y="717716"/>
                  </a:lnTo>
                  <a:lnTo>
                    <a:pt x="4717685" y="694836"/>
                  </a:lnTo>
                  <a:lnTo>
                    <a:pt x="4718335" y="672470"/>
                  </a:lnTo>
                  <a:lnTo>
                    <a:pt x="4718985" y="650613"/>
                  </a:lnTo>
                  <a:lnTo>
                    <a:pt x="4719635" y="629295"/>
                  </a:lnTo>
                  <a:lnTo>
                    <a:pt x="4720285" y="608432"/>
                  </a:lnTo>
                  <a:lnTo>
                    <a:pt x="4720935" y="587973"/>
                  </a:lnTo>
                  <a:lnTo>
                    <a:pt x="4721585" y="567910"/>
                  </a:lnTo>
                  <a:lnTo>
                    <a:pt x="4722235" y="548227"/>
                  </a:lnTo>
                  <a:lnTo>
                    <a:pt x="4722885" y="529050"/>
                  </a:lnTo>
                  <a:lnTo>
                    <a:pt x="4723535" y="510536"/>
                  </a:lnTo>
                  <a:lnTo>
                    <a:pt x="4724185" y="492765"/>
                  </a:lnTo>
                  <a:lnTo>
                    <a:pt x="4724834" y="475876"/>
                  </a:lnTo>
                  <a:lnTo>
                    <a:pt x="4725484" y="459946"/>
                  </a:lnTo>
                  <a:lnTo>
                    <a:pt x="4726134" y="444974"/>
                  </a:lnTo>
                  <a:lnTo>
                    <a:pt x="4726784" y="431002"/>
                  </a:lnTo>
                  <a:lnTo>
                    <a:pt x="4727434" y="418087"/>
                  </a:lnTo>
                  <a:lnTo>
                    <a:pt x="4728084" y="406272"/>
                  </a:lnTo>
                  <a:lnTo>
                    <a:pt x="4728734" y="395675"/>
                  </a:lnTo>
                  <a:lnTo>
                    <a:pt x="4729384" y="386358"/>
                  </a:lnTo>
                  <a:lnTo>
                    <a:pt x="4730034" y="378469"/>
                  </a:lnTo>
                  <a:lnTo>
                    <a:pt x="4730684" y="372086"/>
                  </a:lnTo>
                  <a:lnTo>
                    <a:pt x="4731334" y="367203"/>
                  </a:lnTo>
                  <a:lnTo>
                    <a:pt x="4731984" y="363853"/>
                  </a:lnTo>
                  <a:lnTo>
                    <a:pt x="4732634" y="361989"/>
                  </a:lnTo>
                  <a:lnTo>
                    <a:pt x="4733284" y="361506"/>
                  </a:lnTo>
                  <a:lnTo>
                    <a:pt x="4733934" y="362313"/>
                  </a:lnTo>
                  <a:lnTo>
                    <a:pt x="4734583" y="364211"/>
                  </a:lnTo>
                  <a:lnTo>
                    <a:pt x="4735233" y="367107"/>
                  </a:lnTo>
                  <a:lnTo>
                    <a:pt x="4735883" y="370865"/>
                  </a:lnTo>
                  <a:lnTo>
                    <a:pt x="4736533" y="375393"/>
                  </a:lnTo>
                  <a:lnTo>
                    <a:pt x="4737183" y="380570"/>
                  </a:lnTo>
                  <a:lnTo>
                    <a:pt x="4737833" y="386330"/>
                  </a:lnTo>
                  <a:lnTo>
                    <a:pt x="4738483" y="392621"/>
                  </a:lnTo>
                  <a:lnTo>
                    <a:pt x="4739133" y="399355"/>
                  </a:lnTo>
                  <a:lnTo>
                    <a:pt x="4739783" y="406412"/>
                  </a:lnTo>
                  <a:lnTo>
                    <a:pt x="4740433" y="413673"/>
                  </a:lnTo>
                  <a:lnTo>
                    <a:pt x="4741083" y="420992"/>
                  </a:lnTo>
                  <a:lnTo>
                    <a:pt x="4741733" y="428271"/>
                  </a:lnTo>
                  <a:lnTo>
                    <a:pt x="4742383" y="435554"/>
                  </a:lnTo>
                  <a:lnTo>
                    <a:pt x="4743033" y="442865"/>
                  </a:lnTo>
                  <a:lnTo>
                    <a:pt x="4743683" y="450086"/>
                  </a:lnTo>
                  <a:lnTo>
                    <a:pt x="4744332" y="457214"/>
                  </a:lnTo>
                  <a:lnTo>
                    <a:pt x="4744982" y="464265"/>
                  </a:lnTo>
                  <a:lnTo>
                    <a:pt x="4745632" y="471294"/>
                  </a:lnTo>
                  <a:lnTo>
                    <a:pt x="4746282" y="478337"/>
                  </a:lnTo>
                  <a:lnTo>
                    <a:pt x="4746932" y="485392"/>
                  </a:lnTo>
                  <a:lnTo>
                    <a:pt x="4747582" y="492476"/>
                  </a:lnTo>
                  <a:lnTo>
                    <a:pt x="4748232" y="499530"/>
                  </a:lnTo>
                  <a:lnTo>
                    <a:pt x="4748882" y="506487"/>
                  </a:lnTo>
                  <a:lnTo>
                    <a:pt x="4749532" y="513307"/>
                  </a:lnTo>
                  <a:lnTo>
                    <a:pt x="4750182" y="520051"/>
                  </a:lnTo>
                  <a:lnTo>
                    <a:pt x="4750832" y="526754"/>
                  </a:lnTo>
                  <a:lnTo>
                    <a:pt x="4751482" y="533509"/>
                  </a:lnTo>
                  <a:lnTo>
                    <a:pt x="4752132" y="540294"/>
                  </a:lnTo>
                  <a:lnTo>
                    <a:pt x="4752782" y="547081"/>
                  </a:lnTo>
                  <a:lnTo>
                    <a:pt x="4753432" y="553886"/>
                  </a:lnTo>
                  <a:lnTo>
                    <a:pt x="4754082" y="560718"/>
                  </a:lnTo>
                  <a:lnTo>
                    <a:pt x="4754731" y="567538"/>
                  </a:lnTo>
                  <a:lnTo>
                    <a:pt x="4755381" y="574291"/>
                  </a:lnTo>
                  <a:lnTo>
                    <a:pt x="4756031" y="580893"/>
                  </a:lnTo>
                  <a:lnTo>
                    <a:pt x="4756681" y="587237"/>
                  </a:lnTo>
                  <a:lnTo>
                    <a:pt x="4757331" y="593295"/>
                  </a:lnTo>
                  <a:lnTo>
                    <a:pt x="4757981" y="599118"/>
                  </a:lnTo>
                  <a:lnTo>
                    <a:pt x="4758631" y="604794"/>
                  </a:lnTo>
                  <a:lnTo>
                    <a:pt x="4759281" y="610407"/>
                  </a:lnTo>
                  <a:lnTo>
                    <a:pt x="4759931" y="615918"/>
                  </a:lnTo>
                  <a:lnTo>
                    <a:pt x="4760581" y="621284"/>
                  </a:lnTo>
                  <a:lnTo>
                    <a:pt x="4761231" y="626407"/>
                  </a:lnTo>
                  <a:lnTo>
                    <a:pt x="4761881" y="631249"/>
                  </a:lnTo>
                  <a:lnTo>
                    <a:pt x="4762531" y="635787"/>
                  </a:lnTo>
                  <a:lnTo>
                    <a:pt x="4763181" y="639988"/>
                  </a:lnTo>
                  <a:lnTo>
                    <a:pt x="4763831" y="643843"/>
                  </a:lnTo>
                  <a:lnTo>
                    <a:pt x="4764480" y="647442"/>
                  </a:lnTo>
                  <a:lnTo>
                    <a:pt x="4765130" y="650821"/>
                  </a:lnTo>
                  <a:lnTo>
                    <a:pt x="4765780" y="654032"/>
                  </a:lnTo>
                  <a:lnTo>
                    <a:pt x="4766430" y="657194"/>
                  </a:lnTo>
                  <a:lnTo>
                    <a:pt x="4767080" y="660299"/>
                  </a:lnTo>
                  <a:lnTo>
                    <a:pt x="4767730" y="663257"/>
                  </a:lnTo>
                  <a:lnTo>
                    <a:pt x="4768380" y="666081"/>
                  </a:lnTo>
                  <a:lnTo>
                    <a:pt x="4769030" y="668820"/>
                  </a:lnTo>
                  <a:lnTo>
                    <a:pt x="4769680" y="671557"/>
                  </a:lnTo>
                  <a:lnTo>
                    <a:pt x="4770330" y="674372"/>
                  </a:lnTo>
                  <a:lnTo>
                    <a:pt x="4770980" y="677286"/>
                  </a:lnTo>
                  <a:lnTo>
                    <a:pt x="4771630" y="680331"/>
                  </a:lnTo>
                  <a:lnTo>
                    <a:pt x="4772280" y="683572"/>
                  </a:lnTo>
                  <a:lnTo>
                    <a:pt x="4772930" y="687078"/>
                  </a:lnTo>
                  <a:lnTo>
                    <a:pt x="4773580" y="690912"/>
                  </a:lnTo>
                  <a:lnTo>
                    <a:pt x="4774230" y="695129"/>
                  </a:lnTo>
                  <a:lnTo>
                    <a:pt x="4774879" y="699725"/>
                  </a:lnTo>
                  <a:lnTo>
                    <a:pt x="4775529" y="704615"/>
                  </a:lnTo>
                  <a:lnTo>
                    <a:pt x="4776179" y="709775"/>
                  </a:lnTo>
                  <a:lnTo>
                    <a:pt x="4776829" y="715292"/>
                  </a:lnTo>
                  <a:lnTo>
                    <a:pt x="4777479" y="721161"/>
                  </a:lnTo>
                  <a:lnTo>
                    <a:pt x="4778129" y="727389"/>
                  </a:lnTo>
                  <a:lnTo>
                    <a:pt x="4778779" y="733906"/>
                  </a:lnTo>
                  <a:lnTo>
                    <a:pt x="4779429" y="740637"/>
                  </a:lnTo>
                  <a:lnTo>
                    <a:pt x="4780079" y="747526"/>
                  </a:lnTo>
                  <a:lnTo>
                    <a:pt x="4780729" y="754589"/>
                  </a:lnTo>
                  <a:lnTo>
                    <a:pt x="4781379" y="761793"/>
                  </a:lnTo>
                  <a:lnTo>
                    <a:pt x="4782029" y="769115"/>
                  </a:lnTo>
                  <a:lnTo>
                    <a:pt x="4782679" y="776498"/>
                  </a:lnTo>
                  <a:lnTo>
                    <a:pt x="4783329" y="783886"/>
                  </a:lnTo>
                  <a:lnTo>
                    <a:pt x="4783979" y="791234"/>
                  </a:lnTo>
                  <a:lnTo>
                    <a:pt x="4784628" y="798498"/>
                  </a:lnTo>
                  <a:lnTo>
                    <a:pt x="4785278" y="805730"/>
                  </a:lnTo>
                  <a:lnTo>
                    <a:pt x="4785928" y="812883"/>
                  </a:lnTo>
                  <a:lnTo>
                    <a:pt x="4786578" y="819901"/>
                  </a:lnTo>
                  <a:lnTo>
                    <a:pt x="4787228" y="826768"/>
                  </a:lnTo>
                  <a:lnTo>
                    <a:pt x="4787878" y="833511"/>
                  </a:lnTo>
                  <a:lnTo>
                    <a:pt x="4788528" y="840075"/>
                  </a:lnTo>
                  <a:lnTo>
                    <a:pt x="4789178" y="846507"/>
                  </a:lnTo>
                  <a:lnTo>
                    <a:pt x="4789828" y="852820"/>
                  </a:lnTo>
                  <a:lnTo>
                    <a:pt x="4790478" y="858965"/>
                  </a:lnTo>
                  <a:lnTo>
                    <a:pt x="4791128" y="864896"/>
                  </a:lnTo>
                  <a:lnTo>
                    <a:pt x="4791778" y="870550"/>
                  </a:lnTo>
                  <a:lnTo>
                    <a:pt x="4792428" y="875967"/>
                  </a:lnTo>
                  <a:lnTo>
                    <a:pt x="4793078" y="881114"/>
                  </a:lnTo>
                  <a:lnTo>
                    <a:pt x="4793728" y="885914"/>
                  </a:lnTo>
                  <a:lnTo>
                    <a:pt x="4794378" y="890385"/>
                  </a:lnTo>
                  <a:lnTo>
                    <a:pt x="4795027" y="894438"/>
                  </a:lnTo>
                  <a:lnTo>
                    <a:pt x="4795677" y="898023"/>
                  </a:lnTo>
                  <a:lnTo>
                    <a:pt x="4796327" y="901173"/>
                  </a:lnTo>
                  <a:lnTo>
                    <a:pt x="4796977" y="903806"/>
                  </a:lnTo>
                  <a:lnTo>
                    <a:pt x="4797627" y="905821"/>
                  </a:lnTo>
                  <a:lnTo>
                    <a:pt x="4798277" y="907307"/>
                  </a:lnTo>
                  <a:lnTo>
                    <a:pt x="4798927" y="908260"/>
                  </a:lnTo>
                  <a:lnTo>
                    <a:pt x="4799577" y="908686"/>
                  </a:lnTo>
                  <a:lnTo>
                    <a:pt x="4800227" y="908713"/>
                  </a:lnTo>
                  <a:lnTo>
                    <a:pt x="4800877" y="908411"/>
                  </a:lnTo>
                  <a:lnTo>
                    <a:pt x="4801527" y="907730"/>
                  </a:lnTo>
                  <a:lnTo>
                    <a:pt x="4802177" y="906589"/>
                  </a:lnTo>
                  <a:lnTo>
                    <a:pt x="4802827" y="904994"/>
                  </a:lnTo>
                  <a:lnTo>
                    <a:pt x="4803477" y="902998"/>
                  </a:lnTo>
                  <a:lnTo>
                    <a:pt x="4804127" y="900629"/>
                  </a:lnTo>
                  <a:lnTo>
                    <a:pt x="4804776" y="897902"/>
                  </a:lnTo>
                  <a:lnTo>
                    <a:pt x="4805426" y="894819"/>
                  </a:lnTo>
                  <a:lnTo>
                    <a:pt x="4806076" y="891346"/>
                  </a:lnTo>
                  <a:lnTo>
                    <a:pt x="4806726" y="887466"/>
                  </a:lnTo>
                  <a:lnTo>
                    <a:pt x="4807376" y="883187"/>
                  </a:lnTo>
                  <a:lnTo>
                    <a:pt x="4808026" y="878522"/>
                  </a:lnTo>
                  <a:lnTo>
                    <a:pt x="4808676" y="873513"/>
                  </a:lnTo>
                  <a:lnTo>
                    <a:pt x="4809326" y="868126"/>
                  </a:lnTo>
                  <a:lnTo>
                    <a:pt x="4809976" y="862317"/>
                  </a:lnTo>
                  <a:lnTo>
                    <a:pt x="4810626" y="856069"/>
                  </a:lnTo>
                  <a:lnTo>
                    <a:pt x="4811276" y="849396"/>
                  </a:lnTo>
                  <a:lnTo>
                    <a:pt x="4811926" y="842364"/>
                  </a:lnTo>
                  <a:lnTo>
                    <a:pt x="4812576" y="835017"/>
                  </a:lnTo>
                  <a:lnTo>
                    <a:pt x="4813226" y="827366"/>
                  </a:lnTo>
                  <a:lnTo>
                    <a:pt x="4813876" y="819422"/>
                  </a:lnTo>
                  <a:lnTo>
                    <a:pt x="4814526" y="811212"/>
                  </a:lnTo>
                  <a:lnTo>
                    <a:pt x="4815175" y="802773"/>
                  </a:lnTo>
                  <a:lnTo>
                    <a:pt x="4815825" y="794142"/>
                  </a:lnTo>
                  <a:lnTo>
                    <a:pt x="4816475" y="785342"/>
                  </a:lnTo>
                  <a:lnTo>
                    <a:pt x="4817125" y="776437"/>
                  </a:lnTo>
                  <a:lnTo>
                    <a:pt x="4817775" y="767427"/>
                  </a:lnTo>
                  <a:lnTo>
                    <a:pt x="4818425" y="758347"/>
                  </a:lnTo>
                  <a:lnTo>
                    <a:pt x="4819075" y="749277"/>
                  </a:lnTo>
                  <a:lnTo>
                    <a:pt x="4819725" y="740257"/>
                  </a:lnTo>
                  <a:lnTo>
                    <a:pt x="4820375" y="731259"/>
                  </a:lnTo>
                  <a:lnTo>
                    <a:pt x="4821025" y="722245"/>
                  </a:lnTo>
                  <a:lnTo>
                    <a:pt x="4821675" y="713286"/>
                  </a:lnTo>
                  <a:lnTo>
                    <a:pt x="4822325" y="704342"/>
                  </a:lnTo>
                  <a:lnTo>
                    <a:pt x="4822975" y="695429"/>
                  </a:lnTo>
                  <a:lnTo>
                    <a:pt x="4823625" y="686530"/>
                  </a:lnTo>
                  <a:lnTo>
                    <a:pt x="4824275" y="677583"/>
                  </a:lnTo>
                  <a:lnTo>
                    <a:pt x="4824924" y="668535"/>
                  </a:lnTo>
                  <a:lnTo>
                    <a:pt x="4825574" y="659387"/>
                  </a:lnTo>
                  <a:lnTo>
                    <a:pt x="4826224" y="650293"/>
                  </a:lnTo>
                  <a:lnTo>
                    <a:pt x="4826874" y="641344"/>
                  </a:lnTo>
                  <a:lnTo>
                    <a:pt x="4827524" y="632546"/>
                  </a:lnTo>
                  <a:lnTo>
                    <a:pt x="4828174" y="623896"/>
                  </a:lnTo>
                  <a:lnTo>
                    <a:pt x="4828824" y="615374"/>
                  </a:lnTo>
                  <a:lnTo>
                    <a:pt x="4829474" y="606983"/>
                  </a:lnTo>
                  <a:lnTo>
                    <a:pt x="4830124" y="598832"/>
                  </a:lnTo>
                  <a:lnTo>
                    <a:pt x="4830774" y="590938"/>
                  </a:lnTo>
                  <a:lnTo>
                    <a:pt x="4831424" y="583238"/>
                  </a:lnTo>
                  <a:lnTo>
                    <a:pt x="4832074" y="575741"/>
                  </a:lnTo>
                  <a:lnTo>
                    <a:pt x="4832724" y="568403"/>
                  </a:lnTo>
                  <a:lnTo>
                    <a:pt x="4833374" y="561241"/>
                  </a:lnTo>
                  <a:lnTo>
                    <a:pt x="4834024" y="554344"/>
                  </a:lnTo>
                  <a:lnTo>
                    <a:pt x="4834674" y="547769"/>
                  </a:lnTo>
                  <a:lnTo>
                    <a:pt x="4835323" y="541481"/>
                  </a:lnTo>
                  <a:lnTo>
                    <a:pt x="4835973" y="535403"/>
                  </a:lnTo>
                  <a:lnTo>
                    <a:pt x="4836623" y="529475"/>
                  </a:lnTo>
                  <a:lnTo>
                    <a:pt x="4837273" y="523657"/>
                  </a:lnTo>
                  <a:lnTo>
                    <a:pt x="4837923" y="517945"/>
                  </a:lnTo>
                  <a:lnTo>
                    <a:pt x="4838573" y="512390"/>
                  </a:lnTo>
                  <a:lnTo>
                    <a:pt x="4839223" y="507027"/>
                  </a:lnTo>
                  <a:lnTo>
                    <a:pt x="4839873" y="501860"/>
                  </a:lnTo>
                  <a:lnTo>
                    <a:pt x="4840523" y="496900"/>
                  </a:lnTo>
                  <a:lnTo>
                    <a:pt x="4841173" y="492207"/>
                  </a:lnTo>
                  <a:lnTo>
                    <a:pt x="4841823" y="487780"/>
                  </a:lnTo>
                  <a:lnTo>
                    <a:pt x="4842473" y="483633"/>
                  </a:lnTo>
                  <a:lnTo>
                    <a:pt x="4843123" y="479732"/>
                  </a:lnTo>
                  <a:lnTo>
                    <a:pt x="4843773" y="476037"/>
                  </a:lnTo>
                  <a:lnTo>
                    <a:pt x="4844423" y="472523"/>
                  </a:lnTo>
                  <a:lnTo>
                    <a:pt x="4845072" y="469196"/>
                  </a:lnTo>
                  <a:lnTo>
                    <a:pt x="4845722" y="466055"/>
                  </a:lnTo>
                  <a:lnTo>
                    <a:pt x="4846372" y="463140"/>
                  </a:lnTo>
                  <a:lnTo>
                    <a:pt x="4847022" y="460515"/>
                  </a:lnTo>
                  <a:lnTo>
                    <a:pt x="4847672" y="458198"/>
                  </a:lnTo>
                  <a:lnTo>
                    <a:pt x="4848322" y="456161"/>
                  </a:lnTo>
                  <a:lnTo>
                    <a:pt x="4848972" y="454366"/>
                  </a:lnTo>
                  <a:lnTo>
                    <a:pt x="4849622" y="452788"/>
                  </a:lnTo>
                  <a:lnTo>
                    <a:pt x="4850272" y="451343"/>
                  </a:lnTo>
                  <a:lnTo>
                    <a:pt x="4850922" y="449924"/>
                  </a:lnTo>
                  <a:lnTo>
                    <a:pt x="4851572" y="448433"/>
                  </a:lnTo>
                  <a:lnTo>
                    <a:pt x="4852222" y="446834"/>
                  </a:lnTo>
                  <a:lnTo>
                    <a:pt x="4852872" y="445142"/>
                  </a:lnTo>
                  <a:lnTo>
                    <a:pt x="4853522" y="443477"/>
                  </a:lnTo>
                  <a:lnTo>
                    <a:pt x="4854172" y="441859"/>
                  </a:lnTo>
                  <a:lnTo>
                    <a:pt x="4854822" y="440322"/>
                  </a:lnTo>
                  <a:lnTo>
                    <a:pt x="4855471" y="438892"/>
                  </a:lnTo>
                  <a:lnTo>
                    <a:pt x="4856121" y="437559"/>
                  </a:lnTo>
                  <a:lnTo>
                    <a:pt x="4856771" y="436375"/>
                  </a:lnTo>
                  <a:lnTo>
                    <a:pt x="4857421" y="435418"/>
                  </a:lnTo>
                  <a:lnTo>
                    <a:pt x="4858071" y="434722"/>
                  </a:lnTo>
                  <a:lnTo>
                    <a:pt x="4858721" y="434195"/>
                  </a:lnTo>
                  <a:lnTo>
                    <a:pt x="4859371" y="433729"/>
                  </a:lnTo>
                  <a:lnTo>
                    <a:pt x="4860021" y="433346"/>
                  </a:lnTo>
                  <a:lnTo>
                    <a:pt x="4860671" y="433127"/>
                  </a:lnTo>
                  <a:lnTo>
                    <a:pt x="4861321" y="433144"/>
                  </a:lnTo>
                  <a:lnTo>
                    <a:pt x="4861971" y="433447"/>
                  </a:lnTo>
                  <a:lnTo>
                    <a:pt x="4862621" y="434013"/>
                  </a:lnTo>
                  <a:lnTo>
                    <a:pt x="4863271" y="434791"/>
                  </a:lnTo>
                  <a:lnTo>
                    <a:pt x="4863921" y="435751"/>
                  </a:lnTo>
                  <a:lnTo>
                    <a:pt x="4864571" y="436869"/>
                  </a:lnTo>
                  <a:lnTo>
                    <a:pt x="4865220" y="438092"/>
                  </a:lnTo>
                  <a:lnTo>
                    <a:pt x="4865870" y="439396"/>
                  </a:lnTo>
                  <a:lnTo>
                    <a:pt x="4866520" y="440718"/>
                  </a:lnTo>
                  <a:lnTo>
                    <a:pt x="4867170" y="442014"/>
                  </a:lnTo>
                  <a:lnTo>
                    <a:pt x="4867820" y="443318"/>
                  </a:lnTo>
                  <a:lnTo>
                    <a:pt x="4868470" y="444729"/>
                  </a:lnTo>
                  <a:lnTo>
                    <a:pt x="4869120" y="446248"/>
                  </a:lnTo>
                  <a:lnTo>
                    <a:pt x="4869770" y="447824"/>
                  </a:lnTo>
                  <a:lnTo>
                    <a:pt x="4870420" y="449462"/>
                  </a:lnTo>
                  <a:lnTo>
                    <a:pt x="4871070" y="451079"/>
                  </a:lnTo>
                  <a:lnTo>
                    <a:pt x="4871720" y="452656"/>
                  </a:lnTo>
                  <a:lnTo>
                    <a:pt x="4872370" y="454189"/>
                  </a:lnTo>
                  <a:lnTo>
                    <a:pt x="4873020" y="455648"/>
                  </a:lnTo>
                  <a:lnTo>
                    <a:pt x="4873670" y="457038"/>
                  </a:lnTo>
                  <a:lnTo>
                    <a:pt x="4874320" y="458403"/>
                  </a:lnTo>
                  <a:lnTo>
                    <a:pt x="4874970" y="459820"/>
                  </a:lnTo>
                  <a:lnTo>
                    <a:pt x="4875619" y="461260"/>
                  </a:lnTo>
                  <a:lnTo>
                    <a:pt x="4876269" y="462744"/>
                  </a:lnTo>
                  <a:lnTo>
                    <a:pt x="4876919" y="464296"/>
                  </a:lnTo>
                  <a:lnTo>
                    <a:pt x="4877569" y="465849"/>
                  </a:lnTo>
                  <a:lnTo>
                    <a:pt x="4878219" y="467360"/>
                  </a:lnTo>
                  <a:lnTo>
                    <a:pt x="4878869" y="468837"/>
                  </a:lnTo>
                  <a:lnTo>
                    <a:pt x="4879519" y="470259"/>
                  </a:lnTo>
                  <a:lnTo>
                    <a:pt x="4880169" y="471539"/>
                  </a:lnTo>
                  <a:lnTo>
                    <a:pt x="4880819" y="472711"/>
                  </a:lnTo>
                  <a:lnTo>
                    <a:pt x="4881469" y="473812"/>
                  </a:lnTo>
                  <a:lnTo>
                    <a:pt x="4882119" y="474836"/>
                  </a:lnTo>
                  <a:lnTo>
                    <a:pt x="4882769" y="475860"/>
                  </a:lnTo>
                  <a:lnTo>
                    <a:pt x="4883419" y="477016"/>
                  </a:lnTo>
                  <a:lnTo>
                    <a:pt x="4884069" y="478423"/>
                  </a:lnTo>
                  <a:lnTo>
                    <a:pt x="4884719" y="480147"/>
                  </a:lnTo>
                  <a:lnTo>
                    <a:pt x="4885368" y="482277"/>
                  </a:lnTo>
                  <a:lnTo>
                    <a:pt x="4886018" y="484797"/>
                  </a:lnTo>
                  <a:lnTo>
                    <a:pt x="4886668" y="487653"/>
                  </a:lnTo>
                  <a:lnTo>
                    <a:pt x="4887318" y="490855"/>
                  </a:lnTo>
                  <a:lnTo>
                    <a:pt x="4887968" y="494417"/>
                  </a:lnTo>
                  <a:lnTo>
                    <a:pt x="4888618" y="498389"/>
                  </a:lnTo>
                  <a:lnTo>
                    <a:pt x="4889268" y="502839"/>
                  </a:lnTo>
                  <a:lnTo>
                    <a:pt x="4889918" y="507791"/>
                  </a:lnTo>
                  <a:lnTo>
                    <a:pt x="4890568" y="513261"/>
                  </a:lnTo>
                  <a:lnTo>
                    <a:pt x="4891218" y="519342"/>
                  </a:lnTo>
                  <a:lnTo>
                    <a:pt x="4891868" y="526186"/>
                  </a:lnTo>
                  <a:lnTo>
                    <a:pt x="4892518" y="533874"/>
                  </a:lnTo>
                  <a:lnTo>
                    <a:pt x="4893168" y="542455"/>
                  </a:lnTo>
                  <a:lnTo>
                    <a:pt x="4893818" y="551920"/>
                  </a:lnTo>
                  <a:lnTo>
                    <a:pt x="4894468" y="562269"/>
                  </a:lnTo>
                  <a:lnTo>
                    <a:pt x="4895117" y="573501"/>
                  </a:lnTo>
                  <a:lnTo>
                    <a:pt x="4895767" y="585607"/>
                  </a:lnTo>
                  <a:lnTo>
                    <a:pt x="4896417" y="598630"/>
                  </a:lnTo>
                  <a:lnTo>
                    <a:pt x="4897067" y="612619"/>
                  </a:lnTo>
                  <a:lnTo>
                    <a:pt x="4897717" y="627639"/>
                  </a:lnTo>
                  <a:lnTo>
                    <a:pt x="4898367" y="643722"/>
                  </a:lnTo>
                  <a:lnTo>
                    <a:pt x="4899017" y="660832"/>
                  </a:lnTo>
                  <a:lnTo>
                    <a:pt x="4899667" y="678917"/>
                  </a:lnTo>
                  <a:lnTo>
                    <a:pt x="4900317" y="697924"/>
                  </a:lnTo>
                  <a:lnTo>
                    <a:pt x="4900967" y="717748"/>
                  </a:lnTo>
                  <a:lnTo>
                    <a:pt x="4901617" y="738377"/>
                  </a:lnTo>
                  <a:lnTo>
                    <a:pt x="4902267" y="759905"/>
                  </a:lnTo>
                  <a:lnTo>
                    <a:pt x="4902917" y="782383"/>
                  </a:lnTo>
                  <a:lnTo>
                    <a:pt x="4903567" y="805831"/>
                  </a:lnTo>
                  <a:lnTo>
                    <a:pt x="4904217" y="830207"/>
                  </a:lnTo>
                  <a:lnTo>
                    <a:pt x="4904867" y="855472"/>
                  </a:lnTo>
                  <a:lnTo>
                    <a:pt x="4905516" y="881622"/>
                  </a:lnTo>
                  <a:lnTo>
                    <a:pt x="4906166" y="908616"/>
                  </a:lnTo>
                  <a:lnTo>
                    <a:pt x="4906816" y="936345"/>
                  </a:lnTo>
                  <a:lnTo>
                    <a:pt x="4907466" y="964608"/>
                  </a:lnTo>
                  <a:lnTo>
                    <a:pt x="4908116" y="993333"/>
                  </a:lnTo>
                  <a:lnTo>
                    <a:pt x="4908766" y="1022622"/>
                  </a:lnTo>
                  <a:lnTo>
                    <a:pt x="4909416" y="1052533"/>
                  </a:lnTo>
                  <a:lnTo>
                    <a:pt x="4910066" y="1083146"/>
                  </a:lnTo>
                  <a:lnTo>
                    <a:pt x="4910716" y="1114454"/>
                  </a:lnTo>
                  <a:lnTo>
                    <a:pt x="4911366" y="1146292"/>
                  </a:lnTo>
                  <a:lnTo>
                    <a:pt x="4912016" y="1178492"/>
                  </a:lnTo>
                  <a:lnTo>
                    <a:pt x="4912666" y="1211070"/>
                  </a:lnTo>
                  <a:lnTo>
                    <a:pt x="4913316" y="1244000"/>
                  </a:lnTo>
                  <a:lnTo>
                    <a:pt x="4913966" y="1277295"/>
                  </a:lnTo>
                  <a:lnTo>
                    <a:pt x="4914616" y="1310935"/>
                  </a:lnTo>
                  <a:lnTo>
                    <a:pt x="4915265" y="1344945"/>
                  </a:lnTo>
                  <a:lnTo>
                    <a:pt x="4915915" y="1379219"/>
                  </a:lnTo>
                  <a:lnTo>
                    <a:pt x="4916565" y="1413621"/>
                  </a:lnTo>
                  <a:lnTo>
                    <a:pt x="4917215" y="1448072"/>
                  </a:lnTo>
                  <a:lnTo>
                    <a:pt x="4917865" y="1482446"/>
                  </a:lnTo>
                  <a:lnTo>
                    <a:pt x="4918515" y="1516569"/>
                  </a:lnTo>
                  <a:lnTo>
                    <a:pt x="4919165" y="1550388"/>
                  </a:lnTo>
                  <a:lnTo>
                    <a:pt x="4919815" y="1583809"/>
                  </a:lnTo>
                  <a:lnTo>
                    <a:pt x="4920465" y="1616782"/>
                  </a:lnTo>
                  <a:lnTo>
                    <a:pt x="4921115" y="1649259"/>
                  </a:lnTo>
                  <a:lnTo>
                    <a:pt x="4921765" y="1681145"/>
                  </a:lnTo>
                  <a:lnTo>
                    <a:pt x="4922415" y="1712344"/>
                  </a:lnTo>
                  <a:lnTo>
                    <a:pt x="4923065" y="1742771"/>
                  </a:lnTo>
                  <a:lnTo>
                    <a:pt x="4923715" y="1772265"/>
                  </a:lnTo>
                  <a:lnTo>
                    <a:pt x="4924365" y="1800607"/>
                  </a:lnTo>
                  <a:lnTo>
                    <a:pt x="4925015" y="1827511"/>
                  </a:lnTo>
                  <a:lnTo>
                    <a:pt x="4925664" y="1852788"/>
                  </a:lnTo>
                  <a:lnTo>
                    <a:pt x="4926314" y="1876316"/>
                  </a:lnTo>
                  <a:lnTo>
                    <a:pt x="4926964" y="1898048"/>
                  </a:lnTo>
                  <a:lnTo>
                    <a:pt x="4927614" y="1917983"/>
                  </a:lnTo>
                  <a:lnTo>
                    <a:pt x="4928264" y="1936162"/>
                  </a:lnTo>
                  <a:lnTo>
                    <a:pt x="4928914" y="1952598"/>
                  </a:lnTo>
                  <a:lnTo>
                    <a:pt x="4929564" y="1967299"/>
                  </a:lnTo>
                  <a:lnTo>
                    <a:pt x="4930214" y="1980281"/>
                  </a:lnTo>
                  <a:lnTo>
                    <a:pt x="4930864" y="1991495"/>
                  </a:lnTo>
                  <a:lnTo>
                    <a:pt x="4931514" y="2000975"/>
                  </a:lnTo>
                  <a:lnTo>
                    <a:pt x="4932164" y="2008795"/>
                  </a:lnTo>
                  <a:lnTo>
                    <a:pt x="4932814" y="2015076"/>
                  </a:lnTo>
                  <a:lnTo>
                    <a:pt x="4933464" y="2019936"/>
                  </a:lnTo>
                  <a:lnTo>
                    <a:pt x="4934114" y="2023512"/>
                  </a:lnTo>
                  <a:lnTo>
                    <a:pt x="4934764" y="2025976"/>
                  </a:lnTo>
                  <a:lnTo>
                    <a:pt x="4935413" y="2027324"/>
                  </a:lnTo>
                  <a:lnTo>
                    <a:pt x="4936063" y="2027577"/>
                  </a:lnTo>
                  <a:lnTo>
                    <a:pt x="4936713" y="2026790"/>
                  </a:lnTo>
                  <a:lnTo>
                    <a:pt x="4937363" y="2025008"/>
                  </a:lnTo>
                  <a:lnTo>
                    <a:pt x="4938013" y="2022257"/>
                  </a:lnTo>
                  <a:lnTo>
                    <a:pt x="4938663" y="2018534"/>
                  </a:lnTo>
                  <a:lnTo>
                    <a:pt x="4939313" y="2013905"/>
                  </a:lnTo>
                  <a:lnTo>
                    <a:pt x="4939963" y="2008482"/>
                  </a:lnTo>
                  <a:lnTo>
                    <a:pt x="4940613" y="2002448"/>
                  </a:lnTo>
                  <a:lnTo>
                    <a:pt x="4941263" y="1995825"/>
                  </a:lnTo>
                  <a:lnTo>
                    <a:pt x="4941913" y="1988587"/>
                  </a:lnTo>
                  <a:lnTo>
                    <a:pt x="4942563" y="1980660"/>
                  </a:lnTo>
                  <a:lnTo>
                    <a:pt x="4943213" y="1972044"/>
                  </a:lnTo>
                  <a:lnTo>
                    <a:pt x="4943863" y="1962963"/>
                  </a:lnTo>
                  <a:lnTo>
                    <a:pt x="4944513" y="1953704"/>
                  </a:lnTo>
                  <a:lnTo>
                    <a:pt x="4945163" y="1944435"/>
                  </a:lnTo>
                  <a:lnTo>
                    <a:pt x="4945812" y="1935172"/>
                  </a:lnTo>
                  <a:lnTo>
                    <a:pt x="4946462" y="1925915"/>
                  </a:lnTo>
                  <a:lnTo>
                    <a:pt x="4947112" y="1916721"/>
                  </a:lnTo>
                  <a:lnTo>
                    <a:pt x="4947762" y="1907614"/>
                  </a:lnTo>
                  <a:lnTo>
                    <a:pt x="4948412" y="1898667"/>
                  </a:lnTo>
                  <a:lnTo>
                    <a:pt x="4949062" y="1890003"/>
                  </a:lnTo>
                  <a:lnTo>
                    <a:pt x="4949712" y="1881730"/>
                  </a:lnTo>
                  <a:lnTo>
                    <a:pt x="4950362" y="1873972"/>
                  </a:lnTo>
                  <a:lnTo>
                    <a:pt x="4951012" y="1866919"/>
                  </a:lnTo>
                  <a:lnTo>
                    <a:pt x="4951662" y="1860692"/>
                  </a:lnTo>
                  <a:lnTo>
                    <a:pt x="4952312" y="1855377"/>
                  </a:lnTo>
                  <a:lnTo>
                    <a:pt x="4952962" y="1851020"/>
                  </a:lnTo>
                  <a:lnTo>
                    <a:pt x="4953612" y="1847639"/>
                  </a:lnTo>
                  <a:lnTo>
                    <a:pt x="4954262" y="1845221"/>
                  </a:lnTo>
                  <a:lnTo>
                    <a:pt x="4954912" y="1843786"/>
                  </a:lnTo>
                  <a:lnTo>
                    <a:pt x="4955561" y="1843387"/>
                  </a:lnTo>
                  <a:lnTo>
                    <a:pt x="4956211" y="1844113"/>
                  </a:lnTo>
                  <a:lnTo>
                    <a:pt x="4956861" y="1846106"/>
                  </a:lnTo>
                  <a:lnTo>
                    <a:pt x="4957511" y="1849588"/>
                  </a:lnTo>
                  <a:lnTo>
                    <a:pt x="4958161" y="1854727"/>
                  </a:lnTo>
                  <a:lnTo>
                    <a:pt x="4958811" y="1861609"/>
                  </a:lnTo>
                  <a:lnTo>
                    <a:pt x="4959461" y="1870205"/>
                  </a:lnTo>
                  <a:lnTo>
                    <a:pt x="4960111" y="1880481"/>
                  </a:lnTo>
                  <a:lnTo>
                    <a:pt x="4960761" y="1892347"/>
                  </a:lnTo>
                  <a:lnTo>
                    <a:pt x="4961411" y="1905739"/>
                  </a:lnTo>
                  <a:lnTo>
                    <a:pt x="4962061" y="1920619"/>
                  </a:lnTo>
                  <a:lnTo>
                    <a:pt x="4962711" y="1936921"/>
                  </a:lnTo>
                  <a:lnTo>
                    <a:pt x="4963361" y="1954598"/>
                  </a:lnTo>
                  <a:lnTo>
                    <a:pt x="4964011" y="1973626"/>
                  </a:lnTo>
                  <a:lnTo>
                    <a:pt x="4964661" y="1994012"/>
                  </a:lnTo>
                  <a:lnTo>
                    <a:pt x="4965311" y="2015697"/>
                  </a:lnTo>
                  <a:lnTo>
                    <a:pt x="4965960" y="2038540"/>
                  </a:lnTo>
                  <a:lnTo>
                    <a:pt x="4966610" y="2062386"/>
                  </a:lnTo>
                  <a:lnTo>
                    <a:pt x="4967260" y="2086773"/>
                  </a:lnTo>
                  <a:lnTo>
                    <a:pt x="4967910" y="2111394"/>
                  </a:lnTo>
                  <a:lnTo>
                    <a:pt x="4968560" y="2136171"/>
                  </a:lnTo>
                  <a:lnTo>
                    <a:pt x="4969210" y="2161108"/>
                  </a:lnTo>
                  <a:lnTo>
                    <a:pt x="4969860" y="2186144"/>
                  </a:lnTo>
                  <a:lnTo>
                    <a:pt x="4970510" y="2211231"/>
                  </a:lnTo>
                  <a:lnTo>
                    <a:pt x="4971160" y="2236354"/>
                  </a:lnTo>
                  <a:lnTo>
                    <a:pt x="4971810" y="2261514"/>
                  </a:lnTo>
                  <a:lnTo>
                    <a:pt x="4972460" y="2286710"/>
                  </a:lnTo>
                  <a:lnTo>
                    <a:pt x="4973110" y="2311872"/>
                  </a:lnTo>
                  <a:lnTo>
                    <a:pt x="4973760" y="2336877"/>
                  </a:lnTo>
                  <a:lnTo>
                    <a:pt x="4974410" y="2361626"/>
                  </a:lnTo>
                  <a:lnTo>
                    <a:pt x="4975060" y="2386017"/>
                  </a:lnTo>
                  <a:lnTo>
                    <a:pt x="4975709" y="2410049"/>
                  </a:lnTo>
                  <a:lnTo>
                    <a:pt x="4976359" y="2433622"/>
                  </a:lnTo>
                  <a:lnTo>
                    <a:pt x="4977009" y="2456678"/>
                  </a:lnTo>
                  <a:lnTo>
                    <a:pt x="4977659" y="2479111"/>
                  </a:lnTo>
                  <a:lnTo>
                    <a:pt x="4978309" y="2500894"/>
                  </a:lnTo>
                  <a:lnTo>
                    <a:pt x="4978959" y="2522012"/>
                  </a:lnTo>
                  <a:lnTo>
                    <a:pt x="4979609" y="2542427"/>
                  </a:lnTo>
                  <a:lnTo>
                    <a:pt x="4980259" y="2562080"/>
                  </a:lnTo>
                  <a:lnTo>
                    <a:pt x="4980909" y="2580958"/>
                  </a:lnTo>
                  <a:lnTo>
                    <a:pt x="4981559" y="2598996"/>
                  </a:lnTo>
                  <a:lnTo>
                    <a:pt x="4982209" y="2616132"/>
                  </a:lnTo>
                  <a:lnTo>
                    <a:pt x="4982859" y="2632264"/>
                  </a:lnTo>
                  <a:lnTo>
                    <a:pt x="4983509" y="2647321"/>
                  </a:lnTo>
                  <a:lnTo>
                    <a:pt x="4984159" y="2661255"/>
                  </a:lnTo>
                  <a:lnTo>
                    <a:pt x="4984809" y="2674134"/>
                  </a:lnTo>
                  <a:lnTo>
                    <a:pt x="4985459" y="2685988"/>
                  </a:lnTo>
                  <a:lnTo>
                    <a:pt x="4986108" y="2696877"/>
                  </a:lnTo>
                  <a:lnTo>
                    <a:pt x="4986758" y="2706806"/>
                  </a:lnTo>
                  <a:lnTo>
                    <a:pt x="4987408" y="2715818"/>
                  </a:lnTo>
                  <a:lnTo>
                    <a:pt x="4988058" y="2723941"/>
                  </a:lnTo>
                  <a:lnTo>
                    <a:pt x="4988708" y="2731165"/>
                  </a:lnTo>
                  <a:lnTo>
                    <a:pt x="4989358" y="2737462"/>
                  </a:lnTo>
                  <a:lnTo>
                    <a:pt x="4990008" y="2742787"/>
                  </a:lnTo>
                  <a:lnTo>
                    <a:pt x="4990658" y="2747081"/>
                  </a:lnTo>
                  <a:lnTo>
                    <a:pt x="4991308" y="2750357"/>
                  </a:lnTo>
                  <a:lnTo>
                    <a:pt x="4991958" y="2752648"/>
                  </a:lnTo>
                  <a:lnTo>
                    <a:pt x="4992608" y="2754078"/>
                  </a:lnTo>
                  <a:lnTo>
                    <a:pt x="4993258" y="2754689"/>
                  </a:lnTo>
                  <a:lnTo>
                    <a:pt x="4993908" y="2754531"/>
                  </a:lnTo>
                  <a:lnTo>
                    <a:pt x="4994558" y="2753614"/>
                  </a:lnTo>
                  <a:lnTo>
                    <a:pt x="4995208" y="2751968"/>
                  </a:lnTo>
                  <a:lnTo>
                    <a:pt x="4995857" y="2749630"/>
                  </a:lnTo>
                  <a:lnTo>
                    <a:pt x="4996507" y="2746608"/>
                  </a:lnTo>
                  <a:lnTo>
                    <a:pt x="4997157" y="2742919"/>
                  </a:lnTo>
                  <a:lnTo>
                    <a:pt x="4997807" y="2738540"/>
                  </a:lnTo>
                  <a:lnTo>
                    <a:pt x="4998457" y="2733510"/>
                  </a:lnTo>
                  <a:lnTo>
                    <a:pt x="4999107" y="2727885"/>
                  </a:lnTo>
                  <a:lnTo>
                    <a:pt x="4999757" y="2721935"/>
                  </a:lnTo>
                  <a:lnTo>
                    <a:pt x="5000407" y="2716066"/>
                  </a:lnTo>
                  <a:lnTo>
                    <a:pt x="5001057" y="2710400"/>
                  </a:lnTo>
                  <a:lnTo>
                    <a:pt x="5001707" y="2704865"/>
                  </a:lnTo>
                  <a:lnTo>
                    <a:pt x="5002357" y="2699473"/>
                  </a:lnTo>
                  <a:lnTo>
                    <a:pt x="5003007" y="2694284"/>
                  </a:lnTo>
                  <a:lnTo>
                    <a:pt x="5003657" y="2689376"/>
                  </a:lnTo>
                  <a:lnTo>
                    <a:pt x="5004307" y="2684730"/>
                  </a:lnTo>
                  <a:lnTo>
                    <a:pt x="5004957" y="2680345"/>
                  </a:lnTo>
                  <a:lnTo>
                    <a:pt x="5005607" y="2676215"/>
                  </a:lnTo>
                  <a:lnTo>
                    <a:pt x="5006256" y="2672272"/>
                  </a:lnTo>
                  <a:lnTo>
                    <a:pt x="5006906" y="2668483"/>
                  </a:lnTo>
                  <a:lnTo>
                    <a:pt x="5007556" y="2664884"/>
                  </a:lnTo>
                  <a:lnTo>
                    <a:pt x="5008206" y="2661460"/>
                  </a:lnTo>
                  <a:lnTo>
                    <a:pt x="5008856" y="2658240"/>
                  </a:lnTo>
                  <a:lnTo>
                    <a:pt x="5009506" y="2655177"/>
                  </a:lnTo>
                  <a:lnTo>
                    <a:pt x="5010156" y="2652179"/>
                  </a:lnTo>
                  <a:lnTo>
                    <a:pt x="5010806" y="2649239"/>
                  </a:lnTo>
                  <a:lnTo>
                    <a:pt x="5011456" y="2646384"/>
                  </a:lnTo>
                  <a:lnTo>
                    <a:pt x="5012106" y="2643611"/>
                  </a:lnTo>
                  <a:lnTo>
                    <a:pt x="5012756" y="2640927"/>
                  </a:lnTo>
                  <a:lnTo>
                    <a:pt x="5013406" y="2638222"/>
                  </a:lnTo>
                  <a:lnTo>
                    <a:pt x="5014056" y="2635446"/>
                  </a:lnTo>
                  <a:lnTo>
                    <a:pt x="5014706" y="2632555"/>
                  </a:lnTo>
                  <a:lnTo>
                    <a:pt x="5015356" y="2629577"/>
                  </a:lnTo>
                  <a:lnTo>
                    <a:pt x="5016005" y="2626593"/>
                  </a:lnTo>
                  <a:lnTo>
                    <a:pt x="5016655" y="2623636"/>
                  </a:lnTo>
                  <a:lnTo>
                    <a:pt x="5017305" y="2620668"/>
                  </a:lnTo>
                  <a:lnTo>
                    <a:pt x="5017955" y="2617648"/>
                  </a:lnTo>
                  <a:lnTo>
                    <a:pt x="5018605" y="2614495"/>
                  </a:lnTo>
                  <a:lnTo>
                    <a:pt x="5019255" y="2611110"/>
                  </a:lnTo>
                  <a:lnTo>
                    <a:pt x="5019905" y="2607457"/>
                  </a:lnTo>
                  <a:lnTo>
                    <a:pt x="5020555" y="2603462"/>
                  </a:lnTo>
                  <a:lnTo>
                    <a:pt x="5021205" y="2599077"/>
                  </a:lnTo>
                  <a:lnTo>
                    <a:pt x="5021855" y="2594304"/>
                  </a:lnTo>
                  <a:lnTo>
                    <a:pt x="5022505" y="2589080"/>
                  </a:lnTo>
                  <a:lnTo>
                    <a:pt x="5023155" y="2583420"/>
                  </a:lnTo>
                  <a:lnTo>
                    <a:pt x="5023805" y="2577340"/>
                  </a:lnTo>
                  <a:lnTo>
                    <a:pt x="5024455" y="2570863"/>
                  </a:lnTo>
                  <a:lnTo>
                    <a:pt x="5025105" y="2563882"/>
                  </a:lnTo>
                  <a:lnTo>
                    <a:pt x="5025754" y="2556276"/>
                  </a:lnTo>
                  <a:lnTo>
                    <a:pt x="5026404" y="2548004"/>
                  </a:lnTo>
                  <a:lnTo>
                    <a:pt x="5027054" y="2539026"/>
                  </a:lnTo>
                  <a:lnTo>
                    <a:pt x="5027704" y="2529329"/>
                  </a:lnTo>
                  <a:lnTo>
                    <a:pt x="5028354" y="2518942"/>
                  </a:lnTo>
                  <a:lnTo>
                    <a:pt x="5029004" y="2507867"/>
                  </a:lnTo>
                  <a:lnTo>
                    <a:pt x="5029654" y="2496033"/>
                  </a:lnTo>
                  <a:lnTo>
                    <a:pt x="5030304" y="2483355"/>
                  </a:lnTo>
                  <a:lnTo>
                    <a:pt x="5030954" y="2469820"/>
                  </a:lnTo>
                  <a:lnTo>
                    <a:pt x="5031604" y="2455426"/>
                  </a:lnTo>
                  <a:lnTo>
                    <a:pt x="5032254" y="2440202"/>
                  </a:lnTo>
                  <a:lnTo>
                    <a:pt x="5032904" y="2424007"/>
                  </a:lnTo>
                  <a:lnTo>
                    <a:pt x="5033554" y="2406754"/>
                  </a:lnTo>
                  <a:lnTo>
                    <a:pt x="5034204" y="2388486"/>
                  </a:lnTo>
                  <a:lnTo>
                    <a:pt x="5034854" y="2369303"/>
                  </a:lnTo>
                  <a:lnTo>
                    <a:pt x="5035504" y="2349197"/>
                  </a:lnTo>
                  <a:lnTo>
                    <a:pt x="5036153" y="2328080"/>
                  </a:lnTo>
                  <a:lnTo>
                    <a:pt x="5036803" y="2305916"/>
                  </a:lnTo>
                  <a:lnTo>
                    <a:pt x="5037453" y="2282659"/>
                  </a:lnTo>
                  <a:lnTo>
                    <a:pt x="5038103" y="2258325"/>
                  </a:lnTo>
                  <a:lnTo>
                    <a:pt x="5038753" y="2233006"/>
                  </a:lnTo>
                  <a:lnTo>
                    <a:pt x="5039403" y="2206872"/>
                  </a:lnTo>
                  <a:lnTo>
                    <a:pt x="5040053" y="2180128"/>
                  </a:lnTo>
                  <a:lnTo>
                    <a:pt x="5040703" y="2152906"/>
                  </a:lnTo>
                  <a:lnTo>
                    <a:pt x="5041353" y="2125293"/>
                  </a:lnTo>
                  <a:lnTo>
                    <a:pt x="5042003" y="2097290"/>
                  </a:lnTo>
                  <a:lnTo>
                    <a:pt x="5042653" y="2068956"/>
                  </a:lnTo>
                  <a:lnTo>
                    <a:pt x="5043303" y="2040267"/>
                  </a:lnTo>
                  <a:lnTo>
                    <a:pt x="5043953" y="2011173"/>
                  </a:lnTo>
                  <a:lnTo>
                    <a:pt x="5044603" y="1981616"/>
                  </a:lnTo>
                  <a:lnTo>
                    <a:pt x="5045253" y="1951583"/>
                  </a:lnTo>
                  <a:lnTo>
                    <a:pt x="5045902" y="1921246"/>
                  </a:lnTo>
                  <a:lnTo>
                    <a:pt x="5046552" y="1890728"/>
                  </a:lnTo>
                  <a:lnTo>
                    <a:pt x="5047202" y="1860164"/>
                  </a:lnTo>
                  <a:lnTo>
                    <a:pt x="5047852" y="1829602"/>
                  </a:lnTo>
                  <a:lnTo>
                    <a:pt x="5048502" y="1798962"/>
                  </a:lnTo>
                  <a:lnTo>
                    <a:pt x="5049152" y="1768178"/>
                  </a:lnTo>
                  <a:lnTo>
                    <a:pt x="5049802" y="1737153"/>
                  </a:lnTo>
                  <a:lnTo>
                    <a:pt x="5050452" y="1705820"/>
                  </a:lnTo>
                  <a:lnTo>
                    <a:pt x="5051102" y="1674082"/>
                  </a:lnTo>
                  <a:lnTo>
                    <a:pt x="5051752" y="1642043"/>
                  </a:lnTo>
                  <a:lnTo>
                    <a:pt x="5052402" y="1609816"/>
                  </a:lnTo>
                  <a:lnTo>
                    <a:pt x="5053052" y="1577520"/>
                  </a:lnTo>
                  <a:lnTo>
                    <a:pt x="5053702" y="1545225"/>
                  </a:lnTo>
                  <a:lnTo>
                    <a:pt x="5054352" y="1512980"/>
                  </a:lnTo>
                  <a:lnTo>
                    <a:pt x="5055002" y="1480816"/>
                  </a:lnTo>
                  <a:lnTo>
                    <a:pt x="5055652" y="1448762"/>
                  </a:lnTo>
                  <a:lnTo>
                    <a:pt x="5056301" y="1416777"/>
                  </a:lnTo>
                  <a:lnTo>
                    <a:pt x="5056951" y="1384821"/>
                  </a:lnTo>
                  <a:lnTo>
                    <a:pt x="5057601" y="1352877"/>
                  </a:lnTo>
                  <a:lnTo>
                    <a:pt x="5058251" y="1321067"/>
                  </a:lnTo>
                  <a:lnTo>
                    <a:pt x="5058901" y="1289469"/>
                  </a:lnTo>
                  <a:lnTo>
                    <a:pt x="5059551" y="1258198"/>
                  </a:lnTo>
                  <a:lnTo>
                    <a:pt x="5060201" y="1227317"/>
                  </a:lnTo>
                  <a:lnTo>
                    <a:pt x="5060851" y="1196814"/>
                  </a:lnTo>
                  <a:lnTo>
                    <a:pt x="5061501" y="1166666"/>
                  </a:lnTo>
                  <a:lnTo>
                    <a:pt x="5062151" y="1136896"/>
                  </a:lnTo>
                  <a:lnTo>
                    <a:pt x="5062801" y="1107671"/>
                  </a:lnTo>
                  <a:lnTo>
                    <a:pt x="5063451" y="1079079"/>
                  </a:lnTo>
                  <a:lnTo>
                    <a:pt x="5064101" y="1051140"/>
                  </a:lnTo>
                  <a:lnTo>
                    <a:pt x="5064751" y="1023871"/>
                  </a:lnTo>
                  <a:lnTo>
                    <a:pt x="5065401" y="997212"/>
                  </a:lnTo>
                  <a:lnTo>
                    <a:pt x="5066050" y="971194"/>
                  </a:lnTo>
                  <a:lnTo>
                    <a:pt x="5066700" y="945889"/>
                  </a:lnTo>
                  <a:lnTo>
                    <a:pt x="5067350" y="921215"/>
                  </a:lnTo>
                  <a:lnTo>
                    <a:pt x="5068000" y="897217"/>
                  </a:lnTo>
                  <a:lnTo>
                    <a:pt x="5068650" y="873937"/>
                  </a:lnTo>
                  <a:lnTo>
                    <a:pt x="5069300" y="851458"/>
                  </a:lnTo>
                  <a:lnTo>
                    <a:pt x="5069950" y="829880"/>
                  </a:lnTo>
                  <a:lnTo>
                    <a:pt x="5070600" y="809277"/>
                  </a:lnTo>
                  <a:lnTo>
                    <a:pt x="5071250" y="789703"/>
                  </a:lnTo>
                  <a:lnTo>
                    <a:pt x="5071900" y="771102"/>
                  </a:lnTo>
                  <a:lnTo>
                    <a:pt x="5072550" y="753368"/>
                  </a:lnTo>
                  <a:lnTo>
                    <a:pt x="5073200" y="736413"/>
                  </a:lnTo>
                  <a:lnTo>
                    <a:pt x="5073850" y="720190"/>
                  </a:lnTo>
                  <a:lnTo>
                    <a:pt x="5074500" y="704745"/>
                  </a:lnTo>
                  <a:lnTo>
                    <a:pt x="5075150" y="690126"/>
                  </a:lnTo>
                  <a:lnTo>
                    <a:pt x="5075800" y="676409"/>
                  </a:lnTo>
                  <a:lnTo>
                    <a:pt x="5076449" y="663687"/>
                  </a:lnTo>
                  <a:lnTo>
                    <a:pt x="5077099" y="652113"/>
                  </a:lnTo>
                  <a:lnTo>
                    <a:pt x="5077749" y="641732"/>
                  </a:lnTo>
                  <a:lnTo>
                    <a:pt x="5078399" y="632547"/>
                  </a:lnTo>
                  <a:lnTo>
                    <a:pt x="5079049" y="624516"/>
                  </a:lnTo>
                  <a:lnTo>
                    <a:pt x="5079699" y="617599"/>
                  </a:lnTo>
                  <a:lnTo>
                    <a:pt x="5080349" y="611747"/>
                  </a:lnTo>
                  <a:lnTo>
                    <a:pt x="5080999" y="607018"/>
                  </a:lnTo>
                  <a:lnTo>
                    <a:pt x="5081649" y="603543"/>
                  </a:lnTo>
                  <a:lnTo>
                    <a:pt x="5082299" y="601421"/>
                  </a:lnTo>
                  <a:lnTo>
                    <a:pt x="5082949" y="600727"/>
                  </a:lnTo>
                  <a:lnTo>
                    <a:pt x="5083599" y="601693"/>
                  </a:lnTo>
                  <a:lnTo>
                    <a:pt x="5084249" y="604338"/>
                  </a:lnTo>
                  <a:lnTo>
                    <a:pt x="5084899" y="608509"/>
                  </a:lnTo>
                  <a:lnTo>
                    <a:pt x="5085549" y="614124"/>
                  </a:lnTo>
                  <a:lnTo>
                    <a:pt x="5086198" y="621147"/>
                  </a:lnTo>
                  <a:lnTo>
                    <a:pt x="5086848" y="629587"/>
                  </a:lnTo>
                  <a:lnTo>
                    <a:pt x="5087498" y="639482"/>
                  </a:lnTo>
                  <a:lnTo>
                    <a:pt x="5088148" y="650761"/>
                  </a:lnTo>
                  <a:lnTo>
                    <a:pt x="5088798" y="663387"/>
                  </a:lnTo>
                  <a:lnTo>
                    <a:pt x="5089448" y="677363"/>
                  </a:lnTo>
                  <a:lnTo>
                    <a:pt x="5090098" y="692687"/>
                  </a:lnTo>
                  <a:lnTo>
                    <a:pt x="5090748" y="709304"/>
                  </a:lnTo>
                  <a:lnTo>
                    <a:pt x="5091398" y="727191"/>
                  </a:lnTo>
                  <a:lnTo>
                    <a:pt x="5092048" y="746258"/>
                  </a:lnTo>
                  <a:lnTo>
                    <a:pt x="5092698" y="766396"/>
                  </a:lnTo>
                  <a:lnTo>
                    <a:pt x="5093348" y="787559"/>
                  </a:lnTo>
                  <a:lnTo>
                    <a:pt x="5093998" y="809719"/>
                  </a:lnTo>
                  <a:lnTo>
                    <a:pt x="5094648" y="832877"/>
                  </a:lnTo>
                  <a:lnTo>
                    <a:pt x="5095298" y="856992"/>
                  </a:lnTo>
                  <a:lnTo>
                    <a:pt x="5095948" y="881950"/>
                  </a:lnTo>
                  <a:lnTo>
                    <a:pt x="5096597" y="907705"/>
                  </a:lnTo>
                  <a:lnTo>
                    <a:pt x="5097247" y="934207"/>
                  </a:lnTo>
                  <a:lnTo>
                    <a:pt x="5097897" y="961460"/>
                  </a:lnTo>
                  <a:lnTo>
                    <a:pt x="5098547" y="989485"/>
                  </a:lnTo>
                  <a:lnTo>
                    <a:pt x="5099197" y="1018182"/>
                  </a:lnTo>
                  <a:lnTo>
                    <a:pt x="5099847" y="1047479"/>
                  </a:lnTo>
                  <a:lnTo>
                    <a:pt x="5100497" y="1077326"/>
                  </a:lnTo>
                  <a:lnTo>
                    <a:pt x="5101147" y="1107644"/>
                  </a:lnTo>
                  <a:lnTo>
                    <a:pt x="5101797" y="1138355"/>
                  </a:lnTo>
                  <a:lnTo>
                    <a:pt x="5102447" y="1169403"/>
                  </a:lnTo>
                  <a:lnTo>
                    <a:pt x="5103097" y="1200680"/>
                  </a:lnTo>
                  <a:lnTo>
                    <a:pt x="5103747" y="1232141"/>
                  </a:lnTo>
                  <a:lnTo>
                    <a:pt x="5104397" y="1263735"/>
                  </a:lnTo>
                  <a:lnTo>
                    <a:pt x="5105047" y="1295355"/>
                  </a:lnTo>
                  <a:lnTo>
                    <a:pt x="5105697" y="1326938"/>
                  </a:lnTo>
                  <a:lnTo>
                    <a:pt x="5106346" y="1358409"/>
                  </a:lnTo>
                  <a:lnTo>
                    <a:pt x="5106996" y="1389643"/>
                  </a:lnTo>
                  <a:lnTo>
                    <a:pt x="5107646" y="1420503"/>
                  </a:lnTo>
                  <a:lnTo>
                    <a:pt x="5108296" y="1450900"/>
                  </a:lnTo>
                  <a:lnTo>
                    <a:pt x="5108946" y="1480773"/>
                  </a:lnTo>
                  <a:lnTo>
                    <a:pt x="5109596" y="1510014"/>
                  </a:lnTo>
                  <a:lnTo>
                    <a:pt x="5110246" y="1538550"/>
                  </a:lnTo>
                  <a:lnTo>
                    <a:pt x="5110896" y="1566308"/>
                  </a:lnTo>
                  <a:lnTo>
                    <a:pt x="5111546" y="1593235"/>
                  </a:lnTo>
                  <a:lnTo>
                    <a:pt x="5112196" y="1619189"/>
                  </a:lnTo>
                  <a:lnTo>
                    <a:pt x="5112846" y="1644092"/>
                  </a:lnTo>
                  <a:lnTo>
                    <a:pt x="5113496" y="1667824"/>
                  </a:lnTo>
                  <a:lnTo>
                    <a:pt x="5114146" y="1690211"/>
                  </a:lnTo>
                  <a:lnTo>
                    <a:pt x="5114796" y="1711143"/>
                  </a:lnTo>
                  <a:lnTo>
                    <a:pt x="5115446" y="1730574"/>
                  </a:lnTo>
                  <a:lnTo>
                    <a:pt x="5116096" y="1748387"/>
                  </a:lnTo>
                  <a:lnTo>
                    <a:pt x="5116745" y="1764463"/>
                  </a:lnTo>
                  <a:lnTo>
                    <a:pt x="5117395" y="1778923"/>
                  </a:lnTo>
                  <a:lnTo>
                    <a:pt x="5118045" y="1791808"/>
                  </a:lnTo>
                  <a:lnTo>
                    <a:pt x="5118695" y="1803060"/>
                  </a:lnTo>
                  <a:lnTo>
                    <a:pt x="5119345" y="1812534"/>
                  </a:lnTo>
                  <a:lnTo>
                    <a:pt x="5119995" y="1820130"/>
                  </a:lnTo>
                  <a:lnTo>
                    <a:pt x="5120645" y="1825819"/>
                  </a:lnTo>
                  <a:lnTo>
                    <a:pt x="5121295" y="1829700"/>
                  </a:lnTo>
                  <a:lnTo>
                    <a:pt x="5121945" y="1831883"/>
                  </a:lnTo>
                  <a:lnTo>
                    <a:pt x="5122595" y="1832455"/>
                  </a:lnTo>
                  <a:lnTo>
                    <a:pt x="5123245" y="1831516"/>
                  </a:lnTo>
                  <a:lnTo>
                    <a:pt x="5123895" y="1829102"/>
                  </a:lnTo>
                  <a:lnTo>
                    <a:pt x="5124545" y="1825189"/>
                  </a:lnTo>
                  <a:lnTo>
                    <a:pt x="5125195" y="1819825"/>
                  </a:lnTo>
                  <a:lnTo>
                    <a:pt x="5125845" y="1813065"/>
                  </a:lnTo>
                  <a:lnTo>
                    <a:pt x="5126494" y="1804945"/>
                  </a:lnTo>
                  <a:lnTo>
                    <a:pt x="5127144" y="1795547"/>
                  </a:lnTo>
                  <a:lnTo>
                    <a:pt x="5127794" y="1784893"/>
                  </a:lnTo>
                  <a:lnTo>
                    <a:pt x="5128444" y="1773049"/>
                  </a:lnTo>
                  <a:lnTo>
                    <a:pt x="5129094" y="1760131"/>
                  </a:lnTo>
                  <a:lnTo>
                    <a:pt x="5129744" y="1746176"/>
                  </a:lnTo>
                  <a:lnTo>
                    <a:pt x="5130394" y="1731181"/>
                  </a:lnTo>
                  <a:lnTo>
                    <a:pt x="5131044" y="1715091"/>
                  </a:lnTo>
                  <a:lnTo>
                    <a:pt x="5131694" y="1697914"/>
                  </a:lnTo>
                  <a:lnTo>
                    <a:pt x="5132344" y="1679777"/>
                  </a:lnTo>
                  <a:lnTo>
                    <a:pt x="5132994" y="1660717"/>
                  </a:lnTo>
                  <a:lnTo>
                    <a:pt x="5133644" y="1640837"/>
                  </a:lnTo>
                  <a:lnTo>
                    <a:pt x="5134294" y="1620149"/>
                  </a:lnTo>
                  <a:lnTo>
                    <a:pt x="5134944" y="1598709"/>
                  </a:lnTo>
                  <a:lnTo>
                    <a:pt x="5135594" y="1576530"/>
                  </a:lnTo>
                  <a:lnTo>
                    <a:pt x="5136244" y="1553663"/>
                  </a:lnTo>
                  <a:lnTo>
                    <a:pt x="5136893" y="1530100"/>
                  </a:lnTo>
                  <a:lnTo>
                    <a:pt x="5137543" y="1505896"/>
                  </a:lnTo>
                  <a:lnTo>
                    <a:pt x="5138193" y="1481202"/>
                  </a:lnTo>
                  <a:lnTo>
                    <a:pt x="5138843" y="1456112"/>
                  </a:lnTo>
                  <a:lnTo>
                    <a:pt x="5139493" y="1430645"/>
                  </a:lnTo>
                  <a:lnTo>
                    <a:pt x="5140143" y="1404951"/>
                  </a:lnTo>
                  <a:lnTo>
                    <a:pt x="5140793" y="1379188"/>
                  </a:lnTo>
                  <a:lnTo>
                    <a:pt x="5141443" y="1353376"/>
                  </a:lnTo>
                  <a:lnTo>
                    <a:pt x="5142093" y="1327447"/>
                  </a:lnTo>
                  <a:lnTo>
                    <a:pt x="5142743" y="1301395"/>
                  </a:lnTo>
                  <a:lnTo>
                    <a:pt x="5143393" y="1275216"/>
                  </a:lnTo>
                  <a:lnTo>
                    <a:pt x="5144043" y="1249001"/>
                  </a:lnTo>
                  <a:lnTo>
                    <a:pt x="5144693" y="1222832"/>
                  </a:lnTo>
                  <a:lnTo>
                    <a:pt x="5145343" y="1196877"/>
                  </a:lnTo>
                  <a:lnTo>
                    <a:pt x="5145993" y="1171239"/>
                  </a:lnTo>
                  <a:lnTo>
                    <a:pt x="5146642" y="1146012"/>
                  </a:lnTo>
                  <a:lnTo>
                    <a:pt x="5147292" y="1121258"/>
                  </a:lnTo>
                  <a:lnTo>
                    <a:pt x="5147942" y="1096980"/>
                  </a:lnTo>
                  <a:lnTo>
                    <a:pt x="5148592" y="1073154"/>
                  </a:lnTo>
                  <a:lnTo>
                    <a:pt x="5149242" y="1049925"/>
                  </a:lnTo>
                  <a:lnTo>
                    <a:pt x="5149892" y="1027287"/>
                  </a:lnTo>
                  <a:lnTo>
                    <a:pt x="5150542" y="1005152"/>
                  </a:lnTo>
                  <a:lnTo>
                    <a:pt x="5151192" y="983621"/>
                  </a:lnTo>
                  <a:lnTo>
                    <a:pt x="5151842" y="962836"/>
                  </a:lnTo>
                  <a:lnTo>
                    <a:pt x="5152492" y="942991"/>
                  </a:lnTo>
                  <a:lnTo>
                    <a:pt x="5153142" y="924164"/>
                  </a:lnTo>
                  <a:lnTo>
                    <a:pt x="5153792" y="906289"/>
                  </a:lnTo>
                  <a:lnTo>
                    <a:pt x="5154442" y="889312"/>
                  </a:lnTo>
                  <a:lnTo>
                    <a:pt x="5155092" y="873161"/>
                  </a:lnTo>
                  <a:lnTo>
                    <a:pt x="5155742" y="857773"/>
                  </a:lnTo>
                  <a:lnTo>
                    <a:pt x="5156392" y="843103"/>
                  </a:lnTo>
                  <a:lnTo>
                    <a:pt x="5157041" y="829234"/>
                  </a:lnTo>
                  <a:lnTo>
                    <a:pt x="5157691" y="816233"/>
                  </a:lnTo>
                  <a:lnTo>
                    <a:pt x="5158341" y="804049"/>
                  </a:lnTo>
                  <a:lnTo>
                    <a:pt x="5158991" y="792697"/>
                  </a:lnTo>
                  <a:lnTo>
                    <a:pt x="5159641" y="782140"/>
                  </a:lnTo>
                  <a:lnTo>
                    <a:pt x="5160291" y="772330"/>
                  </a:lnTo>
                  <a:lnTo>
                    <a:pt x="5160941" y="763229"/>
                  </a:lnTo>
                  <a:lnTo>
                    <a:pt x="5161591" y="754735"/>
                  </a:lnTo>
                  <a:lnTo>
                    <a:pt x="5162241" y="746718"/>
                  </a:lnTo>
                  <a:lnTo>
                    <a:pt x="5162891" y="739216"/>
                  </a:lnTo>
                  <a:lnTo>
                    <a:pt x="5163541" y="732303"/>
                  </a:lnTo>
                  <a:lnTo>
                    <a:pt x="5164191" y="726009"/>
                  </a:lnTo>
                  <a:lnTo>
                    <a:pt x="5164841" y="720325"/>
                  </a:lnTo>
                  <a:lnTo>
                    <a:pt x="5165491" y="715169"/>
                  </a:lnTo>
                  <a:lnTo>
                    <a:pt x="5166141" y="710480"/>
                  </a:lnTo>
                  <a:lnTo>
                    <a:pt x="5166790" y="706242"/>
                  </a:lnTo>
                  <a:lnTo>
                    <a:pt x="5167440" y="702454"/>
                  </a:lnTo>
                  <a:lnTo>
                    <a:pt x="5168090" y="699128"/>
                  </a:lnTo>
                  <a:lnTo>
                    <a:pt x="5168740" y="696256"/>
                  </a:lnTo>
                  <a:lnTo>
                    <a:pt x="5169390" y="693872"/>
                  </a:lnTo>
                  <a:lnTo>
                    <a:pt x="5170040" y="691978"/>
                  </a:lnTo>
                  <a:lnTo>
                    <a:pt x="5170690" y="690477"/>
                  </a:lnTo>
                  <a:lnTo>
                    <a:pt x="5171340" y="689306"/>
                  </a:lnTo>
                  <a:lnTo>
                    <a:pt x="5171990" y="688551"/>
                  </a:lnTo>
                  <a:lnTo>
                    <a:pt x="5172640" y="688234"/>
                  </a:lnTo>
                  <a:lnTo>
                    <a:pt x="5173290" y="688269"/>
                  </a:lnTo>
                  <a:lnTo>
                    <a:pt x="5173940" y="688583"/>
                  </a:lnTo>
                  <a:lnTo>
                    <a:pt x="5174590" y="689227"/>
                  </a:lnTo>
                  <a:lnTo>
                    <a:pt x="5175240" y="690305"/>
                  </a:lnTo>
                  <a:lnTo>
                    <a:pt x="5175890" y="691886"/>
                  </a:lnTo>
                  <a:lnTo>
                    <a:pt x="5176539" y="693890"/>
                  </a:lnTo>
                  <a:lnTo>
                    <a:pt x="5177189" y="696283"/>
                  </a:lnTo>
                  <a:lnTo>
                    <a:pt x="5177839" y="699042"/>
                  </a:lnTo>
                  <a:lnTo>
                    <a:pt x="5178489" y="702106"/>
                  </a:lnTo>
                  <a:lnTo>
                    <a:pt x="5179139" y="705468"/>
                  </a:lnTo>
                  <a:lnTo>
                    <a:pt x="5179789" y="709200"/>
                  </a:lnTo>
                  <a:lnTo>
                    <a:pt x="5180439" y="713385"/>
                  </a:lnTo>
                  <a:lnTo>
                    <a:pt x="5181089" y="718041"/>
                  </a:lnTo>
                  <a:lnTo>
                    <a:pt x="5181739" y="723133"/>
                  </a:lnTo>
                  <a:lnTo>
                    <a:pt x="5182389" y="728532"/>
                  </a:lnTo>
                  <a:lnTo>
                    <a:pt x="5183039" y="734242"/>
                  </a:lnTo>
                  <a:lnTo>
                    <a:pt x="5183689" y="740290"/>
                  </a:lnTo>
                  <a:lnTo>
                    <a:pt x="5184339" y="746665"/>
                  </a:lnTo>
                  <a:lnTo>
                    <a:pt x="5184989" y="753320"/>
                  </a:lnTo>
                  <a:lnTo>
                    <a:pt x="5185639" y="760264"/>
                  </a:lnTo>
                  <a:lnTo>
                    <a:pt x="5186289" y="767622"/>
                  </a:lnTo>
                  <a:lnTo>
                    <a:pt x="5186938" y="775408"/>
                  </a:lnTo>
                  <a:lnTo>
                    <a:pt x="5187588" y="783480"/>
                  </a:lnTo>
                  <a:lnTo>
                    <a:pt x="5188238" y="791834"/>
                  </a:lnTo>
                  <a:lnTo>
                    <a:pt x="5188888" y="800461"/>
                  </a:lnTo>
                  <a:lnTo>
                    <a:pt x="5189538" y="809307"/>
                  </a:lnTo>
                  <a:lnTo>
                    <a:pt x="5190188" y="818237"/>
                  </a:lnTo>
                  <a:lnTo>
                    <a:pt x="5190838" y="827237"/>
                  </a:lnTo>
                  <a:lnTo>
                    <a:pt x="5191488" y="836369"/>
                  </a:lnTo>
                  <a:lnTo>
                    <a:pt x="5192138" y="845579"/>
                  </a:lnTo>
                  <a:lnTo>
                    <a:pt x="5192788" y="854833"/>
                  </a:lnTo>
                  <a:lnTo>
                    <a:pt x="5193438" y="864114"/>
                  </a:lnTo>
                  <a:lnTo>
                    <a:pt x="5194088" y="873438"/>
                  </a:lnTo>
                  <a:lnTo>
                    <a:pt x="5194738" y="882859"/>
                  </a:lnTo>
                  <a:lnTo>
                    <a:pt x="5195388" y="892368"/>
                  </a:lnTo>
                  <a:lnTo>
                    <a:pt x="5196038" y="901914"/>
                  </a:lnTo>
                  <a:lnTo>
                    <a:pt x="5196687" y="911476"/>
                  </a:lnTo>
                  <a:lnTo>
                    <a:pt x="5197337" y="921077"/>
                  </a:lnTo>
                  <a:lnTo>
                    <a:pt x="5197987" y="930709"/>
                  </a:lnTo>
                  <a:lnTo>
                    <a:pt x="5198637" y="940376"/>
                  </a:lnTo>
                  <a:lnTo>
                    <a:pt x="5199287" y="950118"/>
                  </a:lnTo>
                  <a:lnTo>
                    <a:pt x="5199937" y="959869"/>
                  </a:lnTo>
                  <a:lnTo>
                    <a:pt x="5200587" y="969619"/>
                  </a:lnTo>
                  <a:lnTo>
                    <a:pt x="5201237" y="979333"/>
                  </a:lnTo>
                  <a:lnTo>
                    <a:pt x="5201887" y="989006"/>
                  </a:lnTo>
                  <a:lnTo>
                    <a:pt x="5202537" y="998658"/>
                  </a:lnTo>
                  <a:lnTo>
                    <a:pt x="5203187" y="1008297"/>
                  </a:lnTo>
                  <a:lnTo>
                    <a:pt x="5203837" y="1017929"/>
                  </a:lnTo>
                  <a:lnTo>
                    <a:pt x="5204487" y="1027509"/>
                  </a:lnTo>
                  <a:lnTo>
                    <a:pt x="5205137" y="1036907"/>
                  </a:lnTo>
                  <a:lnTo>
                    <a:pt x="5205787" y="1046059"/>
                  </a:lnTo>
                  <a:lnTo>
                    <a:pt x="5206437" y="1054969"/>
                  </a:lnTo>
                  <a:lnTo>
                    <a:pt x="5207086" y="1063691"/>
                  </a:lnTo>
                  <a:lnTo>
                    <a:pt x="5207736" y="1072158"/>
                  </a:lnTo>
                  <a:lnTo>
                    <a:pt x="5208386" y="1080287"/>
                  </a:lnTo>
                  <a:lnTo>
                    <a:pt x="5209036" y="1088050"/>
                  </a:lnTo>
                  <a:lnTo>
                    <a:pt x="5209686" y="1095550"/>
                  </a:lnTo>
                  <a:lnTo>
                    <a:pt x="5210336" y="1102734"/>
                  </a:lnTo>
                  <a:lnTo>
                    <a:pt x="5210986" y="1109572"/>
                  </a:lnTo>
                  <a:lnTo>
                    <a:pt x="5211636" y="1116023"/>
                  </a:lnTo>
                  <a:lnTo>
                    <a:pt x="5212286" y="1122003"/>
                  </a:lnTo>
                  <a:lnTo>
                    <a:pt x="5212936" y="1127439"/>
                  </a:lnTo>
                  <a:lnTo>
                    <a:pt x="5213586" y="1132307"/>
                  </a:lnTo>
                  <a:lnTo>
                    <a:pt x="5214236" y="1136584"/>
                  </a:lnTo>
                  <a:lnTo>
                    <a:pt x="5214886" y="1140356"/>
                  </a:lnTo>
                  <a:lnTo>
                    <a:pt x="5215536" y="1143745"/>
                  </a:lnTo>
                  <a:lnTo>
                    <a:pt x="5216186" y="1146708"/>
                  </a:lnTo>
                  <a:lnTo>
                    <a:pt x="5216835" y="1149157"/>
                  </a:lnTo>
                  <a:lnTo>
                    <a:pt x="5217485" y="1150970"/>
                  </a:lnTo>
                  <a:lnTo>
                    <a:pt x="5218135" y="1152059"/>
                  </a:lnTo>
                  <a:lnTo>
                    <a:pt x="5218785" y="1152389"/>
                  </a:lnTo>
                  <a:lnTo>
                    <a:pt x="5219435" y="1151842"/>
                  </a:lnTo>
                  <a:lnTo>
                    <a:pt x="5220085" y="1150585"/>
                  </a:lnTo>
                  <a:lnTo>
                    <a:pt x="5220735" y="1148741"/>
                  </a:lnTo>
                  <a:lnTo>
                    <a:pt x="5221385" y="1146311"/>
                  </a:lnTo>
                  <a:lnTo>
                    <a:pt x="5222035" y="1143316"/>
                  </a:lnTo>
                  <a:lnTo>
                    <a:pt x="5222685" y="1139845"/>
                  </a:lnTo>
                  <a:lnTo>
                    <a:pt x="5223335" y="1136001"/>
                  </a:lnTo>
                  <a:lnTo>
                    <a:pt x="5223985" y="1131819"/>
                  </a:lnTo>
                  <a:lnTo>
                    <a:pt x="5224635" y="1127345"/>
                  </a:lnTo>
                  <a:lnTo>
                    <a:pt x="5225285" y="1122617"/>
                  </a:lnTo>
                  <a:lnTo>
                    <a:pt x="5225935" y="1117654"/>
                  </a:lnTo>
                  <a:lnTo>
                    <a:pt x="5226585" y="1112390"/>
                  </a:lnTo>
                  <a:lnTo>
                    <a:pt x="5227234" y="1106867"/>
                  </a:lnTo>
                  <a:lnTo>
                    <a:pt x="5227884" y="1101123"/>
                  </a:lnTo>
                  <a:lnTo>
                    <a:pt x="5228534" y="1095165"/>
                  </a:lnTo>
                  <a:lnTo>
                    <a:pt x="5229184" y="1089062"/>
                  </a:lnTo>
                  <a:lnTo>
                    <a:pt x="5229834" y="1082756"/>
                  </a:lnTo>
                  <a:lnTo>
                    <a:pt x="5230484" y="1076291"/>
                  </a:lnTo>
                  <a:lnTo>
                    <a:pt x="5231134" y="1069727"/>
                  </a:lnTo>
                  <a:lnTo>
                    <a:pt x="5231784" y="1063062"/>
                  </a:lnTo>
                  <a:lnTo>
                    <a:pt x="5232434" y="1056273"/>
                  </a:lnTo>
                  <a:lnTo>
                    <a:pt x="5233084" y="1049378"/>
                  </a:lnTo>
                  <a:lnTo>
                    <a:pt x="5233734" y="1042349"/>
                  </a:lnTo>
                  <a:lnTo>
                    <a:pt x="5234384" y="1035168"/>
                  </a:lnTo>
                  <a:lnTo>
                    <a:pt x="5235034" y="1027825"/>
                  </a:lnTo>
                  <a:lnTo>
                    <a:pt x="5235684" y="1020351"/>
                  </a:lnTo>
                  <a:lnTo>
                    <a:pt x="5236334" y="1012792"/>
                  </a:lnTo>
                  <a:lnTo>
                    <a:pt x="5236983" y="1005120"/>
                  </a:lnTo>
                  <a:lnTo>
                    <a:pt x="5237633" y="997348"/>
                  </a:lnTo>
                  <a:lnTo>
                    <a:pt x="5238283" y="989528"/>
                  </a:lnTo>
                  <a:lnTo>
                    <a:pt x="5238933" y="981641"/>
                  </a:lnTo>
                  <a:lnTo>
                    <a:pt x="5239583" y="973652"/>
                  </a:lnTo>
                  <a:lnTo>
                    <a:pt x="5240233" y="965535"/>
                  </a:lnTo>
                  <a:lnTo>
                    <a:pt x="5240883" y="957334"/>
                  </a:lnTo>
                  <a:lnTo>
                    <a:pt x="5241533" y="949119"/>
                  </a:lnTo>
                  <a:lnTo>
                    <a:pt x="5242183" y="940862"/>
                  </a:lnTo>
                  <a:lnTo>
                    <a:pt x="5242833" y="932468"/>
                  </a:lnTo>
                  <a:lnTo>
                    <a:pt x="5243483" y="923966"/>
                  </a:lnTo>
                  <a:lnTo>
                    <a:pt x="5244133" y="915373"/>
                  </a:lnTo>
                  <a:lnTo>
                    <a:pt x="5244783" y="906673"/>
                  </a:lnTo>
                  <a:lnTo>
                    <a:pt x="5245433" y="897860"/>
                  </a:lnTo>
                  <a:lnTo>
                    <a:pt x="5246083" y="888923"/>
                  </a:lnTo>
                  <a:lnTo>
                    <a:pt x="5246733" y="879900"/>
                  </a:lnTo>
                  <a:lnTo>
                    <a:pt x="5247382" y="870862"/>
                  </a:lnTo>
                  <a:lnTo>
                    <a:pt x="5248032" y="861753"/>
                  </a:lnTo>
                  <a:lnTo>
                    <a:pt x="5248682" y="852553"/>
                  </a:lnTo>
                  <a:lnTo>
                    <a:pt x="5249332" y="843276"/>
                  </a:lnTo>
                  <a:lnTo>
                    <a:pt x="5249982" y="833972"/>
                  </a:lnTo>
                  <a:lnTo>
                    <a:pt x="5250632" y="824740"/>
                  </a:lnTo>
                  <a:lnTo>
                    <a:pt x="5251282" y="815495"/>
                  </a:lnTo>
                  <a:lnTo>
                    <a:pt x="5251932" y="806207"/>
                  </a:lnTo>
                  <a:lnTo>
                    <a:pt x="5252582" y="796902"/>
                  </a:lnTo>
                  <a:lnTo>
                    <a:pt x="5253232" y="787506"/>
                  </a:lnTo>
                  <a:lnTo>
                    <a:pt x="5253882" y="778027"/>
                  </a:lnTo>
                  <a:lnTo>
                    <a:pt x="5254532" y="768492"/>
                  </a:lnTo>
                  <a:lnTo>
                    <a:pt x="5255182" y="758912"/>
                  </a:lnTo>
                  <a:lnTo>
                    <a:pt x="5255832" y="749194"/>
                  </a:lnTo>
                  <a:lnTo>
                    <a:pt x="5256482" y="739240"/>
                  </a:lnTo>
                  <a:lnTo>
                    <a:pt x="5257131" y="728947"/>
                  </a:lnTo>
                  <a:lnTo>
                    <a:pt x="5257781" y="718248"/>
                  </a:lnTo>
                  <a:lnTo>
                    <a:pt x="5258431" y="707222"/>
                  </a:lnTo>
                  <a:lnTo>
                    <a:pt x="5259081" y="696015"/>
                  </a:lnTo>
                  <a:lnTo>
                    <a:pt x="5259731" y="684704"/>
                  </a:lnTo>
                  <a:lnTo>
                    <a:pt x="5260381" y="673207"/>
                  </a:lnTo>
                  <a:lnTo>
                    <a:pt x="5261031" y="661540"/>
                  </a:lnTo>
                  <a:lnTo>
                    <a:pt x="5261681" y="649730"/>
                  </a:lnTo>
                  <a:lnTo>
                    <a:pt x="5262331" y="637729"/>
                  </a:lnTo>
                  <a:lnTo>
                    <a:pt x="5262981" y="625518"/>
                  </a:lnTo>
                  <a:lnTo>
                    <a:pt x="5263631" y="613042"/>
                  </a:lnTo>
                  <a:lnTo>
                    <a:pt x="5264281" y="600308"/>
                  </a:lnTo>
                  <a:lnTo>
                    <a:pt x="5264931" y="587380"/>
                  </a:lnTo>
                  <a:lnTo>
                    <a:pt x="5265581" y="574379"/>
                  </a:lnTo>
                  <a:lnTo>
                    <a:pt x="5266231" y="561380"/>
                  </a:lnTo>
                  <a:lnTo>
                    <a:pt x="5266881" y="548423"/>
                  </a:lnTo>
                  <a:lnTo>
                    <a:pt x="5267530" y="535564"/>
                  </a:lnTo>
                  <a:lnTo>
                    <a:pt x="5268180" y="522748"/>
                  </a:lnTo>
                  <a:lnTo>
                    <a:pt x="5268830" y="509874"/>
                  </a:lnTo>
                  <a:lnTo>
                    <a:pt x="5269480" y="496946"/>
                  </a:lnTo>
                  <a:lnTo>
                    <a:pt x="5270130" y="484079"/>
                  </a:lnTo>
                  <a:lnTo>
                    <a:pt x="5270780" y="471325"/>
                  </a:lnTo>
                  <a:lnTo>
                    <a:pt x="5271430" y="458736"/>
                  </a:lnTo>
                  <a:lnTo>
                    <a:pt x="5272080" y="446384"/>
                  </a:lnTo>
                  <a:lnTo>
                    <a:pt x="5272730" y="434398"/>
                  </a:lnTo>
                  <a:lnTo>
                    <a:pt x="5273380" y="422821"/>
                  </a:lnTo>
                  <a:lnTo>
                    <a:pt x="5274030" y="411632"/>
                  </a:lnTo>
                  <a:lnTo>
                    <a:pt x="5274680" y="400792"/>
                  </a:lnTo>
                  <a:lnTo>
                    <a:pt x="5275330" y="390397"/>
                  </a:lnTo>
                  <a:lnTo>
                    <a:pt x="5275980" y="380475"/>
                  </a:lnTo>
                  <a:lnTo>
                    <a:pt x="5276630" y="371056"/>
                  </a:lnTo>
                  <a:lnTo>
                    <a:pt x="5277279" y="362156"/>
                  </a:lnTo>
                  <a:lnTo>
                    <a:pt x="5277929" y="353847"/>
                  </a:lnTo>
                  <a:lnTo>
                    <a:pt x="5278579" y="346228"/>
                  </a:lnTo>
                  <a:lnTo>
                    <a:pt x="5279229" y="339322"/>
                  </a:lnTo>
                  <a:lnTo>
                    <a:pt x="5279879" y="333015"/>
                  </a:lnTo>
                  <a:lnTo>
                    <a:pt x="5280529" y="327253"/>
                  </a:lnTo>
                  <a:lnTo>
                    <a:pt x="5281179" y="322023"/>
                  </a:lnTo>
                  <a:lnTo>
                    <a:pt x="5281829" y="317324"/>
                  </a:lnTo>
                  <a:lnTo>
                    <a:pt x="5282479" y="313200"/>
                  </a:lnTo>
                  <a:lnTo>
                    <a:pt x="5283129" y="309599"/>
                  </a:lnTo>
                  <a:lnTo>
                    <a:pt x="5283779" y="306553"/>
                  </a:lnTo>
                  <a:lnTo>
                    <a:pt x="5284429" y="304200"/>
                  </a:lnTo>
                  <a:lnTo>
                    <a:pt x="5285079" y="302503"/>
                  </a:lnTo>
                  <a:lnTo>
                    <a:pt x="5285729" y="301405"/>
                  </a:lnTo>
                  <a:lnTo>
                    <a:pt x="5286379" y="300924"/>
                  </a:lnTo>
                  <a:lnTo>
                    <a:pt x="5287029" y="301091"/>
                  </a:lnTo>
                  <a:lnTo>
                    <a:pt x="5287678" y="301863"/>
                  </a:lnTo>
                  <a:lnTo>
                    <a:pt x="5288328" y="303225"/>
                  </a:lnTo>
                  <a:lnTo>
                    <a:pt x="5288978" y="305217"/>
                  </a:lnTo>
                  <a:lnTo>
                    <a:pt x="5289628" y="307967"/>
                  </a:lnTo>
                  <a:lnTo>
                    <a:pt x="5290278" y="311572"/>
                  </a:lnTo>
                  <a:lnTo>
                    <a:pt x="5290928" y="316098"/>
                  </a:lnTo>
                  <a:lnTo>
                    <a:pt x="5291578" y="321535"/>
                  </a:lnTo>
                  <a:lnTo>
                    <a:pt x="5292228" y="327793"/>
                  </a:lnTo>
                  <a:lnTo>
                    <a:pt x="5292878" y="334968"/>
                  </a:lnTo>
                  <a:lnTo>
                    <a:pt x="5293528" y="343147"/>
                  </a:lnTo>
                  <a:lnTo>
                    <a:pt x="5294178" y="352320"/>
                  </a:lnTo>
                  <a:lnTo>
                    <a:pt x="5294828" y="362517"/>
                  </a:lnTo>
                  <a:lnTo>
                    <a:pt x="5295478" y="373803"/>
                  </a:lnTo>
                  <a:lnTo>
                    <a:pt x="5296128" y="386200"/>
                  </a:lnTo>
                  <a:lnTo>
                    <a:pt x="5296778" y="399684"/>
                  </a:lnTo>
                  <a:lnTo>
                    <a:pt x="5297427" y="414245"/>
                  </a:lnTo>
                  <a:lnTo>
                    <a:pt x="5298077" y="429796"/>
                  </a:lnTo>
                  <a:lnTo>
                    <a:pt x="5298727" y="446212"/>
                  </a:lnTo>
                  <a:lnTo>
                    <a:pt x="5299377" y="463421"/>
                  </a:lnTo>
                  <a:lnTo>
                    <a:pt x="5300027" y="481382"/>
                  </a:lnTo>
                  <a:lnTo>
                    <a:pt x="5300677" y="500063"/>
                  </a:lnTo>
                  <a:lnTo>
                    <a:pt x="5301327" y="519516"/>
                  </a:lnTo>
                  <a:lnTo>
                    <a:pt x="5301977" y="539775"/>
                  </a:lnTo>
                  <a:lnTo>
                    <a:pt x="5302627" y="560784"/>
                  </a:lnTo>
                  <a:lnTo>
                    <a:pt x="5303277" y="582466"/>
                  </a:lnTo>
                  <a:lnTo>
                    <a:pt x="5303927" y="604800"/>
                  </a:lnTo>
                  <a:lnTo>
                    <a:pt x="5304577" y="627764"/>
                  </a:lnTo>
                  <a:lnTo>
                    <a:pt x="5305227" y="651316"/>
                  </a:lnTo>
                  <a:lnTo>
                    <a:pt x="5305877" y="675412"/>
                  </a:lnTo>
                  <a:lnTo>
                    <a:pt x="5306527" y="700012"/>
                  </a:lnTo>
                  <a:lnTo>
                    <a:pt x="5307177" y="725154"/>
                  </a:lnTo>
                  <a:lnTo>
                    <a:pt x="5307826" y="750850"/>
                  </a:lnTo>
                  <a:lnTo>
                    <a:pt x="5308476" y="777130"/>
                  </a:lnTo>
                  <a:lnTo>
                    <a:pt x="5309126" y="804046"/>
                  </a:lnTo>
                  <a:lnTo>
                    <a:pt x="5309776" y="831676"/>
                  </a:lnTo>
                  <a:lnTo>
                    <a:pt x="5310426" y="860027"/>
                  </a:lnTo>
                  <a:lnTo>
                    <a:pt x="5311076" y="889072"/>
                  </a:lnTo>
                  <a:lnTo>
                    <a:pt x="5311726" y="918742"/>
                  </a:lnTo>
                  <a:lnTo>
                    <a:pt x="5312376" y="949027"/>
                  </a:lnTo>
                  <a:lnTo>
                    <a:pt x="5313026" y="979986"/>
                  </a:lnTo>
                  <a:lnTo>
                    <a:pt x="5313676" y="1011630"/>
                  </a:lnTo>
                  <a:lnTo>
                    <a:pt x="5314326" y="1043988"/>
                  </a:lnTo>
                  <a:lnTo>
                    <a:pt x="5314976" y="1077029"/>
                  </a:lnTo>
                  <a:lnTo>
                    <a:pt x="5315626" y="1110625"/>
                  </a:lnTo>
                  <a:lnTo>
                    <a:pt x="5316276" y="1144725"/>
                  </a:lnTo>
                  <a:lnTo>
                    <a:pt x="5316926" y="1179233"/>
                  </a:lnTo>
                  <a:lnTo>
                    <a:pt x="5317575" y="1214130"/>
                  </a:lnTo>
                  <a:lnTo>
                    <a:pt x="5318225" y="1249405"/>
                  </a:lnTo>
                  <a:lnTo>
                    <a:pt x="5318875" y="1284876"/>
                  </a:lnTo>
                  <a:lnTo>
                    <a:pt x="5319525" y="1320406"/>
                  </a:lnTo>
                  <a:lnTo>
                    <a:pt x="5320175" y="1355944"/>
                  </a:lnTo>
                  <a:lnTo>
                    <a:pt x="5320825" y="1391542"/>
                  </a:lnTo>
                  <a:lnTo>
                    <a:pt x="5321475" y="1427164"/>
                  </a:lnTo>
                  <a:lnTo>
                    <a:pt x="5322125" y="1462751"/>
                  </a:lnTo>
                  <a:lnTo>
                    <a:pt x="5322775" y="1498152"/>
                  </a:lnTo>
                  <a:lnTo>
                    <a:pt x="5323425" y="1533132"/>
                  </a:lnTo>
                  <a:lnTo>
                    <a:pt x="5324075" y="1567440"/>
                  </a:lnTo>
                  <a:lnTo>
                    <a:pt x="5324725" y="1600965"/>
                  </a:lnTo>
                  <a:lnTo>
                    <a:pt x="5325375" y="1633652"/>
                  </a:lnTo>
                  <a:lnTo>
                    <a:pt x="5326025" y="1665321"/>
                  </a:lnTo>
                  <a:lnTo>
                    <a:pt x="5326675" y="1695844"/>
                  </a:lnTo>
                  <a:lnTo>
                    <a:pt x="5327324" y="1725171"/>
                  </a:lnTo>
                  <a:lnTo>
                    <a:pt x="5327974" y="1753193"/>
                  </a:lnTo>
                  <a:lnTo>
                    <a:pt x="5328624" y="1779897"/>
                  </a:lnTo>
                  <a:lnTo>
                    <a:pt x="5329274" y="1805340"/>
                  </a:lnTo>
                  <a:lnTo>
                    <a:pt x="5329924" y="1829514"/>
                  </a:lnTo>
                  <a:lnTo>
                    <a:pt x="5330574" y="1852360"/>
                  </a:lnTo>
                  <a:lnTo>
                    <a:pt x="5331224" y="1873889"/>
                  </a:lnTo>
                  <a:lnTo>
                    <a:pt x="5331874" y="1894134"/>
                  </a:lnTo>
                  <a:lnTo>
                    <a:pt x="5332524" y="1913174"/>
                  </a:lnTo>
                  <a:lnTo>
                    <a:pt x="5333174" y="1931104"/>
                  </a:lnTo>
                  <a:lnTo>
                    <a:pt x="5333824" y="1947997"/>
                  </a:lnTo>
                  <a:lnTo>
                    <a:pt x="5334474" y="1963865"/>
                  </a:lnTo>
                  <a:lnTo>
                    <a:pt x="5335124" y="1978710"/>
                  </a:lnTo>
                  <a:lnTo>
                    <a:pt x="5335774" y="1992556"/>
                  </a:lnTo>
                  <a:lnTo>
                    <a:pt x="5336424" y="2005381"/>
                  </a:lnTo>
                  <a:lnTo>
                    <a:pt x="5337074" y="2017072"/>
                  </a:lnTo>
                  <a:lnTo>
                    <a:pt x="5337723" y="2027581"/>
                  </a:lnTo>
                  <a:lnTo>
                    <a:pt x="5338373" y="2036870"/>
                  </a:lnTo>
                  <a:lnTo>
                    <a:pt x="5339023" y="2044889"/>
                  </a:lnTo>
                  <a:lnTo>
                    <a:pt x="5339673" y="2051615"/>
                  </a:lnTo>
                  <a:lnTo>
                    <a:pt x="5340323" y="2057041"/>
                  </a:lnTo>
                  <a:lnTo>
                    <a:pt x="5340973" y="2061148"/>
                  </a:lnTo>
                  <a:lnTo>
                    <a:pt x="5341623" y="2063891"/>
                  </a:lnTo>
                  <a:lnTo>
                    <a:pt x="5342273" y="2065190"/>
                  </a:lnTo>
                  <a:lnTo>
                    <a:pt x="5342923" y="2064935"/>
                  </a:lnTo>
                  <a:lnTo>
                    <a:pt x="5343573" y="2063007"/>
                  </a:lnTo>
                  <a:lnTo>
                    <a:pt x="5344223" y="2059374"/>
                  </a:lnTo>
                  <a:lnTo>
                    <a:pt x="5344873" y="2054088"/>
                  </a:lnTo>
                  <a:lnTo>
                    <a:pt x="5345523" y="2047167"/>
                  </a:lnTo>
                  <a:lnTo>
                    <a:pt x="5346173" y="2038681"/>
                  </a:lnTo>
                  <a:lnTo>
                    <a:pt x="5346823" y="2028693"/>
                  </a:lnTo>
                  <a:lnTo>
                    <a:pt x="5347472" y="2017209"/>
                  </a:lnTo>
                  <a:lnTo>
                    <a:pt x="5348122" y="2004405"/>
                  </a:lnTo>
                  <a:lnTo>
                    <a:pt x="5348772" y="1990452"/>
                  </a:lnTo>
                  <a:lnTo>
                    <a:pt x="5349422" y="1975440"/>
                  </a:lnTo>
                  <a:lnTo>
                    <a:pt x="5350072" y="1959371"/>
                  </a:lnTo>
                  <a:lnTo>
                    <a:pt x="5350722" y="1942233"/>
                  </a:lnTo>
                  <a:lnTo>
                    <a:pt x="5351372" y="1924127"/>
                  </a:lnTo>
                  <a:lnTo>
                    <a:pt x="5352022" y="1905168"/>
                  </a:lnTo>
                  <a:lnTo>
                    <a:pt x="5352672" y="1885428"/>
                  </a:lnTo>
                  <a:lnTo>
                    <a:pt x="5353322" y="1864945"/>
                  </a:lnTo>
                  <a:lnTo>
                    <a:pt x="5353972" y="1843708"/>
                  </a:lnTo>
                  <a:lnTo>
                    <a:pt x="5354622" y="1821701"/>
                  </a:lnTo>
                  <a:lnTo>
                    <a:pt x="5355272" y="1798990"/>
                  </a:lnTo>
                  <a:lnTo>
                    <a:pt x="5355922" y="1775675"/>
                  </a:lnTo>
                  <a:lnTo>
                    <a:pt x="5356572" y="1752068"/>
                  </a:lnTo>
                  <a:lnTo>
                    <a:pt x="5357222" y="1728361"/>
                  </a:lnTo>
                  <a:lnTo>
                    <a:pt x="5357871" y="1704558"/>
                  </a:lnTo>
                  <a:lnTo>
                    <a:pt x="5358521" y="1680715"/>
                  </a:lnTo>
                  <a:lnTo>
                    <a:pt x="5359171" y="1656930"/>
                  </a:lnTo>
                  <a:lnTo>
                    <a:pt x="5359821" y="1633271"/>
                  </a:lnTo>
                  <a:lnTo>
                    <a:pt x="5360471" y="1609793"/>
                  </a:lnTo>
                  <a:lnTo>
                    <a:pt x="5361121" y="1586548"/>
                  </a:lnTo>
                  <a:lnTo>
                    <a:pt x="5361771" y="1563448"/>
                  </a:lnTo>
                  <a:lnTo>
                    <a:pt x="5362421" y="1540483"/>
                  </a:lnTo>
                  <a:lnTo>
                    <a:pt x="5363071" y="1517690"/>
                  </a:lnTo>
                  <a:lnTo>
                    <a:pt x="5363721" y="1495128"/>
                  </a:lnTo>
                  <a:lnTo>
                    <a:pt x="5364371" y="1472896"/>
                  </a:lnTo>
                  <a:lnTo>
                    <a:pt x="5365021" y="1451017"/>
                  </a:lnTo>
                  <a:lnTo>
                    <a:pt x="5365671" y="1429477"/>
                  </a:lnTo>
                  <a:lnTo>
                    <a:pt x="5366321" y="1408157"/>
                  </a:lnTo>
                  <a:lnTo>
                    <a:pt x="5366971" y="1387024"/>
                  </a:lnTo>
                  <a:lnTo>
                    <a:pt x="5367620" y="1366102"/>
                  </a:lnTo>
                  <a:lnTo>
                    <a:pt x="5368270" y="1345420"/>
                  </a:lnTo>
                  <a:lnTo>
                    <a:pt x="5368920" y="1325064"/>
                  </a:lnTo>
                  <a:lnTo>
                    <a:pt x="5369570" y="1305117"/>
                  </a:lnTo>
                  <a:lnTo>
                    <a:pt x="5370220" y="1285693"/>
                  </a:lnTo>
                  <a:lnTo>
                    <a:pt x="5370870" y="1266892"/>
                  </a:lnTo>
                  <a:lnTo>
                    <a:pt x="5371520" y="1248941"/>
                  </a:lnTo>
                  <a:lnTo>
                    <a:pt x="5372170" y="1231867"/>
                  </a:lnTo>
                  <a:lnTo>
                    <a:pt x="5372820" y="1215693"/>
                  </a:lnTo>
                  <a:lnTo>
                    <a:pt x="5373470" y="1200469"/>
                  </a:lnTo>
                  <a:lnTo>
                    <a:pt x="5374120" y="1186127"/>
                  </a:lnTo>
                  <a:lnTo>
                    <a:pt x="5374770" y="1172607"/>
                  </a:lnTo>
                  <a:lnTo>
                    <a:pt x="5375420" y="1159939"/>
                  </a:lnTo>
                  <a:lnTo>
                    <a:pt x="5376070" y="1148144"/>
                  </a:lnTo>
                  <a:lnTo>
                    <a:pt x="5376720" y="1137270"/>
                  </a:lnTo>
                  <a:lnTo>
                    <a:pt x="5377370" y="1127303"/>
                  </a:lnTo>
                  <a:lnTo>
                    <a:pt x="5378019" y="1118203"/>
                  </a:lnTo>
                  <a:lnTo>
                    <a:pt x="5378669" y="1109889"/>
                  </a:lnTo>
                  <a:lnTo>
                    <a:pt x="5379319" y="1102312"/>
                  </a:lnTo>
                  <a:lnTo>
                    <a:pt x="5379969" y="1095464"/>
                  </a:lnTo>
                  <a:lnTo>
                    <a:pt x="5380619" y="1089355"/>
                  </a:lnTo>
                  <a:lnTo>
                    <a:pt x="5381269" y="1083789"/>
                  </a:lnTo>
                  <a:lnTo>
                    <a:pt x="5381919" y="1078755"/>
                  </a:lnTo>
                  <a:lnTo>
                    <a:pt x="5382569" y="1074305"/>
                  </a:lnTo>
                  <a:lnTo>
                    <a:pt x="5383219" y="1070527"/>
                  </a:lnTo>
                  <a:lnTo>
                    <a:pt x="5383869" y="1067527"/>
                  </a:lnTo>
                  <a:lnTo>
                    <a:pt x="5384519" y="1065351"/>
                  </a:lnTo>
                  <a:lnTo>
                    <a:pt x="5385169" y="1064005"/>
                  </a:lnTo>
                  <a:lnTo>
                    <a:pt x="5385819" y="1063475"/>
                  </a:lnTo>
                  <a:lnTo>
                    <a:pt x="5386469" y="1063798"/>
                  </a:lnTo>
                  <a:lnTo>
                    <a:pt x="5387119" y="1064999"/>
                  </a:lnTo>
                  <a:lnTo>
                    <a:pt x="5387768" y="1067126"/>
                  </a:lnTo>
                  <a:lnTo>
                    <a:pt x="5388418" y="1070193"/>
                  </a:lnTo>
                  <a:lnTo>
                    <a:pt x="5389068" y="1074171"/>
                  </a:lnTo>
                  <a:lnTo>
                    <a:pt x="5389718" y="1078940"/>
                  </a:lnTo>
                  <a:lnTo>
                    <a:pt x="5390368" y="1084466"/>
                  </a:lnTo>
                  <a:lnTo>
                    <a:pt x="5391018" y="1090803"/>
                  </a:lnTo>
                  <a:lnTo>
                    <a:pt x="5391668" y="1097975"/>
                  </a:lnTo>
                  <a:lnTo>
                    <a:pt x="5392318" y="1105910"/>
                  </a:lnTo>
                  <a:lnTo>
                    <a:pt x="5392968" y="1114609"/>
                  </a:lnTo>
                  <a:lnTo>
                    <a:pt x="5393618" y="1124005"/>
                  </a:lnTo>
                  <a:lnTo>
                    <a:pt x="5394268" y="1134151"/>
                  </a:lnTo>
                  <a:lnTo>
                    <a:pt x="5394918" y="1145098"/>
                  </a:lnTo>
                  <a:lnTo>
                    <a:pt x="5395568" y="1156864"/>
                  </a:lnTo>
                  <a:lnTo>
                    <a:pt x="5396218" y="1169429"/>
                  </a:lnTo>
                  <a:lnTo>
                    <a:pt x="5396868" y="1182717"/>
                  </a:lnTo>
                  <a:lnTo>
                    <a:pt x="5397518" y="1196550"/>
                  </a:lnTo>
                  <a:lnTo>
                    <a:pt x="5398167" y="1210865"/>
                  </a:lnTo>
                  <a:lnTo>
                    <a:pt x="5398817" y="1225624"/>
                  </a:lnTo>
                  <a:lnTo>
                    <a:pt x="5399467" y="1240839"/>
                  </a:lnTo>
                  <a:lnTo>
                    <a:pt x="5400117" y="1256448"/>
                  </a:lnTo>
                  <a:lnTo>
                    <a:pt x="5400767" y="1272360"/>
                  </a:lnTo>
                  <a:lnTo>
                    <a:pt x="5401417" y="1288455"/>
                  </a:lnTo>
                  <a:lnTo>
                    <a:pt x="5402067" y="1304712"/>
                  </a:lnTo>
                  <a:lnTo>
                    <a:pt x="5402717" y="1321018"/>
                  </a:lnTo>
                  <a:lnTo>
                    <a:pt x="5403367" y="1337223"/>
                  </a:lnTo>
                  <a:lnTo>
                    <a:pt x="5404017" y="1353062"/>
                  </a:lnTo>
                  <a:lnTo>
                    <a:pt x="5404667" y="1368342"/>
                  </a:lnTo>
                  <a:lnTo>
                    <a:pt x="5405317" y="1382989"/>
                  </a:lnTo>
                  <a:lnTo>
                    <a:pt x="5405967" y="1396929"/>
                  </a:lnTo>
                  <a:lnTo>
                    <a:pt x="5406617" y="1410168"/>
                  </a:lnTo>
                  <a:lnTo>
                    <a:pt x="5407267" y="1422858"/>
                  </a:lnTo>
                  <a:lnTo>
                    <a:pt x="5407916" y="1435015"/>
                  </a:lnTo>
                  <a:lnTo>
                    <a:pt x="5408566" y="1446711"/>
                  </a:lnTo>
                  <a:lnTo>
                    <a:pt x="5409216" y="1457978"/>
                  </a:lnTo>
                  <a:lnTo>
                    <a:pt x="5409866" y="1468796"/>
                  </a:lnTo>
                  <a:lnTo>
                    <a:pt x="5410516" y="1479171"/>
                  </a:lnTo>
                  <a:lnTo>
                    <a:pt x="5411166" y="1489075"/>
                  </a:lnTo>
                  <a:lnTo>
                    <a:pt x="5411816" y="1498435"/>
                  </a:lnTo>
                  <a:lnTo>
                    <a:pt x="5412466" y="1507172"/>
                  </a:lnTo>
                  <a:lnTo>
                    <a:pt x="5413116" y="1515199"/>
                  </a:lnTo>
                  <a:lnTo>
                    <a:pt x="5413766" y="1522546"/>
                  </a:lnTo>
                  <a:lnTo>
                    <a:pt x="5414416" y="1529220"/>
                  </a:lnTo>
                  <a:lnTo>
                    <a:pt x="5415066" y="1535180"/>
                  </a:lnTo>
                  <a:lnTo>
                    <a:pt x="5415716" y="1540383"/>
                  </a:lnTo>
                  <a:lnTo>
                    <a:pt x="5416366" y="1544789"/>
                  </a:lnTo>
                  <a:lnTo>
                    <a:pt x="5417016" y="1548284"/>
                  </a:lnTo>
                  <a:lnTo>
                    <a:pt x="5417666" y="1550847"/>
                  </a:lnTo>
                  <a:lnTo>
                    <a:pt x="5418315" y="1552451"/>
                  </a:lnTo>
                  <a:lnTo>
                    <a:pt x="5418965" y="1553018"/>
                  </a:lnTo>
                  <a:lnTo>
                    <a:pt x="5419615" y="1552615"/>
                  </a:lnTo>
                  <a:lnTo>
                    <a:pt x="5420265" y="1551351"/>
                  </a:lnTo>
                  <a:lnTo>
                    <a:pt x="5420915" y="1549257"/>
                  </a:lnTo>
                  <a:lnTo>
                    <a:pt x="5421565" y="1546349"/>
                  </a:lnTo>
                  <a:lnTo>
                    <a:pt x="5422215" y="1542667"/>
                  </a:lnTo>
                  <a:lnTo>
                    <a:pt x="5422865" y="1538242"/>
                  </a:lnTo>
                  <a:lnTo>
                    <a:pt x="5423515" y="1533048"/>
                  </a:lnTo>
                  <a:lnTo>
                    <a:pt x="5424165" y="1527026"/>
                  </a:lnTo>
                  <a:lnTo>
                    <a:pt x="5424815" y="1520181"/>
                  </a:lnTo>
                  <a:lnTo>
                    <a:pt x="5425465" y="1512583"/>
                  </a:lnTo>
                  <a:lnTo>
                    <a:pt x="5426115" y="1504250"/>
                  </a:lnTo>
                  <a:lnTo>
                    <a:pt x="5426765" y="1495204"/>
                  </a:lnTo>
                  <a:lnTo>
                    <a:pt x="5427415" y="1485404"/>
                  </a:lnTo>
                  <a:lnTo>
                    <a:pt x="5428064" y="1474844"/>
                  </a:lnTo>
                  <a:lnTo>
                    <a:pt x="5428714" y="1463534"/>
                  </a:lnTo>
                  <a:lnTo>
                    <a:pt x="5429364" y="1451474"/>
                  </a:lnTo>
                  <a:lnTo>
                    <a:pt x="5430014" y="1438757"/>
                  </a:lnTo>
                  <a:lnTo>
                    <a:pt x="5430664" y="1425467"/>
                  </a:lnTo>
                  <a:lnTo>
                    <a:pt x="5431314" y="1411673"/>
                  </a:lnTo>
                  <a:lnTo>
                    <a:pt x="5431964" y="1397404"/>
                  </a:lnTo>
                  <a:lnTo>
                    <a:pt x="5432614" y="1382712"/>
                  </a:lnTo>
                  <a:lnTo>
                    <a:pt x="5433264" y="1367643"/>
                  </a:lnTo>
                  <a:lnTo>
                    <a:pt x="5433914" y="1352333"/>
                  </a:lnTo>
                  <a:lnTo>
                    <a:pt x="5434564" y="1336868"/>
                  </a:lnTo>
                  <a:lnTo>
                    <a:pt x="5435214" y="1321205"/>
                  </a:lnTo>
                  <a:lnTo>
                    <a:pt x="5435864" y="1305479"/>
                  </a:lnTo>
                  <a:lnTo>
                    <a:pt x="5436514" y="1289917"/>
                  </a:lnTo>
                  <a:lnTo>
                    <a:pt x="5437164" y="1274749"/>
                  </a:lnTo>
                  <a:lnTo>
                    <a:pt x="5437814" y="1260027"/>
                  </a:lnTo>
                  <a:lnTo>
                    <a:pt x="5438463" y="1245737"/>
                  </a:lnTo>
                  <a:lnTo>
                    <a:pt x="5439113" y="1231881"/>
                  </a:lnTo>
                  <a:lnTo>
                    <a:pt x="5439763" y="1218340"/>
                  </a:lnTo>
                  <a:lnTo>
                    <a:pt x="5440413" y="1205103"/>
                  </a:lnTo>
                  <a:lnTo>
                    <a:pt x="5441063" y="1192185"/>
                  </a:lnTo>
                  <a:lnTo>
                    <a:pt x="5441713" y="1179602"/>
                  </a:lnTo>
                  <a:lnTo>
                    <a:pt x="5442363" y="1167438"/>
                  </a:lnTo>
                  <a:lnTo>
                    <a:pt x="5443013" y="1155829"/>
                  </a:lnTo>
                  <a:lnTo>
                    <a:pt x="5443663" y="1144857"/>
                  </a:lnTo>
                  <a:lnTo>
                    <a:pt x="5444313" y="1134648"/>
                  </a:lnTo>
                  <a:lnTo>
                    <a:pt x="5444963" y="1125376"/>
                  </a:lnTo>
                  <a:lnTo>
                    <a:pt x="5445613" y="1117112"/>
                  </a:lnTo>
                  <a:lnTo>
                    <a:pt x="5446263" y="1109875"/>
                  </a:lnTo>
                  <a:lnTo>
                    <a:pt x="5446913" y="1103654"/>
                  </a:lnTo>
                  <a:lnTo>
                    <a:pt x="5447563" y="1098520"/>
                  </a:lnTo>
                  <a:lnTo>
                    <a:pt x="5448212" y="1094576"/>
                  </a:lnTo>
                  <a:lnTo>
                    <a:pt x="5448862" y="1091778"/>
                  </a:lnTo>
                  <a:lnTo>
                    <a:pt x="5449512" y="1090137"/>
                  </a:lnTo>
                  <a:lnTo>
                    <a:pt x="5450162" y="1089723"/>
                  </a:lnTo>
                  <a:lnTo>
                    <a:pt x="5450812" y="1090560"/>
                  </a:lnTo>
                  <a:lnTo>
                    <a:pt x="5451462" y="1092836"/>
                  </a:lnTo>
                  <a:lnTo>
                    <a:pt x="5452112" y="1096563"/>
                  </a:lnTo>
                  <a:lnTo>
                    <a:pt x="5452762" y="1101480"/>
                  </a:lnTo>
                  <a:lnTo>
                    <a:pt x="5453412" y="1107463"/>
                  </a:lnTo>
                  <a:lnTo>
                    <a:pt x="5454062" y="1114341"/>
                  </a:lnTo>
                  <a:lnTo>
                    <a:pt x="5454712" y="1122035"/>
                  </a:lnTo>
                  <a:lnTo>
                    <a:pt x="5455362" y="1130536"/>
                  </a:lnTo>
                  <a:lnTo>
                    <a:pt x="5456012" y="1139804"/>
                  </a:lnTo>
                  <a:lnTo>
                    <a:pt x="5456662" y="1149909"/>
                  </a:lnTo>
                  <a:lnTo>
                    <a:pt x="5457312" y="1160895"/>
                  </a:lnTo>
                  <a:lnTo>
                    <a:pt x="5457962" y="1172690"/>
                  </a:lnTo>
                  <a:lnTo>
                    <a:pt x="5458611" y="1185334"/>
                  </a:lnTo>
                  <a:lnTo>
                    <a:pt x="5459261" y="1198828"/>
                  </a:lnTo>
                  <a:lnTo>
                    <a:pt x="5459911" y="1213168"/>
                  </a:lnTo>
                  <a:lnTo>
                    <a:pt x="5460561" y="1228330"/>
                  </a:lnTo>
                  <a:lnTo>
                    <a:pt x="5461211" y="1244289"/>
                  </a:lnTo>
                  <a:lnTo>
                    <a:pt x="5461861" y="1261010"/>
                  </a:lnTo>
                  <a:lnTo>
                    <a:pt x="5462511" y="1278539"/>
                  </a:lnTo>
                  <a:lnTo>
                    <a:pt x="5463161" y="1296828"/>
                  </a:lnTo>
                  <a:lnTo>
                    <a:pt x="5463811" y="1315942"/>
                  </a:lnTo>
                  <a:lnTo>
                    <a:pt x="5464461" y="1335842"/>
                  </a:lnTo>
                  <a:lnTo>
                    <a:pt x="5465111" y="1356456"/>
                  </a:lnTo>
                  <a:lnTo>
                    <a:pt x="5465761" y="1377821"/>
                  </a:lnTo>
                  <a:lnTo>
                    <a:pt x="5466411" y="1399811"/>
                  </a:lnTo>
                  <a:lnTo>
                    <a:pt x="5467061" y="1422313"/>
                  </a:lnTo>
                  <a:lnTo>
                    <a:pt x="5467711" y="1445367"/>
                  </a:lnTo>
                  <a:lnTo>
                    <a:pt x="5468360" y="1468951"/>
                  </a:lnTo>
                  <a:lnTo>
                    <a:pt x="5469010" y="1492941"/>
                  </a:lnTo>
                  <a:lnTo>
                    <a:pt x="5469660" y="1517211"/>
                  </a:lnTo>
                  <a:lnTo>
                    <a:pt x="5470310" y="1541695"/>
                  </a:lnTo>
                  <a:lnTo>
                    <a:pt x="5470960" y="1566384"/>
                  </a:lnTo>
                  <a:lnTo>
                    <a:pt x="5471610" y="1591343"/>
                  </a:lnTo>
                  <a:lnTo>
                    <a:pt x="5472260" y="1616604"/>
                  </a:lnTo>
                  <a:lnTo>
                    <a:pt x="5472910" y="1642185"/>
                  </a:lnTo>
                  <a:lnTo>
                    <a:pt x="5473560" y="1668024"/>
                  </a:lnTo>
                  <a:lnTo>
                    <a:pt x="5474210" y="1694123"/>
                  </a:lnTo>
                  <a:lnTo>
                    <a:pt x="5474860" y="1720415"/>
                  </a:lnTo>
                  <a:lnTo>
                    <a:pt x="5475510" y="1746748"/>
                  </a:lnTo>
                  <a:lnTo>
                    <a:pt x="5476160" y="1773124"/>
                  </a:lnTo>
                  <a:lnTo>
                    <a:pt x="5476810" y="1799496"/>
                  </a:lnTo>
                  <a:lnTo>
                    <a:pt x="5477460" y="1825783"/>
                  </a:lnTo>
                  <a:lnTo>
                    <a:pt x="5478109" y="1851915"/>
                  </a:lnTo>
                  <a:lnTo>
                    <a:pt x="5478759" y="1877848"/>
                  </a:lnTo>
                  <a:lnTo>
                    <a:pt x="5479409" y="1903494"/>
                  </a:lnTo>
                  <a:lnTo>
                    <a:pt x="5480059" y="1928750"/>
                  </a:lnTo>
                  <a:lnTo>
                    <a:pt x="5480709" y="1953505"/>
                  </a:lnTo>
                  <a:lnTo>
                    <a:pt x="5481359" y="1977629"/>
                  </a:lnTo>
                  <a:lnTo>
                    <a:pt x="5482009" y="2001161"/>
                  </a:lnTo>
                  <a:lnTo>
                    <a:pt x="5482659" y="2024037"/>
                  </a:lnTo>
                  <a:lnTo>
                    <a:pt x="5483309" y="2046148"/>
                  </a:lnTo>
                  <a:lnTo>
                    <a:pt x="5483959" y="2067240"/>
                  </a:lnTo>
                  <a:lnTo>
                    <a:pt x="5484609" y="2087106"/>
                  </a:lnTo>
                  <a:lnTo>
                    <a:pt x="5485259" y="2105822"/>
                  </a:lnTo>
                  <a:lnTo>
                    <a:pt x="5485909" y="2123495"/>
                  </a:lnTo>
                  <a:lnTo>
                    <a:pt x="5486559" y="2140127"/>
                  </a:lnTo>
                  <a:lnTo>
                    <a:pt x="5487209" y="2155781"/>
                  </a:lnTo>
                  <a:lnTo>
                    <a:pt x="5487859" y="2170457"/>
                  </a:lnTo>
                  <a:lnTo>
                    <a:pt x="5488508" y="2184143"/>
                  </a:lnTo>
                  <a:lnTo>
                    <a:pt x="5489158" y="2196814"/>
                  </a:lnTo>
                  <a:lnTo>
                    <a:pt x="5489808" y="2208442"/>
                  </a:lnTo>
                  <a:lnTo>
                    <a:pt x="5490458" y="2219021"/>
                  </a:lnTo>
                  <a:lnTo>
                    <a:pt x="5491108" y="2228530"/>
                  </a:lnTo>
                  <a:lnTo>
                    <a:pt x="5491758" y="2236915"/>
                  </a:lnTo>
                  <a:lnTo>
                    <a:pt x="5492408" y="2244127"/>
                  </a:lnTo>
                  <a:lnTo>
                    <a:pt x="5493058" y="2250166"/>
                  </a:lnTo>
                  <a:lnTo>
                    <a:pt x="5493708" y="2255096"/>
                  </a:lnTo>
                  <a:lnTo>
                    <a:pt x="5494358" y="2258964"/>
                  </a:lnTo>
                  <a:lnTo>
                    <a:pt x="5495008" y="2261740"/>
                  </a:lnTo>
                  <a:lnTo>
                    <a:pt x="5495658" y="2263373"/>
                  </a:lnTo>
                  <a:lnTo>
                    <a:pt x="5496308" y="2263817"/>
                  </a:lnTo>
                  <a:lnTo>
                    <a:pt x="5496958" y="2263065"/>
                  </a:lnTo>
                  <a:lnTo>
                    <a:pt x="5497608" y="2261178"/>
                  </a:lnTo>
                  <a:lnTo>
                    <a:pt x="5498257" y="2258198"/>
                  </a:lnTo>
                  <a:lnTo>
                    <a:pt x="5498907" y="2254109"/>
                  </a:lnTo>
                  <a:lnTo>
                    <a:pt x="5499557" y="2249049"/>
                  </a:lnTo>
                  <a:lnTo>
                    <a:pt x="5500207" y="2243029"/>
                  </a:lnTo>
                  <a:lnTo>
                    <a:pt x="5500857" y="2236024"/>
                  </a:lnTo>
                  <a:lnTo>
                    <a:pt x="5501507" y="2228030"/>
                  </a:lnTo>
                  <a:lnTo>
                    <a:pt x="5502157" y="2219161"/>
                  </a:lnTo>
                  <a:lnTo>
                    <a:pt x="5502807" y="2209491"/>
                  </a:lnTo>
                  <a:lnTo>
                    <a:pt x="5503457" y="2199043"/>
                  </a:lnTo>
                  <a:lnTo>
                    <a:pt x="5504107" y="2187758"/>
                  </a:lnTo>
                  <a:lnTo>
                    <a:pt x="5504757" y="2175575"/>
                  </a:lnTo>
                  <a:lnTo>
                    <a:pt x="5505407" y="2162473"/>
                  </a:lnTo>
                  <a:lnTo>
                    <a:pt x="5506057" y="2148403"/>
                  </a:lnTo>
                  <a:lnTo>
                    <a:pt x="5506707" y="2133315"/>
                  </a:lnTo>
                  <a:lnTo>
                    <a:pt x="5507357" y="2117165"/>
                  </a:lnTo>
                  <a:lnTo>
                    <a:pt x="5508007" y="2099960"/>
                  </a:lnTo>
                  <a:lnTo>
                    <a:pt x="5508656" y="2081691"/>
                  </a:lnTo>
                  <a:lnTo>
                    <a:pt x="5509306" y="2062235"/>
                  </a:lnTo>
                  <a:lnTo>
                    <a:pt x="5509956" y="2041499"/>
                  </a:lnTo>
                  <a:lnTo>
                    <a:pt x="5510606" y="2019447"/>
                  </a:lnTo>
                  <a:lnTo>
                    <a:pt x="5511256" y="1996132"/>
                  </a:lnTo>
                  <a:lnTo>
                    <a:pt x="5511906" y="1971596"/>
                  </a:lnTo>
                  <a:lnTo>
                    <a:pt x="5512556" y="1945904"/>
                  </a:lnTo>
                  <a:lnTo>
                    <a:pt x="5513206" y="1919083"/>
                  </a:lnTo>
                  <a:lnTo>
                    <a:pt x="5513856" y="1891289"/>
                  </a:lnTo>
                  <a:lnTo>
                    <a:pt x="5514506" y="1862531"/>
                  </a:lnTo>
                  <a:lnTo>
                    <a:pt x="5515156" y="1832799"/>
                  </a:lnTo>
                  <a:lnTo>
                    <a:pt x="5515806" y="1802222"/>
                  </a:lnTo>
                  <a:lnTo>
                    <a:pt x="5516456" y="1770902"/>
                  </a:lnTo>
                  <a:lnTo>
                    <a:pt x="5517106" y="1739084"/>
                  </a:lnTo>
                  <a:lnTo>
                    <a:pt x="5517756" y="1706895"/>
                  </a:lnTo>
                  <a:lnTo>
                    <a:pt x="5518405" y="1674283"/>
                  </a:lnTo>
                  <a:lnTo>
                    <a:pt x="5519055" y="1641331"/>
                  </a:lnTo>
                  <a:lnTo>
                    <a:pt x="5519705" y="1608108"/>
                  </a:lnTo>
                  <a:lnTo>
                    <a:pt x="5520355" y="1574732"/>
                  </a:lnTo>
                  <a:lnTo>
                    <a:pt x="5521005" y="1541291"/>
                  </a:lnTo>
                  <a:lnTo>
                    <a:pt x="5521655" y="1507838"/>
                  </a:lnTo>
                  <a:lnTo>
                    <a:pt x="5522305" y="1474448"/>
                  </a:lnTo>
                  <a:lnTo>
                    <a:pt x="5522955" y="1441184"/>
                  </a:lnTo>
                  <a:lnTo>
                    <a:pt x="5523605" y="1408091"/>
                  </a:lnTo>
                  <a:lnTo>
                    <a:pt x="5524255" y="1375248"/>
                  </a:lnTo>
                  <a:lnTo>
                    <a:pt x="5524905" y="1342715"/>
                  </a:lnTo>
                  <a:lnTo>
                    <a:pt x="5525555" y="1310551"/>
                  </a:lnTo>
                  <a:lnTo>
                    <a:pt x="5526205" y="1278730"/>
                  </a:lnTo>
                  <a:lnTo>
                    <a:pt x="5526855" y="1247200"/>
                  </a:lnTo>
                  <a:lnTo>
                    <a:pt x="5527505" y="1215959"/>
                  </a:lnTo>
                  <a:lnTo>
                    <a:pt x="5528155" y="1185097"/>
                  </a:lnTo>
                  <a:lnTo>
                    <a:pt x="5528804" y="1154594"/>
                  </a:lnTo>
                  <a:lnTo>
                    <a:pt x="5529454" y="1124497"/>
                  </a:lnTo>
                  <a:lnTo>
                    <a:pt x="5530104" y="1094753"/>
                  </a:lnTo>
                  <a:lnTo>
                    <a:pt x="5530754" y="1065333"/>
                  </a:lnTo>
                  <a:lnTo>
                    <a:pt x="5531404" y="1036315"/>
                  </a:lnTo>
                  <a:lnTo>
                    <a:pt x="5532054" y="1007625"/>
                  </a:lnTo>
                  <a:lnTo>
                    <a:pt x="5532704" y="979176"/>
                  </a:lnTo>
                  <a:lnTo>
                    <a:pt x="5533354" y="950963"/>
                  </a:lnTo>
                  <a:lnTo>
                    <a:pt x="5534004" y="923003"/>
                  </a:lnTo>
                  <a:lnTo>
                    <a:pt x="5534654" y="895262"/>
                  </a:lnTo>
                  <a:lnTo>
                    <a:pt x="5535304" y="867695"/>
                  </a:lnTo>
                  <a:lnTo>
                    <a:pt x="5535954" y="840366"/>
                  </a:lnTo>
                  <a:lnTo>
                    <a:pt x="5536604" y="813398"/>
                  </a:lnTo>
                  <a:lnTo>
                    <a:pt x="5537254" y="786927"/>
                  </a:lnTo>
                  <a:lnTo>
                    <a:pt x="5537904" y="761043"/>
                  </a:lnTo>
                  <a:lnTo>
                    <a:pt x="5538553" y="735903"/>
                  </a:lnTo>
                  <a:lnTo>
                    <a:pt x="5539203" y="711667"/>
                  </a:lnTo>
                  <a:lnTo>
                    <a:pt x="5539853" y="688368"/>
                  </a:lnTo>
                  <a:lnTo>
                    <a:pt x="5540503" y="666047"/>
                  </a:lnTo>
                  <a:lnTo>
                    <a:pt x="5541153" y="644680"/>
                  </a:lnTo>
                  <a:lnTo>
                    <a:pt x="5541803" y="624432"/>
                  </a:lnTo>
                  <a:lnTo>
                    <a:pt x="5542453" y="605511"/>
                  </a:lnTo>
                  <a:lnTo>
                    <a:pt x="5543103" y="588037"/>
                  </a:lnTo>
                  <a:lnTo>
                    <a:pt x="5543753" y="572041"/>
                  </a:lnTo>
                  <a:lnTo>
                    <a:pt x="5544403" y="557526"/>
                  </a:lnTo>
                  <a:lnTo>
                    <a:pt x="5545053" y="544531"/>
                  </a:lnTo>
                  <a:lnTo>
                    <a:pt x="5545703" y="533108"/>
                  </a:lnTo>
                  <a:lnTo>
                    <a:pt x="5546353" y="523213"/>
                  </a:lnTo>
                  <a:lnTo>
                    <a:pt x="5547003" y="514782"/>
                  </a:lnTo>
                  <a:lnTo>
                    <a:pt x="5547653" y="507827"/>
                  </a:lnTo>
                  <a:lnTo>
                    <a:pt x="5548303" y="502333"/>
                  </a:lnTo>
                  <a:lnTo>
                    <a:pt x="5548952" y="498281"/>
                  </a:lnTo>
                  <a:lnTo>
                    <a:pt x="5549602" y="495643"/>
                  </a:lnTo>
                  <a:lnTo>
                    <a:pt x="5550252" y="494312"/>
                  </a:lnTo>
                  <a:lnTo>
                    <a:pt x="5550902" y="494355"/>
                  </a:lnTo>
                  <a:lnTo>
                    <a:pt x="5551552" y="495828"/>
                  </a:lnTo>
                  <a:lnTo>
                    <a:pt x="5552202" y="498679"/>
                  </a:lnTo>
                  <a:lnTo>
                    <a:pt x="5552852" y="502813"/>
                  </a:lnTo>
                  <a:lnTo>
                    <a:pt x="5553502" y="508169"/>
                  </a:lnTo>
                  <a:lnTo>
                    <a:pt x="5554152" y="514722"/>
                  </a:lnTo>
                  <a:lnTo>
                    <a:pt x="5554802" y="522371"/>
                  </a:lnTo>
                  <a:lnTo>
                    <a:pt x="5555452" y="531008"/>
                  </a:lnTo>
                  <a:lnTo>
                    <a:pt x="5556102" y="540593"/>
                  </a:lnTo>
                  <a:lnTo>
                    <a:pt x="5556752" y="551061"/>
                  </a:lnTo>
                  <a:lnTo>
                    <a:pt x="5557402" y="562348"/>
                  </a:lnTo>
                  <a:lnTo>
                    <a:pt x="5558052" y="574368"/>
                  </a:lnTo>
                  <a:lnTo>
                    <a:pt x="5558701" y="587104"/>
                  </a:lnTo>
                  <a:lnTo>
                    <a:pt x="5559351" y="600564"/>
                  </a:lnTo>
                  <a:lnTo>
                    <a:pt x="5560001" y="614770"/>
                  </a:lnTo>
                  <a:lnTo>
                    <a:pt x="5560651" y="629674"/>
                  </a:lnTo>
                  <a:lnTo>
                    <a:pt x="5561301" y="645236"/>
                  </a:lnTo>
                  <a:lnTo>
                    <a:pt x="5561951" y="661444"/>
                  </a:lnTo>
                  <a:lnTo>
                    <a:pt x="5562601" y="678247"/>
                  </a:lnTo>
                  <a:lnTo>
                    <a:pt x="5563251" y="695547"/>
                  </a:lnTo>
                  <a:lnTo>
                    <a:pt x="5563901" y="713231"/>
                  </a:lnTo>
                  <a:lnTo>
                    <a:pt x="5564551" y="731250"/>
                  </a:lnTo>
                  <a:lnTo>
                    <a:pt x="5565201" y="749745"/>
                  </a:lnTo>
                  <a:lnTo>
                    <a:pt x="5565851" y="768774"/>
                  </a:lnTo>
                  <a:lnTo>
                    <a:pt x="5566501" y="788372"/>
                  </a:lnTo>
                  <a:lnTo>
                    <a:pt x="5567151" y="808557"/>
                  </a:lnTo>
                  <a:lnTo>
                    <a:pt x="5567801" y="829365"/>
                  </a:lnTo>
                  <a:lnTo>
                    <a:pt x="5568451" y="850699"/>
                  </a:lnTo>
                  <a:lnTo>
                    <a:pt x="5569100" y="872344"/>
                  </a:lnTo>
                  <a:lnTo>
                    <a:pt x="5569750" y="894147"/>
                  </a:lnTo>
                  <a:lnTo>
                    <a:pt x="5570400" y="916025"/>
                  </a:lnTo>
                  <a:lnTo>
                    <a:pt x="5571050" y="937931"/>
                  </a:lnTo>
                  <a:lnTo>
                    <a:pt x="5571700" y="959719"/>
                  </a:lnTo>
                  <a:lnTo>
                    <a:pt x="5572350" y="981393"/>
                  </a:lnTo>
                  <a:lnTo>
                    <a:pt x="5573000" y="1003028"/>
                  </a:lnTo>
                  <a:lnTo>
                    <a:pt x="5573650" y="1024678"/>
                  </a:lnTo>
                  <a:lnTo>
                    <a:pt x="5574300" y="1046224"/>
                  </a:lnTo>
                  <a:lnTo>
                    <a:pt x="5574950" y="1067398"/>
                  </a:lnTo>
                  <a:lnTo>
                    <a:pt x="5575600" y="1087992"/>
                  </a:lnTo>
                  <a:lnTo>
                    <a:pt x="5576250" y="1107938"/>
                  </a:lnTo>
                  <a:lnTo>
                    <a:pt x="5576900" y="1127233"/>
                  </a:lnTo>
                  <a:lnTo>
                    <a:pt x="5577550" y="1145849"/>
                  </a:lnTo>
                  <a:lnTo>
                    <a:pt x="5578200" y="1163745"/>
                  </a:lnTo>
                  <a:lnTo>
                    <a:pt x="5578849" y="1181047"/>
                  </a:lnTo>
                  <a:lnTo>
                    <a:pt x="5579499" y="1197742"/>
                  </a:lnTo>
                  <a:lnTo>
                    <a:pt x="5580149" y="1213794"/>
                  </a:lnTo>
                  <a:lnTo>
                    <a:pt x="5580799" y="1229193"/>
                  </a:lnTo>
                  <a:lnTo>
                    <a:pt x="5581449" y="1243903"/>
                  </a:lnTo>
                  <a:lnTo>
                    <a:pt x="5582099" y="1257819"/>
                  </a:lnTo>
                  <a:lnTo>
                    <a:pt x="5582749" y="1270950"/>
                  </a:lnTo>
                  <a:lnTo>
                    <a:pt x="5583399" y="1283284"/>
                  </a:lnTo>
                  <a:lnTo>
                    <a:pt x="5584049" y="1294758"/>
                  </a:lnTo>
                  <a:lnTo>
                    <a:pt x="5584699" y="1305390"/>
                  </a:lnTo>
                  <a:lnTo>
                    <a:pt x="5585349" y="1315208"/>
                  </a:lnTo>
                  <a:lnTo>
                    <a:pt x="5585999" y="1324221"/>
                  </a:lnTo>
                  <a:lnTo>
                    <a:pt x="5586649" y="1332378"/>
                  </a:lnTo>
                  <a:lnTo>
                    <a:pt x="5587299" y="1339654"/>
                  </a:lnTo>
                  <a:lnTo>
                    <a:pt x="5587949" y="1346121"/>
                  </a:lnTo>
                  <a:lnTo>
                    <a:pt x="5588599" y="1351832"/>
                  </a:lnTo>
                  <a:lnTo>
                    <a:pt x="5589248" y="1356815"/>
                  </a:lnTo>
                  <a:lnTo>
                    <a:pt x="5589898" y="1361130"/>
                  </a:lnTo>
                  <a:lnTo>
                    <a:pt x="5590548" y="1364835"/>
                  </a:lnTo>
                  <a:lnTo>
                    <a:pt x="5591198" y="1368012"/>
                  </a:lnTo>
                  <a:lnTo>
                    <a:pt x="5591848" y="1370706"/>
                  </a:lnTo>
                  <a:lnTo>
                    <a:pt x="5592498" y="1372941"/>
                  </a:lnTo>
                  <a:lnTo>
                    <a:pt x="5593148" y="1374699"/>
                  </a:lnTo>
                  <a:lnTo>
                    <a:pt x="5593798" y="1375959"/>
                  </a:lnTo>
                  <a:lnTo>
                    <a:pt x="5594448" y="1376729"/>
                  </a:lnTo>
                  <a:lnTo>
                    <a:pt x="5595098" y="1377088"/>
                  </a:lnTo>
                  <a:lnTo>
                    <a:pt x="5595748" y="1377154"/>
                  </a:lnTo>
                  <a:lnTo>
                    <a:pt x="5596398" y="1377128"/>
                  </a:lnTo>
                  <a:lnTo>
                    <a:pt x="5597048" y="1377173"/>
                  </a:lnTo>
                  <a:lnTo>
                    <a:pt x="5597698" y="1377214"/>
                  </a:lnTo>
                  <a:lnTo>
                    <a:pt x="5598348" y="1377048"/>
                  </a:lnTo>
                  <a:lnTo>
                    <a:pt x="5598997" y="1376639"/>
                  </a:lnTo>
                  <a:lnTo>
                    <a:pt x="5599647" y="1375914"/>
                  </a:lnTo>
                  <a:lnTo>
                    <a:pt x="5600297" y="1374790"/>
                  </a:lnTo>
                  <a:lnTo>
                    <a:pt x="5600947" y="1373285"/>
                  </a:lnTo>
                  <a:lnTo>
                    <a:pt x="5601597" y="1371549"/>
                  </a:lnTo>
                  <a:lnTo>
                    <a:pt x="5602247" y="1369707"/>
                  </a:lnTo>
                  <a:lnTo>
                    <a:pt x="5602897" y="1367789"/>
                  </a:lnTo>
                  <a:lnTo>
                    <a:pt x="5603547" y="1365800"/>
                  </a:lnTo>
                  <a:lnTo>
                    <a:pt x="5604197" y="1363729"/>
                  </a:lnTo>
                  <a:lnTo>
                    <a:pt x="5604847" y="1361537"/>
                  </a:lnTo>
                  <a:lnTo>
                    <a:pt x="5605497" y="1359123"/>
                  </a:lnTo>
                  <a:lnTo>
                    <a:pt x="5606147" y="1356349"/>
                  </a:lnTo>
                  <a:lnTo>
                    <a:pt x="5606797" y="1353147"/>
                  </a:lnTo>
                  <a:lnTo>
                    <a:pt x="5607447" y="1349713"/>
                  </a:lnTo>
                  <a:lnTo>
                    <a:pt x="5608097" y="1346286"/>
                  </a:lnTo>
                  <a:lnTo>
                    <a:pt x="5608746" y="1342980"/>
                  </a:lnTo>
                  <a:lnTo>
                    <a:pt x="5609396" y="1339865"/>
                  </a:lnTo>
                  <a:lnTo>
                    <a:pt x="5610046" y="1336910"/>
                  </a:lnTo>
                  <a:lnTo>
                    <a:pt x="5610696" y="1334074"/>
                  </a:lnTo>
                  <a:lnTo>
                    <a:pt x="5611346" y="1331231"/>
                  </a:lnTo>
                  <a:lnTo>
                    <a:pt x="5611996" y="1328345"/>
                  </a:lnTo>
                  <a:lnTo>
                    <a:pt x="5612646" y="1325544"/>
                  </a:lnTo>
                  <a:lnTo>
                    <a:pt x="5613296" y="1322841"/>
                  </a:lnTo>
                  <a:lnTo>
                    <a:pt x="5613946" y="1320292"/>
                  </a:lnTo>
                  <a:lnTo>
                    <a:pt x="5614596" y="1318020"/>
                  </a:lnTo>
                  <a:lnTo>
                    <a:pt x="5615246" y="1316076"/>
                  </a:lnTo>
                  <a:lnTo>
                    <a:pt x="5615896" y="1314490"/>
                  </a:lnTo>
                  <a:lnTo>
                    <a:pt x="5616546" y="1313258"/>
                  </a:lnTo>
                  <a:lnTo>
                    <a:pt x="5617196" y="1312405"/>
                  </a:lnTo>
                  <a:lnTo>
                    <a:pt x="5617846" y="1311933"/>
                  </a:lnTo>
                  <a:lnTo>
                    <a:pt x="5618496" y="1311827"/>
                  </a:lnTo>
                  <a:lnTo>
                    <a:pt x="5619145" y="1312105"/>
                  </a:lnTo>
                  <a:lnTo>
                    <a:pt x="5619795" y="1312927"/>
                  </a:lnTo>
                  <a:lnTo>
                    <a:pt x="5620445" y="1314285"/>
                  </a:lnTo>
                  <a:lnTo>
                    <a:pt x="5621095" y="1316173"/>
                  </a:lnTo>
                  <a:lnTo>
                    <a:pt x="5621745" y="1318521"/>
                  </a:lnTo>
                  <a:lnTo>
                    <a:pt x="5622395" y="1321318"/>
                  </a:lnTo>
                  <a:lnTo>
                    <a:pt x="5623045" y="1324590"/>
                  </a:lnTo>
                  <a:lnTo>
                    <a:pt x="5623695" y="1328266"/>
                  </a:lnTo>
                  <a:lnTo>
                    <a:pt x="5624345" y="1332232"/>
                  </a:lnTo>
                  <a:lnTo>
                    <a:pt x="5624995" y="1336352"/>
                  </a:lnTo>
                  <a:lnTo>
                    <a:pt x="5625645" y="1340605"/>
                  </a:lnTo>
                  <a:lnTo>
                    <a:pt x="5626295" y="1345068"/>
                  </a:lnTo>
                  <a:lnTo>
                    <a:pt x="5626945" y="1349723"/>
                  </a:lnTo>
                  <a:lnTo>
                    <a:pt x="5627595" y="1354558"/>
                  </a:lnTo>
                  <a:lnTo>
                    <a:pt x="5628245" y="1359542"/>
                  </a:lnTo>
                  <a:lnTo>
                    <a:pt x="5628894" y="1364524"/>
                  </a:lnTo>
                  <a:lnTo>
                    <a:pt x="5629544" y="1369306"/>
                  </a:lnTo>
                  <a:lnTo>
                    <a:pt x="5630194" y="1373823"/>
                  </a:lnTo>
                  <a:lnTo>
                    <a:pt x="5630844" y="1378253"/>
                  </a:lnTo>
                  <a:lnTo>
                    <a:pt x="5631494" y="1382734"/>
                  </a:lnTo>
                  <a:lnTo>
                    <a:pt x="5632144" y="1387300"/>
                  </a:lnTo>
                  <a:lnTo>
                    <a:pt x="5632794" y="1392016"/>
                  </a:lnTo>
                  <a:lnTo>
                    <a:pt x="5633444" y="1396864"/>
                  </a:lnTo>
                  <a:lnTo>
                    <a:pt x="5634094" y="1401824"/>
                  </a:lnTo>
                  <a:lnTo>
                    <a:pt x="5634744" y="1406861"/>
                  </a:lnTo>
                  <a:lnTo>
                    <a:pt x="5635394" y="1412015"/>
                  </a:lnTo>
                  <a:lnTo>
                    <a:pt x="5636044" y="1417263"/>
                  </a:lnTo>
                  <a:lnTo>
                    <a:pt x="5636694" y="1422576"/>
                  </a:lnTo>
                  <a:lnTo>
                    <a:pt x="5637344" y="1427994"/>
                  </a:lnTo>
                  <a:lnTo>
                    <a:pt x="5637994" y="1433487"/>
                  </a:lnTo>
                  <a:lnTo>
                    <a:pt x="5638644" y="1439090"/>
                  </a:lnTo>
                  <a:lnTo>
                    <a:pt x="5639293" y="1444913"/>
                  </a:lnTo>
                  <a:lnTo>
                    <a:pt x="5639943" y="1450948"/>
                  </a:lnTo>
                  <a:lnTo>
                    <a:pt x="5640593" y="1457102"/>
                  </a:lnTo>
                  <a:lnTo>
                    <a:pt x="5641243" y="1463236"/>
                  </a:lnTo>
                  <a:lnTo>
                    <a:pt x="5641893" y="1469250"/>
                  </a:lnTo>
                  <a:lnTo>
                    <a:pt x="5642543" y="1475121"/>
                  </a:lnTo>
                  <a:lnTo>
                    <a:pt x="5643193" y="1480959"/>
                  </a:lnTo>
                  <a:lnTo>
                    <a:pt x="5643843" y="1486872"/>
                  </a:lnTo>
                  <a:lnTo>
                    <a:pt x="5644493" y="1492990"/>
                  </a:lnTo>
                  <a:lnTo>
                    <a:pt x="5645143" y="1499215"/>
                  </a:lnTo>
                  <a:lnTo>
                    <a:pt x="5645793" y="1505527"/>
                  </a:lnTo>
                  <a:lnTo>
                    <a:pt x="5646443" y="1511979"/>
                  </a:lnTo>
                  <a:lnTo>
                    <a:pt x="5647093" y="1518537"/>
                  </a:lnTo>
                  <a:lnTo>
                    <a:pt x="5647743" y="1525250"/>
                  </a:lnTo>
                  <a:lnTo>
                    <a:pt x="5648393" y="1532136"/>
                  </a:lnTo>
                  <a:lnTo>
                    <a:pt x="5649042" y="1539202"/>
                  </a:lnTo>
                  <a:lnTo>
                    <a:pt x="5649692" y="1546447"/>
                  </a:lnTo>
                  <a:lnTo>
                    <a:pt x="5650342" y="1553774"/>
                  </a:lnTo>
                  <a:lnTo>
                    <a:pt x="5650992" y="1561255"/>
                  </a:lnTo>
                  <a:lnTo>
                    <a:pt x="5651642" y="1568966"/>
                  </a:lnTo>
                  <a:lnTo>
                    <a:pt x="5652292" y="1576864"/>
                  </a:lnTo>
                  <a:lnTo>
                    <a:pt x="5652942" y="1584833"/>
                  </a:lnTo>
                  <a:lnTo>
                    <a:pt x="5653592" y="1592779"/>
                  </a:lnTo>
                  <a:lnTo>
                    <a:pt x="5654242" y="1600720"/>
                  </a:lnTo>
                  <a:lnTo>
                    <a:pt x="5654892" y="1608692"/>
                  </a:lnTo>
                  <a:lnTo>
                    <a:pt x="5655542" y="1616595"/>
                  </a:lnTo>
                  <a:lnTo>
                    <a:pt x="5656192" y="1624360"/>
                  </a:lnTo>
                  <a:lnTo>
                    <a:pt x="5656842" y="1632082"/>
                  </a:lnTo>
                  <a:lnTo>
                    <a:pt x="5657492" y="1639887"/>
                  </a:lnTo>
                  <a:lnTo>
                    <a:pt x="5658142" y="1647883"/>
                  </a:lnTo>
                  <a:lnTo>
                    <a:pt x="5658792" y="1656118"/>
                  </a:lnTo>
                  <a:lnTo>
                    <a:pt x="5659441" y="1664619"/>
                  </a:lnTo>
                  <a:lnTo>
                    <a:pt x="5660091" y="1673445"/>
                  </a:lnTo>
                  <a:lnTo>
                    <a:pt x="5660741" y="1682566"/>
                  </a:lnTo>
                  <a:lnTo>
                    <a:pt x="5661391" y="1691989"/>
                  </a:lnTo>
                  <a:lnTo>
                    <a:pt x="5662041" y="1701800"/>
                  </a:lnTo>
                  <a:lnTo>
                    <a:pt x="5662691" y="1712115"/>
                  </a:lnTo>
                  <a:lnTo>
                    <a:pt x="5663341" y="1722928"/>
                  </a:lnTo>
                  <a:lnTo>
                    <a:pt x="5663991" y="1734084"/>
                  </a:lnTo>
                  <a:lnTo>
                    <a:pt x="5664641" y="1745532"/>
                  </a:lnTo>
                  <a:lnTo>
                    <a:pt x="5665291" y="1757275"/>
                  </a:lnTo>
                  <a:lnTo>
                    <a:pt x="5665941" y="1769360"/>
                  </a:lnTo>
                  <a:lnTo>
                    <a:pt x="5666591" y="1781822"/>
                  </a:lnTo>
                  <a:lnTo>
                    <a:pt x="5667241" y="1794628"/>
                  </a:lnTo>
                  <a:lnTo>
                    <a:pt x="5667891" y="1807700"/>
                  </a:lnTo>
                  <a:lnTo>
                    <a:pt x="5668541" y="1820994"/>
                  </a:lnTo>
                  <a:lnTo>
                    <a:pt x="5669190" y="1834569"/>
                  </a:lnTo>
                  <a:lnTo>
                    <a:pt x="5669840" y="1848451"/>
                  </a:lnTo>
                  <a:lnTo>
                    <a:pt x="5670490" y="1862664"/>
                  </a:lnTo>
                  <a:lnTo>
                    <a:pt x="5671140" y="1877350"/>
                  </a:lnTo>
                  <a:lnTo>
                    <a:pt x="5671790" y="1892541"/>
                  </a:lnTo>
                  <a:lnTo>
                    <a:pt x="5672440" y="1908263"/>
                  </a:lnTo>
                  <a:lnTo>
                    <a:pt x="5673090" y="1924555"/>
                  </a:lnTo>
                  <a:lnTo>
                    <a:pt x="5673740" y="1941486"/>
                  </a:lnTo>
                  <a:lnTo>
                    <a:pt x="5674390" y="1959149"/>
                  </a:lnTo>
                  <a:lnTo>
                    <a:pt x="5675040" y="1977614"/>
                  </a:lnTo>
                  <a:lnTo>
                    <a:pt x="5675690" y="1996810"/>
                  </a:lnTo>
                  <a:lnTo>
                    <a:pt x="5676340" y="2016653"/>
                  </a:lnTo>
                  <a:lnTo>
                    <a:pt x="5676990" y="2037049"/>
                  </a:lnTo>
                  <a:lnTo>
                    <a:pt x="5677640" y="2057998"/>
                  </a:lnTo>
                  <a:lnTo>
                    <a:pt x="5678290" y="2079491"/>
                  </a:lnTo>
                  <a:lnTo>
                    <a:pt x="5678940" y="2101466"/>
                  </a:lnTo>
                  <a:lnTo>
                    <a:pt x="5679589" y="2123849"/>
                  </a:lnTo>
                  <a:lnTo>
                    <a:pt x="5680239" y="2146555"/>
                  </a:lnTo>
                  <a:lnTo>
                    <a:pt x="5680889" y="2169422"/>
                  </a:lnTo>
                  <a:lnTo>
                    <a:pt x="5681539" y="2192366"/>
                  </a:lnTo>
                  <a:lnTo>
                    <a:pt x="5682189" y="2215309"/>
                  </a:lnTo>
                  <a:lnTo>
                    <a:pt x="5682839" y="2238258"/>
                  </a:lnTo>
                  <a:lnTo>
                    <a:pt x="5683489" y="2261172"/>
                  </a:lnTo>
                  <a:lnTo>
                    <a:pt x="5684139" y="2283858"/>
                  </a:lnTo>
                  <a:lnTo>
                    <a:pt x="5684789" y="2306208"/>
                  </a:lnTo>
                  <a:lnTo>
                    <a:pt x="5685439" y="2328301"/>
                  </a:lnTo>
                  <a:lnTo>
                    <a:pt x="5686089" y="2350196"/>
                  </a:lnTo>
                  <a:lnTo>
                    <a:pt x="5686739" y="2371978"/>
                  </a:lnTo>
                  <a:lnTo>
                    <a:pt x="5687389" y="2393581"/>
                  </a:lnTo>
                  <a:lnTo>
                    <a:pt x="5688039" y="2415049"/>
                  </a:lnTo>
                  <a:lnTo>
                    <a:pt x="5688689" y="2436454"/>
                  </a:lnTo>
                  <a:lnTo>
                    <a:pt x="5689338" y="2457788"/>
                  </a:lnTo>
                  <a:lnTo>
                    <a:pt x="5689988" y="2479005"/>
                  </a:lnTo>
                  <a:lnTo>
                    <a:pt x="5690638" y="2500055"/>
                  </a:lnTo>
                  <a:lnTo>
                    <a:pt x="5691288" y="2520886"/>
                  </a:lnTo>
                  <a:lnTo>
                    <a:pt x="5691938" y="2541421"/>
                  </a:lnTo>
                  <a:lnTo>
                    <a:pt x="5692588" y="2561578"/>
                  </a:lnTo>
                  <a:lnTo>
                    <a:pt x="5693238" y="2581314"/>
                  </a:lnTo>
                  <a:lnTo>
                    <a:pt x="5693888" y="2600666"/>
                  </a:lnTo>
                  <a:lnTo>
                    <a:pt x="5694538" y="2619651"/>
                  </a:lnTo>
                  <a:lnTo>
                    <a:pt x="5695188" y="2638280"/>
                  </a:lnTo>
                  <a:lnTo>
                    <a:pt x="5695838" y="2656424"/>
                  </a:lnTo>
                  <a:lnTo>
                    <a:pt x="5696488" y="2674058"/>
                  </a:lnTo>
                  <a:lnTo>
                    <a:pt x="5697138" y="2691225"/>
                  </a:lnTo>
                  <a:lnTo>
                    <a:pt x="5697788" y="2707943"/>
                  </a:lnTo>
                  <a:lnTo>
                    <a:pt x="5698438" y="2724204"/>
                  </a:lnTo>
                  <a:lnTo>
                    <a:pt x="5699088" y="2739962"/>
                  </a:lnTo>
                  <a:lnTo>
                    <a:pt x="5699737" y="2755236"/>
                  </a:lnTo>
                  <a:lnTo>
                    <a:pt x="5700387" y="2770055"/>
                  </a:lnTo>
                  <a:lnTo>
                    <a:pt x="5701037" y="2784461"/>
                  </a:lnTo>
                  <a:lnTo>
                    <a:pt x="5701687" y="2798449"/>
                  </a:lnTo>
                  <a:lnTo>
                    <a:pt x="5702337" y="2812018"/>
                  </a:lnTo>
                  <a:lnTo>
                    <a:pt x="5702987" y="2825203"/>
                  </a:lnTo>
                  <a:lnTo>
                    <a:pt x="5703637" y="2837938"/>
                  </a:lnTo>
                  <a:lnTo>
                    <a:pt x="5704287" y="2850152"/>
                  </a:lnTo>
                  <a:lnTo>
                    <a:pt x="5704937" y="2861778"/>
                  </a:lnTo>
                  <a:lnTo>
                    <a:pt x="5705587" y="2872838"/>
                  </a:lnTo>
                  <a:lnTo>
                    <a:pt x="5706237" y="2883376"/>
                  </a:lnTo>
                  <a:lnTo>
                    <a:pt x="5706887" y="2893344"/>
                  </a:lnTo>
                  <a:lnTo>
                    <a:pt x="5707537" y="2902706"/>
                  </a:lnTo>
                  <a:lnTo>
                    <a:pt x="5708187" y="2911437"/>
                  </a:lnTo>
                  <a:lnTo>
                    <a:pt x="5708837" y="2919570"/>
                  </a:lnTo>
                  <a:lnTo>
                    <a:pt x="5709486" y="2927115"/>
                  </a:lnTo>
                  <a:lnTo>
                    <a:pt x="5710136" y="2934082"/>
                  </a:lnTo>
                  <a:lnTo>
                    <a:pt x="5710786" y="2940469"/>
                  </a:lnTo>
                  <a:lnTo>
                    <a:pt x="5711436" y="2946280"/>
                  </a:lnTo>
                  <a:lnTo>
                    <a:pt x="5712086" y="2951568"/>
                  </a:lnTo>
                  <a:lnTo>
                    <a:pt x="5712736" y="2956323"/>
                  </a:lnTo>
                  <a:lnTo>
                    <a:pt x="5713386" y="2960620"/>
                  </a:lnTo>
                  <a:lnTo>
                    <a:pt x="5714036" y="2964494"/>
                  </a:lnTo>
                  <a:lnTo>
                    <a:pt x="5714686" y="2967961"/>
                  </a:lnTo>
                  <a:lnTo>
                    <a:pt x="5715336" y="2971072"/>
                  </a:lnTo>
                  <a:lnTo>
                    <a:pt x="5715986" y="2973826"/>
                  </a:lnTo>
                  <a:lnTo>
                    <a:pt x="5716636" y="2976256"/>
                  </a:lnTo>
                  <a:lnTo>
                    <a:pt x="5717286" y="2978421"/>
                  </a:lnTo>
                  <a:lnTo>
                    <a:pt x="5717936" y="2980346"/>
                  </a:lnTo>
                  <a:lnTo>
                    <a:pt x="5718586" y="2981994"/>
                  </a:lnTo>
                  <a:lnTo>
                    <a:pt x="5719236" y="2983336"/>
                  </a:lnTo>
                  <a:lnTo>
                    <a:pt x="5719885" y="2984398"/>
                  </a:lnTo>
                  <a:lnTo>
                    <a:pt x="5720535" y="2985206"/>
                  </a:lnTo>
                  <a:lnTo>
                    <a:pt x="5721185" y="2985707"/>
                  </a:lnTo>
                  <a:lnTo>
                    <a:pt x="5721835" y="2985878"/>
                  </a:lnTo>
                  <a:lnTo>
                    <a:pt x="5722485" y="2985719"/>
                  </a:lnTo>
                  <a:lnTo>
                    <a:pt x="5723135" y="2985229"/>
                  </a:lnTo>
                  <a:lnTo>
                    <a:pt x="5723785" y="2984410"/>
                  </a:lnTo>
                  <a:lnTo>
                    <a:pt x="5724435" y="2983298"/>
                  </a:lnTo>
                  <a:lnTo>
                    <a:pt x="5725085" y="2981933"/>
                  </a:lnTo>
                  <a:lnTo>
                    <a:pt x="5725735" y="2980364"/>
                  </a:lnTo>
                  <a:lnTo>
                    <a:pt x="5726385" y="2978711"/>
                  </a:lnTo>
                  <a:lnTo>
                    <a:pt x="5727035" y="2976968"/>
                  </a:lnTo>
                  <a:lnTo>
                    <a:pt x="5727685" y="2975083"/>
                  </a:lnTo>
                  <a:lnTo>
                    <a:pt x="5728335" y="2973059"/>
                  </a:lnTo>
                  <a:lnTo>
                    <a:pt x="5728985" y="2971043"/>
                  </a:lnTo>
                  <a:lnTo>
                    <a:pt x="5729634" y="2969079"/>
                  </a:lnTo>
                  <a:lnTo>
                    <a:pt x="5730284" y="2967167"/>
                  </a:lnTo>
                  <a:lnTo>
                    <a:pt x="5730934" y="2965361"/>
                  </a:lnTo>
                  <a:lnTo>
                    <a:pt x="5731584" y="2963685"/>
                  </a:lnTo>
                  <a:lnTo>
                    <a:pt x="5732234" y="2962137"/>
                  </a:lnTo>
                  <a:lnTo>
                    <a:pt x="5732884" y="2960719"/>
                  </a:lnTo>
                  <a:lnTo>
                    <a:pt x="5733534" y="2959391"/>
                  </a:lnTo>
                  <a:lnTo>
                    <a:pt x="5734184" y="2958116"/>
                  </a:lnTo>
                  <a:lnTo>
                    <a:pt x="5734834" y="2956866"/>
                  </a:lnTo>
                  <a:lnTo>
                    <a:pt x="5735484" y="2955580"/>
                  </a:lnTo>
                  <a:lnTo>
                    <a:pt x="5736134" y="2954193"/>
                  </a:lnTo>
                  <a:lnTo>
                    <a:pt x="5736784" y="2952734"/>
                  </a:lnTo>
                  <a:lnTo>
                    <a:pt x="5737434" y="2951204"/>
                  </a:lnTo>
                  <a:lnTo>
                    <a:pt x="5738084" y="2949640"/>
                  </a:lnTo>
                  <a:lnTo>
                    <a:pt x="5738734" y="2947913"/>
                  </a:lnTo>
                  <a:lnTo>
                    <a:pt x="5739384" y="2945966"/>
                  </a:lnTo>
                  <a:lnTo>
                    <a:pt x="5740033" y="2943801"/>
                  </a:lnTo>
                  <a:lnTo>
                    <a:pt x="5740683" y="2941446"/>
                  </a:lnTo>
                  <a:lnTo>
                    <a:pt x="5741333" y="2938902"/>
                  </a:lnTo>
                  <a:lnTo>
                    <a:pt x="5741983" y="2936194"/>
                  </a:lnTo>
                  <a:lnTo>
                    <a:pt x="5742633" y="2933322"/>
                  </a:lnTo>
                  <a:lnTo>
                    <a:pt x="5743283" y="2930332"/>
                  </a:lnTo>
                  <a:lnTo>
                    <a:pt x="5743933" y="2927270"/>
                  </a:lnTo>
                  <a:lnTo>
                    <a:pt x="5744583" y="2924133"/>
                  </a:lnTo>
                  <a:lnTo>
                    <a:pt x="5745233" y="2920944"/>
                  </a:lnTo>
                  <a:lnTo>
                    <a:pt x="5745883" y="2917731"/>
                  </a:lnTo>
                  <a:lnTo>
                    <a:pt x="5746533" y="2914518"/>
                  </a:lnTo>
                  <a:lnTo>
                    <a:pt x="5747183" y="2911362"/>
                  </a:lnTo>
                  <a:lnTo>
                    <a:pt x="5747833" y="2908298"/>
                  </a:lnTo>
                  <a:lnTo>
                    <a:pt x="5748483" y="2905312"/>
                  </a:lnTo>
                  <a:lnTo>
                    <a:pt x="5749133" y="2902392"/>
                  </a:lnTo>
                  <a:lnTo>
                    <a:pt x="5749782" y="2899604"/>
                  </a:lnTo>
                  <a:lnTo>
                    <a:pt x="5750432" y="2896881"/>
                  </a:lnTo>
                  <a:lnTo>
                    <a:pt x="5751082" y="2894195"/>
                  </a:lnTo>
                  <a:lnTo>
                    <a:pt x="5751732" y="2891540"/>
                  </a:lnTo>
                  <a:lnTo>
                    <a:pt x="5752382" y="2888903"/>
                  </a:lnTo>
                  <a:lnTo>
                    <a:pt x="5753032" y="2886207"/>
                  </a:lnTo>
                  <a:lnTo>
                    <a:pt x="5753682" y="2883468"/>
                  </a:lnTo>
                  <a:lnTo>
                    <a:pt x="5754332" y="2880689"/>
                  </a:lnTo>
                  <a:lnTo>
                    <a:pt x="5754982" y="2877855"/>
                  </a:lnTo>
                  <a:lnTo>
                    <a:pt x="5755632" y="2874909"/>
                  </a:lnTo>
                  <a:lnTo>
                    <a:pt x="5756282" y="2871807"/>
                  </a:lnTo>
                  <a:lnTo>
                    <a:pt x="5756932" y="2868456"/>
                  </a:lnTo>
                  <a:lnTo>
                    <a:pt x="5757582" y="2864810"/>
                  </a:lnTo>
                  <a:lnTo>
                    <a:pt x="5758232" y="2860863"/>
                  </a:lnTo>
                  <a:lnTo>
                    <a:pt x="5758882" y="2856494"/>
                  </a:lnTo>
                  <a:lnTo>
                    <a:pt x="5759531" y="2851558"/>
                  </a:lnTo>
                  <a:lnTo>
                    <a:pt x="5760181" y="2846068"/>
                  </a:lnTo>
                  <a:lnTo>
                    <a:pt x="5760831" y="2840137"/>
                  </a:lnTo>
                  <a:lnTo>
                    <a:pt x="5761481" y="2833719"/>
                  </a:lnTo>
                  <a:lnTo>
                    <a:pt x="5762131" y="2826726"/>
                  </a:lnTo>
                  <a:lnTo>
                    <a:pt x="5762781" y="2819159"/>
                  </a:lnTo>
                  <a:lnTo>
                    <a:pt x="5763431" y="2810977"/>
                  </a:lnTo>
                  <a:lnTo>
                    <a:pt x="5764081" y="2802133"/>
                  </a:lnTo>
                  <a:lnTo>
                    <a:pt x="5764731" y="2792637"/>
                  </a:lnTo>
                  <a:lnTo>
                    <a:pt x="5765381" y="2782507"/>
                  </a:lnTo>
                  <a:lnTo>
                    <a:pt x="5766031" y="2771802"/>
                  </a:lnTo>
                  <a:lnTo>
                    <a:pt x="5766681" y="2760698"/>
                  </a:lnTo>
                  <a:lnTo>
                    <a:pt x="5767331" y="2749252"/>
                  </a:lnTo>
                  <a:lnTo>
                    <a:pt x="5767981" y="2737493"/>
                  </a:lnTo>
                  <a:lnTo>
                    <a:pt x="5768631" y="2725511"/>
                  </a:lnTo>
                  <a:lnTo>
                    <a:pt x="5769281" y="2713435"/>
                  </a:lnTo>
                  <a:lnTo>
                    <a:pt x="5769930" y="2701287"/>
                  </a:lnTo>
                  <a:lnTo>
                    <a:pt x="5770580" y="2688956"/>
                  </a:lnTo>
                  <a:lnTo>
                    <a:pt x="5771230" y="2676471"/>
                  </a:lnTo>
                  <a:lnTo>
                    <a:pt x="5771880" y="2663966"/>
                  </a:lnTo>
                  <a:lnTo>
                    <a:pt x="5772530" y="2651482"/>
                  </a:lnTo>
                  <a:lnTo>
                    <a:pt x="5773180" y="2639052"/>
                  </a:lnTo>
                  <a:lnTo>
                    <a:pt x="5773830" y="2626655"/>
                  </a:lnTo>
                  <a:lnTo>
                    <a:pt x="5774480" y="2614230"/>
                  </a:lnTo>
                  <a:lnTo>
                    <a:pt x="5775130" y="2601791"/>
                  </a:lnTo>
                  <a:lnTo>
                    <a:pt x="5775780" y="2589288"/>
                  </a:lnTo>
                  <a:lnTo>
                    <a:pt x="5776430" y="2576625"/>
                  </a:lnTo>
                  <a:lnTo>
                    <a:pt x="5777080" y="2563739"/>
                  </a:lnTo>
                  <a:lnTo>
                    <a:pt x="5777730" y="2550599"/>
                  </a:lnTo>
                  <a:lnTo>
                    <a:pt x="5778380" y="2537170"/>
                  </a:lnTo>
                  <a:lnTo>
                    <a:pt x="5779030" y="2523450"/>
                  </a:lnTo>
                  <a:lnTo>
                    <a:pt x="5779679" y="2509322"/>
                  </a:lnTo>
                  <a:lnTo>
                    <a:pt x="5780329" y="2494729"/>
                  </a:lnTo>
                  <a:lnTo>
                    <a:pt x="5780979" y="2479665"/>
                  </a:lnTo>
                  <a:lnTo>
                    <a:pt x="5781629" y="2464171"/>
                  </a:lnTo>
                  <a:lnTo>
                    <a:pt x="5782279" y="2448256"/>
                  </a:lnTo>
                  <a:lnTo>
                    <a:pt x="5782929" y="2432008"/>
                  </a:lnTo>
                  <a:lnTo>
                    <a:pt x="5783579" y="2415506"/>
                  </a:lnTo>
                  <a:lnTo>
                    <a:pt x="5784229" y="2398798"/>
                  </a:lnTo>
                  <a:lnTo>
                    <a:pt x="5784879" y="2381883"/>
                  </a:lnTo>
                  <a:lnTo>
                    <a:pt x="5785529" y="2364807"/>
                  </a:lnTo>
                  <a:lnTo>
                    <a:pt x="5786179" y="2347644"/>
                  </a:lnTo>
                  <a:lnTo>
                    <a:pt x="5786829" y="2330461"/>
                  </a:lnTo>
                  <a:lnTo>
                    <a:pt x="5787479" y="2313347"/>
                  </a:lnTo>
                  <a:lnTo>
                    <a:pt x="5788129" y="2296395"/>
                  </a:lnTo>
                  <a:lnTo>
                    <a:pt x="5788779" y="2279676"/>
                  </a:lnTo>
                  <a:lnTo>
                    <a:pt x="5789429" y="2263386"/>
                  </a:lnTo>
                  <a:lnTo>
                    <a:pt x="5790078" y="2247681"/>
                  </a:lnTo>
                  <a:lnTo>
                    <a:pt x="5790728" y="2232617"/>
                  </a:lnTo>
                  <a:lnTo>
                    <a:pt x="5791378" y="2218199"/>
                  </a:lnTo>
                  <a:lnTo>
                    <a:pt x="5792028" y="2204544"/>
                  </a:lnTo>
                  <a:lnTo>
                    <a:pt x="5792678" y="2191687"/>
                  </a:lnTo>
                  <a:lnTo>
                    <a:pt x="5793328" y="2179624"/>
                  </a:lnTo>
                  <a:lnTo>
                    <a:pt x="5793978" y="2168318"/>
                  </a:lnTo>
                  <a:lnTo>
                    <a:pt x="5794628" y="2157866"/>
                  </a:lnTo>
                  <a:lnTo>
                    <a:pt x="5795278" y="2148310"/>
                  </a:lnTo>
                  <a:lnTo>
                    <a:pt x="5795928" y="2139661"/>
                  </a:lnTo>
                  <a:lnTo>
                    <a:pt x="5796578" y="2131965"/>
                  </a:lnTo>
                  <a:lnTo>
                    <a:pt x="5797228" y="2125184"/>
                  </a:lnTo>
                  <a:lnTo>
                    <a:pt x="5797878" y="2119263"/>
                  </a:lnTo>
                  <a:lnTo>
                    <a:pt x="5798528" y="2114164"/>
                  </a:lnTo>
                  <a:lnTo>
                    <a:pt x="5799178" y="2109677"/>
                  </a:lnTo>
                  <a:lnTo>
                    <a:pt x="5799827" y="2105670"/>
                  </a:lnTo>
                  <a:lnTo>
                    <a:pt x="5800477" y="2102136"/>
                  </a:lnTo>
                  <a:lnTo>
                    <a:pt x="5801127" y="2099062"/>
                  </a:lnTo>
                  <a:lnTo>
                    <a:pt x="5801777" y="2096315"/>
                  </a:lnTo>
                  <a:lnTo>
                    <a:pt x="5802427" y="2093795"/>
                  </a:lnTo>
                  <a:lnTo>
                    <a:pt x="5803077" y="2091507"/>
                  </a:lnTo>
                  <a:lnTo>
                    <a:pt x="5803727" y="2089535"/>
                  </a:lnTo>
                  <a:lnTo>
                    <a:pt x="5804377" y="2087763"/>
                  </a:lnTo>
                  <a:lnTo>
                    <a:pt x="5805027" y="2086067"/>
                  </a:lnTo>
                  <a:lnTo>
                    <a:pt x="5805677" y="2084340"/>
                  </a:lnTo>
                  <a:lnTo>
                    <a:pt x="5806327" y="2082542"/>
                  </a:lnTo>
                  <a:lnTo>
                    <a:pt x="5806977" y="2080774"/>
                  </a:lnTo>
                  <a:lnTo>
                    <a:pt x="5807627" y="2079098"/>
                  </a:lnTo>
                  <a:lnTo>
                    <a:pt x="5808277" y="2077573"/>
                  </a:lnTo>
                  <a:lnTo>
                    <a:pt x="5808927" y="2076327"/>
                  </a:lnTo>
                  <a:lnTo>
                    <a:pt x="5809577" y="2075439"/>
                  </a:lnTo>
                  <a:lnTo>
                    <a:pt x="5810226" y="2074958"/>
                  </a:lnTo>
                  <a:lnTo>
                    <a:pt x="5810876" y="2074947"/>
                  </a:lnTo>
                  <a:lnTo>
                    <a:pt x="5811526" y="2075459"/>
                  </a:lnTo>
                  <a:lnTo>
                    <a:pt x="5812176" y="2076587"/>
                  </a:lnTo>
                  <a:lnTo>
                    <a:pt x="5812826" y="2078445"/>
                  </a:lnTo>
                  <a:lnTo>
                    <a:pt x="5813476" y="2081077"/>
                  </a:lnTo>
                  <a:lnTo>
                    <a:pt x="5814126" y="2084537"/>
                  </a:lnTo>
                  <a:lnTo>
                    <a:pt x="5814776" y="2088823"/>
                  </a:lnTo>
                  <a:lnTo>
                    <a:pt x="5815426" y="2093940"/>
                  </a:lnTo>
                  <a:lnTo>
                    <a:pt x="5816076" y="2099839"/>
                  </a:lnTo>
                  <a:lnTo>
                    <a:pt x="5816726" y="2106510"/>
                  </a:lnTo>
                  <a:lnTo>
                    <a:pt x="5817376" y="2113948"/>
                  </a:lnTo>
                  <a:lnTo>
                    <a:pt x="5818026" y="2122170"/>
                  </a:lnTo>
                  <a:lnTo>
                    <a:pt x="5818676" y="2131158"/>
                  </a:lnTo>
                  <a:lnTo>
                    <a:pt x="5819326" y="2140880"/>
                  </a:lnTo>
                  <a:lnTo>
                    <a:pt x="5819975" y="2151254"/>
                  </a:lnTo>
                  <a:lnTo>
                    <a:pt x="5820625" y="2162300"/>
                  </a:lnTo>
                  <a:lnTo>
                    <a:pt x="5821275" y="2174018"/>
                  </a:lnTo>
                  <a:lnTo>
                    <a:pt x="5821925" y="2186349"/>
                  </a:lnTo>
                  <a:lnTo>
                    <a:pt x="5822575" y="2199123"/>
                  </a:lnTo>
                  <a:lnTo>
                    <a:pt x="5823225" y="2212275"/>
                  </a:lnTo>
                  <a:lnTo>
                    <a:pt x="5823875" y="2225809"/>
                  </a:lnTo>
                  <a:lnTo>
                    <a:pt x="5824525" y="2239736"/>
                  </a:lnTo>
                  <a:lnTo>
                    <a:pt x="5825175" y="2254028"/>
                  </a:lnTo>
                  <a:lnTo>
                    <a:pt x="5825825" y="2268691"/>
                  </a:lnTo>
                  <a:lnTo>
                    <a:pt x="5826475" y="2283674"/>
                  </a:lnTo>
                  <a:lnTo>
                    <a:pt x="5827125" y="2298913"/>
                  </a:lnTo>
                  <a:lnTo>
                    <a:pt x="5827775" y="2314344"/>
                  </a:lnTo>
                  <a:lnTo>
                    <a:pt x="5828425" y="2329965"/>
                  </a:lnTo>
                  <a:lnTo>
                    <a:pt x="5829075" y="2345737"/>
                  </a:lnTo>
                  <a:lnTo>
                    <a:pt x="5829725" y="2361646"/>
                  </a:lnTo>
                  <a:lnTo>
                    <a:pt x="5830374" y="2377559"/>
                  </a:lnTo>
                  <a:lnTo>
                    <a:pt x="5831024" y="2393482"/>
                  </a:lnTo>
                  <a:lnTo>
                    <a:pt x="5831674" y="2409423"/>
                  </a:lnTo>
                  <a:lnTo>
                    <a:pt x="5832324" y="2425473"/>
                  </a:lnTo>
                  <a:lnTo>
                    <a:pt x="5832974" y="2441569"/>
                  </a:lnTo>
                  <a:lnTo>
                    <a:pt x="5833624" y="2457653"/>
                  </a:lnTo>
                  <a:lnTo>
                    <a:pt x="5834274" y="2473712"/>
                  </a:lnTo>
                  <a:lnTo>
                    <a:pt x="5834924" y="2489803"/>
                  </a:lnTo>
                  <a:lnTo>
                    <a:pt x="5835574" y="2505895"/>
                  </a:lnTo>
                  <a:lnTo>
                    <a:pt x="5836224" y="2521899"/>
                  </a:lnTo>
                  <a:lnTo>
                    <a:pt x="5836874" y="2537854"/>
                  </a:lnTo>
                  <a:lnTo>
                    <a:pt x="5837524" y="2553811"/>
                  </a:lnTo>
                  <a:lnTo>
                    <a:pt x="5838174" y="2569752"/>
                  </a:lnTo>
                  <a:lnTo>
                    <a:pt x="5838824" y="2585743"/>
                  </a:lnTo>
                  <a:lnTo>
                    <a:pt x="5839474" y="2601748"/>
                  </a:lnTo>
                  <a:lnTo>
                    <a:pt x="5840123" y="2617736"/>
                  </a:lnTo>
                  <a:lnTo>
                    <a:pt x="5840773" y="2633640"/>
                  </a:lnTo>
                  <a:lnTo>
                    <a:pt x="5841423" y="2649346"/>
                  </a:lnTo>
                  <a:lnTo>
                    <a:pt x="5842073" y="2664796"/>
                  </a:lnTo>
                  <a:lnTo>
                    <a:pt x="5842723" y="2680031"/>
                  </a:lnTo>
                  <a:lnTo>
                    <a:pt x="5843373" y="2694997"/>
                  </a:lnTo>
                  <a:lnTo>
                    <a:pt x="5844023" y="2709622"/>
                  </a:lnTo>
                  <a:lnTo>
                    <a:pt x="5844673" y="2723866"/>
                  </a:lnTo>
                  <a:lnTo>
                    <a:pt x="5845323" y="2737662"/>
                  </a:lnTo>
                  <a:lnTo>
                    <a:pt x="5845973" y="2751026"/>
                  </a:lnTo>
                  <a:lnTo>
                    <a:pt x="5846623" y="2763920"/>
                  </a:lnTo>
                  <a:lnTo>
                    <a:pt x="5847273" y="2776289"/>
                  </a:lnTo>
                  <a:lnTo>
                    <a:pt x="5847923" y="2788184"/>
                  </a:lnTo>
                  <a:lnTo>
                    <a:pt x="5848573" y="2799606"/>
                  </a:lnTo>
                  <a:lnTo>
                    <a:pt x="5849223" y="2810519"/>
                  </a:lnTo>
                  <a:lnTo>
                    <a:pt x="5849873" y="2820936"/>
                  </a:lnTo>
                  <a:lnTo>
                    <a:pt x="5850522" y="2830821"/>
                  </a:lnTo>
                  <a:lnTo>
                    <a:pt x="5851172" y="2840093"/>
                  </a:lnTo>
                  <a:lnTo>
                    <a:pt x="5851822" y="2848724"/>
                  </a:lnTo>
                  <a:lnTo>
                    <a:pt x="5852472" y="2856722"/>
                  </a:lnTo>
                  <a:lnTo>
                    <a:pt x="5853122" y="2864024"/>
                  </a:lnTo>
                  <a:lnTo>
                    <a:pt x="5853772" y="2870546"/>
                  </a:lnTo>
                  <a:lnTo>
                    <a:pt x="5854422" y="2876219"/>
                  </a:lnTo>
                  <a:lnTo>
                    <a:pt x="5855072" y="2881088"/>
                  </a:lnTo>
                  <a:lnTo>
                    <a:pt x="5855722" y="2885223"/>
                  </a:lnTo>
                  <a:lnTo>
                    <a:pt x="5856372" y="2888652"/>
                  </a:lnTo>
                  <a:lnTo>
                    <a:pt x="5857022" y="2891283"/>
                  </a:lnTo>
                  <a:lnTo>
                    <a:pt x="5857672" y="2893048"/>
                  </a:lnTo>
                  <a:lnTo>
                    <a:pt x="5858322" y="2893875"/>
                  </a:lnTo>
                  <a:lnTo>
                    <a:pt x="5858972" y="2893755"/>
                  </a:lnTo>
                  <a:lnTo>
                    <a:pt x="5859622" y="2892701"/>
                  </a:lnTo>
                  <a:lnTo>
                    <a:pt x="5860271" y="2890715"/>
                  </a:lnTo>
                  <a:lnTo>
                    <a:pt x="5860921" y="2887753"/>
                  </a:lnTo>
                  <a:lnTo>
                    <a:pt x="5861571" y="2883822"/>
                  </a:lnTo>
                  <a:lnTo>
                    <a:pt x="5862221" y="2878951"/>
                  </a:lnTo>
                  <a:lnTo>
                    <a:pt x="5862871" y="2873248"/>
                  </a:lnTo>
                  <a:lnTo>
                    <a:pt x="5863521" y="2866859"/>
                  </a:lnTo>
                  <a:lnTo>
                    <a:pt x="5864171" y="2859819"/>
                  </a:lnTo>
                  <a:lnTo>
                    <a:pt x="5864821" y="2852180"/>
                  </a:lnTo>
                  <a:lnTo>
                    <a:pt x="5865471" y="2844042"/>
                  </a:lnTo>
                  <a:lnTo>
                    <a:pt x="5866121" y="2835467"/>
                  </a:lnTo>
                  <a:lnTo>
                    <a:pt x="5866771" y="2826528"/>
                  </a:lnTo>
                  <a:lnTo>
                    <a:pt x="5867421" y="2817262"/>
                  </a:lnTo>
                  <a:lnTo>
                    <a:pt x="5868071" y="2807765"/>
                  </a:lnTo>
                  <a:lnTo>
                    <a:pt x="5868721" y="2798167"/>
                  </a:lnTo>
                  <a:lnTo>
                    <a:pt x="5869371" y="2788560"/>
                  </a:lnTo>
                  <a:lnTo>
                    <a:pt x="5870021" y="2778974"/>
                  </a:lnTo>
                  <a:lnTo>
                    <a:pt x="5870670" y="2769501"/>
                  </a:lnTo>
                  <a:lnTo>
                    <a:pt x="5871320" y="2760199"/>
                  </a:lnTo>
                  <a:lnTo>
                    <a:pt x="5871970" y="2751066"/>
                  </a:lnTo>
                  <a:lnTo>
                    <a:pt x="5872620" y="2742123"/>
                  </a:lnTo>
                  <a:lnTo>
                    <a:pt x="5873270" y="2733341"/>
                  </a:lnTo>
                  <a:lnTo>
                    <a:pt x="5873920" y="2724822"/>
                  </a:lnTo>
                  <a:lnTo>
                    <a:pt x="5874570" y="2716582"/>
                  </a:lnTo>
                  <a:lnTo>
                    <a:pt x="5875220" y="2708520"/>
                  </a:lnTo>
                  <a:lnTo>
                    <a:pt x="5875870" y="2700538"/>
                  </a:lnTo>
                  <a:lnTo>
                    <a:pt x="5876520" y="2692606"/>
                  </a:lnTo>
                  <a:lnTo>
                    <a:pt x="5877170" y="2684786"/>
                  </a:lnTo>
                  <a:lnTo>
                    <a:pt x="5877820" y="2677088"/>
                  </a:lnTo>
                  <a:lnTo>
                    <a:pt x="5878470" y="2669424"/>
                  </a:lnTo>
                  <a:lnTo>
                    <a:pt x="5879120" y="2661775"/>
                  </a:lnTo>
                  <a:lnTo>
                    <a:pt x="5879770" y="2654162"/>
                  </a:lnTo>
                  <a:lnTo>
                    <a:pt x="5880419" y="2646552"/>
                  </a:lnTo>
                  <a:lnTo>
                    <a:pt x="5881069" y="2638869"/>
                  </a:lnTo>
                  <a:lnTo>
                    <a:pt x="5881719" y="2631096"/>
                  </a:lnTo>
                  <a:lnTo>
                    <a:pt x="5882369" y="2623183"/>
                  </a:lnTo>
                  <a:lnTo>
                    <a:pt x="5883019" y="2615158"/>
                  </a:lnTo>
                  <a:lnTo>
                    <a:pt x="5883669" y="2607107"/>
                  </a:lnTo>
                  <a:lnTo>
                    <a:pt x="5884319" y="2599108"/>
                  </a:lnTo>
                  <a:lnTo>
                    <a:pt x="5884969" y="2591187"/>
                  </a:lnTo>
                  <a:lnTo>
                    <a:pt x="5885619" y="2583410"/>
                  </a:lnTo>
                  <a:lnTo>
                    <a:pt x="5886269" y="2575904"/>
                  </a:lnTo>
                  <a:lnTo>
                    <a:pt x="5886919" y="2568668"/>
                  </a:lnTo>
                  <a:lnTo>
                    <a:pt x="5887569" y="2561716"/>
                  </a:lnTo>
                  <a:lnTo>
                    <a:pt x="5888219" y="2554994"/>
                  </a:lnTo>
                  <a:lnTo>
                    <a:pt x="5888869" y="2548428"/>
                  </a:lnTo>
                  <a:lnTo>
                    <a:pt x="5889519" y="2542067"/>
                  </a:lnTo>
                  <a:lnTo>
                    <a:pt x="5890169" y="2536047"/>
                  </a:lnTo>
                  <a:lnTo>
                    <a:pt x="5890818" y="2530482"/>
                  </a:lnTo>
                  <a:lnTo>
                    <a:pt x="5891468" y="2525484"/>
                  </a:lnTo>
                  <a:lnTo>
                    <a:pt x="5892118" y="2521169"/>
                  </a:lnTo>
                  <a:lnTo>
                    <a:pt x="5892768" y="2517554"/>
                  </a:lnTo>
                  <a:lnTo>
                    <a:pt x="5893418" y="2514587"/>
                  </a:lnTo>
                  <a:lnTo>
                    <a:pt x="5894068" y="2512276"/>
                  </a:lnTo>
                  <a:lnTo>
                    <a:pt x="5894718" y="2510624"/>
                  </a:lnTo>
                  <a:lnTo>
                    <a:pt x="5895368" y="2509695"/>
                  </a:lnTo>
                  <a:lnTo>
                    <a:pt x="5896018" y="2509453"/>
                  </a:lnTo>
                  <a:lnTo>
                    <a:pt x="5896668" y="2509958"/>
                  </a:lnTo>
                  <a:lnTo>
                    <a:pt x="5897318" y="2511195"/>
                  </a:lnTo>
                  <a:lnTo>
                    <a:pt x="5897968" y="2513104"/>
                  </a:lnTo>
                  <a:lnTo>
                    <a:pt x="5898618" y="2515587"/>
                  </a:lnTo>
                  <a:lnTo>
                    <a:pt x="5899268" y="2518616"/>
                  </a:lnTo>
                  <a:lnTo>
                    <a:pt x="5899918" y="2522174"/>
                  </a:lnTo>
                  <a:lnTo>
                    <a:pt x="5900567" y="2526202"/>
                  </a:lnTo>
                  <a:lnTo>
                    <a:pt x="5901217" y="2530591"/>
                  </a:lnTo>
                  <a:lnTo>
                    <a:pt x="5901867" y="2535209"/>
                  </a:lnTo>
                  <a:lnTo>
                    <a:pt x="5902517" y="2540027"/>
                  </a:lnTo>
                  <a:lnTo>
                    <a:pt x="5903167" y="2545081"/>
                  </a:lnTo>
                  <a:lnTo>
                    <a:pt x="5903817" y="2550321"/>
                  </a:lnTo>
                  <a:lnTo>
                    <a:pt x="5904467" y="2555747"/>
                  </a:lnTo>
                  <a:lnTo>
                    <a:pt x="5905117" y="2561313"/>
                  </a:lnTo>
                  <a:lnTo>
                    <a:pt x="5905767" y="2566992"/>
                  </a:lnTo>
                  <a:lnTo>
                    <a:pt x="5906417" y="2572673"/>
                  </a:lnTo>
                  <a:lnTo>
                    <a:pt x="5907067" y="2578322"/>
                  </a:lnTo>
                  <a:lnTo>
                    <a:pt x="5907717" y="2584005"/>
                  </a:lnTo>
                  <a:lnTo>
                    <a:pt x="5908367" y="2589900"/>
                  </a:lnTo>
                  <a:lnTo>
                    <a:pt x="5909017" y="2596090"/>
                  </a:lnTo>
                  <a:lnTo>
                    <a:pt x="5909667" y="2602611"/>
                  </a:lnTo>
                  <a:lnTo>
                    <a:pt x="5910316" y="2609402"/>
                  </a:lnTo>
                  <a:lnTo>
                    <a:pt x="5910966" y="2616476"/>
                  </a:lnTo>
                  <a:lnTo>
                    <a:pt x="5911616" y="2623895"/>
                  </a:lnTo>
                  <a:lnTo>
                    <a:pt x="5912266" y="2631642"/>
                  </a:lnTo>
                  <a:lnTo>
                    <a:pt x="5912916" y="2639678"/>
                  </a:lnTo>
                  <a:lnTo>
                    <a:pt x="5913566" y="2648037"/>
                  </a:lnTo>
                  <a:lnTo>
                    <a:pt x="5914216" y="2656704"/>
                  </a:lnTo>
                  <a:lnTo>
                    <a:pt x="5914866" y="2665747"/>
                  </a:lnTo>
                  <a:lnTo>
                    <a:pt x="5915516" y="2675187"/>
                  </a:lnTo>
                  <a:lnTo>
                    <a:pt x="5916166" y="2685000"/>
                  </a:lnTo>
                  <a:lnTo>
                    <a:pt x="5916816" y="2695121"/>
                  </a:lnTo>
                  <a:lnTo>
                    <a:pt x="5917466" y="2705497"/>
                  </a:lnTo>
                  <a:lnTo>
                    <a:pt x="5918116" y="2716055"/>
                  </a:lnTo>
                  <a:lnTo>
                    <a:pt x="5918766" y="2726663"/>
                  </a:lnTo>
                  <a:lnTo>
                    <a:pt x="5919416" y="2737286"/>
                  </a:lnTo>
                  <a:lnTo>
                    <a:pt x="5920066" y="2747948"/>
                  </a:lnTo>
                  <a:lnTo>
                    <a:pt x="5920715" y="2758650"/>
                  </a:lnTo>
                  <a:lnTo>
                    <a:pt x="5921365" y="2769444"/>
                  </a:lnTo>
                  <a:lnTo>
                    <a:pt x="5922015" y="2780354"/>
                  </a:lnTo>
                  <a:lnTo>
                    <a:pt x="5922665" y="2791306"/>
                  </a:lnTo>
                  <a:lnTo>
                    <a:pt x="5923315" y="2802238"/>
                  </a:lnTo>
                  <a:lnTo>
                    <a:pt x="5923965" y="2813082"/>
                  </a:lnTo>
                  <a:lnTo>
                    <a:pt x="5924615" y="2823705"/>
                  </a:lnTo>
                  <a:lnTo>
                    <a:pt x="5925265" y="2834035"/>
                  </a:lnTo>
                  <a:lnTo>
                    <a:pt x="5925915" y="2844148"/>
                  </a:lnTo>
                  <a:lnTo>
                    <a:pt x="5926565" y="2854121"/>
                  </a:lnTo>
                  <a:lnTo>
                    <a:pt x="5927215" y="2863978"/>
                  </a:lnTo>
                  <a:lnTo>
                    <a:pt x="5927865" y="2873713"/>
                  </a:lnTo>
                  <a:lnTo>
                    <a:pt x="5928515" y="2883233"/>
                  </a:lnTo>
                  <a:lnTo>
                    <a:pt x="5929165" y="2892474"/>
                  </a:lnTo>
                  <a:lnTo>
                    <a:pt x="5929815" y="2901388"/>
                  </a:lnTo>
                  <a:lnTo>
                    <a:pt x="5930464" y="2909997"/>
                  </a:lnTo>
                  <a:lnTo>
                    <a:pt x="5931114" y="2918376"/>
                  </a:lnTo>
                  <a:lnTo>
                    <a:pt x="5931764" y="2926577"/>
                  </a:lnTo>
                  <a:lnTo>
                    <a:pt x="5932414" y="2934601"/>
                  </a:lnTo>
                  <a:lnTo>
                    <a:pt x="5933064" y="2942437"/>
                  </a:lnTo>
                  <a:lnTo>
                    <a:pt x="5933714" y="2950126"/>
                  </a:lnTo>
                  <a:lnTo>
                    <a:pt x="5934364" y="2957709"/>
                  </a:lnTo>
                  <a:lnTo>
                    <a:pt x="5935014" y="2965215"/>
                  </a:lnTo>
                  <a:lnTo>
                    <a:pt x="5935664" y="2972579"/>
                  </a:lnTo>
                  <a:lnTo>
                    <a:pt x="5936314" y="2979724"/>
                  </a:lnTo>
                  <a:lnTo>
                    <a:pt x="5936964" y="2986639"/>
                  </a:lnTo>
                  <a:lnTo>
                    <a:pt x="5937614" y="2993304"/>
                  </a:lnTo>
                  <a:lnTo>
                    <a:pt x="5938264" y="2999766"/>
                  </a:lnTo>
                  <a:lnTo>
                    <a:pt x="5938914" y="3006075"/>
                  </a:lnTo>
                  <a:lnTo>
                    <a:pt x="5939564" y="3012293"/>
                  </a:lnTo>
                  <a:lnTo>
                    <a:pt x="5960583" y="3012293"/>
                  </a:lnTo>
                  <a:lnTo>
                    <a:pt x="5961011" y="3008424"/>
                  </a:lnTo>
                  <a:lnTo>
                    <a:pt x="5961661" y="3002397"/>
                  </a:lnTo>
                  <a:lnTo>
                    <a:pt x="5962311" y="2996301"/>
                  </a:lnTo>
                  <a:lnTo>
                    <a:pt x="5962961" y="2990148"/>
                  </a:lnTo>
                  <a:lnTo>
                    <a:pt x="5963611" y="2983914"/>
                  </a:lnTo>
                  <a:lnTo>
                    <a:pt x="5964261" y="2977548"/>
                  </a:lnTo>
                  <a:lnTo>
                    <a:pt x="5964911" y="2971048"/>
                  </a:lnTo>
                  <a:lnTo>
                    <a:pt x="5965561" y="2964443"/>
                  </a:lnTo>
                  <a:lnTo>
                    <a:pt x="5966211" y="2957733"/>
                  </a:lnTo>
                  <a:lnTo>
                    <a:pt x="5966861" y="2950917"/>
                  </a:lnTo>
                  <a:lnTo>
                    <a:pt x="5967511" y="2943997"/>
                  </a:lnTo>
                  <a:lnTo>
                    <a:pt x="5968161" y="2936972"/>
                  </a:lnTo>
                  <a:lnTo>
                    <a:pt x="5968811" y="2929906"/>
                  </a:lnTo>
                  <a:lnTo>
                    <a:pt x="5969461" y="2922811"/>
                  </a:lnTo>
                  <a:lnTo>
                    <a:pt x="5970111" y="2915685"/>
                  </a:lnTo>
                  <a:lnTo>
                    <a:pt x="5970760" y="2908554"/>
                  </a:lnTo>
                  <a:lnTo>
                    <a:pt x="5971410" y="2901416"/>
                  </a:lnTo>
                  <a:lnTo>
                    <a:pt x="5972060" y="2894269"/>
                  </a:lnTo>
                  <a:lnTo>
                    <a:pt x="5972710" y="2887090"/>
                  </a:lnTo>
                  <a:lnTo>
                    <a:pt x="5973360" y="2879844"/>
                  </a:lnTo>
                  <a:lnTo>
                    <a:pt x="5974010" y="2872580"/>
                  </a:lnTo>
                  <a:lnTo>
                    <a:pt x="5974660" y="2865313"/>
                  </a:lnTo>
                  <a:lnTo>
                    <a:pt x="5975310" y="2858062"/>
                  </a:lnTo>
                  <a:lnTo>
                    <a:pt x="5975960" y="2850868"/>
                  </a:lnTo>
                  <a:lnTo>
                    <a:pt x="5976610" y="2843830"/>
                  </a:lnTo>
                  <a:lnTo>
                    <a:pt x="5977260" y="2836997"/>
                  </a:lnTo>
                  <a:lnTo>
                    <a:pt x="5977910" y="2830430"/>
                  </a:lnTo>
                  <a:lnTo>
                    <a:pt x="5978560" y="2824111"/>
                  </a:lnTo>
                  <a:lnTo>
                    <a:pt x="5979210" y="2818035"/>
                  </a:lnTo>
                  <a:lnTo>
                    <a:pt x="5979860" y="2812154"/>
                  </a:lnTo>
                  <a:lnTo>
                    <a:pt x="5980510" y="2806501"/>
                  </a:lnTo>
                  <a:lnTo>
                    <a:pt x="5981159" y="2801149"/>
                  </a:lnTo>
                  <a:lnTo>
                    <a:pt x="5981809" y="2796243"/>
                  </a:lnTo>
                  <a:lnTo>
                    <a:pt x="5982459" y="2791867"/>
                  </a:lnTo>
                  <a:lnTo>
                    <a:pt x="5983109" y="2788019"/>
                  </a:lnTo>
                  <a:lnTo>
                    <a:pt x="5983759" y="2784711"/>
                  </a:lnTo>
                  <a:lnTo>
                    <a:pt x="5984409" y="2781965"/>
                  </a:lnTo>
                  <a:lnTo>
                    <a:pt x="5985059" y="2779832"/>
                  </a:lnTo>
                  <a:lnTo>
                    <a:pt x="5985709" y="2778351"/>
                  </a:lnTo>
                  <a:lnTo>
                    <a:pt x="5986359" y="2777503"/>
                  </a:lnTo>
                  <a:lnTo>
                    <a:pt x="5987009" y="2777255"/>
                  </a:lnTo>
                  <a:lnTo>
                    <a:pt x="5987659" y="2777545"/>
                  </a:lnTo>
                  <a:lnTo>
                    <a:pt x="5988309" y="2778398"/>
                  </a:lnTo>
                  <a:lnTo>
                    <a:pt x="5988959" y="2779822"/>
                  </a:lnTo>
                  <a:lnTo>
                    <a:pt x="5989609" y="2781840"/>
                  </a:lnTo>
                  <a:lnTo>
                    <a:pt x="5990259" y="2784438"/>
                  </a:lnTo>
                  <a:lnTo>
                    <a:pt x="5990908" y="2787540"/>
                  </a:lnTo>
                  <a:lnTo>
                    <a:pt x="5991558" y="2790974"/>
                  </a:lnTo>
                  <a:lnTo>
                    <a:pt x="5992208" y="2794576"/>
                  </a:lnTo>
                  <a:lnTo>
                    <a:pt x="5992858" y="2798326"/>
                  </a:lnTo>
                  <a:lnTo>
                    <a:pt x="5993508" y="2802254"/>
                  </a:lnTo>
                  <a:lnTo>
                    <a:pt x="5994158" y="2806358"/>
                  </a:lnTo>
                  <a:lnTo>
                    <a:pt x="5994808" y="2810560"/>
                  </a:lnTo>
                  <a:lnTo>
                    <a:pt x="5995458" y="2814771"/>
                  </a:lnTo>
                  <a:lnTo>
                    <a:pt x="5996108" y="2818983"/>
                  </a:lnTo>
                  <a:lnTo>
                    <a:pt x="5996758" y="2823194"/>
                  </a:lnTo>
                  <a:lnTo>
                    <a:pt x="5997408" y="2827406"/>
                  </a:lnTo>
                  <a:lnTo>
                    <a:pt x="5998058" y="2831617"/>
                  </a:lnTo>
                  <a:lnTo>
                    <a:pt x="5998708" y="2835829"/>
                  </a:lnTo>
                  <a:lnTo>
                    <a:pt x="5999358" y="2840040"/>
                  </a:lnTo>
                  <a:lnTo>
                    <a:pt x="6000008" y="2844251"/>
                  </a:lnTo>
                  <a:lnTo>
                    <a:pt x="6000658" y="2848463"/>
                  </a:lnTo>
                  <a:lnTo>
                    <a:pt x="6001307" y="2852674"/>
                  </a:lnTo>
                  <a:lnTo>
                    <a:pt x="6001957" y="2856886"/>
                  </a:lnTo>
                  <a:lnTo>
                    <a:pt x="6002607" y="2861097"/>
                  </a:lnTo>
                  <a:lnTo>
                    <a:pt x="6003257" y="2865309"/>
                  </a:lnTo>
                  <a:lnTo>
                    <a:pt x="6003907" y="2869520"/>
                  </a:lnTo>
                  <a:lnTo>
                    <a:pt x="6004557" y="2873732"/>
                  </a:lnTo>
                  <a:lnTo>
                    <a:pt x="6005207" y="2877943"/>
                  </a:lnTo>
                  <a:lnTo>
                    <a:pt x="6005857" y="2882183"/>
                  </a:lnTo>
                  <a:lnTo>
                    <a:pt x="6006507" y="2886478"/>
                  </a:lnTo>
                  <a:lnTo>
                    <a:pt x="6007157" y="2890736"/>
                  </a:lnTo>
                  <a:lnTo>
                    <a:pt x="6007807" y="2894971"/>
                  </a:lnTo>
                  <a:lnTo>
                    <a:pt x="6008457" y="2899137"/>
                  </a:lnTo>
                  <a:lnTo>
                    <a:pt x="6009107" y="2903146"/>
                  </a:lnTo>
                  <a:lnTo>
                    <a:pt x="6009757" y="2906922"/>
                  </a:lnTo>
                  <a:lnTo>
                    <a:pt x="6010407" y="2910457"/>
                  </a:lnTo>
                  <a:lnTo>
                    <a:pt x="6011056" y="2913763"/>
                  </a:lnTo>
                  <a:lnTo>
                    <a:pt x="6011706" y="2916862"/>
                  </a:lnTo>
                  <a:lnTo>
                    <a:pt x="6012356" y="2919816"/>
                  </a:lnTo>
                  <a:lnTo>
                    <a:pt x="6013006" y="2922672"/>
                  </a:lnTo>
                  <a:lnTo>
                    <a:pt x="6013656" y="2925428"/>
                  </a:lnTo>
                  <a:lnTo>
                    <a:pt x="6014306" y="2927950"/>
                  </a:lnTo>
                  <a:lnTo>
                    <a:pt x="6014956" y="2930169"/>
                  </a:lnTo>
                  <a:lnTo>
                    <a:pt x="6015606" y="2932011"/>
                  </a:lnTo>
                  <a:lnTo>
                    <a:pt x="6016256" y="2933473"/>
                  </a:lnTo>
                  <a:lnTo>
                    <a:pt x="6016906" y="2934592"/>
                  </a:lnTo>
                  <a:lnTo>
                    <a:pt x="6017556" y="2935384"/>
                  </a:lnTo>
                  <a:lnTo>
                    <a:pt x="6018206" y="2935783"/>
                  </a:lnTo>
                  <a:lnTo>
                    <a:pt x="6018856" y="2935792"/>
                  </a:lnTo>
                  <a:lnTo>
                    <a:pt x="6019506" y="2935433"/>
                  </a:lnTo>
                  <a:lnTo>
                    <a:pt x="6020156" y="2934694"/>
                  </a:lnTo>
                  <a:lnTo>
                    <a:pt x="6020806" y="2933525"/>
                  </a:lnTo>
                  <a:lnTo>
                    <a:pt x="6021455" y="2931849"/>
                  </a:lnTo>
                  <a:lnTo>
                    <a:pt x="6022105" y="2929600"/>
                  </a:lnTo>
                  <a:lnTo>
                    <a:pt x="6022755" y="2926720"/>
                  </a:lnTo>
                  <a:lnTo>
                    <a:pt x="6023405" y="2923192"/>
                  </a:lnTo>
                  <a:lnTo>
                    <a:pt x="6024055" y="2919123"/>
                  </a:lnTo>
                  <a:lnTo>
                    <a:pt x="6024705" y="2914630"/>
                  </a:lnTo>
                  <a:lnTo>
                    <a:pt x="6025355" y="2909802"/>
                  </a:lnTo>
                  <a:lnTo>
                    <a:pt x="6026005" y="2904551"/>
                  </a:lnTo>
                  <a:lnTo>
                    <a:pt x="6026655" y="2898847"/>
                  </a:lnTo>
                  <a:lnTo>
                    <a:pt x="6027305" y="2892687"/>
                  </a:lnTo>
                  <a:lnTo>
                    <a:pt x="6027955" y="2886194"/>
                  </a:lnTo>
                  <a:lnTo>
                    <a:pt x="6028605" y="2879354"/>
                  </a:lnTo>
                  <a:lnTo>
                    <a:pt x="6029255" y="2872138"/>
                  </a:lnTo>
                  <a:lnTo>
                    <a:pt x="6029905" y="2864574"/>
                  </a:lnTo>
                  <a:lnTo>
                    <a:pt x="6030555" y="2856718"/>
                  </a:lnTo>
                  <a:lnTo>
                    <a:pt x="6031204" y="2848629"/>
                  </a:lnTo>
                  <a:lnTo>
                    <a:pt x="6031854" y="2840307"/>
                  </a:lnTo>
                  <a:lnTo>
                    <a:pt x="6032504" y="2831753"/>
                  </a:lnTo>
                  <a:lnTo>
                    <a:pt x="6033154" y="2822967"/>
                  </a:lnTo>
                  <a:lnTo>
                    <a:pt x="6033804" y="2813948"/>
                  </a:lnTo>
                  <a:lnTo>
                    <a:pt x="6034454" y="2804696"/>
                  </a:lnTo>
                  <a:lnTo>
                    <a:pt x="6035104" y="2795225"/>
                  </a:lnTo>
                  <a:lnTo>
                    <a:pt x="6035754" y="2785550"/>
                  </a:lnTo>
                  <a:lnTo>
                    <a:pt x="6036404" y="2775711"/>
                  </a:lnTo>
                  <a:lnTo>
                    <a:pt x="6037054" y="2765707"/>
                  </a:lnTo>
                  <a:lnTo>
                    <a:pt x="6037704" y="2755538"/>
                  </a:lnTo>
                  <a:lnTo>
                    <a:pt x="6038354" y="2745203"/>
                  </a:lnTo>
                  <a:lnTo>
                    <a:pt x="6039004" y="2734781"/>
                  </a:lnTo>
                  <a:lnTo>
                    <a:pt x="6039654" y="2724378"/>
                  </a:lnTo>
                  <a:lnTo>
                    <a:pt x="6040304" y="2714001"/>
                  </a:lnTo>
                  <a:lnTo>
                    <a:pt x="6040953" y="2703576"/>
                  </a:lnTo>
                  <a:lnTo>
                    <a:pt x="6041603" y="2693132"/>
                  </a:lnTo>
                  <a:lnTo>
                    <a:pt x="6042253" y="2682657"/>
                  </a:lnTo>
                  <a:lnTo>
                    <a:pt x="6042903" y="2672113"/>
                  </a:lnTo>
                  <a:lnTo>
                    <a:pt x="6043553" y="2661511"/>
                  </a:lnTo>
                  <a:lnTo>
                    <a:pt x="6044203" y="2650832"/>
                  </a:lnTo>
                  <a:lnTo>
                    <a:pt x="6044853" y="2640083"/>
                  </a:lnTo>
                  <a:lnTo>
                    <a:pt x="6045503" y="2629193"/>
                  </a:lnTo>
                  <a:lnTo>
                    <a:pt x="6046153" y="2618127"/>
                  </a:lnTo>
                  <a:lnTo>
                    <a:pt x="6046803" y="2606889"/>
                  </a:lnTo>
                  <a:lnTo>
                    <a:pt x="6047453" y="2595500"/>
                  </a:lnTo>
                  <a:lnTo>
                    <a:pt x="6048103" y="2583986"/>
                  </a:lnTo>
                  <a:lnTo>
                    <a:pt x="6048753" y="2572343"/>
                  </a:lnTo>
                  <a:lnTo>
                    <a:pt x="6049403" y="2560515"/>
                  </a:lnTo>
                  <a:lnTo>
                    <a:pt x="6050053" y="2548400"/>
                  </a:lnTo>
                  <a:lnTo>
                    <a:pt x="6050703" y="2535939"/>
                  </a:lnTo>
                  <a:lnTo>
                    <a:pt x="6051352" y="2523171"/>
                  </a:lnTo>
                  <a:lnTo>
                    <a:pt x="6052002" y="2510105"/>
                  </a:lnTo>
                  <a:lnTo>
                    <a:pt x="6052652" y="2496795"/>
                  </a:lnTo>
                  <a:lnTo>
                    <a:pt x="6053302" y="2483306"/>
                  </a:lnTo>
                  <a:lnTo>
                    <a:pt x="6053952" y="2469759"/>
                  </a:lnTo>
                  <a:lnTo>
                    <a:pt x="6054602" y="2456189"/>
                  </a:lnTo>
                  <a:lnTo>
                    <a:pt x="6055252" y="2442675"/>
                  </a:lnTo>
                  <a:lnTo>
                    <a:pt x="6055902" y="2429262"/>
                  </a:lnTo>
                  <a:lnTo>
                    <a:pt x="6056552" y="2415918"/>
                  </a:lnTo>
                  <a:lnTo>
                    <a:pt x="6057202" y="2402631"/>
                  </a:lnTo>
                  <a:lnTo>
                    <a:pt x="6057852" y="2389391"/>
                  </a:lnTo>
                  <a:lnTo>
                    <a:pt x="6058502" y="2376296"/>
                  </a:lnTo>
                  <a:lnTo>
                    <a:pt x="6059152" y="2363458"/>
                  </a:lnTo>
                  <a:lnTo>
                    <a:pt x="6059802" y="2350944"/>
                  </a:lnTo>
                  <a:lnTo>
                    <a:pt x="6060452" y="2338874"/>
                  </a:lnTo>
                  <a:lnTo>
                    <a:pt x="6061101" y="2327243"/>
                  </a:lnTo>
                  <a:lnTo>
                    <a:pt x="6061751" y="2316122"/>
                  </a:lnTo>
                  <a:lnTo>
                    <a:pt x="6062401" y="2305559"/>
                  </a:lnTo>
                  <a:lnTo>
                    <a:pt x="6063051" y="2295430"/>
                  </a:lnTo>
                  <a:lnTo>
                    <a:pt x="6063701" y="2285543"/>
                  </a:lnTo>
                  <a:lnTo>
                    <a:pt x="6064351" y="2275854"/>
                  </a:lnTo>
                  <a:lnTo>
                    <a:pt x="6065001" y="2266397"/>
                  </a:lnTo>
                  <a:lnTo>
                    <a:pt x="6065651" y="2257173"/>
                  </a:lnTo>
                  <a:lnTo>
                    <a:pt x="6066301" y="2248249"/>
                  </a:lnTo>
                  <a:lnTo>
                    <a:pt x="6066951" y="2239639"/>
                  </a:lnTo>
                  <a:lnTo>
                    <a:pt x="6067601" y="2231118"/>
                  </a:lnTo>
                  <a:lnTo>
                    <a:pt x="6068251" y="2222632"/>
                  </a:lnTo>
                  <a:lnTo>
                    <a:pt x="6068901" y="2214093"/>
                  </a:lnTo>
                  <a:lnTo>
                    <a:pt x="6069551" y="2205389"/>
                  </a:lnTo>
                  <a:lnTo>
                    <a:pt x="6070201" y="2196467"/>
                  </a:lnTo>
                  <a:lnTo>
                    <a:pt x="6070851" y="2187311"/>
                  </a:lnTo>
                  <a:lnTo>
                    <a:pt x="6071500" y="2177806"/>
                  </a:lnTo>
                  <a:lnTo>
                    <a:pt x="6072150" y="2167827"/>
                  </a:lnTo>
                  <a:lnTo>
                    <a:pt x="6072800" y="2157322"/>
                  </a:lnTo>
                  <a:lnTo>
                    <a:pt x="6073450" y="2146457"/>
                  </a:lnTo>
                  <a:lnTo>
                    <a:pt x="6074100" y="2135245"/>
                  </a:lnTo>
                  <a:lnTo>
                    <a:pt x="6074750" y="2123704"/>
                  </a:lnTo>
                  <a:lnTo>
                    <a:pt x="6075400" y="2111944"/>
                  </a:lnTo>
                  <a:lnTo>
                    <a:pt x="6076050" y="2099989"/>
                  </a:lnTo>
                  <a:lnTo>
                    <a:pt x="6076700" y="2087787"/>
                  </a:lnTo>
                  <a:lnTo>
                    <a:pt x="6077350" y="2075327"/>
                  </a:lnTo>
                  <a:lnTo>
                    <a:pt x="6078000" y="2062657"/>
                  </a:lnTo>
                  <a:lnTo>
                    <a:pt x="6078650" y="2049795"/>
                  </a:lnTo>
                  <a:lnTo>
                    <a:pt x="6079300" y="2036819"/>
                  </a:lnTo>
                  <a:lnTo>
                    <a:pt x="6079950" y="2023759"/>
                  </a:lnTo>
                  <a:lnTo>
                    <a:pt x="6080600" y="2010694"/>
                  </a:lnTo>
                  <a:lnTo>
                    <a:pt x="6081249" y="1997649"/>
                  </a:lnTo>
                  <a:lnTo>
                    <a:pt x="6081899" y="1984682"/>
                  </a:lnTo>
                  <a:lnTo>
                    <a:pt x="6082549" y="1971879"/>
                  </a:lnTo>
                  <a:lnTo>
                    <a:pt x="6083199" y="1959336"/>
                  </a:lnTo>
                  <a:lnTo>
                    <a:pt x="6083849" y="1947112"/>
                  </a:lnTo>
                  <a:lnTo>
                    <a:pt x="6084499" y="1935184"/>
                  </a:lnTo>
                  <a:lnTo>
                    <a:pt x="6085149" y="1923547"/>
                  </a:lnTo>
                  <a:lnTo>
                    <a:pt x="6085799" y="1912115"/>
                  </a:lnTo>
                  <a:lnTo>
                    <a:pt x="6086449" y="1900837"/>
                  </a:lnTo>
                  <a:lnTo>
                    <a:pt x="6087099" y="1889703"/>
                  </a:lnTo>
                  <a:lnTo>
                    <a:pt x="6087749" y="1878652"/>
                  </a:lnTo>
                  <a:lnTo>
                    <a:pt x="6088399" y="1867596"/>
                  </a:lnTo>
                  <a:lnTo>
                    <a:pt x="6089049" y="1856500"/>
                  </a:lnTo>
                  <a:lnTo>
                    <a:pt x="6089699" y="1845356"/>
                  </a:lnTo>
                  <a:lnTo>
                    <a:pt x="6090349" y="1834071"/>
                  </a:lnTo>
                  <a:lnTo>
                    <a:pt x="6090999" y="1822578"/>
                  </a:lnTo>
                  <a:lnTo>
                    <a:pt x="6091648" y="1810693"/>
                  </a:lnTo>
                  <a:lnTo>
                    <a:pt x="6092298" y="1798312"/>
                  </a:lnTo>
                  <a:lnTo>
                    <a:pt x="6092948" y="1785201"/>
                  </a:lnTo>
                  <a:lnTo>
                    <a:pt x="6093598" y="1771156"/>
                  </a:lnTo>
                  <a:lnTo>
                    <a:pt x="6094248" y="1756090"/>
                  </a:lnTo>
                  <a:lnTo>
                    <a:pt x="6094898" y="1739903"/>
                  </a:lnTo>
                  <a:lnTo>
                    <a:pt x="6095548" y="1722645"/>
                  </a:lnTo>
                  <a:lnTo>
                    <a:pt x="6096198" y="1704506"/>
                  </a:lnTo>
                  <a:lnTo>
                    <a:pt x="6096848" y="1685640"/>
                  </a:lnTo>
                  <a:lnTo>
                    <a:pt x="6097498" y="1666049"/>
                  </a:lnTo>
                  <a:lnTo>
                    <a:pt x="6098148" y="1645753"/>
                  </a:lnTo>
                  <a:lnTo>
                    <a:pt x="6098798" y="1624685"/>
                  </a:lnTo>
                  <a:lnTo>
                    <a:pt x="6099448" y="1602791"/>
                  </a:lnTo>
                  <a:lnTo>
                    <a:pt x="6100098" y="1580268"/>
                  </a:lnTo>
                  <a:lnTo>
                    <a:pt x="6100748" y="1557394"/>
                  </a:lnTo>
                  <a:lnTo>
                    <a:pt x="6101397" y="1534245"/>
                  </a:lnTo>
                  <a:lnTo>
                    <a:pt x="6102047" y="1510970"/>
                  </a:lnTo>
                  <a:lnTo>
                    <a:pt x="6102697" y="1487699"/>
                  </a:lnTo>
                  <a:lnTo>
                    <a:pt x="6103347" y="1464561"/>
                  </a:lnTo>
                  <a:lnTo>
                    <a:pt x="6103997" y="1441690"/>
                  </a:lnTo>
                  <a:lnTo>
                    <a:pt x="6104647" y="1419243"/>
                  </a:lnTo>
                  <a:lnTo>
                    <a:pt x="6105297" y="1397260"/>
                  </a:lnTo>
                  <a:lnTo>
                    <a:pt x="6105947" y="1375663"/>
                  </a:lnTo>
                  <a:lnTo>
                    <a:pt x="6106597" y="1354403"/>
                  </a:lnTo>
                  <a:lnTo>
                    <a:pt x="6107247" y="1333597"/>
                  </a:lnTo>
                  <a:lnTo>
                    <a:pt x="6107897" y="1313257"/>
                  </a:lnTo>
                  <a:lnTo>
                    <a:pt x="6108547" y="1293405"/>
                  </a:lnTo>
                  <a:lnTo>
                    <a:pt x="6109197" y="1274080"/>
                  </a:lnTo>
                  <a:lnTo>
                    <a:pt x="6109847" y="1255301"/>
                  </a:lnTo>
                  <a:lnTo>
                    <a:pt x="6110497" y="1237042"/>
                  </a:lnTo>
                  <a:lnTo>
                    <a:pt x="6111147" y="1219370"/>
                  </a:lnTo>
                  <a:lnTo>
                    <a:pt x="6111796" y="1202290"/>
                  </a:lnTo>
                  <a:lnTo>
                    <a:pt x="6112446" y="1185765"/>
                  </a:lnTo>
                  <a:lnTo>
                    <a:pt x="6113096" y="1169790"/>
                  </a:lnTo>
                  <a:lnTo>
                    <a:pt x="6113746" y="1154290"/>
                  </a:lnTo>
                  <a:lnTo>
                    <a:pt x="6114396" y="1139153"/>
                  </a:lnTo>
                  <a:lnTo>
                    <a:pt x="6115046" y="1124370"/>
                  </a:lnTo>
                  <a:lnTo>
                    <a:pt x="6115696" y="1110012"/>
                  </a:lnTo>
                  <a:lnTo>
                    <a:pt x="6116346" y="1096076"/>
                  </a:lnTo>
                  <a:lnTo>
                    <a:pt x="6116996" y="1082482"/>
                  </a:lnTo>
                  <a:lnTo>
                    <a:pt x="6117646" y="1069204"/>
                  </a:lnTo>
                  <a:lnTo>
                    <a:pt x="6118296" y="1056244"/>
                  </a:lnTo>
                  <a:lnTo>
                    <a:pt x="6118946" y="1043660"/>
                  </a:lnTo>
                  <a:lnTo>
                    <a:pt x="6119596" y="1031430"/>
                  </a:lnTo>
                  <a:lnTo>
                    <a:pt x="6120246" y="1019563"/>
                  </a:lnTo>
                  <a:lnTo>
                    <a:pt x="6120896" y="1008103"/>
                  </a:lnTo>
                  <a:lnTo>
                    <a:pt x="6121545" y="997113"/>
                  </a:lnTo>
                  <a:lnTo>
                    <a:pt x="6122195" y="986612"/>
                  </a:lnTo>
                  <a:lnTo>
                    <a:pt x="6122845" y="976679"/>
                  </a:lnTo>
                  <a:lnTo>
                    <a:pt x="6123495" y="967393"/>
                  </a:lnTo>
                  <a:lnTo>
                    <a:pt x="6124145" y="958874"/>
                  </a:lnTo>
                  <a:lnTo>
                    <a:pt x="6124795" y="951148"/>
                  </a:lnTo>
                  <a:lnTo>
                    <a:pt x="6125445" y="944282"/>
                  </a:lnTo>
                  <a:lnTo>
                    <a:pt x="6126095" y="938550"/>
                  </a:lnTo>
                  <a:lnTo>
                    <a:pt x="6126745" y="934130"/>
                  </a:lnTo>
                  <a:lnTo>
                    <a:pt x="6127395" y="931099"/>
                  </a:lnTo>
                  <a:lnTo>
                    <a:pt x="6128045" y="929510"/>
                  </a:lnTo>
                  <a:lnTo>
                    <a:pt x="6128695" y="929292"/>
                  </a:lnTo>
                  <a:lnTo>
                    <a:pt x="6129345" y="930328"/>
                  </a:lnTo>
                  <a:lnTo>
                    <a:pt x="6129995" y="932541"/>
                  </a:lnTo>
                  <a:lnTo>
                    <a:pt x="6130645" y="935905"/>
                  </a:lnTo>
                  <a:lnTo>
                    <a:pt x="6131295" y="940413"/>
                  </a:lnTo>
                  <a:lnTo>
                    <a:pt x="6131944" y="946114"/>
                  </a:lnTo>
                  <a:lnTo>
                    <a:pt x="6132594" y="952924"/>
                  </a:lnTo>
                  <a:lnTo>
                    <a:pt x="6133244" y="960584"/>
                  </a:lnTo>
                  <a:lnTo>
                    <a:pt x="6133894" y="969096"/>
                  </a:lnTo>
                  <a:lnTo>
                    <a:pt x="6134544" y="978515"/>
                  </a:lnTo>
                  <a:lnTo>
                    <a:pt x="6135194" y="988768"/>
                  </a:lnTo>
                  <a:lnTo>
                    <a:pt x="6135844" y="999656"/>
                  </a:lnTo>
                  <a:lnTo>
                    <a:pt x="6136494" y="1011004"/>
                  </a:lnTo>
                  <a:lnTo>
                    <a:pt x="6137144" y="1022670"/>
                  </a:lnTo>
                  <a:lnTo>
                    <a:pt x="6137794" y="1034599"/>
                  </a:lnTo>
                  <a:lnTo>
                    <a:pt x="6138444" y="1046823"/>
                  </a:lnTo>
                  <a:lnTo>
                    <a:pt x="6139094" y="1059408"/>
                  </a:lnTo>
                  <a:lnTo>
                    <a:pt x="6139744" y="1072315"/>
                  </a:lnTo>
                  <a:lnTo>
                    <a:pt x="6140394" y="1085448"/>
                  </a:lnTo>
                  <a:lnTo>
                    <a:pt x="6141044" y="1098729"/>
                  </a:lnTo>
                  <a:lnTo>
                    <a:pt x="6141693" y="1112110"/>
                  </a:lnTo>
                  <a:lnTo>
                    <a:pt x="6142343" y="1125663"/>
                  </a:lnTo>
                  <a:lnTo>
                    <a:pt x="6142993" y="1139423"/>
                  </a:lnTo>
                  <a:lnTo>
                    <a:pt x="6143643" y="1153317"/>
                  </a:lnTo>
                  <a:lnTo>
                    <a:pt x="6144293" y="1167278"/>
                  </a:lnTo>
                  <a:lnTo>
                    <a:pt x="6144943" y="1181307"/>
                  </a:lnTo>
                  <a:lnTo>
                    <a:pt x="6145593" y="1195434"/>
                  </a:lnTo>
                  <a:lnTo>
                    <a:pt x="6146243" y="1209705"/>
                  </a:lnTo>
                  <a:lnTo>
                    <a:pt x="6146893" y="1224224"/>
                  </a:lnTo>
                  <a:lnTo>
                    <a:pt x="6147543" y="1239105"/>
                  </a:lnTo>
                  <a:lnTo>
                    <a:pt x="6148193" y="1254268"/>
                  </a:lnTo>
                  <a:lnTo>
                    <a:pt x="6148843" y="1269550"/>
                  </a:lnTo>
                  <a:lnTo>
                    <a:pt x="6149493" y="1284973"/>
                  </a:lnTo>
                  <a:lnTo>
                    <a:pt x="6150143" y="1300591"/>
                  </a:lnTo>
                  <a:lnTo>
                    <a:pt x="6150793" y="1316443"/>
                  </a:lnTo>
                  <a:lnTo>
                    <a:pt x="6151443" y="1332531"/>
                  </a:lnTo>
                  <a:lnTo>
                    <a:pt x="6152092" y="1348801"/>
                  </a:lnTo>
                  <a:lnTo>
                    <a:pt x="6152742" y="1365259"/>
                  </a:lnTo>
                  <a:lnTo>
                    <a:pt x="6153392" y="1381904"/>
                  </a:lnTo>
                  <a:lnTo>
                    <a:pt x="6154042" y="1398734"/>
                  </a:lnTo>
                  <a:lnTo>
                    <a:pt x="6154692" y="1415715"/>
                  </a:lnTo>
                  <a:lnTo>
                    <a:pt x="6155342" y="1432809"/>
                  </a:lnTo>
                  <a:lnTo>
                    <a:pt x="6155992" y="1449931"/>
                  </a:lnTo>
                  <a:lnTo>
                    <a:pt x="6156642" y="1467038"/>
                  </a:lnTo>
                  <a:lnTo>
                    <a:pt x="6157292" y="1484111"/>
                  </a:lnTo>
                  <a:lnTo>
                    <a:pt x="6157942" y="1501197"/>
                  </a:lnTo>
                  <a:lnTo>
                    <a:pt x="6158592" y="1518281"/>
                  </a:lnTo>
                  <a:lnTo>
                    <a:pt x="6159242" y="1535222"/>
                  </a:lnTo>
                  <a:lnTo>
                    <a:pt x="6159892" y="1551857"/>
                  </a:lnTo>
                  <a:lnTo>
                    <a:pt x="6160542" y="1568133"/>
                  </a:lnTo>
                  <a:lnTo>
                    <a:pt x="6161192" y="1584037"/>
                  </a:lnTo>
                  <a:lnTo>
                    <a:pt x="6161841" y="1599596"/>
                  </a:lnTo>
                  <a:lnTo>
                    <a:pt x="6162491" y="1614902"/>
                  </a:lnTo>
                  <a:lnTo>
                    <a:pt x="6163141" y="1630007"/>
                  </a:lnTo>
                  <a:lnTo>
                    <a:pt x="6163791" y="1644881"/>
                  </a:lnTo>
                  <a:lnTo>
                    <a:pt x="6164441" y="1659512"/>
                  </a:lnTo>
                  <a:lnTo>
                    <a:pt x="6165091" y="1674028"/>
                  </a:lnTo>
                  <a:lnTo>
                    <a:pt x="6165741" y="1688540"/>
                  </a:lnTo>
                  <a:lnTo>
                    <a:pt x="6166391" y="1703040"/>
                  </a:lnTo>
                  <a:lnTo>
                    <a:pt x="6167041" y="1717395"/>
                  </a:lnTo>
                  <a:lnTo>
                    <a:pt x="6167691" y="1731561"/>
                  </a:lnTo>
                  <a:lnTo>
                    <a:pt x="6168341" y="1745614"/>
                  </a:lnTo>
                  <a:lnTo>
                    <a:pt x="6168991" y="1759719"/>
                  </a:lnTo>
                  <a:lnTo>
                    <a:pt x="6169641" y="1774086"/>
                  </a:lnTo>
                  <a:lnTo>
                    <a:pt x="6170291" y="1788816"/>
                  </a:lnTo>
                  <a:lnTo>
                    <a:pt x="6170941" y="1803875"/>
                  </a:lnTo>
                  <a:lnTo>
                    <a:pt x="6171591" y="1819192"/>
                  </a:lnTo>
                  <a:lnTo>
                    <a:pt x="6172240" y="1834708"/>
                  </a:lnTo>
                  <a:lnTo>
                    <a:pt x="6172890" y="1850416"/>
                  </a:lnTo>
                  <a:lnTo>
                    <a:pt x="6173540" y="1866352"/>
                  </a:lnTo>
                  <a:lnTo>
                    <a:pt x="6174190" y="1882590"/>
                  </a:lnTo>
                  <a:lnTo>
                    <a:pt x="6174840" y="1899056"/>
                  </a:lnTo>
                  <a:lnTo>
                    <a:pt x="6175490" y="1915637"/>
                  </a:lnTo>
                  <a:lnTo>
                    <a:pt x="6176140" y="1932254"/>
                  </a:lnTo>
                  <a:lnTo>
                    <a:pt x="6176790" y="1948946"/>
                  </a:lnTo>
                  <a:lnTo>
                    <a:pt x="6177440" y="1965673"/>
                  </a:lnTo>
                  <a:lnTo>
                    <a:pt x="6178090" y="1982324"/>
                  </a:lnTo>
                  <a:lnTo>
                    <a:pt x="6178740" y="1998810"/>
                  </a:lnTo>
                  <a:lnTo>
                    <a:pt x="6179390" y="2015051"/>
                  </a:lnTo>
                  <a:lnTo>
                    <a:pt x="6180040" y="2030934"/>
                  </a:lnTo>
                  <a:lnTo>
                    <a:pt x="6180690" y="2046449"/>
                  </a:lnTo>
                  <a:lnTo>
                    <a:pt x="6181340" y="2061705"/>
                  </a:lnTo>
                  <a:lnTo>
                    <a:pt x="6181989" y="2076765"/>
                  </a:lnTo>
                  <a:lnTo>
                    <a:pt x="6182639" y="2091611"/>
                  </a:lnTo>
                  <a:lnTo>
                    <a:pt x="6183289" y="2106223"/>
                  </a:lnTo>
                  <a:lnTo>
                    <a:pt x="6183939" y="2120530"/>
                  </a:lnTo>
                  <a:lnTo>
                    <a:pt x="6184589" y="2134559"/>
                  </a:lnTo>
                  <a:lnTo>
                    <a:pt x="6185239" y="2148380"/>
                  </a:lnTo>
                  <a:lnTo>
                    <a:pt x="6185889" y="2162125"/>
                  </a:lnTo>
                  <a:lnTo>
                    <a:pt x="6186539" y="2175794"/>
                  </a:lnTo>
                  <a:lnTo>
                    <a:pt x="6187189" y="2189432"/>
                  </a:lnTo>
                  <a:lnTo>
                    <a:pt x="6187839" y="2203100"/>
                  </a:lnTo>
                  <a:lnTo>
                    <a:pt x="6188489" y="2216860"/>
                  </a:lnTo>
                  <a:lnTo>
                    <a:pt x="6189139" y="2230754"/>
                  </a:lnTo>
                  <a:lnTo>
                    <a:pt x="6189789" y="2244817"/>
                  </a:lnTo>
                  <a:lnTo>
                    <a:pt x="6190439" y="2258967"/>
                  </a:lnTo>
                  <a:lnTo>
                    <a:pt x="6191089" y="2273074"/>
                  </a:lnTo>
                  <a:lnTo>
                    <a:pt x="6191738" y="2287142"/>
                  </a:lnTo>
                  <a:lnTo>
                    <a:pt x="6192388" y="2301276"/>
                  </a:lnTo>
                  <a:lnTo>
                    <a:pt x="6193038" y="2315506"/>
                  </a:lnTo>
                  <a:lnTo>
                    <a:pt x="6193688" y="2329830"/>
                  </a:lnTo>
                  <a:lnTo>
                    <a:pt x="6194338" y="2344181"/>
                  </a:lnTo>
                  <a:lnTo>
                    <a:pt x="6194988" y="2358434"/>
                  </a:lnTo>
                  <a:lnTo>
                    <a:pt x="6195638" y="2372482"/>
                  </a:lnTo>
                  <a:lnTo>
                    <a:pt x="6196288" y="2386321"/>
                  </a:lnTo>
                  <a:lnTo>
                    <a:pt x="6196938" y="2399944"/>
                  </a:lnTo>
                  <a:lnTo>
                    <a:pt x="6197588" y="2413279"/>
                  </a:lnTo>
                  <a:lnTo>
                    <a:pt x="6198238" y="2426193"/>
                  </a:lnTo>
                  <a:lnTo>
                    <a:pt x="6198888" y="2438599"/>
                  </a:lnTo>
                  <a:lnTo>
                    <a:pt x="6199538" y="2450461"/>
                  </a:lnTo>
                  <a:lnTo>
                    <a:pt x="6200188" y="2461746"/>
                  </a:lnTo>
                  <a:lnTo>
                    <a:pt x="6200838" y="2472408"/>
                  </a:lnTo>
                  <a:lnTo>
                    <a:pt x="6201488" y="2482332"/>
                  </a:lnTo>
                  <a:lnTo>
                    <a:pt x="6202137" y="2491366"/>
                  </a:lnTo>
                  <a:lnTo>
                    <a:pt x="6202787" y="2499370"/>
                  </a:lnTo>
                  <a:lnTo>
                    <a:pt x="6203437" y="2506340"/>
                  </a:lnTo>
                  <a:lnTo>
                    <a:pt x="6204087" y="2512382"/>
                  </a:lnTo>
                  <a:lnTo>
                    <a:pt x="6204737" y="2517574"/>
                  </a:lnTo>
                  <a:lnTo>
                    <a:pt x="6205387" y="2521896"/>
                  </a:lnTo>
                  <a:lnTo>
                    <a:pt x="6206037" y="2525331"/>
                  </a:lnTo>
                  <a:lnTo>
                    <a:pt x="6206687" y="2527832"/>
                  </a:lnTo>
                  <a:lnTo>
                    <a:pt x="6207337" y="2529352"/>
                  </a:lnTo>
                  <a:lnTo>
                    <a:pt x="6207987" y="2529963"/>
                  </a:lnTo>
                  <a:lnTo>
                    <a:pt x="6208637" y="2529772"/>
                  </a:lnTo>
                  <a:lnTo>
                    <a:pt x="6209287" y="2528882"/>
                  </a:lnTo>
                  <a:lnTo>
                    <a:pt x="6209937" y="2527379"/>
                  </a:lnTo>
                  <a:lnTo>
                    <a:pt x="6210587" y="2525328"/>
                  </a:lnTo>
                  <a:lnTo>
                    <a:pt x="6211237" y="2522872"/>
                  </a:lnTo>
                  <a:lnTo>
                    <a:pt x="6211886" y="2520026"/>
                  </a:lnTo>
                  <a:lnTo>
                    <a:pt x="6212536" y="2516805"/>
                  </a:lnTo>
                  <a:lnTo>
                    <a:pt x="6213186" y="2513222"/>
                  </a:lnTo>
                  <a:lnTo>
                    <a:pt x="6213836" y="2509190"/>
                  </a:lnTo>
                  <a:lnTo>
                    <a:pt x="6214486" y="2504711"/>
                  </a:lnTo>
                  <a:lnTo>
                    <a:pt x="6215136" y="2499815"/>
                  </a:lnTo>
                  <a:lnTo>
                    <a:pt x="6215786" y="2494500"/>
                  </a:lnTo>
                  <a:lnTo>
                    <a:pt x="6216436" y="2488865"/>
                  </a:lnTo>
                  <a:lnTo>
                    <a:pt x="6217086" y="2483030"/>
                  </a:lnTo>
                  <a:lnTo>
                    <a:pt x="6217736" y="2476947"/>
                  </a:lnTo>
                  <a:lnTo>
                    <a:pt x="6218386" y="2470525"/>
                  </a:lnTo>
                  <a:lnTo>
                    <a:pt x="6219036" y="2463704"/>
                  </a:lnTo>
                  <a:lnTo>
                    <a:pt x="6219686" y="2456499"/>
                  </a:lnTo>
                  <a:lnTo>
                    <a:pt x="6220336" y="2448921"/>
                  </a:lnTo>
                  <a:lnTo>
                    <a:pt x="6220986" y="2440940"/>
                  </a:lnTo>
                  <a:lnTo>
                    <a:pt x="6221636" y="2432628"/>
                  </a:lnTo>
                  <a:lnTo>
                    <a:pt x="6222285" y="2423986"/>
                  </a:lnTo>
                  <a:lnTo>
                    <a:pt x="6222935" y="2415051"/>
                  </a:lnTo>
                  <a:lnTo>
                    <a:pt x="6223585" y="2405972"/>
                  </a:lnTo>
                  <a:lnTo>
                    <a:pt x="6224235" y="2396851"/>
                  </a:lnTo>
                  <a:lnTo>
                    <a:pt x="6224885" y="2387691"/>
                  </a:lnTo>
                  <a:lnTo>
                    <a:pt x="6225535" y="2378485"/>
                  </a:lnTo>
                  <a:lnTo>
                    <a:pt x="6226185" y="2369300"/>
                  </a:lnTo>
                  <a:lnTo>
                    <a:pt x="6226835" y="2360207"/>
                  </a:lnTo>
                  <a:lnTo>
                    <a:pt x="6227485" y="2351323"/>
                  </a:lnTo>
                  <a:lnTo>
                    <a:pt x="6228135" y="2342746"/>
                  </a:lnTo>
                  <a:lnTo>
                    <a:pt x="6228785" y="2334517"/>
                  </a:lnTo>
                  <a:lnTo>
                    <a:pt x="6229435" y="2326647"/>
                  </a:lnTo>
                  <a:lnTo>
                    <a:pt x="6230085" y="2319178"/>
                  </a:lnTo>
                  <a:lnTo>
                    <a:pt x="6230735" y="2312150"/>
                  </a:lnTo>
                  <a:lnTo>
                    <a:pt x="6231385" y="2305631"/>
                  </a:lnTo>
                  <a:lnTo>
                    <a:pt x="6232034" y="2299658"/>
                  </a:lnTo>
                  <a:lnTo>
                    <a:pt x="6232684" y="2294325"/>
                  </a:lnTo>
                  <a:lnTo>
                    <a:pt x="6233334" y="2289720"/>
                  </a:lnTo>
                  <a:lnTo>
                    <a:pt x="6233984" y="2285879"/>
                  </a:lnTo>
                  <a:lnTo>
                    <a:pt x="6234634" y="2282808"/>
                  </a:lnTo>
                  <a:lnTo>
                    <a:pt x="6235284" y="2280593"/>
                  </a:lnTo>
                  <a:lnTo>
                    <a:pt x="6235934" y="2279174"/>
                  </a:lnTo>
                  <a:lnTo>
                    <a:pt x="6236584" y="2278458"/>
                  </a:lnTo>
                  <a:lnTo>
                    <a:pt x="6237234" y="2278311"/>
                  </a:lnTo>
                  <a:lnTo>
                    <a:pt x="6237884" y="2278681"/>
                  </a:lnTo>
                  <a:lnTo>
                    <a:pt x="6238534" y="2279627"/>
                  </a:lnTo>
                  <a:lnTo>
                    <a:pt x="6239184" y="2281186"/>
                  </a:lnTo>
                  <a:lnTo>
                    <a:pt x="6239834" y="2283374"/>
                  </a:lnTo>
                  <a:lnTo>
                    <a:pt x="6240484" y="2286184"/>
                  </a:lnTo>
                  <a:lnTo>
                    <a:pt x="6241134" y="2289586"/>
                  </a:lnTo>
                  <a:lnTo>
                    <a:pt x="6241784" y="2293498"/>
                  </a:lnTo>
                  <a:lnTo>
                    <a:pt x="6242433" y="2297814"/>
                  </a:lnTo>
                  <a:lnTo>
                    <a:pt x="6243083" y="2302436"/>
                  </a:lnTo>
                  <a:lnTo>
                    <a:pt x="6243733" y="2307267"/>
                  </a:lnTo>
                  <a:lnTo>
                    <a:pt x="6244383" y="2312299"/>
                  </a:lnTo>
                  <a:lnTo>
                    <a:pt x="6245033" y="2317520"/>
                  </a:lnTo>
                  <a:lnTo>
                    <a:pt x="6245683" y="2322952"/>
                  </a:lnTo>
                  <a:lnTo>
                    <a:pt x="6246333" y="2328633"/>
                  </a:lnTo>
                  <a:lnTo>
                    <a:pt x="6246983" y="2334623"/>
                  </a:lnTo>
                  <a:lnTo>
                    <a:pt x="6247633" y="2340903"/>
                  </a:lnTo>
                  <a:lnTo>
                    <a:pt x="6248283" y="2347442"/>
                  </a:lnTo>
                  <a:lnTo>
                    <a:pt x="6248933" y="2354129"/>
                  </a:lnTo>
                  <a:lnTo>
                    <a:pt x="6249583" y="2360787"/>
                  </a:lnTo>
                  <a:lnTo>
                    <a:pt x="6250233" y="2367380"/>
                  </a:lnTo>
                  <a:lnTo>
                    <a:pt x="6250883" y="2373899"/>
                  </a:lnTo>
                  <a:lnTo>
                    <a:pt x="6251533" y="2380345"/>
                  </a:lnTo>
                  <a:lnTo>
                    <a:pt x="6252182" y="2386691"/>
                  </a:lnTo>
                  <a:lnTo>
                    <a:pt x="6252832" y="2392879"/>
                  </a:lnTo>
                  <a:lnTo>
                    <a:pt x="6253482" y="2398895"/>
                  </a:lnTo>
                  <a:lnTo>
                    <a:pt x="6254132" y="2404669"/>
                  </a:lnTo>
                  <a:lnTo>
                    <a:pt x="6254782" y="2410155"/>
                  </a:lnTo>
                  <a:lnTo>
                    <a:pt x="6255432" y="2415297"/>
                  </a:lnTo>
                  <a:lnTo>
                    <a:pt x="6256082" y="2420031"/>
                  </a:lnTo>
                  <a:lnTo>
                    <a:pt x="6256732" y="2424216"/>
                  </a:lnTo>
                  <a:lnTo>
                    <a:pt x="6257382" y="2427854"/>
                  </a:lnTo>
                  <a:lnTo>
                    <a:pt x="6258032" y="2430939"/>
                  </a:lnTo>
                  <a:lnTo>
                    <a:pt x="6258682" y="2433470"/>
                  </a:lnTo>
                  <a:lnTo>
                    <a:pt x="6259332" y="2435533"/>
                  </a:lnTo>
                  <a:lnTo>
                    <a:pt x="6259982" y="2437122"/>
                  </a:lnTo>
                  <a:lnTo>
                    <a:pt x="6260632" y="2438143"/>
                  </a:lnTo>
                  <a:lnTo>
                    <a:pt x="6261282" y="2438527"/>
                  </a:lnTo>
                  <a:lnTo>
                    <a:pt x="6261932" y="2438215"/>
                  </a:lnTo>
                  <a:lnTo>
                    <a:pt x="6262581" y="2437236"/>
                  </a:lnTo>
                  <a:lnTo>
                    <a:pt x="6263231" y="2435610"/>
                  </a:lnTo>
                  <a:lnTo>
                    <a:pt x="6263881" y="2433296"/>
                  </a:lnTo>
                  <a:lnTo>
                    <a:pt x="6264531" y="2430334"/>
                  </a:lnTo>
                  <a:lnTo>
                    <a:pt x="6265181" y="2426801"/>
                  </a:lnTo>
                  <a:lnTo>
                    <a:pt x="6265831" y="2422697"/>
                  </a:lnTo>
                  <a:lnTo>
                    <a:pt x="6266481" y="2418051"/>
                  </a:lnTo>
                  <a:lnTo>
                    <a:pt x="6267131" y="2412880"/>
                  </a:lnTo>
                  <a:lnTo>
                    <a:pt x="6267781" y="2407230"/>
                  </a:lnTo>
                  <a:lnTo>
                    <a:pt x="6268431" y="2401202"/>
                  </a:lnTo>
                  <a:lnTo>
                    <a:pt x="6269081" y="2394892"/>
                  </a:lnTo>
                  <a:lnTo>
                    <a:pt x="6269731" y="2388360"/>
                  </a:lnTo>
                  <a:lnTo>
                    <a:pt x="6270381" y="2381760"/>
                  </a:lnTo>
                  <a:lnTo>
                    <a:pt x="6271031" y="2375107"/>
                  </a:lnTo>
                  <a:lnTo>
                    <a:pt x="6271681" y="2368404"/>
                  </a:lnTo>
                  <a:lnTo>
                    <a:pt x="6272330" y="2361641"/>
                  </a:lnTo>
                  <a:lnTo>
                    <a:pt x="6272980" y="2354812"/>
                  </a:lnTo>
                  <a:lnTo>
                    <a:pt x="6273630" y="2347960"/>
                  </a:lnTo>
                  <a:lnTo>
                    <a:pt x="6274280" y="2341008"/>
                  </a:lnTo>
                  <a:lnTo>
                    <a:pt x="6274930" y="2333942"/>
                  </a:lnTo>
                  <a:lnTo>
                    <a:pt x="6275580" y="2326872"/>
                  </a:lnTo>
                  <a:lnTo>
                    <a:pt x="6276230" y="2319888"/>
                  </a:lnTo>
                  <a:lnTo>
                    <a:pt x="6276880" y="2313039"/>
                  </a:lnTo>
                  <a:lnTo>
                    <a:pt x="6277530" y="2306275"/>
                  </a:lnTo>
                  <a:lnTo>
                    <a:pt x="6278180" y="2299566"/>
                  </a:lnTo>
                  <a:lnTo>
                    <a:pt x="6278830" y="2292807"/>
                  </a:lnTo>
                  <a:lnTo>
                    <a:pt x="6279480" y="2285919"/>
                  </a:lnTo>
                  <a:lnTo>
                    <a:pt x="6280130" y="2278826"/>
                  </a:lnTo>
                  <a:lnTo>
                    <a:pt x="6280780" y="2271549"/>
                  </a:lnTo>
                  <a:lnTo>
                    <a:pt x="6281430" y="2264105"/>
                  </a:lnTo>
                  <a:lnTo>
                    <a:pt x="6282080" y="2256632"/>
                  </a:lnTo>
                  <a:lnTo>
                    <a:pt x="6282729" y="2249238"/>
                  </a:lnTo>
                  <a:lnTo>
                    <a:pt x="6283379" y="2241931"/>
                  </a:lnTo>
                  <a:lnTo>
                    <a:pt x="6284029" y="2234784"/>
                  </a:lnTo>
                  <a:lnTo>
                    <a:pt x="6284679" y="2227828"/>
                  </a:lnTo>
                  <a:lnTo>
                    <a:pt x="6285329" y="2220967"/>
                  </a:lnTo>
                  <a:lnTo>
                    <a:pt x="6285979" y="2214193"/>
                  </a:lnTo>
                  <a:lnTo>
                    <a:pt x="6286629" y="2207410"/>
                  </a:lnTo>
                  <a:lnTo>
                    <a:pt x="6287279" y="2200678"/>
                  </a:lnTo>
                  <a:lnTo>
                    <a:pt x="6287929" y="2194036"/>
                  </a:lnTo>
                  <a:lnTo>
                    <a:pt x="6288579" y="2187633"/>
                  </a:lnTo>
                  <a:lnTo>
                    <a:pt x="6289229" y="2181588"/>
                  </a:lnTo>
                  <a:lnTo>
                    <a:pt x="6289879" y="2175975"/>
                  </a:lnTo>
                  <a:lnTo>
                    <a:pt x="6290529" y="2170825"/>
                  </a:lnTo>
                  <a:lnTo>
                    <a:pt x="6291179" y="2166170"/>
                  </a:lnTo>
                  <a:lnTo>
                    <a:pt x="6291829" y="2161797"/>
                  </a:lnTo>
                  <a:lnTo>
                    <a:pt x="6292478" y="2157556"/>
                  </a:lnTo>
                  <a:lnTo>
                    <a:pt x="6293128" y="2153467"/>
                  </a:lnTo>
                  <a:lnTo>
                    <a:pt x="6293778" y="2149656"/>
                  </a:lnTo>
                  <a:lnTo>
                    <a:pt x="6294428" y="2146275"/>
                  </a:lnTo>
                  <a:lnTo>
                    <a:pt x="6295078" y="2143397"/>
                  </a:lnTo>
                  <a:lnTo>
                    <a:pt x="6295728" y="2140942"/>
                  </a:lnTo>
                  <a:lnTo>
                    <a:pt x="6296378" y="2138962"/>
                  </a:lnTo>
                  <a:lnTo>
                    <a:pt x="6297028" y="2137426"/>
                  </a:lnTo>
                  <a:lnTo>
                    <a:pt x="6297678" y="2136180"/>
                  </a:lnTo>
                  <a:lnTo>
                    <a:pt x="6298328" y="2135176"/>
                  </a:lnTo>
                  <a:lnTo>
                    <a:pt x="6298978" y="2134407"/>
                  </a:lnTo>
                  <a:lnTo>
                    <a:pt x="6299628" y="2133860"/>
                  </a:lnTo>
                  <a:lnTo>
                    <a:pt x="6300278" y="2133488"/>
                  </a:lnTo>
                  <a:lnTo>
                    <a:pt x="6300928" y="2133269"/>
                  </a:lnTo>
                  <a:lnTo>
                    <a:pt x="6301578" y="2133148"/>
                  </a:lnTo>
                  <a:lnTo>
                    <a:pt x="6302228" y="2133121"/>
                  </a:lnTo>
                  <a:lnTo>
                    <a:pt x="6302877" y="2133126"/>
                  </a:lnTo>
                  <a:lnTo>
                    <a:pt x="6303527" y="2133089"/>
                  </a:lnTo>
                  <a:lnTo>
                    <a:pt x="6304177" y="2133004"/>
                  </a:lnTo>
                  <a:lnTo>
                    <a:pt x="6304827" y="2132884"/>
                  </a:lnTo>
                  <a:lnTo>
                    <a:pt x="6305477" y="2132802"/>
                  </a:lnTo>
                  <a:lnTo>
                    <a:pt x="6306127" y="2132803"/>
                  </a:lnTo>
                  <a:lnTo>
                    <a:pt x="6306777" y="2133009"/>
                  </a:lnTo>
                  <a:lnTo>
                    <a:pt x="6307427" y="2133609"/>
                  </a:lnTo>
                  <a:lnTo>
                    <a:pt x="6308077" y="2134553"/>
                  </a:lnTo>
                  <a:lnTo>
                    <a:pt x="6308727" y="2135717"/>
                  </a:lnTo>
                  <a:lnTo>
                    <a:pt x="6309377" y="2136986"/>
                  </a:lnTo>
                  <a:lnTo>
                    <a:pt x="6310027" y="2138406"/>
                  </a:lnTo>
                  <a:lnTo>
                    <a:pt x="6310677" y="2140024"/>
                  </a:lnTo>
                  <a:lnTo>
                    <a:pt x="6311327" y="2142025"/>
                  </a:lnTo>
                  <a:lnTo>
                    <a:pt x="6311977" y="2144509"/>
                  </a:lnTo>
                  <a:lnTo>
                    <a:pt x="6312626" y="2147557"/>
                  </a:lnTo>
                  <a:lnTo>
                    <a:pt x="6313276" y="2151151"/>
                  </a:lnTo>
                  <a:lnTo>
                    <a:pt x="6313926" y="2155256"/>
                  </a:lnTo>
                  <a:lnTo>
                    <a:pt x="6314576" y="2159785"/>
                  </a:lnTo>
                  <a:lnTo>
                    <a:pt x="6315226" y="2164632"/>
                  </a:lnTo>
                  <a:lnTo>
                    <a:pt x="6315876" y="2169761"/>
                  </a:lnTo>
                  <a:lnTo>
                    <a:pt x="6316526" y="2175093"/>
                  </a:lnTo>
                  <a:lnTo>
                    <a:pt x="6317176" y="2180543"/>
                  </a:lnTo>
                  <a:lnTo>
                    <a:pt x="6317826" y="2186225"/>
                  </a:lnTo>
                  <a:lnTo>
                    <a:pt x="6318476" y="2192264"/>
                  </a:lnTo>
                  <a:lnTo>
                    <a:pt x="6319126" y="2198765"/>
                  </a:lnTo>
                  <a:lnTo>
                    <a:pt x="6319776" y="2205633"/>
                  </a:lnTo>
                  <a:lnTo>
                    <a:pt x="6320426" y="2212742"/>
                  </a:lnTo>
                  <a:lnTo>
                    <a:pt x="6321076" y="2219884"/>
                  </a:lnTo>
                  <a:lnTo>
                    <a:pt x="6321726" y="2226874"/>
                  </a:lnTo>
                  <a:lnTo>
                    <a:pt x="6322376" y="2233566"/>
                  </a:lnTo>
                  <a:lnTo>
                    <a:pt x="6323025" y="2239903"/>
                  </a:lnTo>
                  <a:lnTo>
                    <a:pt x="6323675" y="2245801"/>
                  </a:lnTo>
                  <a:lnTo>
                    <a:pt x="6324325" y="2251321"/>
                  </a:lnTo>
                  <a:lnTo>
                    <a:pt x="6324975" y="2256632"/>
                  </a:lnTo>
                  <a:lnTo>
                    <a:pt x="6325625" y="2261714"/>
                  </a:lnTo>
                  <a:lnTo>
                    <a:pt x="6326275" y="2266519"/>
                  </a:lnTo>
                  <a:lnTo>
                    <a:pt x="6326925" y="2270893"/>
                  </a:lnTo>
                  <a:lnTo>
                    <a:pt x="6327575" y="2274710"/>
                  </a:lnTo>
                  <a:lnTo>
                    <a:pt x="6328225" y="2277988"/>
                  </a:lnTo>
                  <a:lnTo>
                    <a:pt x="6328875" y="2280771"/>
                  </a:lnTo>
                  <a:lnTo>
                    <a:pt x="6329525" y="2283124"/>
                  </a:lnTo>
                  <a:lnTo>
                    <a:pt x="6330175" y="2285260"/>
                  </a:lnTo>
                  <a:lnTo>
                    <a:pt x="6330825" y="2287303"/>
                  </a:lnTo>
                  <a:lnTo>
                    <a:pt x="6331475" y="2289261"/>
                  </a:lnTo>
                  <a:lnTo>
                    <a:pt x="6332125" y="2291165"/>
                  </a:lnTo>
                  <a:lnTo>
                    <a:pt x="6332774" y="2293048"/>
                  </a:lnTo>
                  <a:lnTo>
                    <a:pt x="6333424" y="2294911"/>
                  </a:lnTo>
                  <a:lnTo>
                    <a:pt x="6334074" y="2296748"/>
                  </a:lnTo>
                  <a:lnTo>
                    <a:pt x="6334724" y="2298574"/>
                  </a:lnTo>
                  <a:lnTo>
                    <a:pt x="6335374" y="2300455"/>
                  </a:lnTo>
                  <a:lnTo>
                    <a:pt x="6336024" y="2302407"/>
                  </a:lnTo>
                  <a:lnTo>
                    <a:pt x="6336674" y="2304559"/>
                  </a:lnTo>
                  <a:lnTo>
                    <a:pt x="6337324" y="2306920"/>
                  </a:lnTo>
                  <a:lnTo>
                    <a:pt x="6337974" y="2309408"/>
                  </a:lnTo>
                  <a:lnTo>
                    <a:pt x="6338624" y="2311850"/>
                  </a:lnTo>
                  <a:lnTo>
                    <a:pt x="6339274" y="2314151"/>
                  </a:lnTo>
                  <a:lnTo>
                    <a:pt x="6339924" y="2316084"/>
                  </a:lnTo>
                  <a:lnTo>
                    <a:pt x="6340574" y="2317574"/>
                  </a:lnTo>
                  <a:lnTo>
                    <a:pt x="6341224" y="2318741"/>
                  </a:lnTo>
                  <a:lnTo>
                    <a:pt x="6341874" y="2319732"/>
                  </a:lnTo>
                  <a:lnTo>
                    <a:pt x="6342523" y="2320612"/>
                  </a:lnTo>
                  <a:lnTo>
                    <a:pt x="6343173" y="2321342"/>
                  </a:lnTo>
                  <a:lnTo>
                    <a:pt x="6343823" y="2321794"/>
                  </a:lnTo>
                  <a:lnTo>
                    <a:pt x="6344473" y="2321883"/>
                  </a:lnTo>
                  <a:lnTo>
                    <a:pt x="6345123" y="2321572"/>
                  </a:lnTo>
                  <a:lnTo>
                    <a:pt x="6345773" y="2320911"/>
                  </a:lnTo>
                  <a:lnTo>
                    <a:pt x="6346423" y="2319990"/>
                  </a:lnTo>
                  <a:lnTo>
                    <a:pt x="6347073" y="2318870"/>
                  </a:lnTo>
                  <a:lnTo>
                    <a:pt x="6347723" y="2317648"/>
                  </a:lnTo>
                  <a:lnTo>
                    <a:pt x="6348373" y="2316377"/>
                  </a:lnTo>
                  <a:lnTo>
                    <a:pt x="6349023" y="2315085"/>
                  </a:lnTo>
                  <a:lnTo>
                    <a:pt x="6349673" y="2313826"/>
                  </a:lnTo>
                  <a:lnTo>
                    <a:pt x="6350323" y="2312591"/>
                  </a:lnTo>
                  <a:lnTo>
                    <a:pt x="6350973" y="2311211"/>
                  </a:lnTo>
                  <a:lnTo>
                    <a:pt x="6351623" y="2309563"/>
                  </a:lnTo>
                  <a:lnTo>
                    <a:pt x="6352273" y="2307665"/>
                  </a:lnTo>
                  <a:lnTo>
                    <a:pt x="6352922" y="2305710"/>
                  </a:lnTo>
                  <a:lnTo>
                    <a:pt x="6353572" y="2303919"/>
                  </a:lnTo>
                  <a:lnTo>
                    <a:pt x="6354222" y="2302471"/>
                  </a:lnTo>
                  <a:lnTo>
                    <a:pt x="6354872" y="2301469"/>
                  </a:lnTo>
                  <a:lnTo>
                    <a:pt x="6355522" y="2300953"/>
                  </a:lnTo>
                  <a:lnTo>
                    <a:pt x="6356172" y="2300940"/>
                  </a:lnTo>
                  <a:lnTo>
                    <a:pt x="6356822" y="2301452"/>
                  </a:lnTo>
                  <a:lnTo>
                    <a:pt x="6357472" y="2302433"/>
                  </a:lnTo>
                  <a:lnTo>
                    <a:pt x="6358122" y="2303980"/>
                  </a:lnTo>
                  <a:lnTo>
                    <a:pt x="6358772" y="2306092"/>
                  </a:lnTo>
                  <a:lnTo>
                    <a:pt x="6359422" y="2308781"/>
                  </a:lnTo>
                  <a:lnTo>
                    <a:pt x="6360072" y="2312107"/>
                  </a:lnTo>
                  <a:lnTo>
                    <a:pt x="6360722" y="2316048"/>
                  </a:lnTo>
                  <a:lnTo>
                    <a:pt x="6361372" y="2320584"/>
                  </a:lnTo>
                  <a:lnTo>
                    <a:pt x="6362022" y="2325688"/>
                  </a:lnTo>
                  <a:lnTo>
                    <a:pt x="6362671" y="2331219"/>
                  </a:lnTo>
                  <a:lnTo>
                    <a:pt x="6363321" y="2336984"/>
                  </a:lnTo>
                  <a:lnTo>
                    <a:pt x="6363971" y="2342895"/>
                  </a:lnTo>
                  <a:lnTo>
                    <a:pt x="6364621" y="2348898"/>
                  </a:lnTo>
                  <a:lnTo>
                    <a:pt x="6365271" y="2354933"/>
                  </a:lnTo>
                  <a:lnTo>
                    <a:pt x="6365921" y="2360917"/>
                  </a:lnTo>
                  <a:lnTo>
                    <a:pt x="6366571" y="2366854"/>
                  </a:lnTo>
                  <a:lnTo>
                    <a:pt x="6367221" y="2372733"/>
                  </a:lnTo>
                  <a:lnTo>
                    <a:pt x="6367871" y="2378374"/>
                  </a:lnTo>
                  <a:lnTo>
                    <a:pt x="6368521" y="2383743"/>
                  </a:lnTo>
                  <a:lnTo>
                    <a:pt x="6369171" y="2388724"/>
                  </a:lnTo>
                  <a:lnTo>
                    <a:pt x="6369821" y="2393209"/>
                  </a:lnTo>
                  <a:lnTo>
                    <a:pt x="6370471" y="2397310"/>
                  </a:lnTo>
                  <a:lnTo>
                    <a:pt x="6371121" y="2401132"/>
                  </a:lnTo>
                  <a:lnTo>
                    <a:pt x="6371771" y="2404763"/>
                  </a:lnTo>
                  <a:lnTo>
                    <a:pt x="6372421" y="2408303"/>
                  </a:lnTo>
                  <a:lnTo>
                    <a:pt x="6373070" y="2411852"/>
                  </a:lnTo>
                  <a:lnTo>
                    <a:pt x="6373720" y="2415389"/>
                  </a:lnTo>
                  <a:lnTo>
                    <a:pt x="6374370" y="2418856"/>
                  </a:lnTo>
                  <a:lnTo>
                    <a:pt x="6375020" y="2422197"/>
                  </a:lnTo>
                  <a:lnTo>
                    <a:pt x="6375670" y="2425470"/>
                  </a:lnTo>
                  <a:lnTo>
                    <a:pt x="6376320" y="2428721"/>
                  </a:lnTo>
                  <a:lnTo>
                    <a:pt x="6376970" y="2432013"/>
                  </a:lnTo>
                  <a:lnTo>
                    <a:pt x="6377620" y="2435460"/>
                  </a:lnTo>
                  <a:lnTo>
                    <a:pt x="6378270" y="2439001"/>
                  </a:lnTo>
                  <a:lnTo>
                    <a:pt x="6378920" y="2442535"/>
                  </a:lnTo>
                  <a:lnTo>
                    <a:pt x="6379570" y="2445984"/>
                  </a:lnTo>
                  <a:lnTo>
                    <a:pt x="6380220" y="2449235"/>
                  </a:lnTo>
                  <a:lnTo>
                    <a:pt x="6380870" y="2452249"/>
                  </a:lnTo>
                  <a:lnTo>
                    <a:pt x="6381520" y="2455008"/>
                  </a:lnTo>
                  <a:lnTo>
                    <a:pt x="6382170" y="2457506"/>
                  </a:lnTo>
                  <a:lnTo>
                    <a:pt x="6382819" y="2459746"/>
                  </a:lnTo>
                  <a:lnTo>
                    <a:pt x="6383469" y="2461791"/>
                  </a:lnTo>
                  <a:lnTo>
                    <a:pt x="6384119" y="2463729"/>
                  </a:lnTo>
                  <a:lnTo>
                    <a:pt x="6384769" y="2465535"/>
                  </a:lnTo>
                  <a:lnTo>
                    <a:pt x="6385419" y="2467182"/>
                  </a:lnTo>
                  <a:lnTo>
                    <a:pt x="6386069" y="2468525"/>
                  </a:lnTo>
                  <a:lnTo>
                    <a:pt x="6386719" y="2469460"/>
                  </a:lnTo>
                  <a:lnTo>
                    <a:pt x="6387369" y="2469937"/>
                  </a:lnTo>
                  <a:lnTo>
                    <a:pt x="6388019" y="2469962"/>
                  </a:lnTo>
                  <a:lnTo>
                    <a:pt x="6388669" y="2469537"/>
                  </a:lnTo>
                  <a:lnTo>
                    <a:pt x="6389319" y="2468708"/>
                  </a:lnTo>
                  <a:lnTo>
                    <a:pt x="6389969" y="2467518"/>
                  </a:lnTo>
                  <a:lnTo>
                    <a:pt x="6390619" y="2465862"/>
                  </a:lnTo>
                  <a:lnTo>
                    <a:pt x="6391269" y="2463693"/>
                  </a:lnTo>
                  <a:lnTo>
                    <a:pt x="6391919" y="2461104"/>
                  </a:lnTo>
                  <a:lnTo>
                    <a:pt x="6392569" y="2458102"/>
                  </a:lnTo>
                  <a:lnTo>
                    <a:pt x="6393218" y="2454775"/>
                  </a:lnTo>
                  <a:lnTo>
                    <a:pt x="6393868" y="2451148"/>
                  </a:lnTo>
                  <a:lnTo>
                    <a:pt x="6394518" y="2447273"/>
                  </a:lnTo>
                  <a:lnTo>
                    <a:pt x="6395168" y="2443128"/>
                  </a:lnTo>
                  <a:lnTo>
                    <a:pt x="6395818" y="2438810"/>
                  </a:lnTo>
                  <a:lnTo>
                    <a:pt x="6396468" y="2434361"/>
                  </a:lnTo>
                  <a:lnTo>
                    <a:pt x="6397118" y="2429767"/>
                  </a:lnTo>
                  <a:lnTo>
                    <a:pt x="6397768" y="2425074"/>
                  </a:lnTo>
                  <a:lnTo>
                    <a:pt x="6398418" y="2420417"/>
                  </a:lnTo>
                  <a:lnTo>
                    <a:pt x="6399068" y="2415846"/>
                  </a:lnTo>
                  <a:lnTo>
                    <a:pt x="6399718" y="2411357"/>
                  </a:lnTo>
                  <a:lnTo>
                    <a:pt x="6400368" y="2407051"/>
                  </a:lnTo>
                  <a:lnTo>
                    <a:pt x="6401018" y="2403076"/>
                  </a:lnTo>
                  <a:lnTo>
                    <a:pt x="6401668" y="2399384"/>
                  </a:lnTo>
                  <a:lnTo>
                    <a:pt x="6402318" y="2396071"/>
                  </a:lnTo>
                  <a:lnTo>
                    <a:pt x="6402967" y="2393021"/>
                  </a:lnTo>
                  <a:lnTo>
                    <a:pt x="6403617" y="2390098"/>
                  </a:lnTo>
                  <a:lnTo>
                    <a:pt x="6404267" y="2387210"/>
                  </a:lnTo>
                  <a:lnTo>
                    <a:pt x="6404917" y="2384308"/>
                  </a:lnTo>
                  <a:lnTo>
                    <a:pt x="6405567" y="2381358"/>
                  </a:lnTo>
                  <a:lnTo>
                    <a:pt x="6406217" y="2378369"/>
                  </a:lnTo>
                  <a:lnTo>
                    <a:pt x="6406867" y="2375318"/>
                  </a:lnTo>
                  <a:lnTo>
                    <a:pt x="6407517" y="2372161"/>
                  </a:lnTo>
                  <a:lnTo>
                    <a:pt x="6408167" y="2368830"/>
                  </a:lnTo>
                  <a:lnTo>
                    <a:pt x="6408817" y="2365249"/>
                  </a:lnTo>
                  <a:lnTo>
                    <a:pt x="6409467" y="2361351"/>
                  </a:lnTo>
                  <a:lnTo>
                    <a:pt x="6410117" y="2357001"/>
                  </a:lnTo>
                  <a:lnTo>
                    <a:pt x="6410767" y="2352109"/>
                  </a:lnTo>
                  <a:lnTo>
                    <a:pt x="6411417" y="2346724"/>
                  </a:lnTo>
                  <a:lnTo>
                    <a:pt x="6412067" y="2340908"/>
                  </a:lnTo>
                  <a:lnTo>
                    <a:pt x="6412717" y="2334772"/>
                  </a:lnTo>
                  <a:lnTo>
                    <a:pt x="6413366" y="2328416"/>
                  </a:lnTo>
                  <a:lnTo>
                    <a:pt x="6414016" y="2321890"/>
                  </a:lnTo>
                  <a:lnTo>
                    <a:pt x="6414666" y="2315234"/>
                  </a:lnTo>
                  <a:lnTo>
                    <a:pt x="6415316" y="2308452"/>
                  </a:lnTo>
                  <a:lnTo>
                    <a:pt x="6415966" y="2301509"/>
                  </a:lnTo>
                  <a:lnTo>
                    <a:pt x="6416616" y="2294434"/>
                  </a:lnTo>
                  <a:lnTo>
                    <a:pt x="6417266" y="2287362"/>
                  </a:lnTo>
                  <a:lnTo>
                    <a:pt x="6417916" y="2280408"/>
                  </a:lnTo>
                  <a:lnTo>
                    <a:pt x="6418566" y="2273600"/>
                  </a:lnTo>
                  <a:lnTo>
                    <a:pt x="6419216" y="2267098"/>
                  </a:lnTo>
                  <a:lnTo>
                    <a:pt x="6419866" y="2260986"/>
                  </a:lnTo>
                  <a:lnTo>
                    <a:pt x="6420516" y="2255247"/>
                  </a:lnTo>
                  <a:lnTo>
                    <a:pt x="6421166" y="2249930"/>
                  </a:lnTo>
                  <a:lnTo>
                    <a:pt x="6421816" y="2244999"/>
                  </a:lnTo>
                  <a:lnTo>
                    <a:pt x="6422466" y="2240372"/>
                  </a:lnTo>
                  <a:lnTo>
                    <a:pt x="6423115" y="2236037"/>
                  </a:lnTo>
                  <a:lnTo>
                    <a:pt x="6423765" y="2232053"/>
                  </a:lnTo>
                  <a:lnTo>
                    <a:pt x="6424415" y="2228382"/>
                  </a:lnTo>
                  <a:lnTo>
                    <a:pt x="6425065" y="2224986"/>
                  </a:lnTo>
                  <a:lnTo>
                    <a:pt x="6425715" y="2221865"/>
                  </a:lnTo>
                  <a:lnTo>
                    <a:pt x="6426365" y="2218952"/>
                  </a:lnTo>
                  <a:lnTo>
                    <a:pt x="6427015" y="2216202"/>
                  </a:lnTo>
                  <a:lnTo>
                    <a:pt x="6427665" y="2213525"/>
                  </a:lnTo>
                  <a:lnTo>
                    <a:pt x="6428315" y="2210885"/>
                  </a:lnTo>
                  <a:lnTo>
                    <a:pt x="6428965" y="2208195"/>
                  </a:lnTo>
                  <a:lnTo>
                    <a:pt x="6429615" y="2205500"/>
                  </a:lnTo>
                  <a:lnTo>
                    <a:pt x="6430265" y="2202781"/>
                  </a:lnTo>
                  <a:lnTo>
                    <a:pt x="6430915" y="2199956"/>
                  </a:lnTo>
                  <a:lnTo>
                    <a:pt x="6431565" y="2196954"/>
                  </a:lnTo>
                  <a:lnTo>
                    <a:pt x="6432215" y="2193783"/>
                  </a:lnTo>
                  <a:lnTo>
                    <a:pt x="6432865" y="2190488"/>
                  </a:lnTo>
                  <a:lnTo>
                    <a:pt x="6433514" y="2186992"/>
                  </a:lnTo>
                  <a:lnTo>
                    <a:pt x="6434164" y="2183309"/>
                  </a:lnTo>
                  <a:lnTo>
                    <a:pt x="6434814" y="2179453"/>
                  </a:lnTo>
                  <a:lnTo>
                    <a:pt x="6435464" y="2175399"/>
                  </a:lnTo>
                  <a:lnTo>
                    <a:pt x="6436114" y="2171255"/>
                  </a:lnTo>
                  <a:lnTo>
                    <a:pt x="6436764" y="2167067"/>
                  </a:lnTo>
                  <a:lnTo>
                    <a:pt x="6437414" y="2162885"/>
                  </a:lnTo>
                  <a:lnTo>
                    <a:pt x="6438064" y="2158762"/>
                  </a:lnTo>
                  <a:lnTo>
                    <a:pt x="6438714" y="2154697"/>
                  </a:lnTo>
                  <a:lnTo>
                    <a:pt x="6439364" y="2150718"/>
                  </a:lnTo>
                  <a:lnTo>
                    <a:pt x="6440014" y="2146937"/>
                  </a:lnTo>
                  <a:lnTo>
                    <a:pt x="6440664" y="2143434"/>
                  </a:lnTo>
                  <a:lnTo>
                    <a:pt x="6441314" y="2140345"/>
                  </a:lnTo>
                  <a:lnTo>
                    <a:pt x="6441964" y="2137714"/>
                  </a:lnTo>
                  <a:lnTo>
                    <a:pt x="6442614" y="2135587"/>
                  </a:lnTo>
                  <a:lnTo>
                    <a:pt x="6443263" y="2134134"/>
                  </a:lnTo>
                  <a:lnTo>
                    <a:pt x="6443913" y="2133355"/>
                  </a:lnTo>
                  <a:lnTo>
                    <a:pt x="6444563" y="2133312"/>
                  </a:lnTo>
                  <a:lnTo>
                    <a:pt x="6445213" y="2134102"/>
                  </a:lnTo>
                  <a:lnTo>
                    <a:pt x="6445863" y="2135675"/>
                  </a:lnTo>
                  <a:lnTo>
                    <a:pt x="6446513" y="2138028"/>
                  </a:lnTo>
                  <a:lnTo>
                    <a:pt x="6447163" y="2141109"/>
                  </a:lnTo>
                  <a:lnTo>
                    <a:pt x="6447813" y="2144877"/>
                  </a:lnTo>
                  <a:lnTo>
                    <a:pt x="6448463" y="2149364"/>
                  </a:lnTo>
                  <a:lnTo>
                    <a:pt x="6449113" y="2154582"/>
                  </a:lnTo>
                  <a:lnTo>
                    <a:pt x="6449763" y="2160487"/>
                  </a:lnTo>
                  <a:lnTo>
                    <a:pt x="6450413" y="2166873"/>
                  </a:lnTo>
                  <a:lnTo>
                    <a:pt x="6451063" y="2173705"/>
                  </a:lnTo>
                  <a:lnTo>
                    <a:pt x="6451713" y="2180850"/>
                  </a:lnTo>
                  <a:lnTo>
                    <a:pt x="6452363" y="2188190"/>
                  </a:lnTo>
                  <a:lnTo>
                    <a:pt x="6453013" y="2195654"/>
                  </a:lnTo>
                  <a:lnTo>
                    <a:pt x="6453662" y="2203196"/>
                  </a:lnTo>
                  <a:lnTo>
                    <a:pt x="6454312" y="2210747"/>
                  </a:lnTo>
                  <a:lnTo>
                    <a:pt x="6454962" y="2218356"/>
                  </a:lnTo>
                  <a:lnTo>
                    <a:pt x="6455612" y="2226105"/>
                  </a:lnTo>
                  <a:lnTo>
                    <a:pt x="6456262" y="2234014"/>
                  </a:lnTo>
                  <a:lnTo>
                    <a:pt x="6456912" y="2242067"/>
                  </a:lnTo>
                  <a:lnTo>
                    <a:pt x="6457562" y="2250197"/>
                  </a:lnTo>
                  <a:lnTo>
                    <a:pt x="6458212" y="2258284"/>
                  </a:lnTo>
                  <a:lnTo>
                    <a:pt x="6458862" y="2266314"/>
                  </a:lnTo>
                  <a:lnTo>
                    <a:pt x="6459512" y="2274237"/>
                  </a:lnTo>
                  <a:lnTo>
                    <a:pt x="6460162" y="2282137"/>
                  </a:lnTo>
                  <a:lnTo>
                    <a:pt x="6460812" y="2290032"/>
                  </a:lnTo>
                  <a:lnTo>
                    <a:pt x="6461462" y="2298013"/>
                  </a:lnTo>
                  <a:lnTo>
                    <a:pt x="6462112" y="2306119"/>
                  </a:lnTo>
                  <a:lnTo>
                    <a:pt x="6462762" y="2314364"/>
                  </a:lnTo>
                  <a:lnTo>
                    <a:pt x="6463411" y="2322828"/>
                  </a:lnTo>
                  <a:lnTo>
                    <a:pt x="6464061" y="2331529"/>
                  </a:lnTo>
                  <a:lnTo>
                    <a:pt x="6464711" y="2340399"/>
                  </a:lnTo>
                  <a:lnTo>
                    <a:pt x="6465361" y="2349398"/>
                  </a:lnTo>
                  <a:lnTo>
                    <a:pt x="6466011" y="2358387"/>
                  </a:lnTo>
                  <a:lnTo>
                    <a:pt x="6466661" y="2367350"/>
                  </a:lnTo>
                  <a:lnTo>
                    <a:pt x="6467311" y="2376304"/>
                  </a:lnTo>
                  <a:lnTo>
                    <a:pt x="6467961" y="2385372"/>
                  </a:lnTo>
                  <a:lnTo>
                    <a:pt x="6468611" y="2394628"/>
                  </a:lnTo>
                  <a:lnTo>
                    <a:pt x="6469261" y="2404071"/>
                  </a:lnTo>
                  <a:lnTo>
                    <a:pt x="6469911" y="2413716"/>
                  </a:lnTo>
                  <a:lnTo>
                    <a:pt x="6470561" y="2423549"/>
                  </a:lnTo>
                  <a:lnTo>
                    <a:pt x="6471211" y="2433562"/>
                  </a:lnTo>
                  <a:lnTo>
                    <a:pt x="6471861" y="2443720"/>
                  </a:lnTo>
                  <a:lnTo>
                    <a:pt x="6472511" y="2453934"/>
                  </a:lnTo>
                  <a:lnTo>
                    <a:pt x="6473161" y="2464080"/>
                  </a:lnTo>
                  <a:lnTo>
                    <a:pt x="6473810" y="2474079"/>
                  </a:lnTo>
                  <a:lnTo>
                    <a:pt x="6474460" y="2483917"/>
                  </a:lnTo>
                  <a:lnTo>
                    <a:pt x="6475110" y="2493473"/>
                  </a:lnTo>
                  <a:lnTo>
                    <a:pt x="6475760" y="2502803"/>
                  </a:lnTo>
                  <a:lnTo>
                    <a:pt x="6476410" y="2511923"/>
                  </a:lnTo>
                  <a:lnTo>
                    <a:pt x="6477060" y="2520627"/>
                  </a:lnTo>
                  <a:lnTo>
                    <a:pt x="6477710" y="2528733"/>
                  </a:lnTo>
                  <a:lnTo>
                    <a:pt x="6478360" y="2536096"/>
                  </a:lnTo>
                  <a:lnTo>
                    <a:pt x="6479010" y="2542638"/>
                  </a:lnTo>
                  <a:lnTo>
                    <a:pt x="6479660" y="2548329"/>
                  </a:lnTo>
                  <a:lnTo>
                    <a:pt x="6480310" y="2553139"/>
                  </a:lnTo>
                  <a:lnTo>
                    <a:pt x="6480960" y="2556982"/>
                  </a:lnTo>
                  <a:lnTo>
                    <a:pt x="6481610" y="2559749"/>
                  </a:lnTo>
                  <a:lnTo>
                    <a:pt x="6482260" y="2561411"/>
                  </a:lnTo>
                  <a:lnTo>
                    <a:pt x="6482910" y="2562009"/>
                  </a:lnTo>
                  <a:lnTo>
                    <a:pt x="6483559" y="2561582"/>
                  </a:lnTo>
                  <a:lnTo>
                    <a:pt x="6484209" y="2560139"/>
                  </a:lnTo>
                  <a:lnTo>
                    <a:pt x="6484859" y="2557757"/>
                  </a:lnTo>
                  <a:lnTo>
                    <a:pt x="6485509" y="2554454"/>
                  </a:lnTo>
                  <a:lnTo>
                    <a:pt x="6486159" y="2550207"/>
                  </a:lnTo>
                  <a:lnTo>
                    <a:pt x="6486809" y="2545122"/>
                  </a:lnTo>
                  <a:lnTo>
                    <a:pt x="6487459" y="2539172"/>
                  </a:lnTo>
                  <a:lnTo>
                    <a:pt x="6488109" y="2532315"/>
                  </a:lnTo>
                  <a:lnTo>
                    <a:pt x="6488759" y="2524499"/>
                  </a:lnTo>
                  <a:lnTo>
                    <a:pt x="6489409" y="2515740"/>
                  </a:lnTo>
                  <a:lnTo>
                    <a:pt x="6490059" y="2506146"/>
                  </a:lnTo>
                  <a:lnTo>
                    <a:pt x="6490709" y="2495909"/>
                  </a:lnTo>
                  <a:lnTo>
                    <a:pt x="6491359" y="2485188"/>
                  </a:lnTo>
                  <a:lnTo>
                    <a:pt x="6492009" y="2473992"/>
                  </a:lnTo>
                  <a:lnTo>
                    <a:pt x="6492659" y="2462348"/>
                  </a:lnTo>
                  <a:lnTo>
                    <a:pt x="6493308" y="2450288"/>
                  </a:lnTo>
                  <a:lnTo>
                    <a:pt x="6493958" y="2437830"/>
                  </a:lnTo>
                  <a:lnTo>
                    <a:pt x="6494608" y="2424945"/>
                  </a:lnTo>
                  <a:lnTo>
                    <a:pt x="6495258" y="2411650"/>
                  </a:lnTo>
                  <a:lnTo>
                    <a:pt x="6495908" y="2397945"/>
                  </a:lnTo>
                  <a:lnTo>
                    <a:pt x="6496558" y="2383872"/>
                  </a:lnTo>
                  <a:lnTo>
                    <a:pt x="6497208" y="2369585"/>
                  </a:lnTo>
                  <a:lnTo>
                    <a:pt x="6497858" y="2355163"/>
                  </a:lnTo>
                  <a:lnTo>
                    <a:pt x="6498508" y="2340733"/>
                  </a:lnTo>
                  <a:lnTo>
                    <a:pt x="6499158" y="2326400"/>
                  </a:lnTo>
                  <a:lnTo>
                    <a:pt x="6499808" y="2312162"/>
                  </a:lnTo>
                  <a:lnTo>
                    <a:pt x="6500458" y="2297965"/>
                  </a:lnTo>
                  <a:lnTo>
                    <a:pt x="6501108" y="2283683"/>
                  </a:lnTo>
                  <a:lnTo>
                    <a:pt x="6501758" y="2269344"/>
                  </a:lnTo>
                  <a:lnTo>
                    <a:pt x="6502408" y="2255007"/>
                  </a:lnTo>
                  <a:lnTo>
                    <a:pt x="6503058" y="2240638"/>
                  </a:lnTo>
                  <a:lnTo>
                    <a:pt x="6503707" y="2226234"/>
                  </a:lnTo>
                  <a:lnTo>
                    <a:pt x="6504357" y="2211784"/>
                  </a:lnTo>
                  <a:lnTo>
                    <a:pt x="6505007" y="2197306"/>
                  </a:lnTo>
                  <a:lnTo>
                    <a:pt x="6505657" y="2182853"/>
                  </a:lnTo>
                  <a:lnTo>
                    <a:pt x="6506307" y="2168436"/>
                  </a:lnTo>
                  <a:lnTo>
                    <a:pt x="6506957" y="2153980"/>
                  </a:lnTo>
                  <a:lnTo>
                    <a:pt x="6507607" y="2139438"/>
                  </a:lnTo>
                  <a:lnTo>
                    <a:pt x="6508257" y="2124804"/>
                  </a:lnTo>
                  <a:lnTo>
                    <a:pt x="6508907" y="2109991"/>
                  </a:lnTo>
                  <a:lnTo>
                    <a:pt x="6509557" y="2095126"/>
                  </a:lnTo>
                  <a:lnTo>
                    <a:pt x="6510207" y="2080363"/>
                  </a:lnTo>
                  <a:lnTo>
                    <a:pt x="6510857" y="2065822"/>
                  </a:lnTo>
                  <a:lnTo>
                    <a:pt x="6511507" y="2051518"/>
                  </a:lnTo>
                  <a:lnTo>
                    <a:pt x="6512157" y="2037497"/>
                  </a:lnTo>
                  <a:lnTo>
                    <a:pt x="6512807" y="2023720"/>
                  </a:lnTo>
                  <a:lnTo>
                    <a:pt x="6513456" y="2010297"/>
                  </a:lnTo>
                  <a:lnTo>
                    <a:pt x="6514106" y="1997402"/>
                  </a:lnTo>
                  <a:lnTo>
                    <a:pt x="6514756" y="1985153"/>
                  </a:lnTo>
                  <a:lnTo>
                    <a:pt x="6515406" y="1973580"/>
                  </a:lnTo>
                  <a:lnTo>
                    <a:pt x="6516056" y="1962626"/>
                  </a:lnTo>
                  <a:lnTo>
                    <a:pt x="6516706" y="1952338"/>
                  </a:lnTo>
                  <a:lnTo>
                    <a:pt x="6517356" y="1942767"/>
                  </a:lnTo>
                  <a:lnTo>
                    <a:pt x="6518006" y="1933964"/>
                  </a:lnTo>
                  <a:lnTo>
                    <a:pt x="6518656" y="1926004"/>
                  </a:lnTo>
                  <a:lnTo>
                    <a:pt x="6519306" y="1918869"/>
                  </a:lnTo>
                  <a:lnTo>
                    <a:pt x="6519956" y="1912585"/>
                  </a:lnTo>
                  <a:lnTo>
                    <a:pt x="6520606" y="1907225"/>
                  </a:lnTo>
                  <a:lnTo>
                    <a:pt x="6521256" y="1902837"/>
                  </a:lnTo>
                  <a:lnTo>
                    <a:pt x="6521906" y="1899469"/>
                  </a:lnTo>
                  <a:lnTo>
                    <a:pt x="6522556" y="1897191"/>
                  </a:lnTo>
                  <a:lnTo>
                    <a:pt x="6523206" y="1895940"/>
                  </a:lnTo>
                  <a:lnTo>
                    <a:pt x="6523855" y="1895603"/>
                  </a:lnTo>
                  <a:lnTo>
                    <a:pt x="6524505" y="1896149"/>
                  </a:lnTo>
                  <a:lnTo>
                    <a:pt x="6525155" y="1897650"/>
                  </a:lnTo>
                  <a:lnTo>
                    <a:pt x="6525805" y="1900193"/>
                  </a:lnTo>
                  <a:lnTo>
                    <a:pt x="6526455" y="1903742"/>
                  </a:lnTo>
                  <a:lnTo>
                    <a:pt x="6527105" y="1908289"/>
                  </a:lnTo>
                  <a:lnTo>
                    <a:pt x="6527755" y="1913701"/>
                  </a:lnTo>
                  <a:lnTo>
                    <a:pt x="6528405" y="1919763"/>
                  </a:lnTo>
                  <a:lnTo>
                    <a:pt x="6529055" y="1926393"/>
                  </a:lnTo>
                  <a:lnTo>
                    <a:pt x="6529705" y="1933413"/>
                  </a:lnTo>
                  <a:lnTo>
                    <a:pt x="6530355" y="1940658"/>
                  </a:lnTo>
                  <a:lnTo>
                    <a:pt x="6531005" y="1948071"/>
                  </a:lnTo>
                  <a:lnTo>
                    <a:pt x="6531655" y="1955558"/>
                  </a:lnTo>
                  <a:lnTo>
                    <a:pt x="6532305" y="1963069"/>
                  </a:lnTo>
                  <a:lnTo>
                    <a:pt x="6532955" y="1970563"/>
                  </a:lnTo>
                  <a:lnTo>
                    <a:pt x="6533604" y="1978020"/>
                  </a:lnTo>
                  <a:lnTo>
                    <a:pt x="6534254" y="1985340"/>
                  </a:lnTo>
                  <a:lnTo>
                    <a:pt x="6534904" y="1992390"/>
                  </a:lnTo>
                  <a:lnTo>
                    <a:pt x="6535554" y="1999085"/>
                  </a:lnTo>
                  <a:lnTo>
                    <a:pt x="6536204" y="2005395"/>
                  </a:lnTo>
                  <a:lnTo>
                    <a:pt x="6536854" y="2011361"/>
                  </a:lnTo>
                  <a:lnTo>
                    <a:pt x="6537504" y="2017084"/>
                  </a:lnTo>
                  <a:lnTo>
                    <a:pt x="6538154" y="2022629"/>
                  </a:lnTo>
                  <a:lnTo>
                    <a:pt x="6538804" y="2027955"/>
                  </a:lnTo>
                  <a:lnTo>
                    <a:pt x="6539454" y="2033130"/>
                  </a:lnTo>
                  <a:lnTo>
                    <a:pt x="6540104" y="2038362"/>
                  </a:lnTo>
                  <a:lnTo>
                    <a:pt x="6540754" y="2043604"/>
                  </a:lnTo>
                  <a:lnTo>
                    <a:pt x="6541404" y="2048818"/>
                  </a:lnTo>
                  <a:lnTo>
                    <a:pt x="6542054" y="2053999"/>
                  </a:lnTo>
                  <a:lnTo>
                    <a:pt x="6542704" y="2059033"/>
                  </a:lnTo>
                  <a:lnTo>
                    <a:pt x="6543354" y="2063905"/>
                  </a:lnTo>
                  <a:lnTo>
                    <a:pt x="6544003" y="2068670"/>
                  </a:lnTo>
                  <a:lnTo>
                    <a:pt x="6544653" y="2073339"/>
                  </a:lnTo>
                  <a:lnTo>
                    <a:pt x="6545303" y="2077954"/>
                  </a:lnTo>
                  <a:lnTo>
                    <a:pt x="6545953" y="2082528"/>
                  </a:lnTo>
                  <a:lnTo>
                    <a:pt x="6546603" y="2086927"/>
                  </a:lnTo>
                  <a:lnTo>
                    <a:pt x="6547253" y="2091036"/>
                  </a:lnTo>
                  <a:lnTo>
                    <a:pt x="6547903" y="2094827"/>
                  </a:lnTo>
                  <a:lnTo>
                    <a:pt x="6548553" y="2098314"/>
                  </a:lnTo>
                  <a:lnTo>
                    <a:pt x="6549203" y="2101496"/>
                  </a:lnTo>
                  <a:lnTo>
                    <a:pt x="6549853" y="2104266"/>
                  </a:lnTo>
                  <a:lnTo>
                    <a:pt x="6550503" y="2106497"/>
                  </a:lnTo>
                  <a:lnTo>
                    <a:pt x="6551153" y="2108073"/>
                  </a:lnTo>
                  <a:lnTo>
                    <a:pt x="6551803" y="2108963"/>
                  </a:lnTo>
                  <a:lnTo>
                    <a:pt x="6552453" y="2109163"/>
                  </a:lnTo>
                  <a:lnTo>
                    <a:pt x="6553103" y="2108593"/>
                  </a:lnTo>
                  <a:lnTo>
                    <a:pt x="6553752" y="2107208"/>
                  </a:lnTo>
                  <a:lnTo>
                    <a:pt x="6554402" y="2104925"/>
                  </a:lnTo>
                  <a:lnTo>
                    <a:pt x="6555052" y="2101632"/>
                  </a:lnTo>
                  <a:lnTo>
                    <a:pt x="6555702" y="2097210"/>
                  </a:lnTo>
                  <a:lnTo>
                    <a:pt x="6556352" y="2091606"/>
                  </a:lnTo>
                  <a:lnTo>
                    <a:pt x="6557002" y="2084830"/>
                  </a:lnTo>
                  <a:lnTo>
                    <a:pt x="6557652" y="2076797"/>
                  </a:lnTo>
                  <a:lnTo>
                    <a:pt x="6558302" y="2067386"/>
                  </a:lnTo>
                  <a:lnTo>
                    <a:pt x="6558952" y="2056523"/>
                  </a:lnTo>
                  <a:lnTo>
                    <a:pt x="6559602" y="2044200"/>
                  </a:lnTo>
                  <a:lnTo>
                    <a:pt x="6560252" y="2030543"/>
                  </a:lnTo>
                  <a:lnTo>
                    <a:pt x="6560902" y="2015817"/>
                  </a:lnTo>
                  <a:lnTo>
                    <a:pt x="6561552" y="2000136"/>
                  </a:lnTo>
                  <a:lnTo>
                    <a:pt x="6562202" y="1983573"/>
                  </a:lnTo>
                  <a:lnTo>
                    <a:pt x="6562852" y="1966272"/>
                  </a:lnTo>
                  <a:lnTo>
                    <a:pt x="6563502" y="1948280"/>
                  </a:lnTo>
                  <a:lnTo>
                    <a:pt x="6564151" y="1929617"/>
                  </a:lnTo>
                  <a:lnTo>
                    <a:pt x="6564801" y="1910289"/>
                  </a:lnTo>
                  <a:lnTo>
                    <a:pt x="6565451" y="1890342"/>
                  </a:lnTo>
                  <a:lnTo>
                    <a:pt x="6566101" y="1869855"/>
                  </a:lnTo>
                  <a:lnTo>
                    <a:pt x="6566751" y="1848953"/>
                  </a:lnTo>
                  <a:lnTo>
                    <a:pt x="6567401" y="1827748"/>
                  </a:lnTo>
                  <a:lnTo>
                    <a:pt x="6568051" y="1806318"/>
                  </a:lnTo>
                  <a:lnTo>
                    <a:pt x="6568701" y="1784693"/>
                  </a:lnTo>
                  <a:lnTo>
                    <a:pt x="6569351" y="1762919"/>
                  </a:lnTo>
                  <a:lnTo>
                    <a:pt x="6570001" y="1740881"/>
                  </a:lnTo>
                  <a:lnTo>
                    <a:pt x="6570651" y="1718480"/>
                  </a:lnTo>
                  <a:lnTo>
                    <a:pt x="6571301" y="1695743"/>
                  </a:lnTo>
                  <a:lnTo>
                    <a:pt x="6571951" y="1672700"/>
                  </a:lnTo>
                  <a:lnTo>
                    <a:pt x="6572601" y="1649272"/>
                  </a:lnTo>
                  <a:lnTo>
                    <a:pt x="6573251" y="1625444"/>
                  </a:lnTo>
                  <a:lnTo>
                    <a:pt x="6573900" y="1601371"/>
                  </a:lnTo>
                  <a:lnTo>
                    <a:pt x="6574550" y="1577257"/>
                  </a:lnTo>
                  <a:lnTo>
                    <a:pt x="6575200" y="1553093"/>
                  </a:lnTo>
                  <a:lnTo>
                    <a:pt x="6575850" y="1528889"/>
                  </a:lnTo>
                  <a:lnTo>
                    <a:pt x="6576500" y="1504596"/>
                  </a:lnTo>
                  <a:lnTo>
                    <a:pt x="6577150" y="1480202"/>
                  </a:lnTo>
                  <a:lnTo>
                    <a:pt x="6577800" y="1455805"/>
                  </a:lnTo>
                  <a:lnTo>
                    <a:pt x="6578450" y="1431448"/>
                  </a:lnTo>
                  <a:lnTo>
                    <a:pt x="6579100" y="1407171"/>
                  </a:lnTo>
                  <a:lnTo>
                    <a:pt x="6579750" y="1383025"/>
                  </a:lnTo>
                  <a:lnTo>
                    <a:pt x="6580400" y="1359048"/>
                  </a:lnTo>
                  <a:lnTo>
                    <a:pt x="6581050" y="1335257"/>
                  </a:lnTo>
                  <a:lnTo>
                    <a:pt x="6581700" y="1311607"/>
                  </a:lnTo>
                  <a:lnTo>
                    <a:pt x="6582350" y="1288125"/>
                  </a:lnTo>
                  <a:lnTo>
                    <a:pt x="6583000" y="1264964"/>
                  </a:lnTo>
                  <a:lnTo>
                    <a:pt x="6583650" y="1242286"/>
                  </a:lnTo>
                  <a:lnTo>
                    <a:pt x="6584299" y="1220144"/>
                  </a:lnTo>
                  <a:lnTo>
                    <a:pt x="6584949" y="1198528"/>
                  </a:lnTo>
                  <a:lnTo>
                    <a:pt x="6585599" y="1177452"/>
                  </a:lnTo>
                  <a:lnTo>
                    <a:pt x="6586249" y="1156936"/>
                  </a:lnTo>
                  <a:lnTo>
                    <a:pt x="6586899" y="1136989"/>
                  </a:lnTo>
                  <a:lnTo>
                    <a:pt x="6587549" y="1117659"/>
                  </a:lnTo>
                  <a:lnTo>
                    <a:pt x="6588199" y="1099017"/>
                  </a:lnTo>
                  <a:lnTo>
                    <a:pt x="6588849" y="1081108"/>
                  </a:lnTo>
                  <a:lnTo>
                    <a:pt x="6589499" y="1063984"/>
                  </a:lnTo>
                  <a:lnTo>
                    <a:pt x="6590149" y="1047628"/>
                  </a:lnTo>
                  <a:lnTo>
                    <a:pt x="6590799" y="1032070"/>
                  </a:lnTo>
                  <a:lnTo>
                    <a:pt x="6591449" y="1017374"/>
                  </a:lnTo>
                  <a:lnTo>
                    <a:pt x="6592099" y="1003551"/>
                  </a:lnTo>
                  <a:lnTo>
                    <a:pt x="6592749" y="990557"/>
                  </a:lnTo>
                  <a:lnTo>
                    <a:pt x="6593399" y="978201"/>
                  </a:lnTo>
                  <a:lnTo>
                    <a:pt x="6594048" y="966433"/>
                  </a:lnTo>
                  <a:lnTo>
                    <a:pt x="6594698" y="955359"/>
                  </a:lnTo>
                  <a:lnTo>
                    <a:pt x="6595348" y="944953"/>
                  </a:lnTo>
                  <a:lnTo>
                    <a:pt x="6595998" y="935211"/>
                  </a:lnTo>
                  <a:lnTo>
                    <a:pt x="6596648" y="926060"/>
                  </a:lnTo>
                  <a:lnTo>
                    <a:pt x="6597298" y="917493"/>
                  </a:lnTo>
                  <a:lnTo>
                    <a:pt x="6597948" y="909466"/>
                  </a:lnTo>
                  <a:lnTo>
                    <a:pt x="6598598" y="901933"/>
                  </a:lnTo>
                  <a:lnTo>
                    <a:pt x="6599248" y="894834"/>
                  </a:lnTo>
                  <a:lnTo>
                    <a:pt x="6599898" y="888081"/>
                  </a:lnTo>
                  <a:lnTo>
                    <a:pt x="6600548" y="881667"/>
                  </a:lnTo>
                  <a:lnTo>
                    <a:pt x="6601198" y="875600"/>
                  </a:lnTo>
                  <a:lnTo>
                    <a:pt x="6601848" y="869868"/>
                  </a:lnTo>
                  <a:lnTo>
                    <a:pt x="6602498" y="864468"/>
                  </a:lnTo>
                  <a:lnTo>
                    <a:pt x="6603148" y="859460"/>
                  </a:lnTo>
                  <a:lnTo>
                    <a:pt x="6603798" y="854849"/>
                  </a:lnTo>
                  <a:lnTo>
                    <a:pt x="6604447" y="850592"/>
                  </a:lnTo>
                  <a:lnTo>
                    <a:pt x="6605097" y="846704"/>
                  </a:lnTo>
                  <a:lnTo>
                    <a:pt x="6605747" y="843179"/>
                  </a:lnTo>
                  <a:lnTo>
                    <a:pt x="6606397" y="840023"/>
                  </a:lnTo>
                  <a:lnTo>
                    <a:pt x="6607047" y="837090"/>
                  </a:lnTo>
                  <a:lnTo>
                    <a:pt x="6607697" y="834361"/>
                  </a:lnTo>
                  <a:lnTo>
                    <a:pt x="6608347" y="831889"/>
                  </a:lnTo>
                  <a:lnTo>
                    <a:pt x="6608997" y="829705"/>
                  </a:lnTo>
                  <a:lnTo>
                    <a:pt x="6609647" y="827874"/>
                  </a:lnTo>
                  <a:lnTo>
                    <a:pt x="6610297" y="826385"/>
                  </a:lnTo>
                  <a:lnTo>
                    <a:pt x="6610947" y="825233"/>
                  </a:lnTo>
                  <a:lnTo>
                    <a:pt x="6611597" y="824413"/>
                  </a:lnTo>
                  <a:lnTo>
                    <a:pt x="6612247" y="823932"/>
                  </a:lnTo>
                  <a:lnTo>
                    <a:pt x="6612897" y="823840"/>
                  </a:lnTo>
                  <a:lnTo>
                    <a:pt x="6613547" y="824057"/>
                  </a:lnTo>
                  <a:lnTo>
                    <a:pt x="6614196" y="824527"/>
                  </a:lnTo>
                  <a:lnTo>
                    <a:pt x="6614846" y="825331"/>
                  </a:lnTo>
                  <a:lnTo>
                    <a:pt x="6615496" y="826457"/>
                  </a:lnTo>
                  <a:lnTo>
                    <a:pt x="6616146" y="827817"/>
                  </a:lnTo>
                  <a:lnTo>
                    <a:pt x="6616796" y="829335"/>
                  </a:lnTo>
                  <a:lnTo>
                    <a:pt x="6617446" y="831005"/>
                  </a:lnTo>
                  <a:lnTo>
                    <a:pt x="6618096" y="832905"/>
                  </a:lnTo>
                  <a:lnTo>
                    <a:pt x="6618746" y="835087"/>
                  </a:lnTo>
                  <a:lnTo>
                    <a:pt x="6619396" y="837543"/>
                  </a:lnTo>
                  <a:lnTo>
                    <a:pt x="6620046" y="840231"/>
                  </a:lnTo>
                  <a:lnTo>
                    <a:pt x="6620696" y="843136"/>
                  </a:lnTo>
                  <a:lnTo>
                    <a:pt x="6621346" y="846194"/>
                  </a:lnTo>
                  <a:lnTo>
                    <a:pt x="6621996" y="849369"/>
                  </a:lnTo>
                  <a:lnTo>
                    <a:pt x="6622646" y="852701"/>
                  </a:lnTo>
                  <a:lnTo>
                    <a:pt x="6623296" y="856271"/>
                  </a:lnTo>
                  <a:lnTo>
                    <a:pt x="6623945" y="860170"/>
                  </a:lnTo>
                  <a:lnTo>
                    <a:pt x="6624595" y="864350"/>
                  </a:lnTo>
                  <a:lnTo>
                    <a:pt x="6625245" y="868867"/>
                  </a:lnTo>
                  <a:lnTo>
                    <a:pt x="6625895" y="873847"/>
                  </a:lnTo>
                  <a:lnTo>
                    <a:pt x="6626545" y="879335"/>
                  </a:lnTo>
                  <a:lnTo>
                    <a:pt x="6627195" y="885245"/>
                  </a:lnTo>
                  <a:lnTo>
                    <a:pt x="6627845" y="891522"/>
                  </a:lnTo>
                  <a:lnTo>
                    <a:pt x="6628495" y="898108"/>
                  </a:lnTo>
                  <a:lnTo>
                    <a:pt x="6629145" y="905045"/>
                  </a:lnTo>
                  <a:lnTo>
                    <a:pt x="6629795" y="912436"/>
                  </a:lnTo>
                  <a:lnTo>
                    <a:pt x="6630445" y="920225"/>
                  </a:lnTo>
                  <a:lnTo>
                    <a:pt x="6631095" y="928436"/>
                  </a:lnTo>
                  <a:lnTo>
                    <a:pt x="6631745" y="937120"/>
                  </a:lnTo>
                  <a:lnTo>
                    <a:pt x="6632395" y="946303"/>
                  </a:lnTo>
                  <a:lnTo>
                    <a:pt x="6633045" y="956013"/>
                  </a:lnTo>
                  <a:lnTo>
                    <a:pt x="6633695" y="966172"/>
                  </a:lnTo>
                  <a:lnTo>
                    <a:pt x="6634344" y="976735"/>
                  </a:lnTo>
                  <a:lnTo>
                    <a:pt x="6634994" y="987628"/>
                  </a:lnTo>
                  <a:lnTo>
                    <a:pt x="6635644" y="998819"/>
                  </a:lnTo>
                  <a:lnTo>
                    <a:pt x="6636294" y="1010311"/>
                  </a:lnTo>
                  <a:lnTo>
                    <a:pt x="6636944" y="1022105"/>
                  </a:lnTo>
                  <a:lnTo>
                    <a:pt x="6637594" y="1034207"/>
                  </a:lnTo>
                  <a:lnTo>
                    <a:pt x="6638244" y="1046613"/>
                  </a:lnTo>
                  <a:lnTo>
                    <a:pt x="6638894" y="1059326"/>
                  </a:lnTo>
                  <a:lnTo>
                    <a:pt x="6639544" y="1072234"/>
                  </a:lnTo>
                  <a:lnTo>
                    <a:pt x="6640194" y="1085307"/>
                  </a:lnTo>
                  <a:lnTo>
                    <a:pt x="6640844" y="1098429"/>
                  </a:lnTo>
                  <a:lnTo>
                    <a:pt x="6641494" y="1111520"/>
                  </a:lnTo>
                  <a:lnTo>
                    <a:pt x="6642144" y="1124501"/>
                  </a:lnTo>
                  <a:lnTo>
                    <a:pt x="6642794" y="1137317"/>
                  </a:lnTo>
                  <a:lnTo>
                    <a:pt x="6643444" y="1149929"/>
                  </a:lnTo>
                  <a:lnTo>
                    <a:pt x="6644093" y="1162282"/>
                  </a:lnTo>
                  <a:lnTo>
                    <a:pt x="6644743" y="1174416"/>
                  </a:lnTo>
                  <a:lnTo>
                    <a:pt x="6645393" y="1186283"/>
                  </a:lnTo>
                  <a:lnTo>
                    <a:pt x="6646043" y="1197909"/>
                  </a:lnTo>
                  <a:lnTo>
                    <a:pt x="6646693" y="1209423"/>
                  </a:lnTo>
                  <a:lnTo>
                    <a:pt x="6647343" y="1220760"/>
                  </a:lnTo>
                  <a:lnTo>
                    <a:pt x="6647993" y="1231884"/>
                  </a:lnTo>
                  <a:lnTo>
                    <a:pt x="6648643" y="1242748"/>
                  </a:lnTo>
                  <a:lnTo>
                    <a:pt x="6649293" y="1253260"/>
                  </a:lnTo>
                  <a:lnTo>
                    <a:pt x="6649943" y="1263448"/>
                  </a:lnTo>
                  <a:lnTo>
                    <a:pt x="6650593" y="1273319"/>
                  </a:lnTo>
                  <a:lnTo>
                    <a:pt x="6651243" y="1282815"/>
                  </a:lnTo>
                  <a:lnTo>
                    <a:pt x="6651893" y="1291914"/>
                  </a:lnTo>
                  <a:lnTo>
                    <a:pt x="6652543" y="1300574"/>
                  </a:lnTo>
                  <a:lnTo>
                    <a:pt x="6653193" y="1308800"/>
                  </a:lnTo>
                  <a:lnTo>
                    <a:pt x="6653843" y="1316615"/>
                  </a:lnTo>
                  <a:lnTo>
                    <a:pt x="6654492" y="1324002"/>
                  </a:lnTo>
                  <a:lnTo>
                    <a:pt x="6655142" y="1330860"/>
                  </a:lnTo>
                  <a:lnTo>
                    <a:pt x="6655792" y="1337036"/>
                  </a:lnTo>
                  <a:lnTo>
                    <a:pt x="6656442" y="1342364"/>
                  </a:lnTo>
                  <a:lnTo>
                    <a:pt x="6657092" y="1346855"/>
                  </a:lnTo>
                  <a:lnTo>
                    <a:pt x="6657742" y="1350450"/>
                  </a:lnTo>
                  <a:lnTo>
                    <a:pt x="6658392" y="1353015"/>
                  </a:lnTo>
                  <a:lnTo>
                    <a:pt x="6659042" y="1354454"/>
                  </a:lnTo>
                  <a:lnTo>
                    <a:pt x="6659692" y="1354758"/>
                  </a:lnTo>
                  <a:lnTo>
                    <a:pt x="6660342" y="1353932"/>
                  </a:lnTo>
                  <a:lnTo>
                    <a:pt x="6660992" y="1351971"/>
                  </a:lnTo>
                  <a:lnTo>
                    <a:pt x="6661642" y="1348926"/>
                  </a:lnTo>
                  <a:lnTo>
                    <a:pt x="6662292" y="1344720"/>
                  </a:lnTo>
                  <a:lnTo>
                    <a:pt x="6662942" y="1339438"/>
                  </a:lnTo>
                  <a:lnTo>
                    <a:pt x="6663592" y="1333195"/>
                  </a:lnTo>
                  <a:lnTo>
                    <a:pt x="6664241" y="1326019"/>
                  </a:lnTo>
                  <a:lnTo>
                    <a:pt x="6664891" y="1317943"/>
                  </a:lnTo>
                  <a:lnTo>
                    <a:pt x="6665541" y="1308972"/>
                  </a:lnTo>
                  <a:lnTo>
                    <a:pt x="6666191" y="1299174"/>
                  </a:lnTo>
                  <a:lnTo>
                    <a:pt x="6666841" y="1288604"/>
                  </a:lnTo>
                  <a:lnTo>
                    <a:pt x="6667491" y="1277404"/>
                  </a:lnTo>
                  <a:lnTo>
                    <a:pt x="6668141" y="1265700"/>
                  </a:lnTo>
                  <a:lnTo>
                    <a:pt x="6668791" y="1253525"/>
                  </a:lnTo>
                  <a:lnTo>
                    <a:pt x="6669441" y="1240902"/>
                  </a:lnTo>
                  <a:lnTo>
                    <a:pt x="6670091" y="1227792"/>
                  </a:lnTo>
                  <a:lnTo>
                    <a:pt x="6670741" y="1214147"/>
                  </a:lnTo>
                  <a:lnTo>
                    <a:pt x="6671391" y="1199940"/>
                  </a:lnTo>
                  <a:lnTo>
                    <a:pt x="6672041" y="1185258"/>
                  </a:lnTo>
                  <a:lnTo>
                    <a:pt x="6672691" y="1170154"/>
                  </a:lnTo>
                  <a:lnTo>
                    <a:pt x="6673341" y="1154702"/>
                  </a:lnTo>
                  <a:lnTo>
                    <a:pt x="6673991" y="1138995"/>
                  </a:lnTo>
                  <a:lnTo>
                    <a:pt x="6674640" y="1123072"/>
                  </a:lnTo>
                  <a:lnTo>
                    <a:pt x="6675290" y="1106953"/>
                  </a:lnTo>
                  <a:lnTo>
                    <a:pt x="6675940" y="1090584"/>
                  </a:lnTo>
                  <a:lnTo>
                    <a:pt x="6676590" y="1073935"/>
                  </a:lnTo>
                  <a:lnTo>
                    <a:pt x="6677240" y="1056898"/>
                  </a:lnTo>
                  <a:lnTo>
                    <a:pt x="6677890" y="1039389"/>
                  </a:lnTo>
                  <a:lnTo>
                    <a:pt x="6678540" y="1021455"/>
                  </a:lnTo>
                  <a:lnTo>
                    <a:pt x="6679190" y="1003007"/>
                  </a:lnTo>
                  <a:lnTo>
                    <a:pt x="6679840" y="984034"/>
                  </a:lnTo>
                  <a:lnTo>
                    <a:pt x="6680490" y="964641"/>
                  </a:lnTo>
                  <a:lnTo>
                    <a:pt x="6681140" y="944882"/>
                  </a:lnTo>
                  <a:lnTo>
                    <a:pt x="6681790" y="924882"/>
                  </a:lnTo>
                  <a:lnTo>
                    <a:pt x="6682440" y="904727"/>
                  </a:lnTo>
                  <a:lnTo>
                    <a:pt x="6683090" y="884338"/>
                  </a:lnTo>
                  <a:lnTo>
                    <a:pt x="6683740" y="863641"/>
                  </a:lnTo>
                  <a:lnTo>
                    <a:pt x="6684389" y="842581"/>
                  </a:lnTo>
                  <a:lnTo>
                    <a:pt x="6685039" y="821197"/>
                  </a:lnTo>
                  <a:lnTo>
                    <a:pt x="6685689" y="799579"/>
                  </a:lnTo>
                  <a:lnTo>
                    <a:pt x="6686339" y="777790"/>
                  </a:lnTo>
                  <a:lnTo>
                    <a:pt x="6686989" y="755882"/>
                  </a:lnTo>
                  <a:lnTo>
                    <a:pt x="6687639" y="733999"/>
                  </a:lnTo>
                  <a:lnTo>
                    <a:pt x="6688289" y="712260"/>
                  </a:lnTo>
                  <a:lnTo>
                    <a:pt x="6688939" y="690775"/>
                  </a:lnTo>
                  <a:lnTo>
                    <a:pt x="6689589" y="669602"/>
                  </a:lnTo>
                  <a:lnTo>
                    <a:pt x="6690239" y="648709"/>
                  </a:lnTo>
                  <a:lnTo>
                    <a:pt x="6690889" y="628235"/>
                  </a:lnTo>
                  <a:lnTo>
                    <a:pt x="6691539" y="608262"/>
                  </a:lnTo>
                  <a:lnTo>
                    <a:pt x="6692189" y="588817"/>
                  </a:lnTo>
                  <a:lnTo>
                    <a:pt x="6692839" y="569910"/>
                  </a:lnTo>
                  <a:lnTo>
                    <a:pt x="6693489" y="551602"/>
                  </a:lnTo>
                  <a:lnTo>
                    <a:pt x="6694139" y="533944"/>
                  </a:lnTo>
                  <a:lnTo>
                    <a:pt x="6694788" y="516971"/>
                  </a:lnTo>
                  <a:lnTo>
                    <a:pt x="6695438" y="500716"/>
                  </a:lnTo>
                  <a:lnTo>
                    <a:pt x="6696088" y="485104"/>
                  </a:lnTo>
                  <a:lnTo>
                    <a:pt x="6696738" y="470101"/>
                  </a:lnTo>
                  <a:lnTo>
                    <a:pt x="6697388" y="455674"/>
                  </a:lnTo>
                  <a:lnTo>
                    <a:pt x="6698038" y="441797"/>
                  </a:lnTo>
                  <a:lnTo>
                    <a:pt x="6698688" y="428505"/>
                  </a:lnTo>
                  <a:lnTo>
                    <a:pt x="6699338" y="415802"/>
                  </a:lnTo>
                  <a:lnTo>
                    <a:pt x="6699988" y="403696"/>
                  </a:lnTo>
                  <a:lnTo>
                    <a:pt x="6700638" y="392042"/>
                  </a:lnTo>
                  <a:lnTo>
                    <a:pt x="6701288" y="380739"/>
                  </a:lnTo>
                  <a:lnTo>
                    <a:pt x="6701938" y="369807"/>
                  </a:lnTo>
                  <a:lnTo>
                    <a:pt x="6702588" y="359272"/>
                  </a:lnTo>
                  <a:lnTo>
                    <a:pt x="6703238" y="349244"/>
                  </a:lnTo>
                  <a:lnTo>
                    <a:pt x="6703888" y="339777"/>
                  </a:lnTo>
                  <a:lnTo>
                    <a:pt x="6704537" y="330864"/>
                  </a:lnTo>
                  <a:lnTo>
                    <a:pt x="6705187" y="322495"/>
                  </a:lnTo>
                  <a:lnTo>
                    <a:pt x="6705837" y="314639"/>
                  </a:lnTo>
                  <a:lnTo>
                    <a:pt x="6706487" y="307253"/>
                  </a:lnTo>
                  <a:lnTo>
                    <a:pt x="6707137" y="300243"/>
                  </a:lnTo>
                  <a:lnTo>
                    <a:pt x="6707787" y="293554"/>
                  </a:lnTo>
                  <a:lnTo>
                    <a:pt x="6708437" y="287192"/>
                  </a:lnTo>
                  <a:lnTo>
                    <a:pt x="6709087" y="281252"/>
                  </a:lnTo>
                  <a:lnTo>
                    <a:pt x="6709737" y="275774"/>
                  </a:lnTo>
                  <a:lnTo>
                    <a:pt x="6710387" y="270877"/>
                  </a:lnTo>
                  <a:lnTo>
                    <a:pt x="6711037" y="266657"/>
                  </a:lnTo>
                  <a:lnTo>
                    <a:pt x="6711687" y="263190"/>
                  </a:lnTo>
                  <a:lnTo>
                    <a:pt x="6712337" y="260514"/>
                  </a:lnTo>
                  <a:lnTo>
                    <a:pt x="6712987" y="258533"/>
                  </a:lnTo>
                  <a:lnTo>
                    <a:pt x="6713637" y="257163"/>
                  </a:lnTo>
                  <a:lnTo>
                    <a:pt x="6714287" y="256347"/>
                  </a:lnTo>
                  <a:lnTo>
                    <a:pt x="6714936" y="255996"/>
                  </a:lnTo>
                  <a:lnTo>
                    <a:pt x="6715586" y="256128"/>
                  </a:lnTo>
                  <a:lnTo>
                    <a:pt x="6716236" y="256836"/>
                  </a:lnTo>
                  <a:lnTo>
                    <a:pt x="6716886" y="258319"/>
                  </a:lnTo>
                  <a:lnTo>
                    <a:pt x="6717536" y="260706"/>
                  </a:lnTo>
                  <a:lnTo>
                    <a:pt x="6718186" y="264042"/>
                  </a:lnTo>
                  <a:lnTo>
                    <a:pt x="6718836" y="268312"/>
                  </a:lnTo>
                  <a:lnTo>
                    <a:pt x="6719486" y="273515"/>
                  </a:lnTo>
                  <a:lnTo>
                    <a:pt x="6720136" y="279595"/>
                  </a:lnTo>
                  <a:lnTo>
                    <a:pt x="6720786" y="286444"/>
                  </a:lnTo>
                  <a:lnTo>
                    <a:pt x="6721436" y="294010"/>
                  </a:lnTo>
                  <a:lnTo>
                    <a:pt x="6722086" y="302315"/>
                  </a:lnTo>
                  <a:lnTo>
                    <a:pt x="6722736" y="311520"/>
                  </a:lnTo>
                  <a:lnTo>
                    <a:pt x="6723386" y="321674"/>
                  </a:lnTo>
                  <a:lnTo>
                    <a:pt x="6724036" y="332777"/>
                  </a:lnTo>
                  <a:lnTo>
                    <a:pt x="6724685" y="344818"/>
                  </a:lnTo>
                  <a:lnTo>
                    <a:pt x="6725335" y="357740"/>
                  </a:lnTo>
                  <a:lnTo>
                    <a:pt x="6725985" y="371541"/>
                  </a:lnTo>
                  <a:lnTo>
                    <a:pt x="6726635" y="386144"/>
                  </a:lnTo>
                  <a:lnTo>
                    <a:pt x="6727285" y="401513"/>
                  </a:lnTo>
                  <a:lnTo>
                    <a:pt x="6727935" y="417567"/>
                  </a:lnTo>
                  <a:lnTo>
                    <a:pt x="6728585" y="434207"/>
                  </a:lnTo>
                  <a:lnTo>
                    <a:pt x="6729235" y="451336"/>
                  </a:lnTo>
                  <a:lnTo>
                    <a:pt x="6729885" y="468896"/>
                  </a:lnTo>
                  <a:lnTo>
                    <a:pt x="6730535" y="486876"/>
                  </a:lnTo>
                  <a:lnTo>
                    <a:pt x="6731185" y="505167"/>
                  </a:lnTo>
                  <a:lnTo>
                    <a:pt x="6731835" y="523711"/>
                  </a:lnTo>
                  <a:lnTo>
                    <a:pt x="6732485" y="542364"/>
                  </a:lnTo>
                  <a:lnTo>
                    <a:pt x="6733135" y="561099"/>
                  </a:lnTo>
                  <a:lnTo>
                    <a:pt x="6733785" y="579943"/>
                  </a:lnTo>
                  <a:lnTo>
                    <a:pt x="6734435" y="598870"/>
                  </a:lnTo>
                  <a:lnTo>
                    <a:pt x="6735084" y="617844"/>
                  </a:lnTo>
                  <a:lnTo>
                    <a:pt x="6735734" y="636732"/>
                  </a:lnTo>
                  <a:lnTo>
                    <a:pt x="6736384" y="655376"/>
                  </a:lnTo>
                  <a:lnTo>
                    <a:pt x="6737034" y="673663"/>
                  </a:lnTo>
                  <a:lnTo>
                    <a:pt x="6737684" y="691497"/>
                  </a:lnTo>
                  <a:lnTo>
                    <a:pt x="6738334" y="708857"/>
                  </a:lnTo>
                  <a:lnTo>
                    <a:pt x="6738984" y="725806"/>
                  </a:lnTo>
                  <a:lnTo>
                    <a:pt x="6739634" y="742456"/>
                  </a:lnTo>
                  <a:lnTo>
                    <a:pt x="6740284" y="758939"/>
                  </a:lnTo>
                  <a:lnTo>
                    <a:pt x="6740934" y="775338"/>
                  </a:lnTo>
                  <a:lnTo>
                    <a:pt x="6741584" y="791599"/>
                  </a:lnTo>
                  <a:lnTo>
                    <a:pt x="6742234" y="807727"/>
                  </a:lnTo>
                  <a:lnTo>
                    <a:pt x="6742884" y="823662"/>
                  </a:lnTo>
                  <a:lnTo>
                    <a:pt x="6743534" y="839247"/>
                  </a:lnTo>
                  <a:lnTo>
                    <a:pt x="6744184" y="854342"/>
                  </a:lnTo>
                  <a:lnTo>
                    <a:pt x="6744833" y="868828"/>
                  </a:lnTo>
                  <a:lnTo>
                    <a:pt x="6745483" y="882717"/>
                  </a:lnTo>
                  <a:lnTo>
                    <a:pt x="6746133" y="896116"/>
                  </a:lnTo>
                  <a:lnTo>
                    <a:pt x="6746783" y="909107"/>
                  </a:lnTo>
                  <a:lnTo>
                    <a:pt x="6747433" y="921754"/>
                  </a:lnTo>
                  <a:lnTo>
                    <a:pt x="6748083" y="934071"/>
                  </a:lnTo>
                  <a:lnTo>
                    <a:pt x="6748733" y="945996"/>
                  </a:lnTo>
                  <a:lnTo>
                    <a:pt x="6749383" y="957402"/>
                  </a:lnTo>
                  <a:lnTo>
                    <a:pt x="6750033" y="968105"/>
                  </a:lnTo>
                  <a:lnTo>
                    <a:pt x="6750683" y="977936"/>
                  </a:lnTo>
                  <a:lnTo>
                    <a:pt x="6751333" y="986812"/>
                  </a:lnTo>
                  <a:lnTo>
                    <a:pt x="6751983" y="994730"/>
                  </a:lnTo>
                  <a:lnTo>
                    <a:pt x="6752633" y="1001712"/>
                  </a:lnTo>
                  <a:lnTo>
                    <a:pt x="6753283" y="1007842"/>
                  </a:lnTo>
                  <a:lnTo>
                    <a:pt x="6753933" y="1013171"/>
                  </a:lnTo>
                  <a:lnTo>
                    <a:pt x="6754583" y="1017731"/>
                  </a:lnTo>
                  <a:lnTo>
                    <a:pt x="6755232" y="1021400"/>
                  </a:lnTo>
                  <a:lnTo>
                    <a:pt x="6755882" y="1023985"/>
                  </a:lnTo>
                  <a:lnTo>
                    <a:pt x="6756532" y="1025417"/>
                  </a:lnTo>
                  <a:lnTo>
                    <a:pt x="6757182" y="1025666"/>
                  </a:lnTo>
                  <a:lnTo>
                    <a:pt x="6757832" y="1024809"/>
                  </a:lnTo>
                  <a:lnTo>
                    <a:pt x="6758482" y="1022931"/>
                  </a:lnTo>
                  <a:lnTo>
                    <a:pt x="6759132" y="1020017"/>
                  </a:lnTo>
                  <a:lnTo>
                    <a:pt x="6759782" y="1016064"/>
                  </a:lnTo>
                  <a:lnTo>
                    <a:pt x="6760432" y="1010991"/>
                  </a:lnTo>
                  <a:lnTo>
                    <a:pt x="6761082" y="1004882"/>
                  </a:lnTo>
                  <a:lnTo>
                    <a:pt x="6761732" y="997830"/>
                  </a:lnTo>
                  <a:lnTo>
                    <a:pt x="6762382" y="989932"/>
                  </a:lnTo>
                  <a:lnTo>
                    <a:pt x="6763032" y="981200"/>
                  </a:lnTo>
                  <a:lnTo>
                    <a:pt x="6763682" y="971683"/>
                  </a:lnTo>
                  <a:lnTo>
                    <a:pt x="6764332" y="961426"/>
                  </a:lnTo>
                  <a:lnTo>
                    <a:pt x="6764981" y="950494"/>
                  </a:lnTo>
                  <a:lnTo>
                    <a:pt x="6765631" y="938997"/>
                  </a:lnTo>
                  <a:lnTo>
                    <a:pt x="6766281" y="927025"/>
                  </a:lnTo>
                  <a:lnTo>
                    <a:pt x="6766931" y="914645"/>
                  </a:lnTo>
                  <a:lnTo>
                    <a:pt x="6767581" y="901935"/>
                  </a:lnTo>
                  <a:lnTo>
                    <a:pt x="6768231" y="888924"/>
                  </a:lnTo>
                  <a:lnTo>
                    <a:pt x="6768881" y="875783"/>
                  </a:lnTo>
                  <a:lnTo>
                    <a:pt x="6769531" y="862710"/>
                  </a:lnTo>
                  <a:lnTo>
                    <a:pt x="6770181" y="849914"/>
                  </a:lnTo>
                  <a:lnTo>
                    <a:pt x="6770831" y="837553"/>
                  </a:lnTo>
                  <a:lnTo>
                    <a:pt x="6771481" y="825552"/>
                  </a:lnTo>
                  <a:lnTo>
                    <a:pt x="6772131" y="813836"/>
                  </a:lnTo>
                  <a:lnTo>
                    <a:pt x="6772781" y="802375"/>
                  </a:lnTo>
                  <a:lnTo>
                    <a:pt x="6773431" y="791223"/>
                  </a:lnTo>
                  <a:lnTo>
                    <a:pt x="6774081" y="780467"/>
                  </a:lnTo>
                  <a:lnTo>
                    <a:pt x="6774730" y="770145"/>
                  </a:lnTo>
                  <a:lnTo>
                    <a:pt x="6775380" y="760265"/>
                  </a:lnTo>
                  <a:lnTo>
                    <a:pt x="6776030" y="750894"/>
                  </a:lnTo>
                  <a:lnTo>
                    <a:pt x="6776680" y="742128"/>
                  </a:lnTo>
                  <a:lnTo>
                    <a:pt x="6777330" y="734013"/>
                  </a:lnTo>
                  <a:lnTo>
                    <a:pt x="6777980" y="726617"/>
                  </a:lnTo>
                  <a:lnTo>
                    <a:pt x="6778630" y="719874"/>
                  </a:lnTo>
                  <a:lnTo>
                    <a:pt x="6779280" y="713746"/>
                  </a:lnTo>
                  <a:lnTo>
                    <a:pt x="6779930" y="708169"/>
                  </a:lnTo>
                  <a:lnTo>
                    <a:pt x="6780580" y="703132"/>
                  </a:lnTo>
                  <a:lnTo>
                    <a:pt x="6781230" y="698771"/>
                  </a:lnTo>
                  <a:lnTo>
                    <a:pt x="6781880" y="695218"/>
                  </a:lnTo>
                  <a:lnTo>
                    <a:pt x="6782530" y="692539"/>
                  </a:lnTo>
                  <a:lnTo>
                    <a:pt x="6783180" y="690756"/>
                  </a:lnTo>
                  <a:lnTo>
                    <a:pt x="6783830" y="689910"/>
                  </a:lnTo>
                  <a:lnTo>
                    <a:pt x="6784480" y="689983"/>
                  </a:lnTo>
                  <a:lnTo>
                    <a:pt x="6785129" y="690919"/>
                  </a:lnTo>
                  <a:lnTo>
                    <a:pt x="6785779" y="692642"/>
                  </a:lnTo>
                  <a:lnTo>
                    <a:pt x="6786429" y="695183"/>
                  </a:lnTo>
                  <a:lnTo>
                    <a:pt x="6787079" y="698585"/>
                  </a:lnTo>
                  <a:lnTo>
                    <a:pt x="6787729" y="702866"/>
                  </a:lnTo>
                  <a:lnTo>
                    <a:pt x="6788379" y="708192"/>
                  </a:lnTo>
                  <a:lnTo>
                    <a:pt x="6789029" y="714583"/>
                  </a:lnTo>
                  <a:lnTo>
                    <a:pt x="6789679" y="722005"/>
                  </a:lnTo>
                  <a:lnTo>
                    <a:pt x="6790329" y="730426"/>
                  </a:lnTo>
                  <a:lnTo>
                    <a:pt x="6790979" y="739759"/>
                  </a:lnTo>
                  <a:lnTo>
                    <a:pt x="6791629" y="750007"/>
                  </a:lnTo>
                  <a:lnTo>
                    <a:pt x="6792279" y="761221"/>
                  </a:lnTo>
                  <a:lnTo>
                    <a:pt x="6792929" y="773548"/>
                  </a:lnTo>
                  <a:lnTo>
                    <a:pt x="6793579" y="787127"/>
                  </a:lnTo>
                  <a:lnTo>
                    <a:pt x="6794229" y="801939"/>
                  </a:lnTo>
                  <a:lnTo>
                    <a:pt x="6794878" y="817939"/>
                  </a:lnTo>
                  <a:lnTo>
                    <a:pt x="6795528" y="835093"/>
                  </a:lnTo>
                  <a:lnTo>
                    <a:pt x="6796178" y="853415"/>
                  </a:lnTo>
                  <a:lnTo>
                    <a:pt x="6796828" y="872842"/>
                  </a:lnTo>
                  <a:lnTo>
                    <a:pt x="6797478" y="893317"/>
                  </a:lnTo>
                  <a:lnTo>
                    <a:pt x="6798128" y="914620"/>
                  </a:lnTo>
                  <a:lnTo>
                    <a:pt x="6798778" y="936611"/>
                  </a:lnTo>
                  <a:lnTo>
                    <a:pt x="6799428" y="959213"/>
                  </a:lnTo>
                  <a:lnTo>
                    <a:pt x="6800078" y="982319"/>
                  </a:lnTo>
                  <a:lnTo>
                    <a:pt x="6800728" y="1005915"/>
                  </a:lnTo>
                  <a:lnTo>
                    <a:pt x="6801378" y="1029897"/>
                  </a:lnTo>
                  <a:lnTo>
                    <a:pt x="6802028" y="1054123"/>
                  </a:lnTo>
                  <a:lnTo>
                    <a:pt x="6802678" y="1078432"/>
                  </a:lnTo>
                  <a:lnTo>
                    <a:pt x="6803328" y="1102635"/>
                  </a:lnTo>
                  <a:lnTo>
                    <a:pt x="6803978" y="1126686"/>
                  </a:lnTo>
                  <a:lnTo>
                    <a:pt x="6804628" y="1150629"/>
                  </a:lnTo>
                  <a:lnTo>
                    <a:pt x="6805277" y="1174403"/>
                  </a:lnTo>
                  <a:lnTo>
                    <a:pt x="6805927" y="1197786"/>
                  </a:lnTo>
                  <a:lnTo>
                    <a:pt x="6806577" y="1220638"/>
                  </a:lnTo>
                  <a:lnTo>
                    <a:pt x="6807227" y="1242880"/>
                  </a:lnTo>
                  <a:lnTo>
                    <a:pt x="6807877" y="1264611"/>
                  </a:lnTo>
                  <a:lnTo>
                    <a:pt x="6808527" y="1285818"/>
                  </a:lnTo>
                  <a:lnTo>
                    <a:pt x="6809177" y="1306504"/>
                  </a:lnTo>
                  <a:lnTo>
                    <a:pt x="6809827" y="1326729"/>
                  </a:lnTo>
                  <a:lnTo>
                    <a:pt x="6810477" y="1346425"/>
                  </a:lnTo>
                  <a:lnTo>
                    <a:pt x="6811127" y="1365594"/>
                  </a:lnTo>
                  <a:lnTo>
                    <a:pt x="6811777" y="1384232"/>
                  </a:lnTo>
                  <a:lnTo>
                    <a:pt x="6812427" y="1402290"/>
                  </a:lnTo>
                  <a:lnTo>
                    <a:pt x="6813077" y="1419760"/>
                  </a:lnTo>
                  <a:lnTo>
                    <a:pt x="6813727" y="1436502"/>
                  </a:lnTo>
                  <a:lnTo>
                    <a:pt x="6814377" y="1452317"/>
                  </a:lnTo>
                  <a:lnTo>
                    <a:pt x="6815026" y="1467132"/>
                  </a:lnTo>
                  <a:lnTo>
                    <a:pt x="6815676" y="1480997"/>
                  </a:lnTo>
                  <a:lnTo>
                    <a:pt x="6816326" y="1493953"/>
                  </a:lnTo>
                  <a:lnTo>
                    <a:pt x="6816976" y="1505971"/>
                  </a:lnTo>
                  <a:lnTo>
                    <a:pt x="6817626" y="1517046"/>
                  </a:lnTo>
                  <a:lnTo>
                    <a:pt x="6818276" y="1527162"/>
                  </a:lnTo>
                  <a:lnTo>
                    <a:pt x="6818926" y="1536271"/>
                  </a:lnTo>
                  <a:lnTo>
                    <a:pt x="6819576" y="1544261"/>
                  </a:lnTo>
                  <a:lnTo>
                    <a:pt x="6820226" y="1551049"/>
                  </a:lnTo>
                  <a:lnTo>
                    <a:pt x="6820876" y="1556524"/>
                  </a:lnTo>
                  <a:lnTo>
                    <a:pt x="6821526" y="1560613"/>
                  </a:lnTo>
                  <a:lnTo>
                    <a:pt x="6822176" y="1563382"/>
                  </a:lnTo>
                  <a:lnTo>
                    <a:pt x="6822826" y="1564859"/>
                  </a:lnTo>
                  <a:lnTo>
                    <a:pt x="6823476" y="1565057"/>
                  </a:lnTo>
                  <a:lnTo>
                    <a:pt x="6824126" y="1564005"/>
                  </a:lnTo>
                  <a:lnTo>
                    <a:pt x="6824776" y="1561655"/>
                  </a:lnTo>
                  <a:lnTo>
                    <a:pt x="6825425" y="1557956"/>
                  </a:lnTo>
                  <a:lnTo>
                    <a:pt x="6826075" y="1552752"/>
                  </a:lnTo>
                  <a:lnTo>
                    <a:pt x="6826725" y="1545969"/>
                  </a:lnTo>
                  <a:lnTo>
                    <a:pt x="6827375" y="1537604"/>
                  </a:lnTo>
                  <a:lnTo>
                    <a:pt x="6828025" y="1527719"/>
                  </a:lnTo>
                  <a:lnTo>
                    <a:pt x="6828675" y="1516365"/>
                  </a:lnTo>
                  <a:lnTo>
                    <a:pt x="6829325" y="1503625"/>
                  </a:lnTo>
                  <a:lnTo>
                    <a:pt x="6829975" y="1489636"/>
                  </a:lnTo>
                  <a:lnTo>
                    <a:pt x="6830625" y="1474662"/>
                  </a:lnTo>
                  <a:lnTo>
                    <a:pt x="6831275" y="1458935"/>
                  </a:lnTo>
                  <a:lnTo>
                    <a:pt x="6831925" y="1442513"/>
                  </a:lnTo>
                  <a:lnTo>
                    <a:pt x="6832575" y="1425465"/>
                  </a:lnTo>
                  <a:lnTo>
                    <a:pt x="6833225" y="1407894"/>
                  </a:lnTo>
                  <a:lnTo>
                    <a:pt x="6833875" y="1389849"/>
                  </a:lnTo>
                  <a:lnTo>
                    <a:pt x="6834525" y="1371425"/>
                  </a:lnTo>
                  <a:lnTo>
                    <a:pt x="6835174" y="1352678"/>
                  </a:lnTo>
                  <a:lnTo>
                    <a:pt x="6835824" y="1333715"/>
                  </a:lnTo>
                  <a:lnTo>
                    <a:pt x="6836474" y="1314649"/>
                  </a:lnTo>
                  <a:lnTo>
                    <a:pt x="6837124" y="1295472"/>
                  </a:lnTo>
                  <a:lnTo>
                    <a:pt x="6837774" y="1276259"/>
                  </a:lnTo>
                  <a:lnTo>
                    <a:pt x="6838424" y="1257153"/>
                  </a:lnTo>
                  <a:lnTo>
                    <a:pt x="6839074" y="1238273"/>
                  </a:lnTo>
                  <a:lnTo>
                    <a:pt x="6839724" y="1219613"/>
                  </a:lnTo>
                  <a:lnTo>
                    <a:pt x="6840374" y="1201063"/>
                  </a:lnTo>
                  <a:lnTo>
                    <a:pt x="6841024" y="1182601"/>
                  </a:lnTo>
                  <a:lnTo>
                    <a:pt x="6841674" y="1164247"/>
                  </a:lnTo>
                  <a:lnTo>
                    <a:pt x="6842324" y="1146011"/>
                  </a:lnTo>
                  <a:lnTo>
                    <a:pt x="6842974" y="1127842"/>
                  </a:lnTo>
                  <a:lnTo>
                    <a:pt x="6843624" y="1109797"/>
                  </a:lnTo>
                  <a:lnTo>
                    <a:pt x="6844274" y="1091829"/>
                  </a:lnTo>
                  <a:lnTo>
                    <a:pt x="6844924" y="1074006"/>
                  </a:lnTo>
                  <a:lnTo>
                    <a:pt x="6845573" y="1056318"/>
                  </a:lnTo>
                  <a:lnTo>
                    <a:pt x="6846223" y="1038778"/>
                  </a:lnTo>
                  <a:lnTo>
                    <a:pt x="6846873" y="1021493"/>
                  </a:lnTo>
                  <a:lnTo>
                    <a:pt x="6847523" y="1004477"/>
                  </a:lnTo>
                  <a:lnTo>
                    <a:pt x="6848173" y="987666"/>
                  </a:lnTo>
                  <a:lnTo>
                    <a:pt x="6848823" y="970939"/>
                  </a:lnTo>
                  <a:lnTo>
                    <a:pt x="6849473" y="954313"/>
                  </a:lnTo>
                  <a:lnTo>
                    <a:pt x="6850123" y="937868"/>
                  </a:lnTo>
                  <a:lnTo>
                    <a:pt x="6850773" y="921614"/>
                  </a:lnTo>
                  <a:lnTo>
                    <a:pt x="6851423" y="905591"/>
                  </a:lnTo>
                  <a:lnTo>
                    <a:pt x="6852073" y="889799"/>
                  </a:lnTo>
                  <a:lnTo>
                    <a:pt x="6852723" y="874219"/>
                  </a:lnTo>
                  <a:lnTo>
                    <a:pt x="6853373" y="858875"/>
                  </a:lnTo>
                  <a:lnTo>
                    <a:pt x="6854023" y="843835"/>
                  </a:lnTo>
                  <a:lnTo>
                    <a:pt x="6854673" y="829061"/>
                  </a:lnTo>
                  <a:lnTo>
                    <a:pt x="6855322" y="814539"/>
                  </a:lnTo>
                  <a:lnTo>
                    <a:pt x="6855972" y="800276"/>
                  </a:lnTo>
                  <a:lnTo>
                    <a:pt x="6856622" y="786263"/>
                  </a:lnTo>
                  <a:lnTo>
                    <a:pt x="6857272" y="772484"/>
                  </a:lnTo>
                  <a:lnTo>
                    <a:pt x="6857922" y="759007"/>
                  </a:lnTo>
                  <a:lnTo>
                    <a:pt x="6858572" y="745922"/>
                  </a:lnTo>
                  <a:lnTo>
                    <a:pt x="6859222" y="733308"/>
                  </a:lnTo>
                  <a:lnTo>
                    <a:pt x="6859872" y="721173"/>
                  </a:lnTo>
                  <a:lnTo>
                    <a:pt x="6860522" y="709566"/>
                  </a:lnTo>
                  <a:lnTo>
                    <a:pt x="6861172" y="698470"/>
                  </a:lnTo>
                  <a:lnTo>
                    <a:pt x="6861822" y="687826"/>
                  </a:lnTo>
                  <a:lnTo>
                    <a:pt x="6862472" y="677550"/>
                  </a:lnTo>
                  <a:lnTo>
                    <a:pt x="6863122" y="667574"/>
                  </a:lnTo>
                  <a:lnTo>
                    <a:pt x="6863772" y="657816"/>
                  </a:lnTo>
                  <a:lnTo>
                    <a:pt x="6864422" y="648248"/>
                  </a:lnTo>
                  <a:lnTo>
                    <a:pt x="6865072" y="638933"/>
                  </a:lnTo>
                  <a:lnTo>
                    <a:pt x="6865721" y="629832"/>
                  </a:lnTo>
                  <a:lnTo>
                    <a:pt x="6866371" y="620883"/>
                  </a:lnTo>
                  <a:lnTo>
                    <a:pt x="6867021" y="612034"/>
                  </a:lnTo>
                  <a:lnTo>
                    <a:pt x="6867671" y="603309"/>
                  </a:lnTo>
                  <a:lnTo>
                    <a:pt x="6868321" y="594654"/>
                  </a:lnTo>
                  <a:lnTo>
                    <a:pt x="6868971" y="585983"/>
                  </a:lnTo>
                  <a:lnTo>
                    <a:pt x="6869621" y="577303"/>
                  </a:lnTo>
                  <a:lnTo>
                    <a:pt x="6870271" y="568580"/>
                  </a:lnTo>
                  <a:lnTo>
                    <a:pt x="6870921" y="559753"/>
                  </a:lnTo>
                  <a:lnTo>
                    <a:pt x="6871571" y="550818"/>
                  </a:lnTo>
                  <a:lnTo>
                    <a:pt x="6872221" y="541841"/>
                  </a:lnTo>
                  <a:lnTo>
                    <a:pt x="6872871" y="532820"/>
                  </a:lnTo>
                  <a:lnTo>
                    <a:pt x="6873521" y="523739"/>
                  </a:lnTo>
                  <a:lnTo>
                    <a:pt x="6874171" y="514513"/>
                  </a:lnTo>
                  <a:lnTo>
                    <a:pt x="6874821" y="505082"/>
                  </a:lnTo>
                  <a:lnTo>
                    <a:pt x="6875470" y="495473"/>
                  </a:lnTo>
                  <a:lnTo>
                    <a:pt x="6876120" y="485724"/>
                  </a:lnTo>
                  <a:lnTo>
                    <a:pt x="6876770" y="475896"/>
                  </a:lnTo>
                  <a:lnTo>
                    <a:pt x="6877420" y="466031"/>
                  </a:lnTo>
                  <a:lnTo>
                    <a:pt x="6878070" y="456143"/>
                  </a:lnTo>
                  <a:lnTo>
                    <a:pt x="6878720" y="446363"/>
                  </a:lnTo>
                  <a:lnTo>
                    <a:pt x="6879370" y="436713"/>
                  </a:lnTo>
                  <a:lnTo>
                    <a:pt x="6880020" y="427245"/>
                  </a:lnTo>
                  <a:lnTo>
                    <a:pt x="6880670" y="418043"/>
                  </a:lnTo>
                  <a:lnTo>
                    <a:pt x="6881320" y="409225"/>
                  </a:lnTo>
                  <a:lnTo>
                    <a:pt x="6881970" y="400899"/>
                  </a:lnTo>
                  <a:lnTo>
                    <a:pt x="6882620" y="393055"/>
                  </a:lnTo>
                  <a:lnTo>
                    <a:pt x="6883270" y="385763"/>
                  </a:lnTo>
                  <a:lnTo>
                    <a:pt x="6883920" y="379074"/>
                  </a:lnTo>
                  <a:lnTo>
                    <a:pt x="6884570" y="373002"/>
                  </a:lnTo>
                  <a:lnTo>
                    <a:pt x="6885220" y="367649"/>
                  </a:lnTo>
                  <a:lnTo>
                    <a:pt x="6885869" y="363066"/>
                  </a:lnTo>
                  <a:lnTo>
                    <a:pt x="6886519" y="359242"/>
                  </a:lnTo>
                  <a:lnTo>
                    <a:pt x="6887169" y="356231"/>
                  </a:lnTo>
                  <a:lnTo>
                    <a:pt x="6887819" y="354013"/>
                  </a:lnTo>
                  <a:lnTo>
                    <a:pt x="6888469" y="352510"/>
                  </a:lnTo>
                  <a:lnTo>
                    <a:pt x="6889119" y="351694"/>
                  </a:lnTo>
                  <a:lnTo>
                    <a:pt x="6889769" y="351581"/>
                  </a:lnTo>
                  <a:lnTo>
                    <a:pt x="6890419" y="352139"/>
                  </a:lnTo>
                  <a:lnTo>
                    <a:pt x="6891069" y="353269"/>
                  </a:lnTo>
                  <a:lnTo>
                    <a:pt x="6891719" y="354873"/>
                  </a:lnTo>
                  <a:lnTo>
                    <a:pt x="6892369" y="356951"/>
                  </a:lnTo>
                  <a:lnTo>
                    <a:pt x="6893019" y="359458"/>
                  </a:lnTo>
                  <a:lnTo>
                    <a:pt x="6893669" y="362313"/>
                  </a:lnTo>
                  <a:lnTo>
                    <a:pt x="6894319" y="365532"/>
                  </a:lnTo>
                  <a:lnTo>
                    <a:pt x="6894969" y="369104"/>
                  </a:lnTo>
                  <a:lnTo>
                    <a:pt x="6895618" y="373017"/>
                  </a:lnTo>
                  <a:lnTo>
                    <a:pt x="6896268" y="377187"/>
                  </a:lnTo>
                  <a:lnTo>
                    <a:pt x="6896918" y="381510"/>
                  </a:lnTo>
                  <a:lnTo>
                    <a:pt x="6897568" y="385908"/>
                  </a:lnTo>
                  <a:lnTo>
                    <a:pt x="6898218" y="390325"/>
                  </a:lnTo>
                  <a:lnTo>
                    <a:pt x="6898868" y="394765"/>
                  </a:lnTo>
                  <a:lnTo>
                    <a:pt x="6899518" y="399216"/>
                  </a:lnTo>
                  <a:lnTo>
                    <a:pt x="6900168" y="403647"/>
                  </a:lnTo>
                  <a:lnTo>
                    <a:pt x="6900818" y="408029"/>
                  </a:lnTo>
                  <a:lnTo>
                    <a:pt x="6901468" y="412457"/>
                  </a:lnTo>
                  <a:lnTo>
                    <a:pt x="6902118" y="416949"/>
                  </a:lnTo>
                  <a:lnTo>
                    <a:pt x="6902768" y="421464"/>
                  </a:lnTo>
                  <a:lnTo>
                    <a:pt x="6903418" y="426084"/>
                  </a:lnTo>
                  <a:lnTo>
                    <a:pt x="6904068" y="430794"/>
                  </a:lnTo>
                  <a:lnTo>
                    <a:pt x="6904718" y="435555"/>
                  </a:lnTo>
                  <a:lnTo>
                    <a:pt x="6905368" y="440385"/>
                  </a:lnTo>
                  <a:lnTo>
                    <a:pt x="6906017" y="445379"/>
                  </a:lnTo>
                  <a:lnTo>
                    <a:pt x="6906667" y="450638"/>
                  </a:lnTo>
                  <a:lnTo>
                    <a:pt x="6907317" y="456198"/>
                  </a:lnTo>
                  <a:lnTo>
                    <a:pt x="6907967" y="462098"/>
                  </a:lnTo>
                  <a:lnTo>
                    <a:pt x="6908617" y="468334"/>
                  </a:lnTo>
                  <a:lnTo>
                    <a:pt x="6909267" y="474900"/>
                  </a:lnTo>
                  <a:lnTo>
                    <a:pt x="6909917" y="481731"/>
                  </a:lnTo>
                  <a:lnTo>
                    <a:pt x="6910567" y="488873"/>
                  </a:lnTo>
                  <a:lnTo>
                    <a:pt x="6911217" y="496229"/>
                  </a:lnTo>
                  <a:lnTo>
                    <a:pt x="6911867" y="503706"/>
                  </a:lnTo>
                  <a:lnTo>
                    <a:pt x="6912517" y="511280"/>
                  </a:lnTo>
                  <a:lnTo>
                    <a:pt x="6913167" y="518876"/>
                  </a:lnTo>
                  <a:lnTo>
                    <a:pt x="6913817" y="526484"/>
                  </a:lnTo>
                  <a:lnTo>
                    <a:pt x="6914467" y="534076"/>
                  </a:lnTo>
                  <a:lnTo>
                    <a:pt x="6915117" y="541609"/>
                  </a:lnTo>
                  <a:lnTo>
                    <a:pt x="6915766" y="549037"/>
                  </a:lnTo>
                  <a:lnTo>
                    <a:pt x="6916416" y="556271"/>
                  </a:lnTo>
                  <a:lnTo>
                    <a:pt x="6917066" y="563283"/>
                  </a:lnTo>
                  <a:lnTo>
                    <a:pt x="6917716" y="570070"/>
                  </a:lnTo>
                  <a:lnTo>
                    <a:pt x="6918366" y="576570"/>
                  </a:lnTo>
                  <a:lnTo>
                    <a:pt x="6919016" y="582786"/>
                  </a:lnTo>
                  <a:lnTo>
                    <a:pt x="6919666" y="588688"/>
                  </a:lnTo>
                  <a:lnTo>
                    <a:pt x="6920316" y="594220"/>
                  </a:lnTo>
                  <a:lnTo>
                    <a:pt x="6920966" y="599480"/>
                  </a:lnTo>
                  <a:lnTo>
                    <a:pt x="6921616" y="604581"/>
                  </a:lnTo>
                  <a:lnTo>
                    <a:pt x="6922266" y="609504"/>
                  </a:lnTo>
                  <a:lnTo>
                    <a:pt x="6922916" y="614229"/>
                  </a:lnTo>
                  <a:lnTo>
                    <a:pt x="6923566" y="618784"/>
                  </a:lnTo>
                  <a:lnTo>
                    <a:pt x="6924216" y="623212"/>
                  </a:lnTo>
                  <a:lnTo>
                    <a:pt x="6924866" y="627524"/>
                  </a:lnTo>
                  <a:lnTo>
                    <a:pt x="6925515" y="631636"/>
                  </a:lnTo>
                  <a:lnTo>
                    <a:pt x="6926165" y="635566"/>
                  </a:lnTo>
                  <a:lnTo>
                    <a:pt x="6926815" y="639307"/>
                  </a:lnTo>
                  <a:lnTo>
                    <a:pt x="6927465" y="642874"/>
                  </a:lnTo>
                  <a:lnTo>
                    <a:pt x="6928115" y="646269"/>
                  </a:lnTo>
                  <a:lnTo>
                    <a:pt x="6928765" y="649465"/>
                  </a:lnTo>
                  <a:lnTo>
                    <a:pt x="6929415" y="652563"/>
                  </a:lnTo>
                  <a:lnTo>
                    <a:pt x="6930065" y="655605"/>
                  </a:lnTo>
                  <a:lnTo>
                    <a:pt x="6930715" y="658681"/>
                  </a:lnTo>
                  <a:lnTo>
                    <a:pt x="6931365" y="661822"/>
                  </a:lnTo>
                  <a:lnTo>
                    <a:pt x="6932015" y="665082"/>
                  </a:lnTo>
                  <a:lnTo>
                    <a:pt x="6932665" y="668560"/>
                  </a:lnTo>
                  <a:lnTo>
                    <a:pt x="6933315" y="672322"/>
                  </a:lnTo>
                  <a:lnTo>
                    <a:pt x="6933965" y="676330"/>
                  </a:lnTo>
                  <a:lnTo>
                    <a:pt x="6934615" y="680568"/>
                  </a:lnTo>
                  <a:lnTo>
                    <a:pt x="6935265" y="685067"/>
                  </a:lnTo>
                  <a:lnTo>
                    <a:pt x="6935914" y="689721"/>
                  </a:lnTo>
                  <a:lnTo>
                    <a:pt x="6936564" y="694494"/>
                  </a:lnTo>
                  <a:lnTo>
                    <a:pt x="6937214" y="699401"/>
                  </a:lnTo>
                  <a:lnTo>
                    <a:pt x="6937864" y="704439"/>
                  </a:lnTo>
                  <a:lnTo>
                    <a:pt x="6938514" y="709575"/>
                  </a:lnTo>
                  <a:lnTo>
                    <a:pt x="6939164" y="714798"/>
                  </a:lnTo>
                  <a:lnTo>
                    <a:pt x="6939814" y="720115"/>
                  </a:lnTo>
                  <a:lnTo>
                    <a:pt x="6940464" y="725433"/>
                  </a:lnTo>
                  <a:lnTo>
                    <a:pt x="6941114" y="730682"/>
                  </a:lnTo>
                  <a:lnTo>
                    <a:pt x="6941764" y="735788"/>
                  </a:lnTo>
                  <a:lnTo>
                    <a:pt x="6942414" y="740719"/>
                  </a:lnTo>
                  <a:lnTo>
                    <a:pt x="6943064" y="745370"/>
                  </a:lnTo>
                  <a:lnTo>
                    <a:pt x="6943714" y="749680"/>
                  </a:lnTo>
                  <a:lnTo>
                    <a:pt x="6944364" y="753726"/>
                  </a:lnTo>
                  <a:lnTo>
                    <a:pt x="6945014" y="757492"/>
                  </a:lnTo>
                  <a:lnTo>
                    <a:pt x="6945663" y="761037"/>
                  </a:lnTo>
                  <a:lnTo>
                    <a:pt x="6946313" y="764350"/>
                  </a:lnTo>
                  <a:lnTo>
                    <a:pt x="6946963" y="767394"/>
                  </a:lnTo>
                  <a:lnTo>
                    <a:pt x="6947613" y="770164"/>
                  </a:lnTo>
                  <a:lnTo>
                    <a:pt x="6948263" y="772642"/>
                  </a:lnTo>
                  <a:lnTo>
                    <a:pt x="6948913" y="774817"/>
                  </a:lnTo>
                  <a:lnTo>
                    <a:pt x="6949563" y="776714"/>
                  </a:lnTo>
                  <a:lnTo>
                    <a:pt x="6950213" y="778317"/>
                  </a:lnTo>
                  <a:lnTo>
                    <a:pt x="6950863" y="779647"/>
                  </a:lnTo>
                  <a:lnTo>
                    <a:pt x="6951513" y="780725"/>
                  </a:lnTo>
                  <a:lnTo>
                    <a:pt x="6952163" y="781563"/>
                  </a:lnTo>
                  <a:lnTo>
                    <a:pt x="6952813" y="782291"/>
                  </a:lnTo>
                  <a:lnTo>
                    <a:pt x="6953463" y="782932"/>
                  </a:lnTo>
                  <a:lnTo>
                    <a:pt x="6954113" y="783399"/>
                  </a:lnTo>
                  <a:lnTo>
                    <a:pt x="6954763" y="783680"/>
                  </a:lnTo>
                  <a:lnTo>
                    <a:pt x="6955413" y="783849"/>
                  </a:lnTo>
                  <a:lnTo>
                    <a:pt x="6956062" y="783908"/>
                  </a:lnTo>
                  <a:lnTo>
                    <a:pt x="6956712" y="783892"/>
                  </a:lnTo>
                  <a:lnTo>
                    <a:pt x="6957362" y="783781"/>
                  </a:lnTo>
                  <a:lnTo>
                    <a:pt x="6958012" y="783698"/>
                  </a:lnTo>
                  <a:lnTo>
                    <a:pt x="6958662" y="783726"/>
                  </a:lnTo>
                  <a:lnTo>
                    <a:pt x="6959312" y="783914"/>
                  </a:lnTo>
                  <a:lnTo>
                    <a:pt x="6959962" y="784291"/>
                  </a:lnTo>
                  <a:lnTo>
                    <a:pt x="6960612" y="784890"/>
                  </a:lnTo>
                  <a:lnTo>
                    <a:pt x="6961262" y="785857"/>
                  </a:lnTo>
                  <a:lnTo>
                    <a:pt x="6961912" y="787266"/>
                  </a:lnTo>
                  <a:lnTo>
                    <a:pt x="6962562" y="789082"/>
                  </a:lnTo>
                  <a:lnTo>
                    <a:pt x="6963212" y="791346"/>
                  </a:lnTo>
                  <a:lnTo>
                    <a:pt x="6963862" y="793980"/>
                  </a:lnTo>
                  <a:lnTo>
                    <a:pt x="6964512" y="797007"/>
                  </a:lnTo>
                  <a:lnTo>
                    <a:pt x="6965162" y="800285"/>
                  </a:lnTo>
                  <a:lnTo>
                    <a:pt x="6965811" y="803722"/>
                  </a:lnTo>
                  <a:lnTo>
                    <a:pt x="6966461" y="807272"/>
                  </a:lnTo>
                  <a:lnTo>
                    <a:pt x="6967111" y="810920"/>
                  </a:lnTo>
                  <a:lnTo>
                    <a:pt x="6967761" y="814622"/>
                  </a:lnTo>
                  <a:lnTo>
                    <a:pt x="6968411" y="818370"/>
                  </a:lnTo>
                  <a:lnTo>
                    <a:pt x="6969061" y="822167"/>
                  </a:lnTo>
                  <a:lnTo>
                    <a:pt x="6969711" y="825971"/>
                  </a:lnTo>
                  <a:lnTo>
                    <a:pt x="6970361" y="829739"/>
                  </a:lnTo>
                  <a:lnTo>
                    <a:pt x="6971011" y="833428"/>
                  </a:lnTo>
                  <a:lnTo>
                    <a:pt x="6971661" y="836940"/>
                  </a:lnTo>
                  <a:lnTo>
                    <a:pt x="6972311" y="840150"/>
                  </a:lnTo>
                  <a:lnTo>
                    <a:pt x="6972961" y="843072"/>
                  </a:lnTo>
                  <a:lnTo>
                    <a:pt x="6973611" y="845758"/>
                  </a:lnTo>
                  <a:lnTo>
                    <a:pt x="6974261" y="848260"/>
                  </a:lnTo>
                  <a:lnTo>
                    <a:pt x="6974911" y="850553"/>
                  </a:lnTo>
                  <a:lnTo>
                    <a:pt x="6975561" y="852662"/>
                  </a:lnTo>
                  <a:lnTo>
                    <a:pt x="6976210" y="854660"/>
                  </a:lnTo>
                  <a:lnTo>
                    <a:pt x="6976860" y="856526"/>
                  </a:lnTo>
                  <a:lnTo>
                    <a:pt x="6977510" y="858286"/>
                  </a:lnTo>
                  <a:lnTo>
                    <a:pt x="6978160" y="859978"/>
                  </a:lnTo>
                  <a:lnTo>
                    <a:pt x="6978810" y="861625"/>
                  </a:lnTo>
                  <a:lnTo>
                    <a:pt x="6979460" y="863198"/>
                  </a:lnTo>
                  <a:lnTo>
                    <a:pt x="6980110" y="864679"/>
                  </a:lnTo>
                  <a:lnTo>
                    <a:pt x="6980760" y="866047"/>
                  </a:lnTo>
                  <a:lnTo>
                    <a:pt x="6981410" y="867338"/>
                  </a:lnTo>
                  <a:lnTo>
                    <a:pt x="6982060" y="868613"/>
                  </a:lnTo>
                  <a:lnTo>
                    <a:pt x="6982710" y="869867"/>
                  </a:lnTo>
                  <a:lnTo>
                    <a:pt x="6983360" y="871141"/>
                  </a:lnTo>
                  <a:lnTo>
                    <a:pt x="6984010" y="872429"/>
                  </a:lnTo>
                  <a:lnTo>
                    <a:pt x="6984660" y="873806"/>
                  </a:lnTo>
                  <a:lnTo>
                    <a:pt x="6985310" y="875261"/>
                  </a:lnTo>
                  <a:lnTo>
                    <a:pt x="6985959" y="876744"/>
                  </a:lnTo>
                  <a:lnTo>
                    <a:pt x="6986609" y="878246"/>
                  </a:lnTo>
                  <a:lnTo>
                    <a:pt x="6987259" y="879784"/>
                  </a:lnTo>
                  <a:lnTo>
                    <a:pt x="6987909" y="881293"/>
                  </a:lnTo>
                  <a:lnTo>
                    <a:pt x="6988559" y="882738"/>
                  </a:lnTo>
                  <a:lnTo>
                    <a:pt x="6989209" y="884158"/>
                  </a:lnTo>
                  <a:lnTo>
                    <a:pt x="6989859" y="885594"/>
                  </a:lnTo>
                  <a:lnTo>
                    <a:pt x="6990509" y="887072"/>
                  </a:lnTo>
                  <a:lnTo>
                    <a:pt x="6991159" y="888550"/>
                  </a:lnTo>
                  <a:lnTo>
                    <a:pt x="6991809" y="889965"/>
                  </a:lnTo>
                  <a:lnTo>
                    <a:pt x="6992459" y="891269"/>
                  </a:lnTo>
                  <a:lnTo>
                    <a:pt x="6993109" y="892422"/>
                  </a:lnTo>
                  <a:lnTo>
                    <a:pt x="6993759" y="893352"/>
                  </a:lnTo>
                  <a:lnTo>
                    <a:pt x="6994409" y="893892"/>
                  </a:lnTo>
                  <a:lnTo>
                    <a:pt x="6995059" y="894026"/>
                  </a:lnTo>
                  <a:lnTo>
                    <a:pt x="6995709" y="893722"/>
                  </a:lnTo>
                  <a:lnTo>
                    <a:pt x="6996358" y="892956"/>
                  </a:lnTo>
                  <a:lnTo>
                    <a:pt x="6997008" y="891694"/>
                  </a:lnTo>
                  <a:lnTo>
                    <a:pt x="6997658" y="889941"/>
                  </a:lnTo>
                  <a:lnTo>
                    <a:pt x="6998308" y="887775"/>
                  </a:lnTo>
                  <a:lnTo>
                    <a:pt x="6998958" y="885306"/>
                  </a:lnTo>
                  <a:lnTo>
                    <a:pt x="6999608" y="882554"/>
                  </a:lnTo>
                  <a:lnTo>
                    <a:pt x="7000258" y="879540"/>
                  </a:lnTo>
                  <a:lnTo>
                    <a:pt x="7000908" y="876346"/>
                  </a:lnTo>
                  <a:lnTo>
                    <a:pt x="7001558" y="873060"/>
                  </a:lnTo>
                  <a:lnTo>
                    <a:pt x="7002208" y="869789"/>
                  </a:lnTo>
                  <a:lnTo>
                    <a:pt x="7002858" y="866613"/>
                  </a:lnTo>
                  <a:lnTo>
                    <a:pt x="7003508" y="863575"/>
                  </a:lnTo>
                  <a:lnTo>
                    <a:pt x="7004158" y="860719"/>
                  </a:lnTo>
                  <a:lnTo>
                    <a:pt x="7004808" y="858201"/>
                  </a:lnTo>
                  <a:lnTo>
                    <a:pt x="7005458" y="856150"/>
                  </a:lnTo>
                  <a:lnTo>
                    <a:pt x="7006107" y="854615"/>
                  </a:lnTo>
                  <a:lnTo>
                    <a:pt x="7006757" y="853695"/>
                  </a:lnTo>
                  <a:lnTo>
                    <a:pt x="7007407" y="853500"/>
                  </a:lnTo>
                  <a:lnTo>
                    <a:pt x="7008057" y="854170"/>
                  </a:lnTo>
                  <a:lnTo>
                    <a:pt x="7008707" y="855713"/>
                  </a:lnTo>
                  <a:lnTo>
                    <a:pt x="7009357" y="858189"/>
                  </a:lnTo>
                  <a:lnTo>
                    <a:pt x="7010007" y="861666"/>
                  </a:lnTo>
                  <a:lnTo>
                    <a:pt x="7010657" y="866036"/>
                  </a:lnTo>
                  <a:lnTo>
                    <a:pt x="7011307" y="871179"/>
                  </a:lnTo>
                  <a:lnTo>
                    <a:pt x="7011957" y="877009"/>
                  </a:lnTo>
                  <a:lnTo>
                    <a:pt x="7012607" y="883575"/>
                  </a:lnTo>
                  <a:lnTo>
                    <a:pt x="7013257" y="890935"/>
                  </a:lnTo>
                  <a:lnTo>
                    <a:pt x="7013907" y="899170"/>
                  </a:lnTo>
                  <a:lnTo>
                    <a:pt x="7014557" y="908222"/>
                  </a:lnTo>
                  <a:lnTo>
                    <a:pt x="7015207" y="918044"/>
                  </a:lnTo>
                  <a:lnTo>
                    <a:pt x="7015857" y="928645"/>
                  </a:lnTo>
                  <a:lnTo>
                    <a:pt x="7016506" y="940013"/>
                  </a:lnTo>
                  <a:lnTo>
                    <a:pt x="7017156" y="951959"/>
                  </a:lnTo>
                  <a:lnTo>
                    <a:pt x="7017806" y="964348"/>
                  </a:lnTo>
                  <a:lnTo>
                    <a:pt x="7018456" y="977094"/>
                  </a:lnTo>
                  <a:lnTo>
                    <a:pt x="7019106" y="990163"/>
                  </a:lnTo>
                  <a:lnTo>
                    <a:pt x="7019756" y="1003524"/>
                  </a:lnTo>
                  <a:lnTo>
                    <a:pt x="7020406" y="1017140"/>
                  </a:lnTo>
                  <a:lnTo>
                    <a:pt x="7021056" y="1031021"/>
                  </a:lnTo>
                  <a:lnTo>
                    <a:pt x="7021706" y="1045080"/>
                  </a:lnTo>
                  <a:lnTo>
                    <a:pt x="7022356" y="1059224"/>
                  </a:lnTo>
                  <a:lnTo>
                    <a:pt x="7023006" y="1073319"/>
                  </a:lnTo>
                  <a:lnTo>
                    <a:pt x="7023656" y="1087318"/>
                  </a:lnTo>
                  <a:lnTo>
                    <a:pt x="7024306" y="1101163"/>
                  </a:lnTo>
                  <a:lnTo>
                    <a:pt x="7024956" y="1114880"/>
                  </a:lnTo>
                  <a:lnTo>
                    <a:pt x="7025606" y="1128376"/>
                  </a:lnTo>
                  <a:lnTo>
                    <a:pt x="7026255" y="1141558"/>
                  </a:lnTo>
                  <a:lnTo>
                    <a:pt x="7026905" y="1154427"/>
                  </a:lnTo>
                  <a:lnTo>
                    <a:pt x="7027555" y="1167033"/>
                  </a:lnTo>
                  <a:lnTo>
                    <a:pt x="7028205" y="1179355"/>
                  </a:lnTo>
                  <a:lnTo>
                    <a:pt x="7028855" y="1191419"/>
                  </a:lnTo>
                  <a:lnTo>
                    <a:pt x="7029505" y="1203185"/>
                  </a:lnTo>
                  <a:lnTo>
                    <a:pt x="7030155" y="1214759"/>
                  </a:lnTo>
                  <a:lnTo>
                    <a:pt x="7030805" y="1226123"/>
                  </a:lnTo>
                  <a:lnTo>
                    <a:pt x="7031455" y="1237226"/>
                  </a:lnTo>
                  <a:lnTo>
                    <a:pt x="7032105" y="1247955"/>
                  </a:lnTo>
                  <a:lnTo>
                    <a:pt x="7032755" y="1258313"/>
                  </a:lnTo>
                  <a:lnTo>
                    <a:pt x="7033405" y="1268289"/>
                  </a:lnTo>
                  <a:lnTo>
                    <a:pt x="7034055" y="1277836"/>
                  </a:lnTo>
                  <a:lnTo>
                    <a:pt x="7034705" y="1286875"/>
                  </a:lnTo>
                  <a:lnTo>
                    <a:pt x="7035355" y="1295429"/>
                  </a:lnTo>
                  <a:lnTo>
                    <a:pt x="7036005" y="1303546"/>
                  </a:lnTo>
                  <a:lnTo>
                    <a:pt x="7036654" y="1311294"/>
                  </a:lnTo>
                  <a:lnTo>
                    <a:pt x="7037304" y="1318602"/>
                  </a:lnTo>
                  <a:lnTo>
                    <a:pt x="7037954" y="1325350"/>
                  </a:lnTo>
                  <a:lnTo>
                    <a:pt x="7038604" y="1331462"/>
                  </a:lnTo>
                  <a:lnTo>
                    <a:pt x="7039254" y="1336920"/>
                  </a:lnTo>
                  <a:lnTo>
                    <a:pt x="7039904" y="1341641"/>
                  </a:lnTo>
                  <a:lnTo>
                    <a:pt x="7040554" y="1345514"/>
                  </a:lnTo>
                  <a:lnTo>
                    <a:pt x="7041204" y="1348577"/>
                  </a:lnTo>
                  <a:lnTo>
                    <a:pt x="7041854" y="1350917"/>
                  </a:lnTo>
                  <a:lnTo>
                    <a:pt x="7042504" y="1352503"/>
                  </a:lnTo>
                  <a:lnTo>
                    <a:pt x="7043154" y="1353380"/>
                  </a:lnTo>
                  <a:lnTo>
                    <a:pt x="7043804" y="1353664"/>
                  </a:lnTo>
                  <a:lnTo>
                    <a:pt x="7044454" y="1353522"/>
                  </a:lnTo>
                  <a:lnTo>
                    <a:pt x="7045104" y="1352971"/>
                  </a:lnTo>
                  <a:lnTo>
                    <a:pt x="7045754" y="1352017"/>
                  </a:lnTo>
                  <a:lnTo>
                    <a:pt x="7046403" y="1350560"/>
                  </a:lnTo>
                  <a:lnTo>
                    <a:pt x="7047053" y="1348549"/>
                  </a:lnTo>
                  <a:lnTo>
                    <a:pt x="7047703" y="1346127"/>
                  </a:lnTo>
                  <a:lnTo>
                    <a:pt x="7048353" y="1343267"/>
                  </a:lnTo>
                  <a:lnTo>
                    <a:pt x="7049003" y="1339961"/>
                  </a:lnTo>
                  <a:lnTo>
                    <a:pt x="7049653" y="1336284"/>
                  </a:lnTo>
                  <a:lnTo>
                    <a:pt x="7050303" y="1332442"/>
                  </a:lnTo>
                  <a:lnTo>
                    <a:pt x="7050953" y="1328504"/>
                  </a:lnTo>
                  <a:lnTo>
                    <a:pt x="7051603" y="1324527"/>
                  </a:lnTo>
                  <a:lnTo>
                    <a:pt x="7052253" y="1320599"/>
                  </a:lnTo>
                  <a:lnTo>
                    <a:pt x="7052903" y="1316840"/>
                  </a:lnTo>
                  <a:lnTo>
                    <a:pt x="7053553" y="1313351"/>
                  </a:lnTo>
                  <a:lnTo>
                    <a:pt x="7054203" y="1310204"/>
                  </a:lnTo>
                  <a:lnTo>
                    <a:pt x="7054853" y="1307518"/>
                  </a:lnTo>
                  <a:lnTo>
                    <a:pt x="7055503" y="1305320"/>
                  </a:lnTo>
                  <a:lnTo>
                    <a:pt x="7056152" y="1303624"/>
                  </a:lnTo>
                  <a:lnTo>
                    <a:pt x="7056802" y="1302539"/>
                  </a:lnTo>
                  <a:lnTo>
                    <a:pt x="7057452" y="1302096"/>
                  </a:lnTo>
                  <a:lnTo>
                    <a:pt x="7058102" y="1302389"/>
                  </a:lnTo>
                  <a:lnTo>
                    <a:pt x="7058752" y="1303572"/>
                  </a:lnTo>
                  <a:lnTo>
                    <a:pt x="7059402" y="1305722"/>
                  </a:lnTo>
                  <a:lnTo>
                    <a:pt x="7060052" y="1308818"/>
                  </a:lnTo>
                  <a:lnTo>
                    <a:pt x="7060702" y="1312831"/>
                  </a:lnTo>
                  <a:lnTo>
                    <a:pt x="7061352" y="1317834"/>
                  </a:lnTo>
                  <a:lnTo>
                    <a:pt x="7062002" y="1323915"/>
                  </a:lnTo>
                  <a:lnTo>
                    <a:pt x="7062652" y="1331045"/>
                  </a:lnTo>
                  <a:lnTo>
                    <a:pt x="7063302" y="1339199"/>
                  </a:lnTo>
                  <a:lnTo>
                    <a:pt x="7063952" y="1348360"/>
                  </a:lnTo>
                  <a:lnTo>
                    <a:pt x="7064602" y="1358655"/>
                  </a:lnTo>
                  <a:lnTo>
                    <a:pt x="7065252" y="1370176"/>
                  </a:lnTo>
                  <a:lnTo>
                    <a:pt x="7065902" y="1382938"/>
                  </a:lnTo>
                  <a:lnTo>
                    <a:pt x="7066551" y="1396944"/>
                  </a:lnTo>
                  <a:lnTo>
                    <a:pt x="7067201" y="1412178"/>
                  </a:lnTo>
                  <a:lnTo>
                    <a:pt x="7067851" y="1428571"/>
                  </a:lnTo>
                  <a:lnTo>
                    <a:pt x="7068501" y="1446004"/>
                  </a:lnTo>
                  <a:lnTo>
                    <a:pt x="7069151" y="1464423"/>
                  </a:lnTo>
                  <a:lnTo>
                    <a:pt x="7069801" y="1483794"/>
                  </a:lnTo>
                  <a:lnTo>
                    <a:pt x="7070451" y="1504201"/>
                  </a:lnTo>
                  <a:lnTo>
                    <a:pt x="7071101" y="1525655"/>
                  </a:lnTo>
                  <a:lnTo>
                    <a:pt x="7071751" y="1547987"/>
                  </a:lnTo>
                  <a:lnTo>
                    <a:pt x="7072401" y="1570959"/>
                  </a:lnTo>
                  <a:lnTo>
                    <a:pt x="7073051" y="1594432"/>
                  </a:lnTo>
                  <a:lnTo>
                    <a:pt x="7073701" y="1618304"/>
                  </a:lnTo>
                  <a:lnTo>
                    <a:pt x="7074351" y="1642334"/>
                  </a:lnTo>
                  <a:lnTo>
                    <a:pt x="7075001" y="1666345"/>
                  </a:lnTo>
                  <a:lnTo>
                    <a:pt x="7075651" y="1690321"/>
                  </a:lnTo>
                  <a:lnTo>
                    <a:pt x="7076300" y="1714141"/>
                  </a:lnTo>
                  <a:lnTo>
                    <a:pt x="7076950" y="1737695"/>
                  </a:lnTo>
                  <a:lnTo>
                    <a:pt x="7077600" y="1760945"/>
                  </a:lnTo>
                  <a:lnTo>
                    <a:pt x="7078250" y="1783893"/>
                  </a:lnTo>
                  <a:lnTo>
                    <a:pt x="7078900" y="1806506"/>
                  </a:lnTo>
                  <a:lnTo>
                    <a:pt x="7079550" y="1828748"/>
                  </a:lnTo>
                  <a:lnTo>
                    <a:pt x="7080200" y="1850447"/>
                  </a:lnTo>
                  <a:lnTo>
                    <a:pt x="7080850" y="1871508"/>
                  </a:lnTo>
                  <a:lnTo>
                    <a:pt x="7081500" y="1891942"/>
                  </a:lnTo>
                  <a:lnTo>
                    <a:pt x="7082150" y="1911817"/>
                  </a:lnTo>
                  <a:lnTo>
                    <a:pt x="7082800" y="1931009"/>
                  </a:lnTo>
                  <a:lnTo>
                    <a:pt x="7083450" y="1949460"/>
                  </a:lnTo>
                  <a:lnTo>
                    <a:pt x="7084100" y="1967155"/>
                  </a:lnTo>
                  <a:lnTo>
                    <a:pt x="7084750" y="1984066"/>
                  </a:lnTo>
                  <a:lnTo>
                    <a:pt x="7085400" y="2000076"/>
                  </a:lnTo>
                  <a:lnTo>
                    <a:pt x="7086050" y="2015065"/>
                  </a:lnTo>
                  <a:lnTo>
                    <a:pt x="7086699" y="2028941"/>
                  </a:lnTo>
                  <a:lnTo>
                    <a:pt x="7087349" y="2041634"/>
                  </a:lnTo>
                  <a:lnTo>
                    <a:pt x="7087999" y="2053134"/>
                  </a:lnTo>
                  <a:lnTo>
                    <a:pt x="7088649" y="2063467"/>
                  </a:lnTo>
                  <a:lnTo>
                    <a:pt x="7089299" y="2072638"/>
                  </a:lnTo>
                  <a:lnTo>
                    <a:pt x="7089949" y="2080592"/>
                  </a:lnTo>
                  <a:lnTo>
                    <a:pt x="7090599" y="2087325"/>
                  </a:lnTo>
                  <a:lnTo>
                    <a:pt x="7091249" y="2092764"/>
                  </a:lnTo>
                  <a:lnTo>
                    <a:pt x="7091899" y="2096874"/>
                  </a:lnTo>
                  <a:lnTo>
                    <a:pt x="7092549" y="2099704"/>
                  </a:lnTo>
                  <a:lnTo>
                    <a:pt x="7093199" y="2101284"/>
                  </a:lnTo>
                  <a:lnTo>
                    <a:pt x="7093849" y="2101607"/>
                  </a:lnTo>
                  <a:lnTo>
                    <a:pt x="7094499" y="2100540"/>
                  </a:lnTo>
                  <a:lnTo>
                    <a:pt x="7095149" y="2097993"/>
                  </a:lnTo>
                  <a:lnTo>
                    <a:pt x="7095799" y="2094025"/>
                  </a:lnTo>
                  <a:lnTo>
                    <a:pt x="7096448" y="2088666"/>
                  </a:lnTo>
                  <a:lnTo>
                    <a:pt x="7097098" y="2081873"/>
                  </a:lnTo>
                  <a:lnTo>
                    <a:pt x="7097748" y="2073541"/>
                  </a:lnTo>
                  <a:lnTo>
                    <a:pt x="7098398" y="2063633"/>
                  </a:lnTo>
                  <a:lnTo>
                    <a:pt x="7099048" y="2052168"/>
                  </a:lnTo>
                  <a:lnTo>
                    <a:pt x="7099698" y="2039153"/>
                  </a:lnTo>
                  <a:lnTo>
                    <a:pt x="7100348" y="2024568"/>
                  </a:lnTo>
                  <a:lnTo>
                    <a:pt x="7100998" y="2008414"/>
                  </a:lnTo>
                  <a:lnTo>
                    <a:pt x="7101648" y="1990707"/>
                  </a:lnTo>
                  <a:lnTo>
                    <a:pt x="7102298" y="1971461"/>
                  </a:lnTo>
                  <a:lnTo>
                    <a:pt x="7102948" y="1950639"/>
                  </a:lnTo>
                  <a:lnTo>
                    <a:pt x="7103598" y="1928190"/>
                  </a:lnTo>
                  <a:lnTo>
                    <a:pt x="7104248" y="1904298"/>
                  </a:lnTo>
                  <a:lnTo>
                    <a:pt x="7104898" y="1879337"/>
                  </a:lnTo>
                  <a:lnTo>
                    <a:pt x="7105548" y="1853559"/>
                  </a:lnTo>
                  <a:lnTo>
                    <a:pt x="7106198" y="1827124"/>
                  </a:lnTo>
                  <a:lnTo>
                    <a:pt x="7106847" y="1800130"/>
                  </a:lnTo>
                  <a:lnTo>
                    <a:pt x="7107497" y="1772686"/>
                  </a:lnTo>
                  <a:lnTo>
                    <a:pt x="7108147" y="1744820"/>
                  </a:lnTo>
                  <a:lnTo>
                    <a:pt x="7108797" y="1716612"/>
                  </a:lnTo>
                  <a:lnTo>
                    <a:pt x="7109447" y="1688182"/>
                  </a:lnTo>
                  <a:lnTo>
                    <a:pt x="7110097" y="1659644"/>
                  </a:lnTo>
                  <a:lnTo>
                    <a:pt x="7110747" y="1631002"/>
                  </a:lnTo>
                  <a:lnTo>
                    <a:pt x="7111397" y="1602316"/>
                  </a:lnTo>
                  <a:lnTo>
                    <a:pt x="7112047" y="1573694"/>
                  </a:lnTo>
                  <a:lnTo>
                    <a:pt x="7112697" y="1545289"/>
                  </a:lnTo>
                  <a:lnTo>
                    <a:pt x="7113347" y="1517235"/>
                  </a:lnTo>
                  <a:lnTo>
                    <a:pt x="7113997" y="1489503"/>
                  </a:lnTo>
                  <a:lnTo>
                    <a:pt x="7114647" y="1462039"/>
                  </a:lnTo>
                  <a:lnTo>
                    <a:pt x="7115297" y="1434817"/>
                  </a:lnTo>
                  <a:lnTo>
                    <a:pt x="7115947" y="1407910"/>
                  </a:lnTo>
                  <a:lnTo>
                    <a:pt x="7116596" y="1381391"/>
                  </a:lnTo>
                  <a:lnTo>
                    <a:pt x="7117246" y="1355331"/>
                  </a:lnTo>
                  <a:lnTo>
                    <a:pt x="7117896" y="1329755"/>
                  </a:lnTo>
                  <a:lnTo>
                    <a:pt x="7118546" y="1304706"/>
                  </a:lnTo>
                  <a:lnTo>
                    <a:pt x="7119196" y="1280218"/>
                  </a:lnTo>
                  <a:lnTo>
                    <a:pt x="7119846" y="1256316"/>
                  </a:lnTo>
                  <a:lnTo>
                    <a:pt x="7120496" y="1233040"/>
                  </a:lnTo>
                  <a:lnTo>
                    <a:pt x="7121146" y="1210424"/>
                  </a:lnTo>
                  <a:lnTo>
                    <a:pt x="7121796" y="1188473"/>
                  </a:lnTo>
                  <a:lnTo>
                    <a:pt x="7122446" y="1167243"/>
                  </a:lnTo>
                  <a:lnTo>
                    <a:pt x="7123096" y="1146745"/>
                  </a:lnTo>
                  <a:lnTo>
                    <a:pt x="7123746" y="1126982"/>
                  </a:lnTo>
                  <a:lnTo>
                    <a:pt x="7124396" y="1107967"/>
                  </a:lnTo>
                  <a:lnTo>
                    <a:pt x="7125046" y="1089682"/>
                  </a:lnTo>
                  <a:lnTo>
                    <a:pt x="7125696" y="1072133"/>
                  </a:lnTo>
                  <a:lnTo>
                    <a:pt x="7126346" y="1055315"/>
                  </a:lnTo>
                  <a:lnTo>
                    <a:pt x="7126995" y="1039308"/>
                  </a:lnTo>
                  <a:lnTo>
                    <a:pt x="7127645" y="1024180"/>
                  </a:lnTo>
                  <a:lnTo>
                    <a:pt x="7128295" y="1009930"/>
                  </a:lnTo>
                  <a:lnTo>
                    <a:pt x="7128945" y="996559"/>
                  </a:lnTo>
                  <a:lnTo>
                    <a:pt x="7129595" y="984072"/>
                  </a:lnTo>
                  <a:lnTo>
                    <a:pt x="7130245" y="972523"/>
                  </a:lnTo>
                  <a:lnTo>
                    <a:pt x="7130895" y="961870"/>
                  </a:lnTo>
                  <a:lnTo>
                    <a:pt x="7131545" y="952041"/>
                  </a:lnTo>
                  <a:lnTo>
                    <a:pt x="7132195" y="943054"/>
                  </a:lnTo>
                  <a:lnTo>
                    <a:pt x="7132845" y="934963"/>
                  </a:lnTo>
                  <a:lnTo>
                    <a:pt x="7133495" y="927855"/>
                  </a:lnTo>
                  <a:lnTo>
                    <a:pt x="7134145" y="921774"/>
                  </a:lnTo>
                  <a:lnTo>
                    <a:pt x="7134795" y="916740"/>
                  </a:lnTo>
                  <a:lnTo>
                    <a:pt x="7135445" y="912753"/>
                  </a:lnTo>
                  <a:lnTo>
                    <a:pt x="7136095" y="909833"/>
                  </a:lnTo>
                  <a:lnTo>
                    <a:pt x="7136744" y="907894"/>
                  </a:lnTo>
                  <a:lnTo>
                    <a:pt x="7137394" y="906773"/>
                  </a:lnTo>
                  <a:lnTo>
                    <a:pt x="7138044" y="906359"/>
                  </a:lnTo>
                  <a:lnTo>
                    <a:pt x="7138694" y="906511"/>
                  </a:lnTo>
                  <a:lnTo>
                    <a:pt x="7139344" y="907237"/>
                  </a:lnTo>
                  <a:lnTo>
                    <a:pt x="7139994" y="908580"/>
                  </a:lnTo>
                  <a:lnTo>
                    <a:pt x="7140644" y="910558"/>
                  </a:lnTo>
                  <a:lnTo>
                    <a:pt x="7141294" y="913209"/>
                  </a:lnTo>
                  <a:lnTo>
                    <a:pt x="7141944" y="916425"/>
                  </a:lnTo>
                  <a:lnTo>
                    <a:pt x="7142594" y="920036"/>
                  </a:lnTo>
                  <a:lnTo>
                    <a:pt x="7143244" y="923998"/>
                  </a:lnTo>
                  <a:lnTo>
                    <a:pt x="7143894" y="928300"/>
                  </a:lnTo>
                  <a:lnTo>
                    <a:pt x="7144544" y="932917"/>
                  </a:lnTo>
                  <a:lnTo>
                    <a:pt x="7145194" y="937804"/>
                  </a:lnTo>
                  <a:lnTo>
                    <a:pt x="7145844" y="943001"/>
                  </a:lnTo>
                  <a:lnTo>
                    <a:pt x="7146494" y="948632"/>
                  </a:lnTo>
                  <a:lnTo>
                    <a:pt x="7147143" y="954797"/>
                  </a:lnTo>
                  <a:lnTo>
                    <a:pt x="7147793" y="961514"/>
                  </a:lnTo>
                  <a:lnTo>
                    <a:pt x="7148443" y="968810"/>
                  </a:lnTo>
                  <a:lnTo>
                    <a:pt x="7149093" y="976620"/>
                  </a:lnTo>
                  <a:lnTo>
                    <a:pt x="7149743" y="984867"/>
                  </a:lnTo>
                  <a:lnTo>
                    <a:pt x="7150393" y="993611"/>
                  </a:lnTo>
                  <a:lnTo>
                    <a:pt x="7151043" y="1002846"/>
                  </a:lnTo>
                  <a:lnTo>
                    <a:pt x="7151693" y="1012634"/>
                  </a:lnTo>
                  <a:lnTo>
                    <a:pt x="7152343" y="1023068"/>
                  </a:lnTo>
                  <a:lnTo>
                    <a:pt x="7152993" y="1034129"/>
                  </a:lnTo>
                  <a:lnTo>
                    <a:pt x="7153643" y="1045738"/>
                  </a:lnTo>
                  <a:lnTo>
                    <a:pt x="7154293" y="1057846"/>
                  </a:lnTo>
                  <a:lnTo>
                    <a:pt x="7154943" y="1070386"/>
                  </a:lnTo>
                  <a:lnTo>
                    <a:pt x="7155593" y="1083286"/>
                  </a:lnTo>
                  <a:lnTo>
                    <a:pt x="7156243" y="1096475"/>
                  </a:lnTo>
                  <a:lnTo>
                    <a:pt x="7156892" y="1109938"/>
                  </a:lnTo>
                  <a:lnTo>
                    <a:pt x="7157542" y="1123676"/>
                  </a:lnTo>
                  <a:lnTo>
                    <a:pt x="7158192" y="1137606"/>
                  </a:lnTo>
                  <a:lnTo>
                    <a:pt x="7158842" y="1151714"/>
                  </a:lnTo>
                  <a:lnTo>
                    <a:pt x="7159492" y="1165989"/>
                  </a:lnTo>
                  <a:lnTo>
                    <a:pt x="7160142" y="1180355"/>
                  </a:lnTo>
                  <a:lnTo>
                    <a:pt x="7160792" y="1194822"/>
                  </a:lnTo>
                  <a:lnTo>
                    <a:pt x="7161442" y="1209299"/>
                  </a:lnTo>
                  <a:lnTo>
                    <a:pt x="7162092" y="1223715"/>
                  </a:lnTo>
                  <a:lnTo>
                    <a:pt x="7162742" y="1238039"/>
                  </a:lnTo>
                  <a:lnTo>
                    <a:pt x="7163392" y="1252346"/>
                  </a:lnTo>
                  <a:lnTo>
                    <a:pt x="7164042" y="1266663"/>
                  </a:lnTo>
                  <a:lnTo>
                    <a:pt x="7164692" y="1280979"/>
                  </a:lnTo>
                  <a:lnTo>
                    <a:pt x="7165342" y="1295174"/>
                  </a:lnTo>
                  <a:lnTo>
                    <a:pt x="7165992" y="1309192"/>
                  </a:lnTo>
                  <a:lnTo>
                    <a:pt x="7166642" y="1322961"/>
                  </a:lnTo>
                  <a:lnTo>
                    <a:pt x="7167291" y="1336505"/>
                  </a:lnTo>
                  <a:lnTo>
                    <a:pt x="7167941" y="1349873"/>
                  </a:lnTo>
                  <a:lnTo>
                    <a:pt x="7168591" y="1363039"/>
                  </a:lnTo>
                  <a:lnTo>
                    <a:pt x="7169241" y="1375960"/>
                  </a:lnTo>
                  <a:lnTo>
                    <a:pt x="7169891" y="1388703"/>
                  </a:lnTo>
                  <a:lnTo>
                    <a:pt x="7170541" y="1401240"/>
                  </a:lnTo>
                  <a:lnTo>
                    <a:pt x="7171191" y="1413568"/>
                  </a:lnTo>
                  <a:lnTo>
                    <a:pt x="7171841" y="1425722"/>
                  </a:lnTo>
                  <a:lnTo>
                    <a:pt x="7172491" y="1437686"/>
                  </a:lnTo>
                  <a:lnTo>
                    <a:pt x="7173141" y="1449405"/>
                  </a:lnTo>
                  <a:lnTo>
                    <a:pt x="7173791" y="1460865"/>
                  </a:lnTo>
                  <a:lnTo>
                    <a:pt x="7174441" y="1472095"/>
                  </a:lnTo>
                  <a:lnTo>
                    <a:pt x="7175091" y="1483224"/>
                  </a:lnTo>
                  <a:lnTo>
                    <a:pt x="7175741" y="1494254"/>
                  </a:lnTo>
                  <a:lnTo>
                    <a:pt x="7176391" y="1505169"/>
                  </a:lnTo>
                  <a:lnTo>
                    <a:pt x="7177040" y="1515928"/>
                  </a:lnTo>
                  <a:lnTo>
                    <a:pt x="7177690" y="1526493"/>
                  </a:lnTo>
                  <a:lnTo>
                    <a:pt x="7178340" y="1536770"/>
                  </a:lnTo>
                  <a:lnTo>
                    <a:pt x="7178990" y="1546658"/>
                  </a:lnTo>
                  <a:lnTo>
                    <a:pt x="7179640" y="1556051"/>
                  </a:lnTo>
                  <a:lnTo>
                    <a:pt x="7180290" y="1564969"/>
                  </a:lnTo>
                  <a:lnTo>
                    <a:pt x="7180940" y="1573443"/>
                  </a:lnTo>
                  <a:lnTo>
                    <a:pt x="7181590" y="1581490"/>
                  </a:lnTo>
                  <a:lnTo>
                    <a:pt x="7182240" y="1589116"/>
                  </a:lnTo>
                  <a:lnTo>
                    <a:pt x="7182890" y="1596315"/>
                  </a:lnTo>
                  <a:lnTo>
                    <a:pt x="7183540" y="1603051"/>
                  </a:lnTo>
                  <a:lnTo>
                    <a:pt x="7184190" y="1609390"/>
                  </a:lnTo>
                  <a:lnTo>
                    <a:pt x="7184840" y="1615220"/>
                  </a:lnTo>
                  <a:lnTo>
                    <a:pt x="7185490" y="1620604"/>
                  </a:lnTo>
                  <a:lnTo>
                    <a:pt x="7186140" y="1625641"/>
                  </a:lnTo>
                  <a:lnTo>
                    <a:pt x="7186790" y="1630421"/>
                  </a:lnTo>
                  <a:lnTo>
                    <a:pt x="7187439" y="1635003"/>
                  </a:lnTo>
                  <a:lnTo>
                    <a:pt x="7188089" y="1639467"/>
                  </a:lnTo>
                  <a:lnTo>
                    <a:pt x="7188739" y="1643905"/>
                  </a:lnTo>
                  <a:lnTo>
                    <a:pt x="7189389" y="1648251"/>
                  </a:lnTo>
                  <a:lnTo>
                    <a:pt x="7190039" y="1652411"/>
                  </a:lnTo>
                  <a:lnTo>
                    <a:pt x="7190689" y="1656429"/>
                  </a:lnTo>
                  <a:lnTo>
                    <a:pt x="7191339" y="1660368"/>
                  </a:lnTo>
                  <a:lnTo>
                    <a:pt x="7191989" y="1664208"/>
                  </a:lnTo>
                  <a:lnTo>
                    <a:pt x="7192639" y="1667984"/>
                  </a:lnTo>
                  <a:lnTo>
                    <a:pt x="7193289" y="1671726"/>
                  </a:lnTo>
                  <a:lnTo>
                    <a:pt x="7193939" y="1675487"/>
                  </a:lnTo>
                  <a:lnTo>
                    <a:pt x="7194589" y="1679392"/>
                  </a:lnTo>
                  <a:lnTo>
                    <a:pt x="7195239" y="1683401"/>
                  </a:lnTo>
                  <a:lnTo>
                    <a:pt x="7195889" y="1687468"/>
                  </a:lnTo>
                  <a:lnTo>
                    <a:pt x="7196539" y="1691564"/>
                  </a:lnTo>
                  <a:lnTo>
                    <a:pt x="7197188" y="1695741"/>
                  </a:lnTo>
                  <a:lnTo>
                    <a:pt x="7197838" y="1700115"/>
                  </a:lnTo>
                  <a:lnTo>
                    <a:pt x="7198488" y="1704766"/>
                  </a:lnTo>
                  <a:lnTo>
                    <a:pt x="7199138" y="1709830"/>
                  </a:lnTo>
                  <a:lnTo>
                    <a:pt x="7199788" y="1715400"/>
                  </a:lnTo>
                  <a:lnTo>
                    <a:pt x="7200438" y="1721414"/>
                  </a:lnTo>
                  <a:lnTo>
                    <a:pt x="7201088" y="1727830"/>
                  </a:lnTo>
                  <a:lnTo>
                    <a:pt x="7201738" y="1734662"/>
                  </a:lnTo>
                  <a:lnTo>
                    <a:pt x="7202388" y="1741966"/>
                  </a:lnTo>
                  <a:lnTo>
                    <a:pt x="7203038" y="1749801"/>
                  </a:lnTo>
                  <a:lnTo>
                    <a:pt x="7203688" y="1758218"/>
                  </a:lnTo>
                  <a:lnTo>
                    <a:pt x="7204338" y="1767178"/>
                  </a:lnTo>
                  <a:lnTo>
                    <a:pt x="7204988" y="1776789"/>
                  </a:lnTo>
                  <a:lnTo>
                    <a:pt x="7205638" y="1787082"/>
                  </a:lnTo>
                  <a:lnTo>
                    <a:pt x="7206288" y="1798058"/>
                  </a:lnTo>
                  <a:lnTo>
                    <a:pt x="7206937" y="1809687"/>
                  </a:lnTo>
                  <a:lnTo>
                    <a:pt x="7207587" y="1821881"/>
                  </a:lnTo>
                  <a:lnTo>
                    <a:pt x="7208237" y="1834608"/>
                  </a:lnTo>
                  <a:lnTo>
                    <a:pt x="7208887" y="1847856"/>
                  </a:lnTo>
                  <a:lnTo>
                    <a:pt x="7209537" y="1861635"/>
                  </a:lnTo>
                  <a:lnTo>
                    <a:pt x="7210187" y="1875980"/>
                  </a:lnTo>
                  <a:lnTo>
                    <a:pt x="7210837" y="1890936"/>
                  </a:lnTo>
                  <a:lnTo>
                    <a:pt x="7211487" y="1906556"/>
                  </a:lnTo>
                  <a:lnTo>
                    <a:pt x="7212137" y="1922797"/>
                  </a:lnTo>
                  <a:lnTo>
                    <a:pt x="7212787" y="1939579"/>
                  </a:lnTo>
                  <a:lnTo>
                    <a:pt x="7213437" y="1956765"/>
                  </a:lnTo>
                  <a:lnTo>
                    <a:pt x="7214087" y="1974304"/>
                  </a:lnTo>
                  <a:lnTo>
                    <a:pt x="7214737" y="1992055"/>
                  </a:lnTo>
                  <a:lnTo>
                    <a:pt x="7215387" y="2009960"/>
                  </a:lnTo>
                  <a:lnTo>
                    <a:pt x="7216037" y="2028030"/>
                  </a:lnTo>
                  <a:lnTo>
                    <a:pt x="7216687" y="2046139"/>
                  </a:lnTo>
                  <a:lnTo>
                    <a:pt x="7217336" y="2064217"/>
                  </a:lnTo>
                  <a:lnTo>
                    <a:pt x="7217986" y="2082144"/>
                  </a:lnTo>
                  <a:lnTo>
                    <a:pt x="7218636" y="2099749"/>
                  </a:lnTo>
                  <a:lnTo>
                    <a:pt x="7219286" y="2116813"/>
                  </a:lnTo>
                  <a:lnTo>
                    <a:pt x="7219936" y="2133246"/>
                  </a:lnTo>
                  <a:lnTo>
                    <a:pt x="7220586" y="2148952"/>
                  </a:lnTo>
                  <a:lnTo>
                    <a:pt x="7221236" y="2163838"/>
                  </a:lnTo>
                  <a:lnTo>
                    <a:pt x="7221886" y="2178012"/>
                  </a:lnTo>
                  <a:lnTo>
                    <a:pt x="7222536" y="2191638"/>
                  </a:lnTo>
                  <a:lnTo>
                    <a:pt x="7223186" y="2204817"/>
                  </a:lnTo>
                  <a:lnTo>
                    <a:pt x="7223836" y="2217481"/>
                  </a:lnTo>
                  <a:lnTo>
                    <a:pt x="7224486" y="2229660"/>
                  </a:lnTo>
                  <a:lnTo>
                    <a:pt x="7225136" y="2241376"/>
                  </a:lnTo>
                  <a:lnTo>
                    <a:pt x="7225786" y="2252519"/>
                  </a:lnTo>
                  <a:lnTo>
                    <a:pt x="7226436" y="2263033"/>
                  </a:lnTo>
                  <a:lnTo>
                    <a:pt x="7227085" y="2272868"/>
                  </a:lnTo>
                  <a:lnTo>
                    <a:pt x="7227735" y="2282084"/>
                  </a:lnTo>
                  <a:lnTo>
                    <a:pt x="7228385" y="2290808"/>
                  </a:lnTo>
                  <a:lnTo>
                    <a:pt x="7229035" y="2299169"/>
                  </a:lnTo>
                  <a:lnTo>
                    <a:pt x="7229685" y="2307151"/>
                  </a:lnTo>
                  <a:lnTo>
                    <a:pt x="7230335" y="2314777"/>
                  </a:lnTo>
                  <a:lnTo>
                    <a:pt x="7230985" y="2322080"/>
                  </a:lnTo>
                  <a:lnTo>
                    <a:pt x="7231635" y="2328931"/>
                  </a:lnTo>
                  <a:lnTo>
                    <a:pt x="7232285" y="2335150"/>
                  </a:lnTo>
                  <a:lnTo>
                    <a:pt x="7232935" y="2340594"/>
                  </a:lnTo>
                  <a:lnTo>
                    <a:pt x="7233585" y="2345292"/>
                  </a:lnTo>
                  <a:lnTo>
                    <a:pt x="7234235" y="2349335"/>
                  </a:lnTo>
                  <a:lnTo>
                    <a:pt x="7234885" y="2352672"/>
                  </a:lnTo>
                  <a:lnTo>
                    <a:pt x="7235535" y="2355341"/>
                  </a:lnTo>
                  <a:lnTo>
                    <a:pt x="7236185" y="2357361"/>
                  </a:lnTo>
                  <a:lnTo>
                    <a:pt x="7236835" y="2358728"/>
                  </a:lnTo>
                  <a:lnTo>
                    <a:pt x="7237484" y="2359339"/>
                  </a:lnTo>
                  <a:lnTo>
                    <a:pt x="7238134" y="2359147"/>
                  </a:lnTo>
                  <a:lnTo>
                    <a:pt x="7238784" y="2358185"/>
                  </a:lnTo>
                  <a:lnTo>
                    <a:pt x="7239434" y="2356503"/>
                  </a:lnTo>
                  <a:lnTo>
                    <a:pt x="7240084" y="2354142"/>
                  </a:lnTo>
                  <a:lnTo>
                    <a:pt x="7240734" y="2351157"/>
                  </a:lnTo>
                  <a:lnTo>
                    <a:pt x="7241384" y="2347561"/>
                  </a:lnTo>
                  <a:lnTo>
                    <a:pt x="7242034" y="2343455"/>
                  </a:lnTo>
                  <a:lnTo>
                    <a:pt x="7242684" y="2338916"/>
                  </a:lnTo>
                  <a:lnTo>
                    <a:pt x="7243334" y="2333997"/>
                  </a:lnTo>
                  <a:lnTo>
                    <a:pt x="7243984" y="2328651"/>
                  </a:lnTo>
                  <a:lnTo>
                    <a:pt x="7244634" y="2322946"/>
                  </a:lnTo>
                  <a:lnTo>
                    <a:pt x="7245284" y="2316967"/>
                  </a:lnTo>
                  <a:lnTo>
                    <a:pt x="7245934" y="2310811"/>
                  </a:lnTo>
                  <a:lnTo>
                    <a:pt x="7246584" y="2304551"/>
                  </a:lnTo>
                  <a:lnTo>
                    <a:pt x="7247233" y="2298318"/>
                  </a:lnTo>
                  <a:lnTo>
                    <a:pt x="7247883" y="2292183"/>
                  </a:lnTo>
                  <a:lnTo>
                    <a:pt x="7248533" y="2286152"/>
                  </a:lnTo>
                  <a:lnTo>
                    <a:pt x="7249183" y="2280242"/>
                  </a:lnTo>
                  <a:lnTo>
                    <a:pt x="7249833" y="2274536"/>
                  </a:lnTo>
                  <a:lnTo>
                    <a:pt x="7250483" y="2269087"/>
                  </a:lnTo>
                  <a:lnTo>
                    <a:pt x="7251133" y="2264080"/>
                  </a:lnTo>
                  <a:lnTo>
                    <a:pt x="7251783" y="2259657"/>
                  </a:lnTo>
                  <a:lnTo>
                    <a:pt x="7252433" y="2256002"/>
                  </a:lnTo>
                  <a:lnTo>
                    <a:pt x="7253083" y="2253205"/>
                  </a:lnTo>
                  <a:lnTo>
                    <a:pt x="7253733" y="2251369"/>
                  </a:lnTo>
                  <a:lnTo>
                    <a:pt x="7254383" y="2250559"/>
                  </a:lnTo>
                  <a:lnTo>
                    <a:pt x="7255033" y="2250667"/>
                  </a:lnTo>
                  <a:lnTo>
                    <a:pt x="7255683" y="2251623"/>
                  </a:lnTo>
                  <a:lnTo>
                    <a:pt x="7256333" y="2253425"/>
                  </a:lnTo>
                  <a:lnTo>
                    <a:pt x="7256983" y="2256075"/>
                  </a:lnTo>
                  <a:lnTo>
                    <a:pt x="7257632" y="2259559"/>
                  </a:lnTo>
                  <a:lnTo>
                    <a:pt x="7258282" y="2263921"/>
                  </a:lnTo>
                  <a:lnTo>
                    <a:pt x="7258932" y="2269268"/>
                  </a:lnTo>
                  <a:lnTo>
                    <a:pt x="7259582" y="2275635"/>
                  </a:lnTo>
                  <a:lnTo>
                    <a:pt x="7260232" y="2282983"/>
                  </a:lnTo>
                  <a:lnTo>
                    <a:pt x="7260882" y="2291183"/>
                  </a:lnTo>
                  <a:lnTo>
                    <a:pt x="7261532" y="2300100"/>
                  </a:lnTo>
                  <a:lnTo>
                    <a:pt x="7262182" y="2309614"/>
                  </a:lnTo>
                  <a:lnTo>
                    <a:pt x="7262832" y="2319657"/>
                  </a:lnTo>
                  <a:lnTo>
                    <a:pt x="7263482" y="2330098"/>
                  </a:lnTo>
                  <a:lnTo>
                    <a:pt x="7264132" y="2340841"/>
                  </a:lnTo>
                  <a:lnTo>
                    <a:pt x="7264782" y="2351967"/>
                  </a:lnTo>
                  <a:lnTo>
                    <a:pt x="7265432" y="2363540"/>
                  </a:lnTo>
                  <a:lnTo>
                    <a:pt x="7266082" y="2375653"/>
                  </a:lnTo>
                  <a:lnTo>
                    <a:pt x="7266732" y="2388336"/>
                  </a:lnTo>
                  <a:lnTo>
                    <a:pt x="7267381" y="2401518"/>
                  </a:lnTo>
                  <a:lnTo>
                    <a:pt x="7268031" y="2415130"/>
                  </a:lnTo>
                  <a:lnTo>
                    <a:pt x="7268681" y="2429064"/>
                  </a:lnTo>
                  <a:lnTo>
                    <a:pt x="7269331" y="2443287"/>
                  </a:lnTo>
                  <a:lnTo>
                    <a:pt x="7269981" y="2457798"/>
                  </a:lnTo>
                  <a:lnTo>
                    <a:pt x="7270631" y="2472643"/>
                  </a:lnTo>
                  <a:lnTo>
                    <a:pt x="7271281" y="2487772"/>
                  </a:lnTo>
                  <a:lnTo>
                    <a:pt x="7271931" y="2503127"/>
                  </a:lnTo>
                  <a:lnTo>
                    <a:pt x="7272581" y="2518697"/>
                  </a:lnTo>
                  <a:lnTo>
                    <a:pt x="7273231" y="2534526"/>
                  </a:lnTo>
                  <a:lnTo>
                    <a:pt x="7273881" y="2550555"/>
                  </a:lnTo>
                  <a:lnTo>
                    <a:pt x="7274531" y="2566662"/>
                  </a:lnTo>
                  <a:lnTo>
                    <a:pt x="7275181" y="2582723"/>
                  </a:lnTo>
                  <a:lnTo>
                    <a:pt x="7275831" y="2598531"/>
                  </a:lnTo>
                  <a:lnTo>
                    <a:pt x="7276481" y="2614006"/>
                  </a:lnTo>
                  <a:lnTo>
                    <a:pt x="7277131" y="2629146"/>
                  </a:lnTo>
                  <a:lnTo>
                    <a:pt x="7277780" y="2643880"/>
                  </a:lnTo>
                  <a:lnTo>
                    <a:pt x="7278430" y="2658060"/>
                  </a:lnTo>
                  <a:lnTo>
                    <a:pt x="7279080" y="2671599"/>
                  </a:lnTo>
                  <a:lnTo>
                    <a:pt x="7279730" y="2684453"/>
                  </a:lnTo>
                  <a:lnTo>
                    <a:pt x="7280380" y="2696542"/>
                  </a:lnTo>
                  <a:lnTo>
                    <a:pt x="7281030" y="2707866"/>
                  </a:lnTo>
                  <a:lnTo>
                    <a:pt x="7281680" y="2718457"/>
                  </a:lnTo>
                  <a:lnTo>
                    <a:pt x="7282330" y="2728293"/>
                  </a:lnTo>
                  <a:lnTo>
                    <a:pt x="7282980" y="2737325"/>
                  </a:lnTo>
                  <a:lnTo>
                    <a:pt x="7283630" y="2745553"/>
                  </a:lnTo>
                  <a:lnTo>
                    <a:pt x="7284280" y="2752912"/>
                  </a:lnTo>
                  <a:lnTo>
                    <a:pt x="7284930" y="2759282"/>
                  </a:lnTo>
                  <a:lnTo>
                    <a:pt x="7285580" y="2764668"/>
                  </a:lnTo>
                  <a:lnTo>
                    <a:pt x="7286230" y="2769009"/>
                  </a:lnTo>
                  <a:lnTo>
                    <a:pt x="7286880" y="2772226"/>
                  </a:lnTo>
                  <a:lnTo>
                    <a:pt x="7287529" y="2774334"/>
                  </a:lnTo>
                  <a:lnTo>
                    <a:pt x="7288179" y="2775406"/>
                  </a:lnTo>
                  <a:lnTo>
                    <a:pt x="7288829" y="2775513"/>
                  </a:lnTo>
                  <a:lnTo>
                    <a:pt x="7289479" y="2774697"/>
                  </a:lnTo>
                  <a:lnTo>
                    <a:pt x="7290129" y="2772995"/>
                  </a:lnTo>
                  <a:lnTo>
                    <a:pt x="7290779" y="2770437"/>
                  </a:lnTo>
                  <a:lnTo>
                    <a:pt x="7291429" y="2766978"/>
                  </a:lnTo>
                  <a:lnTo>
                    <a:pt x="7292079" y="2762596"/>
                  </a:lnTo>
                  <a:lnTo>
                    <a:pt x="7292729" y="2757299"/>
                  </a:lnTo>
                  <a:lnTo>
                    <a:pt x="7293379" y="2751119"/>
                  </a:lnTo>
                  <a:lnTo>
                    <a:pt x="7294029" y="2744190"/>
                  </a:lnTo>
                  <a:lnTo>
                    <a:pt x="7294679" y="2736708"/>
                  </a:lnTo>
                  <a:lnTo>
                    <a:pt x="7295329" y="2728710"/>
                  </a:lnTo>
                  <a:lnTo>
                    <a:pt x="7295979" y="2720302"/>
                  </a:lnTo>
                  <a:lnTo>
                    <a:pt x="7296629" y="2711599"/>
                  </a:lnTo>
                  <a:lnTo>
                    <a:pt x="7297279" y="2702602"/>
                  </a:lnTo>
                  <a:lnTo>
                    <a:pt x="7297928" y="2693411"/>
                  </a:lnTo>
                  <a:lnTo>
                    <a:pt x="7298578" y="2684041"/>
                  </a:lnTo>
                  <a:lnTo>
                    <a:pt x="7299228" y="2674443"/>
                  </a:lnTo>
                  <a:lnTo>
                    <a:pt x="7299878" y="2664643"/>
                  </a:lnTo>
                  <a:lnTo>
                    <a:pt x="7300528" y="2654674"/>
                  </a:lnTo>
                  <a:lnTo>
                    <a:pt x="7301178" y="2644642"/>
                  </a:lnTo>
                  <a:lnTo>
                    <a:pt x="7301828" y="2634607"/>
                  </a:lnTo>
                  <a:lnTo>
                    <a:pt x="7302478" y="2624574"/>
                  </a:lnTo>
                  <a:lnTo>
                    <a:pt x="7303128" y="2614570"/>
                  </a:lnTo>
                  <a:lnTo>
                    <a:pt x="7303778" y="2604621"/>
                  </a:lnTo>
                  <a:lnTo>
                    <a:pt x="7304428" y="2594757"/>
                  </a:lnTo>
                  <a:lnTo>
                    <a:pt x="7305078" y="2584966"/>
                  </a:lnTo>
                  <a:lnTo>
                    <a:pt x="7305728" y="2575210"/>
                  </a:lnTo>
                  <a:lnTo>
                    <a:pt x="7306378" y="2565521"/>
                  </a:lnTo>
                  <a:lnTo>
                    <a:pt x="7307028" y="2556002"/>
                  </a:lnTo>
                  <a:lnTo>
                    <a:pt x="7307677" y="2546729"/>
                  </a:lnTo>
                  <a:lnTo>
                    <a:pt x="7308327" y="2537837"/>
                  </a:lnTo>
                  <a:lnTo>
                    <a:pt x="7308977" y="2529448"/>
                  </a:lnTo>
                  <a:lnTo>
                    <a:pt x="7309627" y="2521557"/>
                  </a:lnTo>
                  <a:lnTo>
                    <a:pt x="7310277" y="2514213"/>
                  </a:lnTo>
                  <a:lnTo>
                    <a:pt x="7310927" y="2507550"/>
                  </a:lnTo>
                  <a:lnTo>
                    <a:pt x="7311577" y="2501736"/>
                  </a:lnTo>
                  <a:lnTo>
                    <a:pt x="7312227" y="2496864"/>
                  </a:lnTo>
                  <a:lnTo>
                    <a:pt x="7312877" y="2492967"/>
                  </a:lnTo>
                  <a:lnTo>
                    <a:pt x="7313527" y="2490085"/>
                  </a:lnTo>
                  <a:lnTo>
                    <a:pt x="7314177" y="2488214"/>
                  </a:lnTo>
                  <a:lnTo>
                    <a:pt x="7314827" y="2487371"/>
                  </a:lnTo>
                  <a:lnTo>
                    <a:pt x="7315477" y="2487588"/>
                  </a:lnTo>
                  <a:lnTo>
                    <a:pt x="7316127" y="2488840"/>
                  </a:lnTo>
                  <a:lnTo>
                    <a:pt x="7316777" y="2491139"/>
                  </a:lnTo>
                  <a:lnTo>
                    <a:pt x="7317427" y="2494546"/>
                  </a:lnTo>
                  <a:lnTo>
                    <a:pt x="7318076" y="2499043"/>
                  </a:lnTo>
                  <a:lnTo>
                    <a:pt x="7318726" y="2504623"/>
                  </a:lnTo>
                  <a:lnTo>
                    <a:pt x="7319376" y="2511323"/>
                  </a:lnTo>
                  <a:lnTo>
                    <a:pt x="7320026" y="2519132"/>
                  </a:lnTo>
                  <a:lnTo>
                    <a:pt x="7320676" y="2527947"/>
                  </a:lnTo>
                  <a:lnTo>
                    <a:pt x="7321326" y="2537620"/>
                  </a:lnTo>
                  <a:lnTo>
                    <a:pt x="7321976" y="2548069"/>
                  </a:lnTo>
                  <a:lnTo>
                    <a:pt x="7322626" y="2559214"/>
                  </a:lnTo>
                  <a:lnTo>
                    <a:pt x="7323276" y="2571005"/>
                  </a:lnTo>
                  <a:lnTo>
                    <a:pt x="7323926" y="2583414"/>
                  </a:lnTo>
                  <a:lnTo>
                    <a:pt x="7324576" y="2596440"/>
                  </a:lnTo>
                  <a:lnTo>
                    <a:pt x="7325226" y="2610109"/>
                  </a:lnTo>
                  <a:lnTo>
                    <a:pt x="7325876" y="2624420"/>
                  </a:lnTo>
                  <a:lnTo>
                    <a:pt x="7326526" y="2639231"/>
                  </a:lnTo>
                  <a:lnTo>
                    <a:pt x="7327176" y="2654305"/>
                  </a:lnTo>
                  <a:lnTo>
                    <a:pt x="7327825" y="2669529"/>
                  </a:lnTo>
                  <a:lnTo>
                    <a:pt x="7328475" y="2684824"/>
                  </a:lnTo>
                  <a:lnTo>
                    <a:pt x="7329125" y="2700102"/>
                  </a:lnTo>
                  <a:lnTo>
                    <a:pt x="7329775" y="2715349"/>
                  </a:lnTo>
                  <a:lnTo>
                    <a:pt x="7330425" y="2730488"/>
                  </a:lnTo>
                  <a:lnTo>
                    <a:pt x="7331075" y="2745447"/>
                  </a:lnTo>
                  <a:lnTo>
                    <a:pt x="7331725" y="2760213"/>
                  </a:lnTo>
                  <a:lnTo>
                    <a:pt x="7332375" y="2774806"/>
                  </a:lnTo>
                  <a:lnTo>
                    <a:pt x="7333025" y="2789170"/>
                  </a:lnTo>
                  <a:lnTo>
                    <a:pt x="7333675" y="2803269"/>
                  </a:lnTo>
                  <a:lnTo>
                    <a:pt x="7334325" y="2817076"/>
                  </a:lnTo>
                  <a:lnTo>
                    <a:pt x="7334975" y="2830561"/>
                  </a:lnTo>
                  <a:lnTo>
                    <a:pt x="7335625" y="2843692"/>
                  </a:lnTo>
                  <a:lnTo>
                    <a:pt x="7336275" y="2856481"/>
                  </a:lnTo>
                  <a:lnTo>
                    <a:pt x="7336925" y="2868961"/>
                  </a:lnTo>
                  <a:lnTo>
                    <a:pt x="7337575" y="2881106"/>
                  </a:lnTo>
                  <a:lnTo>
                    <a:pt x="7338224" y="2892916"/>
                  </a:lnTo>
                  <a:lnTo>
                    <a:pt x="7338874" y="2904415"/>
                  </a:lnTo>
                  <a:lnTo>
                    <a:pt x="7339524" y="2915543"/>
                  </a:lnTo>
                  <a:lnTo>
                    <a:pt x="7340174" y="2926343"/>
                  </a:lnTo>
                  <a:lnTo>
                    <a:pt x="7340824" y="2936812"/>
                  </a:lnTo>
                  <a:lnTo>
                    <a:pt x="7341474" y="2946899"/>
                  </a:lnTo>
                  <a:lnTo>
                    <a:pt x="7342124" y="2956608"/>
                  </a:lnTo>
                  <a:lnTo>
                    <a:pt x="7342774" y="2965963"/>
                  </a:lnTo>
                  <a:lnTo>
                    <a:pt x="7343424" y="2974971"/>
                  </a:lnTo>
                  <a:lnTo>
                    <a:pt x="7344074" y="2983518"/>
                  </a:lnTo>
                  <a:lnTo>
                    <a:pt x="7344724" y="2991580"/>
                  </a:lnTo>
                  <a:lnTo>
                    <a:pt x="7345374" y="2999149"/>
                  </a:lnTo>
                  <a:lnTo>
                    <a:pt x="7346024" y="3006231"/>
                  </a:lnTo>
                  <a:lnTo>
                    <a:pt x="7346632" y="3012293"/>
                  </a:lnTo>
                  <a:lnTo>
                    <a:pt x="7357529" y="3012293"/>
                  </a:lnTo>
                  <a:lnTo>
                    <a:pt x="7357722" y="3010368"/>
                  </a:lnTo>
                  <a:lnTo>
                    <a:pt x="7358372" y="3003100"/>
                  </a:lnTo>
                  <a:lnTo>
                    <a:pt x="7359022" y="2995113"/>
                  </a:lnTo>
                  <a:lnTo>
                    <a:pt x="7359672" y="2986637"/>
                  </a:lnTo>
                  <a:lnTo>
                    <a:pt x="7360322" y="2977836"/>
                  </a:lnTo>
                  <a:lnTo>
                    <a:pt x="7360972" y="2968716"/>
                  </a:lnTo>
                  <a:lnTo>
                    <a:pt x="7361622" y="2959351"/>
                  </a:lnTo>
                  <a:lnTo>
                    <a:pt x="7362272" y="2949757"/>
                  </a:lnTo>
                  <a:lnTo>
                    <a:pt x="7362922" y="2940008"/>
                  </a:lnTo>
                  <a:lnTo>
                    <a:pt x="7363572" y="2930240"/>
                  </a:lnTo>
                  <a:lnTo>
                    <a:pt x="7364222" y="2920643"/>
                  </a:lnTo>
                  <a:lnTo>
                    <a:pt x="7364872" y="2911260"/>
                  </a:lnTo>
                  <a:lnTo>
                    <a:pt x="7365522" y="2902119"/>
                  </a:lnTo>
                  <a:lnTo>
                    <a:pt x="7366172" y="2893245"/>
                  </a:lnTo>
                  <a:lnTo>
                    <a:pt x="7366822" y="2884636"/>
                  </a:lnTo>
                  <a:lnTo>
                    <a:pt x="7367472" y="2876323"/>
                  </a:lnTo>
                  <a:lnTo>
                    <a:pt x="7368121" y="2868312"/>
                  </a:lnTo>
                  <a:lnTo>
                    <a:pt x="7368771" y="2860589"/>
                  </a:lnTo>
                  <a:lnTo>
                    <a:pt x="7369421" y="2853084"/>
                  </a:lnTo>
                  <a:lnTo>
                    <a:pt x="7370071" y="2845786"/>
                  </a:lnTo>
                  <a:lnTo>
                    <a:pt x="7370721" y="2838723"/>
                  </a:lnTo>
                  <a:lnTo>
                    <a:pt x="7371371" y="2831893"/>
                  </a:lnTo>
                  <a:lnTo>
                    <a:pt x="7372021" y="2825297"/>
                  </a:lnTo>
                  <a:lnTo>
                    <a:pt x="7372671" y="2818847"/>
                  </a:lnTo>
                  <a:lnTo>
                    <a:pt x="7373321" y="2812454"/>
                  </a:lnTo>
                  <a:lnTo>
                    <a:pt x="7373971" y="2806117"/>
                  </a:lnTo>
                  <a:lnTo>
                    <a:pt x="7374621" y="2799838"/>
                  </a:lnTo>
                  <a:lnTo>
                    <a:pt x="7375271" y="2793579"/>
                  </a:lnTo>
                  <a:lnTo>
                    <a:pt x="7375921" y="2787263"/>
                  </a:lnTo>
                  <a:lnTo>
                    <a:pt x="7376571" y="2780862"/>
                  </a:lnTo>
                  <a:lnTo>
                    <a:pt x="7377221" y="2774348"/>
                  </a:lnTo>
                  <a:lnTo>
                    <a:pt x="7377870" y="2767686"/>
                  </a:lnTo>
                  <a:lnTo>
                    <a:pt x="7378520" y="2760848"/>
                  </a:lnTo>
                  <a:lnTo>
                    <a:pt x="7379170" y="2753942"/>
                  </a:lnTo>
                  <a:lnTo>
                    <a:pt x="7379820" y="2747131"/>
                  </a:lnTo>
                  <a:lnTo>
                    <a:pt x="7380470" y="2740472"/>
                  </a:lnTo>
                  <a:lnTo>
                    <a:pt x="7381120" y="2733882"/>
                  </a:lnTo>
                  <a:lnTo>
                    <a:pt x="7381770" y="2727394"/>
                  </a:lnTo>
                  <a:lnTo>
                    <a:pt x="7382420" y="2721122"/>
                  </a:lnTo>
                  <a:lnTo>
                    <a:pt x="7383070" y="2715142"/>
                  </a:lnTo>
                  <a:lnTo>
                    <a:pt x="7383720" y="2709468"/>
                  </a:lnTo>
                  <a:lnTo>
                    <a:pt x="7384370" y="2704102"/>
                  </a:lnTo>
                  <a:lnTo>
                    <a:pt x="7385020" y="2699071"/>
                  </a:lnTo>
                  <a:lnTo>
                    <a:pt x="7385670" y="2694422"/>
                  </a:lnTo>
                  <a:lnTo>
                    <a:pt x="7386320" y="2690205"/>
                  </a:lnTo>
                  <a:lnTo>
                    <a:pt x="7386970" y="2686625"/>
                  </a:lnTo>
                  <a:lnTo>
                    <a:pt x="7387620" y="2683874"/>
                  </a:lnTo>
                  <a:lnTo>
                    <a:pt x="7388269" y="2681980"/>
                  </a:lnTo>
                  <a:lnTo>
                    <a:pt x="7388919" y="2680921"/>
                  </a:lnTo>
                  <a:lnTo>
                    <a:pt x="7389569" y="2680637"/>
                  </a:lnTo>
                  <a:lnTo>
                    <a:pt x="7390219" y="2681092"/>
                  </a:lnTo>
                  <a:lnTo>
                    <a:pt x="7390869" y="2682375"/>
                  </a:lnTo>
                  <a:lnTo>
                    <a:pt x="7391519" y="2684475"/>
                  </a:lnTo>
                  <a:lnTo>
                    <a:pt x="7392169" y="2687253"/>
                  </a:lnTo>
                  <a:lnTo>
                    <a:pt x="7392819" y="2690602"/>
                  </a:lnTo>
                  <a:lnTo>
                    <a:pt x="7393469" y="2694506"/>
                  </a:lnTo>
                  <a:lnTo>
                    <a:pt x="7394119" y="2698965"/>
                  </a:lnTo>
                  <a:lnTo>
                    <a:pt x="7394769" y="2703978"/>
                  </a:lnTo>
                  <a:lnTo>
                    <a:pt x="7395419" y="2709545"/>
                  </a:lnTo>
                  <a:lnTo>
                    <a:pt x="7396069" y="2715534"/>
                  </a:lnTo>
                  <a:lnTo>
                    <a:pt x="7396719" y="2721691"/>
                  </a:lnTo>
                  <a:lnTo>
                    <a:pt x="7397369" y="2727785"/>
                  </a:lnTo>
                  <a:lnTo>
                    <a:pt x="7398018" y="2733770"/>
                  </a:lnTo>
                  <a:lnTo>
                    <a:pt x="7398668" y="2739622"/>
                  </a:lnTo>
                  <a:lnTo>
                    <a:pt x="7399318" y="2745341"/>
                  </a:lnTo>
                  <a:lnTo>
                    <a:pt x="7399968" y="2750927"/>
                  </a:lnTo>
                  <a:lnTo>
                    <a:pt x="7400618" y="2756375"/>
                  </a:lnTo>
                  <a:lnTo>
                    <a:pt x="7401268" y="2761686"/>
                  </a:lnTo>
                  <a:lnTo>
                    <a:pt x="7401918" y="2766902"/>
                  </a:lnTo>
                  <a:lnTo>
                    <a:pt x="7402568" y="2772053"/>
                  </a:lnTo>
                  <a:lnTo>
                    <a:pt x="7403218" y="2777116"/>
                  </a:lnTo>
                  <a:lnTo>
                    <a:pt x="7403868" y="2782090"/>
                  </a:lnTo>
                  <a:lnTo>
                    <a:pt x="7404518" y="2786976"/>
                  </a:lnTo>
                  <a:lnTo>
                    <a:pt x="7405168" y="2791774"/>
                  </a:lnTo>
                  <a:lnTo>
                    <a:pt x="7405818" y="2796597"/>
                  </a:lnTo>
                  <a:lnTo>
                    <a:pt x="7406468" y="2801452"/>
                  </a:lnTo>
                  <a:lnTo>
                    <a:pt x="7407118" y="2806339"/>
                  </a:lnTo>
                  <a:lnTo>
                    <a:pt x="7407768" y="2811294"/>
                  </a:lnTo>
                  <a:lnTo>
                    <a:pt x="7408417" y="2816407"/>
                  </a:lnTo>
                  <a:lnTo>
                    <a:pt x="7409067" y="2821736"/>
                  </a:lnTo>
                  <a:lnTo>
                    <a:pt x="7409717" y="2827213"/>
                  </a:lnTo>
                  <a:lnTo>
                    <a:pt x="7410367" y="2832866"/>
                  </a:lnTo>
                  <a:lnTo>
                    <a:pt x="7411017" y="2838699"/>
                  </a:lnTo>
                  <a:lnTo>
                    <a:pt x="7411667" y="2844708"/>
                  </a:lnTo>
                  <a:lnTo>
                    <a:pt x="7412317" y="2850790"/>
                  </a:lnTo>
                  <a:lnTo>
                    <a:pt x="7412967" y="2856867"/>
                  </a:lnTo>
                  <a:lnTo>
                    <a:pt x="7413617" y="2862939"/>
                  </a:lnTo>
                  <a:lnTo>
                    <a:pt x="7414267" y="2869082"/>
                  </a:lnTo>
                  <a:lnTo>
                    <a:pt x="7414917" y="2875262"/>
                  </a:lnTo>
                  <a:lnTo>
                    <a:pt x="7415567" y="2881418"/>
                  </a:lnTo>
                  <a:lnTo>
                    <a:pt x="7416217" y="2887528"/>
                  </a:lnTo>
                  <a:lnTo>
                    <a:pt x="7416867" y="2893567"/>
                  </a:lnTo>
                  <a:lnTo>
                    <a:pt x="7417517" y="2899507"/>
                  </a:lnTo>
                  <a:lnTo>
                    <a:pt x="7418166" y="2905269"/>
                  </a:lnTo>
                  <a:lnTo>
                    <a:pt x="7418816" y="2910824"/>
                  </a:lnTo>
                  <a:lnTo>
                    <a:pt x="7419466" y="2916179"/>
                  </a:lnTo>
                  <a:lnTo>
                    <a:pt x="7420116" y="2921188"/>
                  </a:lnTo>
                  <a:lnTo>
                    <a:pt x="7420766" y="2925826"/>
                  </a:lnTo>
                  <a:lnTo>
                    <a:pt x="7421416" y="2930096"/>
                  </a:lnTo>
                  <a:lnTo>
                    <a:pt x="7422066" y="2934019"/>
                  </a:lnTo>
                  <a:lnTo>
                    <a:pt x="7422716" y="2937649"/>
                  </a:lnTo>
                  <a:lnTo>
                    <a:pt x="7423366" y="2941019"/>
                  </a:lnTo>
                  <a:lnTo>
                    <a:pt x="7424016" y="2944043"/>
                  </a:lnTo>
                  <a:lnTo>
                    <a:pt x="7424666" y="2946697"/>
                  </a:lnTo>
                  <a:lnTo>
                    <a:pt x="7425316" y="2949015"/>
                  </a:lnTo>
                  <a:lnTo>
                    <a:pt x="7425966" y="2951012"/>
                  </a:lnTo>
                  <a:lnTo>
                    <a:pt x="7426616" y="2952684"/>
                  </a:lnTo>
                  <a:lnTo>
                    <a:pt x="7427266" y="2954032"/>
                  </a:lnTo>
                  <a:lnTo>
                    <a:pt x="7427916" y="2954979"/>
                  </a:lnTo>
                  <a:lnTo>
                    <a:pt x="7428565" y="2955526"/>
                  </a:lnTo>
                  <a:lnTo>
                    <a:pt x="7429215" y="2955729"/>
                  </a:lnTo>
                  <a:lnTo>
                    <a:pt x="7429865" y="2955782"/>
                  </a:lnTo>
                  <a:lnTo>
                    <a:pt x="7430515" y="2955728"/>
                  </a:lnTo>
                  <a:lnTo>
                    <a:pt x="7431165" y="2955566"/>
                  </a:lnTo>
                  <a:lnTo>
                    <a:pt x="7431815" y="2955291"/>
                  </a:lnTo>
                  <a:lnTo>
                    <a:pt x="7432465" y="2954824"/>
                  </a:lnTo>
                  <a:lnTo>
                    <a:pt x="7433115" y="2954108"/>
                  </a:lnTo>
                  <a:lnTo>
                    <a:pt x="7433765" y="2953143"/>
                  </a:lnTo>
                  <a:lnTo>
                    <a:pt x="7434415" y="2951934"/>
                  </a:lnTo>
                  <a:lnTo>
                    <a:pt x="7435065" y="2950513"/>
                  </a:lnTo>
                  <a:lnTo>
                    <a:pt x="7435715" y="2948897"/>
                  </a:lnTo>
                  <a:lnTo>
                    <a:pt x="7436365" y="2947086"/>
                  </a:lnTo>
                  <a:lnTo>
                    <a:pt x="7437015" y="2945080"/>
                  </a:lnTo>
                  <a:lnTo>
                    <a:pt x="7437665" y="2942939"/>
                  </a:lnTo>
                  <a:lnTo>
                    <a:pt x="7438314" y="2940638"/>
                  </a:lnTo>
                  <a:lnTo>
                    <a:pt x="7438964" y="2938146"/>
                  </a:lnTo>
                  <a:lnTo>
                    <a:pt x="7439614" y="2935454"/>
                  </a:lnTo>
                  <a:lnTo>
                    <a:pt x="7440264" y="2932537"/>
                  </a:lnTo>
                  <a:lnTo>
                    <a:pt x="7440914" y="2929323"/>
                  </a:lnTo>
                  <a:lnTo>
                    <a:pt x="7441564" y="2925808"/>
                  </a:lnTo>
                  <a:lnTo>
                    <a:pt x="7442214" y="2922139"/>
                  </a:lnTo>
                  <a:lnTo>
                    <a:pt x="7442864" y="2918462"/>
                  </a:lnTo>
                  <a:lnTo>
                    <a:pt x="7443514" y="2914778"/>
                  </a:lnTo>
                  <a:lnTo>
                    <a:pt x="7444164" y="2911090"/>
                  </a:lnTo>
                  <a:lnTo>
                    <a:pt x="7444814" y="2907399"/>
                  </a:lnTo>
                  <a:lnTo>
                    <a:pt x="7445464" y="2903716"/>
                  </a:lnTo>
                  <a:lnTo>
                    <a:pt x="7446114" y="2900118"/>
                  </a:lnTo>
                  <a:lnTo>
                    <a:pt x="7446764" y="2896611"/>
                  </a:lnTo>
                  <a:lnTo>
                    <a:pt x="7447414" y="2893201"/>
                  </a:lnTo>
                  <a:lnTo>
                    <a:pt x="7448064" y="2889887"/>
                  </a:lnTo>
                  <a:lnTo>
                    <a:pt x="7448713" y="2886673"/>
                  </a:lnTo>
                  <a:lnTo>
                    <a:pt x="7449363" y="2883590"/>
                  </a:lnTo>
                  <a:lnTo>
                    <a:pt x="7450013" y="2880721"/>
                  </a:lnTo>
                  <a:lnTo>
                    <a:pt x="7450663" y="2878143"/>
                  </a:lnTo>
                  <a:lnTo>
                    <a:pt x="7451313" y="2875890"/>
                  </a:lnTo>
                  <a:lnTo>
                    <a:pt x="7451963" y="2873886"/>
                  </a:lnTo>
                  <a:lnTo>
                    <a:pt x="7452613" y="2872068"/>
                  </a:lnTo>
                  <a:lnTo>
                    <a:pt x="7453263" y="2870437"/>
                  </a:lnTo>
                  <a:lnTo>
                    <a:pt x="7453913" y="2868991"/>
                  </a:lnTo>
                  <a:lnTo>
                    <a:pt x="7454563" y="2867732"/>
                  </a:lnTo>
                  <a:lnTo>
                    <a:pt x="7455213" y="2866625"/>
                  </a:lnTo>
                  <a:lnTo>
                    <a:pt x="7455863" y="2865557"/>
                  </a:lnTo>
                  <a:lnTo>
                    <a:pt x="7456513" y="2864493"/>
                  </a:lnTo>
                  <a:lnTo>
                    <a:pt x="7457163" y="2863467"/>
                  </a:lnTo>
                  <a:lnTo>
                    <a:pt x="7457813" y="2862564"/>
                  </a:lnTo>
                  <a:lnTo>
                    <a:pt x="7458462" y="2861777"/>
                  </a:lnTo>
                  <a:lnTo>
                    <a:pt x="7459112" y="2861110"/>
                  </a:lnTo>
                  <a:lnTo>
                    <a:pt x="7459762" y="2860538"/>
                  </a:lnTo>
                  <a:lnTo>
                    <a:pt x="7460412" y="2860136"/>
                  </a:lnTo>
                  <a:lnTo>
                    <a:pt x="7461062" y="2859983"/>
                  </a:lnTo>
                  <a:lnTo>
                    <a:pt x="7461712" y="2860076"/>
                  </a:lnTo>
                  <a:lnTo>
                    <a:pt x="7462362" y="2860418"/>
                  </a:lnTo>
                  <a:lnTo>
                    <a:pt x="7463012" y="2861007"/>
                  </a:lnTo>
                  <a:lnTo>
                    <a:pt x="7463662" y="2861844"/>
                  </a:lnTo>
                  <a:lnTo>
                    <a:pt x="7464312" y="2862933"/>
                  </a:lnTo>
                  <a:lnTo>
                    <a:pt x="7464962" y="2864359"/>
                  </a:lnTo>
                  <a:lnTo>
                    <a:pt x="7465612" y="2866257"/>
                  </a:lnTo>
                  <a:lnTo>
                    <a:pt x="7466262" y="2868682"/>
                  </a:lnTo>
                  <a:lnTo>
                    <a:pt x="7466912" y="2871626"/>
                  </a:lnTo>
                  <a:lnTo>
                    <a:pt x="7467562" y="2875025"/>
                  </a:lnTo>
                  <a:lnTo>
                    <a:pt x="7468212" y="2878832"/>
                  </a:lnTo>
                  <a:lnTo>
                    <a:pt x="7468861" y="2883030"/>
                  </a:lnTo>
                  <a:lnTo>
                    <a:pt x="7469511" y="2887617"/>
                  </a:lnTo>
                  <a:lnTo>
                    <a:pt x="7470161" y="2892534"/>
                  </a:lnTo>
                  <a:lnTo>
                    <a:pt x="7470811" y="2897720"/>
                  </a:lnTo>
                  <a:lnTo>
                    <a:pt x="7471461" y="2903201"/>
                  </a:lnTo>
                  <a:lnTo>
                    <a:pt x="7472111" y="2908983"/>
                  </a:lnTo>
                  <a:lnTo>
                    <a:pt x="7472761" y="2915094"/>
                  </a:lnTo>
                  <a:lnTo>
                    <a:pt x="7473411" y="2921595"/>
                  </a:lnTo>
                  <a:lnTo>
                    <a:pt x="7474061" y="2928491"/>
                  </a:lnTo>
                  <a:lnTo>
                    <a:pt x="7474711" y="2935678"/>
                  </a:lnTo>
                  <a:lnTo>
                    <a:pt x="7475361" y="2942950"/>
                  </a:lnTo>
                  <a:lnTo>
                    <a:pt x="7476011" y="2950230"/>
                  </a:lnTo>
                  <a:lnTo>
                    <a:pt x="7476661" y="2957513"/>
                  </a:lnTo>
                  <a:lnTo>
                    <a:pt x="7477311" y="2964796"/>
                  </a:lnTo>
                  <a:lnTo>
                    <a:pt x="7477961" y="2972084"/>
                  </a:lnTo>
                  <a:lnTo>
                    <a:pt x="7478610" y="2979363"/>
                  </a:lnTo>
                  <a:lnTo>
                    <a:pt x="7479260" y="2986571"/>
                  </a:lnTo>
                  <a:lnTo>
                    <a:pt x="7479910" y="2993678"/>
                  </a:lnTo>
                  <a:lnTo>
                    <a:pt x="7480560" y="3000662"/>
                  </a:lnTo>
                  <a:lnTo>
                    <a:pt x="7481210" y="3007525"/>
                  </a:lnTo>
                  <a:lnTo>
                    <a:pt x="7481670" y="3012293"/>
                  </a:lnTo>
                  <a:lnTo>
                    <a:pt x="7553574" y="3012293"/>
                  </a:lnTo>
                  <a:lnTo>
                    <a:pt x="7554003" y="3010899"/>
                  </a:lnTo>
                  <a:lnTo>
                    <a:pt x="7554653" y="3009009"/>
                  </a:lnTo>
                  <a:lnTo>
                    <a:pt x="7555303" y="3007332"/>
                  </a:lnTo>
                  <a:lnTo>
                    <a:pt x="7555953" y="3005857"/>
                  </a:lnTo>
                  <a:lnTo>
                    <a:pt x="7556603" y="3004654"/>
                  </a:lnTo>
                  <a:lnTo>
                    <a:pt x="7557253" y="3003782"/>
                  </a:lnTo>
                  <a:lnTo>
                    <a:pt x="7557903" y="3003235"/>
                  </a:lnTo>
                  <a:lnTo>
                    <a:pt x="7558553" y="3003015"/>
                  </a:lnTo>
                  <a:lnTo>
                    <a:pt x="7559202" y="3003119"/>
                  </a:lnTo>
                  <a:lnTo>
                    <a:pt x="7559852" y="3003520"/>
                  </a:lnTo>
                  <a:lnTo>
                    <a:pt x="7560502" y="3004220"/>
                  </a:lnTo>
                  <a:lnTo>
                    <a:pt x="7561152" y="3005218"/>
                  </a:lnTo>
                  <a:lnTo>
                    <a:pt x="7561802" y="3006515"/>
                  </a:lnTo>
                  <a:lnTo>
                    <a:pt x="7562452" y="3008109"/>
                  </a:lnTo>
                  <a:lnTo>
                    <a:pt x="7563102" y="3009997"/>
                  </a:lnTo>
                  <a:lnTo>
                    <a:pt x="7563752" y="3012117"/>
                  </a:lnTo>
                  <a:lnTo>
                    <a:pt x="7563803" y="3012293"/>
                  </a:lnTo>
                  <a:lnTo>
                    <a:pt x="7611336" y="3012293"/>
                  </a:lnTo>
                  <a:lnTo>
                    <a:pt x="7611847" y="3011091"/>
                  </a:lnTo>
                  <a:lnTo>
                    <a:pt x="7612497" y="3009725"/>
                  </a:lnTo>
                  <a:lnTo>
                    <a:pt x="7613147" y="3008592"/>
                  </a:lnTo>
                  <a:lnTo>
                    <a:pt x="7613797" y="3007702"/>
                  </a:lnTo>
                  <a:lnTo>
                    <a:pt x="7614447" y="3007074"/>
                  </a:lnTo>
                  <a:lnTo>
                    <a:pt x="7615097" y="3006657"/>
                  </a:lnTo>
                  <a:lnTo>
                    <a:pt x="7615747" y="3006380"/>
                  </a:lnTo>
                  <a:lnTo>
                    <a:pt x="7616397" y="3006242"/>
                  </a:lnTo>
                  <a:lnTo>
                    <a:pt x="7617047" y="3006244"/>
                  </a:lnTo>
                  <a:lnTo>
                    <a:pt x="7617697" y="3006387"/>
                  </a:lnTo>
                  <a:lnTo>
                    <a:pt x="7618347" y="3006679"/>
                  </a:lnTo>
                  <a:lnTo>
                    <a:pt x="7618997" y="3007148"/>
                  </a:lnTo>
                  <a:lnTo>
                    <a:pt x="7619646" y="3007778"/>
                  </a:lnTo>
                  <a:lnTo>
                    <a:pt x="7620296" y="3008536"/>
                  </a:lnTo>
                  <a:lnTo>
                    <a:pt x="7620946" y="3009446"/>
                  </a:lnTo>
                  <a:lnTo>
                    <a:pt x="7621596" y="3010508"/>
                  </a:lnTo>
                  <a:lnTo>
                    <a:pt x="7622246" y="3011648"/>
                  </a:lnTo>
                  <a:lnTo>
                    <a:pt x="7622617" y="3012293"/>
                  </a:lnTo>
                  <a:lnTo>
                    <a:pt x="7641959" y="3012293"/>
                  </a:lnTo>
                  <a:lnTo>
                    <a:pt x="7642394" y="3011500"/>
                  </a:lnTo>
                  <a:lnTo>
                    <a:pt x="7643044" y="3010196"/>
                  </a:lnTo>
                  <a:lnTo>
                    <a:pt x="7643694" y="3008773"/>
                  </a:lnTo>
                  <a:lnTo>
                    <a:pt x="7644344" y="3007230"/>
                  </a:lnTo>
                  <a:lnTo>
                    <a:pt x="7644994" y="3005567"/>
                  </a:lnTo>
                  <a:lnTo>
                    <a:pt x="7645644" y="3003680"/>
                  </a:lnTo>
                  <a:lnTo>
                    <a:pt x="7646294" y="3001522"/>
                  </a:lnTo>
                  <a:lnTo>
                    <a:pt x="7646944" y="2999094"/>
                  </a:lnTo>
                  <a:lnTo>
                    <a:pt x="7647594" y="2996375"/>
                  </a:lnTo>
                  <a:lnTo>
                    <a:pt x="7648244" y="2993435"/>
                  </a:lnTo>
                  <a:lnTo>
                    <a:pt x="7648894" y="2990263"/>
                  </a:lnTo>
                  <a:lnTo>
                    <a:pt x="7649543" y="2986894"/>
                  </a:lnTo>
                  <a:lnTo>
                    <a:pt x="7650193" y="2983324"/>
                  </a:lnTo>
                  <a:lnTo>
                    <a:pt x="7650843" y="2979549"/>
                  </a:lnTo>
                  <a:lnTo>
                    <a:pt x="7651493" y="2975562"/>
                  </a:lnTo>
                  <a:lnTo>
                    <a:pt x="7652143" y="2971386"/>
                  </a:lnTo>
                  <a:lnTo>
                    <a:pt x="7652793" y="2967106"/>
                  </a:lnTo>
                  <a:lnTo>
                    <a:pt x="7653443" y="2962762"/>
                  </a:lnTo>
                  <a:lnTo>
                    <a:pt x="7654093" y="2958354"/>
                  </a:lnTo>
                  <a:lnTo>
                    <a:pt x="7654743" y="2953883"/>
                  </a:lnTo>
                  <a:lnTo>
                    <a:pt x="7655393" y="2949465"/>
                  </a:lnTo>
                  <a:lnTo>
                    <a:pt x="7656043" y="2945160"/>
                  </a:lnTo>
                  <a:lnTo>
                    <a:pt x="7656693" y="2940967"/>
                  </a:lnTo>
                  <a:lnTo>
                    <a:pt x="7657343" y="2936888"/>
                  </a:lnTo>
                  <a:lnTo>
                    <a:pt x="7657993" y="2932992"/>
                  </a:lnTo>
                  <a:lnTo>
                    <a:pt x="7658643" y="2929354"/>
                  </a:lnTo>
                  <a:lnTo>
                    <a:pt x="7659292" y="2925986"/>
                  </a:lnTo>
                  <a:lnTo>
                    <a:pt x="7659942" y="2922894"/>
                  </a:lnTo>
                  <a:lnTo>
                    <a:pt x="7660592" y="2920107"/>
                  </a:lnTo>
                  <a:lnTo>
                    <a:pt x="7661242" y="2917649"/>
                  </a:lnTo>
                  <a:lnTo>
                    <a:pt x="7661892" y="2915503"/>
                  </a:lnTo>
                  <a:lnTo>
                    <a:pt x="7662542" y="2913592"/>
                  </a:lnTo>
                  <a:lnTo>
                    <a:pt x="7663192" y="2911857"/>
                  </a:lnTo>
                  <a:lnTo>
                    <a:pt x="7663842" y="2910300"/>
                  </a:lnTo>
                  <a:lnTo>
                    <a:pt x="7664492" y="2908920"/>
                  </a:lnTo>
                  <a:lnTo>
                    <a:pt x="7665142" y="2907716"/>
                  </a:lnTo>
                  <a:lnTo>
                    <a:pt x="7665792" y="2906689"/>
                  </a:lnTo>
                  <a:lnTo>
                    <a:pt x="7666442" y="2905839"/>
                  </a:lnTo>
                  <a:lnTo>
                    <a:pt x="7667092" y="2905165"/>
                  </a:lnTo>
                  <a:lnTo>
                    <a:pt x="7667742" y="2904618"/>
                  </a:lnTo>
                  <a:lnTo>
                    <a:pt x="7668392" y="2904107"/>
                  </a:lnTo>
                  <a:lnTo>
                    <a:pt x="7669042" y="2903629"/>
                  </a:lnTo>
                  <a:lnTo>
                    <a:pt x="7669691" y="2903183"/>
                  </a:lnTo>
                  <a:lnTo>
                    <a:pt x="7670341" y="2902769"/>
                  </a:lnTo>
                  <a:lnTo>
                    <a:pt x="7670991" y="2902386"/>
                  </a:lnTo>
                  <a:lnTo>
                    <a:pt x="7671641" y="2902054"/>
                  </a:lnTo>
                  <a:lnTo>
                    <a:pt x="7672291" y="2901861"/>
                  </a:lnTo>
                  <a:lnTo>
                    <a:pt x="7672941" y="2901877"/>
                  </a:lnTo>
                  <a:lnTo>
                    <a:pt x="7673591" y="2902102"/>
                  </a:lnTo>
                  <a:lnTo>
                    <a:pt x="7674241" y="2902535"/>
                  </a:lnTo>
                  <a:lnTo>
                    <a:pt x="7674891" y="2903205"/>
                  </a:lnTo>
                  <a:lnTo>
                    <a:pt x="7675541" y="2904111"/>
                  </a:lnTo>
                  <a:lnTo>
                    <a:pt x="7676191" y="2905251"/>
                  </a:lnTo>
                  <a:lnTo>
                    <a:pt x="7676841" y="2906626"/>
                  </a:lnTo>
                  <a:lnTo>
                    <a:pt x="7677491" y="2908237"/>
                  </a:lnTo>
                  <a:lnTo>
                    <a:pt x="7678141" y="2910124"/>
                  </a:lnTo>
                  <a:lnTo>
                    <a:pt x="7678791" y="2912364"/>
                  </a:lnTo>
                  <a:lnTo>
                    <a:pt x="7679440" y="2914994"/>
                  </a:lnTo>
                  <a:lnTo>
                    <a:pt x="7680090" y="2918011"/>
                  </a:lnTo>
                  <a:lnTo>
                    <a:pt x="7680740" y="2921415"/>
                  </a:lnTo>
                  <a:lnTo>
                    <a:pt x="7681390" y="2925218"/>
                  </a:lnTo>
                  <a:lnTo>
                    <a:pt x="7682040" y="2929365"/>
                  </a:lnTo>
                  <a:lnTo>
                    <a:pt x="7682690" y="2933814"/>
                  </a:lnTo>
                  <a:lnTo>
                    <a:pt x="7683340" y="2938567"/>
                  </a:lnTo>
                  <a:lnTo>
                    <a:pt x="7683990" y="2943625"/>
                  </a:lnTo>
                  <a:lnTo>
                    <a:pt x="7684640" y="2948991"/>
                  </a:lnTo>
                  <a:lnTo>
                    <a:pt x="7685290" y="2954621"/>
                  </a:lnTo>
                  <a:lnTo>
                    <a:pt x="7685940" y="2960453"/>
                  </a:lnTo>
                  <a:lnTo>
                    <a:pt x="7686590" y="2966485"/>
                  </a:lnTo>
                  <a:lnTo>
                    <a:pt x="7687240" y="2972718"/>
                  </a:lnTo>
                  <a:lnTo>
                    <a:pt x="7687890" y="2979109"/>
                  </a:lnTo>
                  <a:lnTo>
                    <a:pt x="7688540" y="2985573"/>
                  </a:lnTo>
                  <a:lnTo>
                    <a:pt x="7689190" y="2992064"/>
                  </a:lnTo>
                  <a:lnTo>
                    <a:pt x="7689839" y="2998556"/>
                  </a:lnTo>
                  <a:lnTo>
                    <a:pt x="7690489" y="3005049"/>
                  </a:lnTo>
                  <a:lnTo>
                    <a:pt x="7691139" y="3011475"/>
                  </a:lnTo>
                  <a:lnTo>
                    <a:pt x="7691223" y="3012293"/>
                  </a:lnTo>
                  <a:lnTo>
                    <a:pt x="7963534" y="3012293"/>
                  </a:lnTo>
                  <a:lnTo>
                    <a:pt x="7964112" y="3009104"/>
                  </a:lnTo>
                  <a:lnTo>
                    <a:pt x="7964762" y="3005520"/>
                  </a:lnTo>
                  <a:lnTo>
                    <a:pt x="7965412" y="3001936"/>
                  </a:lnTo>
                  <a:lnTo>
                    <a:pt x="7966062" y="2998351"/>
                  </a:lnTo>
                  <a:lnTo>
                    <a:pt x="7966712" y="2994767"/>
                  </a:lnTo>
                  <a:lnTo>
                    <a:pt x="7967362" y="2991183"/>
                  </a:lnTo>
                  <a:lnTo>
                    <a:pt x="7968012" y="2987599"/>
                  </a:lnTo>
                  <a:lnTo>
                    <a:pt x="7968662" y="2984038"/>
                  </a:lnTo>
                  <a:lnTo>
                    <a:pt x="7969312" y="2980589"/>
                  </a:lnTo>
                  <a:lnTo>
                    <a:pt x="7969962" y="2977343"/>
                  </a:lnTo>
                  <a:lnTo>
                    <a:pt x="7970612" y="2974348"/>
                  </a:lnTo>
                  <a:lnTo>
                    <a:pt x="7971261" y="2971686"/>
                  </a:lnTo>
                  <a:lnTo>
                    <a:pt x="7971911" y="2969386"/>
                  </a:lnTo>
                  <a:lnTo>
                    <a:pt x="7972561" y="2967448"/>
                  </a:lnTo>
                  <a:lnTo>
                    <a:pt x="7973211" y="2965871"/>
                  </a:lnTo>
                  <a:lnTo>
                    <a:pt x="7973861" y="2964657"/>
                  </a:lnTo>
                  <a:lnTo>
                    <a:pt x="7974511" y="2963804"/>
                  </a:lnTo>
                  <a:lnTo>
                    <a:pt x="7975161" y="2963312"/>
                  </a:lnTo>
                  <a:lnTo>
                    <a:pt x="7975811" y="2963183"/>
                  </a:lnTo>
                  <a:lnTo>
                    <a:pt x="7976461" y="2963416"/>
                  </a:lnTo>
                  <a:lnTo>
                    <a:pt x="7977111" y="2964010"/>
                  </a:lnTo>
                  <a:lnTo>
                    <a:pt x="7977761" y="2964966"/>
                  </a:lnTo>
                  <a:lnTo>
                    <a:pt x="7978411" y="2966266"/>
                  </a:lnTo>
                  <a:lnTo>
                    <a:pt x="7979061" y="2967832"/>
                  </a:lnTo>
                  <a:lnTo>
                    <a:pt x="7979711" y="2969603"/>
                  </a:lnTo>
                  <a:lnTo>
                    <a:pt x="7980361" y="2971528"/>
                  </a:lnTo>
                  <a:lnTo>
                    <a:pt x="7981010" y="2973544"/>
                  </a:lnTo>
                  <a:lnTo>
                    <a:pt x="7981660" y="2975615"/>
                  </a:lnTo>
                  <a:lnTo>
                    <a:pt x="7982310" y="2977746"/>
                  </a:lnTo>
                  <a:lnTo>
                    <a:pt x="7982960" y="2979940"/>
                  </a:lnTo>
                  <a:lnTo>
                    <a:pt x="7983610" y="2982199"/>
                  </a:lnTo>
                  <a:lnTo>
                    <a:pt x="7984260" y="2984521"/>
                  </a:lnTo>
                  <a:lnTo>
                    <a:pt x="7984910" y="2986906"/>
                  </a:lnTo>
                  <a:lnTo>
                    <a:pt x="7985560" y="2989356"/>
                  </a:lnTo>
                  <a:lnTo>
                    <a:pt x="7986210" y="2991869"/>
                  </a:lnTo>
                  <a:lnTo>
                    <a:pt x="7986860" y="2994446"/>
                  </a:lnTo>
                  <a:lnTo>
                    <a:pt x="7987510" y="2997086"/>
                  </a:lnTo>
                  <a:lnTo>
                    <a:pt x="7988160" y="2999791"/>
                  </a:lnTo>
                  <a:lnTo>
                    <a:pt x="7988810" y="3002559"/>
                  </a:lnTo>
                  <a:lnTo>
                    <a:pt x="7989460" y="3005390"/>
                  </a:lnTo>
                  <a:lnTo>
                    <a:pt x="7990110" y="3008286"/>
                  </a:lnTo>
                  <a:lnTo>
                    <a:pt x="7990760" y="3011237"/>
                  </a:lnTo>
                  <a:lnTo>
                    <a:pt x="7990988" y="3012293"/>
                  </a:lnTo>
                  <a:lnTo>
                    <a:pt x="8059172" y="3012293"/>
                  </a:lnTo>
                  <a:lnTo>
                    <a:pt x="8059653" y="3010744"/>
                  </a:lnTo>
                  <a:lnTo>
                    <a:pt x="8060303" y="3008786"/>
                  </a:lnTo>
                  <a:lnTo>
                    <a:pt x="8060953" y="3006941"/>
                  </a:lnTo>
                  <a:lnTo>
                    <a:pt x="8061602" y="3005209"/>
                  </a:lnTo>
                  <a:lnTo>
                    <a:pt x="8062252" y="3003591"/>
                  </a:lnTo>
                  <a:lnTo>
                    <a:pt x="8062902" y="3002085"/>
                  </a:lnTo>
                  <a:lnTo>
                    <a:pt x="8063552" y="3000693"/>
                  </a:lnTo>
                  <a:lnTo>
                    <a:pt x="8064202" y="2999413"/>
                  </a:lnTo>
                  <a:lnTo>
                    <a:pt x="8064852" y="2998247"/>
                  </a:lnTo>
                  <a:lnTo>
                    <a:pt x="8065502" y="2997194"/>
                  </a:lnTo>
                  <a:lnTo>
                    <a:pt x="8066152" y="2996254"/>
                  </a:lnTo>
                  <a:lnTo>
                    <a:pt x="8066802" y="2995427"/>
                  </a:lnTo>
                  <a:lnTo>
                    <a:pt x="8067452" y="2994722"/>
                  </a:lnTo>
                  <a:lnTo>
                    <a:pt x="8068102" y="2994214"/>
                  </a:lnTo>
                  <a:lnTo>
                    <a:pt x="8068752" y="2993928"/>
                  </a:lnTo>
                  <a:lnTo>
                    <a:pt x="8069402" y="2993818"/>
                  </a:lnTo>
                  <a:lnTo>
                    <a:pt x="8070052" y="2993911"/>
                  </a:lnTo>
                  <a:lnTo>
                    <a:pt x="8070702" y="2994208"/>
                  </a:lnTo>
                  <a:lnTo>
                    <a:pt x="8071352" y="2994714"/>
                  </a:lnTo>
                  <a:lnTo>
                    <a:pt x="8072001" y="2995429"/>
                  </a:lnTo>
                  <a:lnTo>
                    <a:pt x="8072651" y="2996353"/>
                  </a:lnTo>
                  <a:lnTo>
                    <a:pt x="8073301" y="2997485"/>
                  </a:lnTo>
                  <a:lnTo>
                    <a:pt x="8073951" y="2998825"/>
                  </a:lnTo>
                  <a:lnTo>
                    <a:pt x="8074601" y="3000375"/>
                  </a:lnTo>
                  <a:lnTo>
                    <a:pt x="8075251" y="3002133"/>
                  </a:lnTo>
                  <a:lnTo>
                    <a:pt x="8075901" y="3004100"/>
                  </a:lnTo>
                  <a:lnTo>
                    <a:pt x="8076551" y="3006275"/>
                  </a:lnTo>
                  <a:lnTo>
                    <a:pt x="8077201" y="3008680"/>
                  </a:lnTo>
                  <a:lnTo>
                    <a:pt x="8077851" y="3011229"/>
                  </a:lnTo>
                  <a:lnTo>
                    <a:pt x="8078115" y="3012293"/>
                  </a:lnTo>
                  <a:lnTo>
                    <a:pt x="8138384" y="3012293"/>
                  </a:lnTo>
                  <a:lnTo>
                    <a:pt x="8138945" y="3008063"/>
                  </a:lnTo>
                  <a:lnTo>
                    <a:pt x="8139595" y="3003164"/>
                  </a:lnTo>
                  <a:lnTo>
                    <a:pt x="8140245" y="2998264"/>
                  </a:lnTo>
                  <a:lnTo>
                    <a:pt x="8140895" y="2993365"/>
                  </a:lnTo>
                  <a:lnTo>
                    <a:pt x="8141545" y="2988465"/>
                  </a:lnTo>
                  <a:lnTo>
                    <a:pt x="8142194" y="2983565"/>
                  </a:lnTo>
                  <a:lnTo>
                    <a:pt x="8142844" y="2978691"/>
                  </a:lnTo>
                  <a:lnTo>
                    <a:pt x="8143494" y="2973818"/>
                  </a:lnTo>
                  <a:lnTo>
                    <a:pt x="8144144" y="2968924"/>
                  </a:lnTo>
                  <a:lnTo>
                    <a:pt x="8144794" y="2964006"/>
                  </a:lnTo>
                  <a:lnTo>
                    <a:pt x="8145444" y="2959064"/>
                  </a:lnTo>
                  <a:lnTo>
                    <a:pt x="8146094" y="2954094"/>
                  </a:lnTo>
                  <a:lnTo>
                    <a:pt x="8146744" y="2949093"/>
                  </a:lnTo>
                  <a:lnTo>
                    <a:pt x="8147394" y="2944059"/>
                  </a:lnTo>
                  <a:lnTo>
                    <a:pt x="8148044" y="2938994"/>
                  </a:lnTo>
                  <a:lnTo>
                    <a:pt x="8148694" y="2933896"/>
                  </a:lnTo>
                  <a:lnTo>
                    <a:pt x="8149344" y="2928800"/>
                  </a:lnTo>
                  <a:lnTo>
                    <a:pt x="8149994" y="2923792"/>
                  </a:lnTo>
                  <a:lnTo>
                    <a:pt x="8150644" y="2918930"/>
                  </a:lnTo>
                  <a:lnTo>
                    <a:pt x="8151294" y="2914212"/>
                  </a:lnTo>
                  <a:lnTo>
                    <a:pt x="8151943" y="2909639"/>
                  </a:lnTo>
                  <a:lnTo>
                    <a:pt x="8152593" y="2905212"/>
                  </a:lnTo>
                  <a:lnTo>
                    <a:pt x="8153243" y="2900930"/>
                  </a:lnTo>
                  <a:lnTo>
                    <a:pt x="8153893" y="2896793"/>
                  </a:lnTo>
                  <a:lnTo>
                    <a:pt x="8154543" y="2892843"/>
                  </a:lnTo>
                  <a:lnTo>
                    <a:pt x="8155193" y="2889158"/>
                  </a:lnTo>
                  <a:lnTo>
                    <a:pt x="8155843" y="2885777"/>
                  </a:lnTo>
                  <a:lnTo>
                    <a:pt x="8156493" y="2882726"/>
                  </a:lnTo>
                  <a:lnTo>
                    <a:pt x="8157143" y="2880066"/>
                  </a:lnTo>
                  <a:lnTo>
                    <a:pt x="8157793" y="2877865"/>
                  </a:lnTo>
                  <a:lnTo>
                    <a:pt x="8158443" y="2876129"/>
                  </a:lnTo>
                  <a:lnTo>
                    <a:pt x="8159093" y="2874835"/>
                  </a:lnTo>
                  <a:lnTo>
                    <a:pt x="8159743" y="2873916"/>
                  </a:lnTo>
                  <a:lnTo>
                    <a:pt x="8160393" y="2873327"/>
                  </a:lnTo>
                  <a:lnTo>
                    <a:pt x="8161043" y="2873099"/>
                  </a:lnTo>
                  <a:lnTo>
                    <a:pt x="8161693" y="2873300"/>
                  </a:lnTo>
                  <a:lnTo>
                    <a:pt x="8162342" y="2873966"/>
                  </a:lnTo>
                  <a:lnTo>
                    <a:pt x="8162992" y="2875097"/>
                  </a:lnTo>
                  <a:lnTo>
                    <a:pt x="8163642" y="2876694"/>
                  </a:lnTo>
                  <a:lnTo>
                    <a:pt x="8164292" y="2878698"/>
                  </a:lnTo>
                  <a:lnTo>
                    <a:pt x="8164942" y="2881043"/>
                  </a:lnTo>
                  <a:lnTo>
                    <a:pt x="8165592" y="2883718"/>
                  </a:lnTo>
                  <a:lnTo>
                    <a:pt x="8166242" y="2886723"/>
                  </a:lnTo>
                  <a:lnTo>
                    <a:pt x="8166892" y="2889990"/>
                  </a:lnTo>
                  <a:lnTo>
                    <a:pt x="8167542" y="2893441"/>
                  </a:lnTo>
                  <a:lnTo>
                    <a:pt x="8168192" y="2897069"/>
                  </a:lnTo>
                  <a:lnTo>
                    <a:pt x="8168842" y="2900899"/>
                  </a:lnTo>
                  <a:lnTo>
                    <a:pt x="8169492" y="2904934"/>
                  </a:lnTo>
                  <a:lnTo>
                    <a:pt x="8170142" y="2909174"/>
                  </a:lnTo>
                  <a:lnTo>
                    <a:pt x="8170792" y="2913584"/>
                  </a:lnTo>
                  <a:lnTo>
                    <a:pt x="8171442" y="2918076"/>
                  </a:lnTo>
                  <a:lnTo>
                    <a:pt x="8172091" y="2922600"/>
                  </a:lnTo>
                  <a:lnTo>
                    <a:pt x="8172741" y="2927156"/>
                  </a:lnTo>
                  <a:lnTo>
                    <a:pt x="8173391" y="2931744"/>
                  </a:lnTo>
                  <a:lnTo>
                    <a:pt x="8174041" y="2936364"/>
                  </a:lnTo>
                  <a:lnTo>
                    <a:pt x="8174691" y="2941015"/>
                  </a:lnTo>
                  <a:lnTo>
                    <a:pt x="8175341" y="2945698"/>
                  </a:lnTo>
                  <a:lnTo>
                    <a:pt x="8175991" y="2950414"/>
                  </a:lnTo>
                  <a:lnTo>
                    <a:pt x="8176641" y="2955187"/>
                  </a:lnTo>
                  <a:lnTo>
                    <a:pt x="8177291" y="2960019"/>
                  </a:lnTo>
                  <a:lnTo>
                    <a:pt x="8177941" y="2964912"/>
                  </a:lnTo>
                  <a:lnTo>
                    <a:pt x="8178591" y="2969860"/>
                  </a:lnTo>
                  <a:lnTo>
                    <a:pt x="8179241" y="2974868"/>
                  </a:lnTo>
                  <a:lnTo>
                    <a:pt x="8179891" y="2979933"/>
                  </a:lnTo>
                  <a:lnTo>
                    <a:pt x="8180541" y="2985030"/>
                  </a:lnTo>
                  <a:lnTo>
                    <a:pt x="8181191" y="2990158"/>
                  </a:lnTo>
                  <a:lnTo>
                    <a:pt x="8181841" y="2995319"/>
                  </a:lnTo>
                  <a:lnTo>
                    <a:pt x="8182490" y="3000479"/>
                  </a:lnTo>
                  <a:lnTo>
                    <a:pt x="8183140" y="3005582"/>
                  </a:lnTo>
                  <a:lnTo>
                    <a:pt x="8183790" y="3010629"/>
                  </a:lnTo>
                  <a:lnTo>
                    <a:pt x="8184007" y="3012293"/>
                  </a:lnTo>
                  <a:lnTo>
                    <a:pt x="8259427" y="3012293"/>
                  </a:lnTo>
                  <a:lnTo>
                    <a:pt x="8259833" y="3010939"/>
                  </a:lnTo>
                  <a:lnTo>
                    <a:pt x="8260483" y="3008762"/>
                  </a:lnTo>
                  <a:lnTo>
                    <a:pt x="8261133" y="3006581"/>
                  </a:lnTo>
                  <a:lnTo>
                    <a:pt x="8261783" y="3004324"/>
                  </a:lnTo>
                  <a:lnTo>
                    <a:pt x="8262432" y="3001965"/>
                  </a:lnTo>
                  <a:lnTo>
                    <a:pt x="8263082" y="2999550"/>
                  </a:lnTo>
                  <a:lnTo>
                    <a:pt x="8263732" y="2997074"/>
                  </a:lnTo>
                  <a:lnTo>
                    <a:pt x="8264382" y="2994534"/>
                  </a:lnTo>
                  <a:lnTo>
                    <a:pt x="8265032" y="2991932"/>
                  </a:lnTo>
                  <a:lnTo>
                    <a:pt x="8265682" y="2989270"/>
                  </a:lnTo>
                  <a:lnTo>
                    <a:pt x="8266332" y="2986551"/>
                  </a:lnTo>
                  <a:lnTo>
                    <a:pt x="8266982" y="2983776"/>
                  </a:lnTo>
                  <a:lnTo>
                    <a:pt x="8267632" y="2980944"/>
                  </a:lnTo>
                  <a:lnTo>
                    <a:pt x="8268282" y="2978056"/>
                  </a:lnTo>
                  <a:lnTo>
                    <a:pt x="8268932" y="2975191"/>
                  </a:lnTo>
                  <a:lnTo>
                    <a:pt x="8269582" y="2972438"/>
                  </a:lnTo>
                  <a:lnTo>
                    <a:pt x="8270232" y="2969806"/>
                  </a:lnTo>
                  <a:lnTo>
                    <a:pt x="8270882" y="2967293"/>
                  </a:lnTo>
                  <a:lnTo>
                    <a:pt x="8271532" y="2964953"/>
                  </a:lnTo>
                  <a:lnTo>
                    <a:pt x="8272182" y="2962821"/>
                  </a:lnTo>
                  <a:lnTo>
                    <a:pt x="8272831" y="2960897"/>
                  </a:lnTo>
                  <a:lnTo>
                    <a:pt x="8273481" y="2959183"/>
                  </a:lnTo>
                  <a:lnTo>
                    <a:pt x="8274131" y="2957677"/>
                  </a:lnTo>
                  <a:lnTo>
                    <a:pt x="8274781" y="2956437"/>
                  </a:lnTo>
                  <a:lnTo>
                    <a:pt x="8275431" y="2955541"/>
                  </a:lnTo>
                  <a:lnTo>
                    <a:pt x="8276081" y="2955000"/>
                  </a:lnTo>
                  <a:lnTo>
                    <a:pt x="8276731" y="2954788"/>
                  </a:lnTo>
                  <a:lnTo>
                    <a:pt x="8277381" y="2954906"/>
                  </a:lnTo>
                  <a:lnTo>
                    <a:pt x="8278031" y="2955355"/>
                  </a:lnTo>
                  <a:lnTo>
                    <a:pt x="8278681" y="2956064"/>
                  </a:lnTo>
                  <a:lnTo>
                    <a:pt x="8279331" y="2956935"/>
                  </a:lnTo>
                  <a:lnTo>
                    <a:pt x="8279981" y="2957929"/>
                  </a:lnTo>
                  <a:lnTo>
                    <a:pt x="8280631" y="2959041"/>
                  </a:lnTo>
                  <a:lnTo>
                    <a:pt x="8281281" y="2960265"/>
                  </a:lnTo>
                  <a:lnTo>
                    <a:pt x="8281931" y="2961602"/>
                  </a:lnTo>
                  <a:lnTo>
                    <a:pt x="8282580" y="2963052"/>
                  </a:lnTo>
                  <a:lnTo>
                    <a:pt x="8283230" y="2964616"/>
                  </a:lnTo>
                  <a:lnTo>
                    <a:pt x="8283880" y="2966268"/>
                  </a:lnTo>
                  <a:lnTo>
                    <a:pt x="8284530" y="2967915"/>
                  </a:lnTo>
                  <a:lnTo>
                    <a:pt x="8285180" y="2969448"/>
                  </a:lnTo>
                  <a:lnTo>
                    <a:pt x="8285830" y="2970916"/>
                  </a:lnTo>
                  <a:lnTo>
                    <a:pt x="8286480" y="2972382"/>
                  </a:lnTo>
                  <a:lnTo>
                    <a:pt x="8287130" y="2973829"/>
                  </a:lnTo>
                  <a:lnTo>
                    <a:pt x="8287780" y="2975257"/>
                  </a:lnTo>
                  <a:lnTo>
                    <a:pt x="8288430" y="2976666"/>
                  </a:lnTo>
                  <a:lnTo>
                    <a:pt x="8289080" y="2978056"/>
                  </a:lnTo>
                  <a:lnTo>
                    <a:pt x="8289730" y="2979427"/>
                  </a:lnTo>
                  <a:lnTo>
                    <a:pt x="8290380" y="2980797"/>
                  </a:lnTo>
                  <a:lnTo>
                    <a:pt x="8291030" y="2982182"/>
                  </a:lnTo>
                  <a:lnTo>
                    <a:pt x="8291680" y="2983584"/>
                  </a:lnTo>
                  <a:lnTo>
                    <a:pt x="8292330" y="2985001"/>
                  </a:lnTo>
                  <a:lnTo>
                    <a:pt x="8292979" y="2986435"/>
                  </a:lnTo>
                  <a:lnTo>
                    <a:pt x="8293629" y="2987881"/>
                  </a:lnTo>
                  <a:lnTo>
                    <a:pt x="8294279" y="2989408"/>
                  </a:lnTo>
                  <a:lnTo>
                    <a:pt x="8294929" y="2991112"/>
                  </a:lnTo>
                  <a:lnTo>
                    <a:pt x="8295579" y="2992974"/>
                  </a:lnTo>
                  <a:lnTo>
                    <a:pt x="8296229" y="2994952"/>
                  </a:lnTo>
                  <a:lnTo>
                    <a:pt x="8296879" y="2997055"/>
                  </a:lnTo>
                  <a:lnTo>
                    <a:pt x="8297529" y="2999285"/>
                  </a:lnTo>
                  <a:lnTo>
                    <a:pt x="8298179" y="3001637"/>
                  </a:lnTo>
                  <a:lnTo>
                    <a:pt x="8298829" y="3004106"/>
                  </a:lnTo>
                  <a:lnTo>
                    <a:pt x="8299479" y="3006688"/>
                  </a:lnTo>
                  <a:lnTo>
                    <a:pt x="8300129" y="3009383"/>
                  </a:lnTo>
                  <a:lnTo>
                    <a:pt x="8300801" y="3012293"/>
                  </a:lnTo>
                  <a:lnTo>
                    <a:pt x="8491811" y="3012293"/>
                  </a:lnTo>
                  <a:lnTo>
                    <a:pt x="8491860" y="3012005"/>
                  </a:lnTo>
                  <a:lnTo>
                    <a:pt x="8492510" y="3007997"/>
                  </a:lnTo>
                  <a:lnTo>
                    <a:pt x="8493160" y="3003788"/>
                  </a:lnTo>
                  <a:lnTo>
                    <a:pt x="8493809" y="2999441"/>
                  </a:lnTo>
                  <a:lnTo>
                    <a:pt x="8494459" y="2995004"/>
                  </a:lnTo>
                  <a:lnTo>
                    <a:pt x="8495109" y="2990480"/>
                  </a:lnTo>
                  <a:lnTo>
                    <a:pt x="8495759" y="2985868"/>
                  </a:lnTo>
                  <a:lnTo>
                    <a:pt x="8496409" y="2981163"/>
                  </a:lnTo>
                  <a:lnTo>
                    <a:pt x="8497059" y="2976369"/>
                  </a:lnTo>
                  <a:lnTo>
                    <a:pt x="8497709" y="2971520"/>
                  </a:lnTo>
                  <a:lnTo>
                    <a:pt x="8498359" y="2966680"/>
                  </a:lnTo>
                  <a:lnTo>
                    <a:pt x="8499009" y="2961878"/>
                  </a:lnTo>
                  <a:lnTo>
                    <a:pt x="8499659" y="2957113"/>
                  </a:lnTo>
                  <a:lnTo>
                    <a:pt x="8500309" y="2952427"/>
                  </a:lnTo>
                  <a:lnTo>
                    <a:pt x="8500959" y="2947838"/>
                  </a:lnTo>
                  <a:lnTo>
                    <a:pt x="8501609" y="2943346"/>
                  </a:lnTo>
                  <a:lnTo>
                    <a:pt x="8502259" y="2938959"/>
                  </a:lnTo>
                  <a:lnTo>
                    <a:pt x="8502909" y="2934733"/>
                  </a:lnTo>
                  <a:lnTo>
                    <a:pt x="8503559" y="2930624"/>
                  </a:lnTo>
                  <a:lnTo>
                    <a:pt x="8504208" y="2926605"/>
                  </a:lnTo>
                  <a:lnTo>
                    <a:pt x="8504858" y="2922673"/>
                  </a:lnTo>
                  <a:lnTo>
                    <a:pt x="8505508" y="2918830"/>
                  </a:lnTo>
                  <a:lnTo>
                    <a:pt x="8506158" y="2915076"/>
                  </a:lnTo>
                  <a:lnTo>
                    <a:pt x="8506808" y="2911409"/>
                  </a:lnTo>
                  <a:lnTo>
                    <a:pt x="8507458" y="2907832"/>
                  </a:lnTo>
                  <a:lnTo>
                    <a:pt x="8508108" y="2904268"/>
                  </a:lnTo>
                  <a:lnTo>
                    <a:pt x="8508758" y="2900728"/>
                  </a:lnTo>
                  <a:lnTo>
                    <a:pt x="8509408" y="2897219"/>
                  </a:lnTo>
                  <a:lnTo>
                    <a:pt x="8510058" y="2893742"/>
                  </a:lnTo>
                  <a:lnTo>
                    <a:pt x="8510708" y="2890298"/>
                  </a:lnTo>
                  <a:lnTo>
                    <a:pt x="8511358" y="2886885"/>
                  </a:lnTo>
                  <a:lnTo>
                    <a:pt x="8512008" y="2883504"/>
                  </a:lnTo>
                  <a:lnTo>
                    <a:pt x="8512658" y="2880130"/>
                  </a:lnTo>
                  <a:lnTo>
                    <a:pt x="8513308" y="2876763"/>
                  </a:lnTo>
                  <a:lnTo>
                    <a:pt x="8513957" y="2873401"/>
                  </a:lnTo>
                  <a:lnTo>
                    <a:pt x="8514607" y="2870040"/>
                  </a:lnTo>
                  <a:lnTo>
                    <a:pt x="8515257" y="2866681"/>
                  </a:lnTo>
                  <a:lnTo>
                    <a:pt x="8515907" y="2863323"/>
                  </a:lnTo>
                  <a:lnTo>
                    <a:pt x="8516557" y="2859966"/>
                  </a:lnTo>
                  <a:lnTo>
                    <a:pt x="8517207" y="2859966"/>
                  </a:lnTo>
                  <a:lnTo>
                    <a:pt x="8517857" y="2859966"/>
                  </a:lnTo>
                  <a:lnTo>
                    <a:pt x="8518507" y="2859966"/>
                  </a:lnTo>
                  <a:lnTo>
                    <a:pt x="8519157" y="2859966"/>
                  </a:lnTo>
                  <a:lnTo>
                    <a:pt x="8519807" y="2859966"/>
                  </a:lnTo>
                  <a:lnTo>
                    <a:pt x="8520457" y="2859966"/>
                  </a:lnTo>
                  <a:lnTo>
                    <a:pt x="8521107" y="2859966"/>
                  </a:lnTo>
                  <a:lnTo>
                    <a:pt x="8521757" y="2859966"/>
                  </a:lnTo>
                  <a:lnTo>
                    <a:pt x="8522407" y="2859966"/>
                  </a:lnTo>
                  <a:lnTo>
                    <a:pt x="8523057" y="2859966"/>
                  </a:lnTo>
                  <a:lnTo>
                    <a:pt x="8523706" y="2859966"/>
                  </a:lnTo>
                  <a:lnTo>
                    <a:pt x="8524356" y="2859966"/>
                  </a:lnTo>
                  <a:lnTo>
                    <a:pt x="8525006" y="2859966"/>
                  </a:lnTo>
                  <a:lnTo>
                    <a:pt x="8525656" y="2859966"/>
                  </a:lnTo>
                  <a:lnTo>
                    <a:pt x="8526306" y="2859966"/>
                  </a:lnTo>
                  <a:lnTo>
                    <a:pt x="8526956" y="2859966"/>
                  </a:lnTo>
                  <a:lnTo>
                    <a:pt x="8527606" y="2859966"/>
                  </a:lnTo>
                  <a:lnTo>
                    <a:pt x="8528256" y="2859966"/>
                  </a:lnTo>
                  <a:lnTo>
                    <a:pt x="8528906" y="2859966"/>
                  </a:lnTo>
                  <a:lnTo>
                    <a:pt x="8529556" y="2859966"/>
                  </a:lnTo>
                  <a:lnTo>
                    <a:pt x="8530206" y="2859966"/>
                  </a:lnTo>
                  <a:lnTo>
                    <a:pt x="8530856" y="2859966"/>
                  </a:lnTo>
                  <a:lnTo>
                    <a:pt x="8531506" y="2859966"/>
                  </a:lnTo>
                  <a:lnTo>
                    <a:pt x="8532156" y="2859966"/>
                  </a:lnTo>
                  <a:lnTo>
                    <a:pt x="8532806" y="2859966"/>
                  </a:lnTo>
                  <a:lnTo>
                    <a:pt x="8532806" y="3012293"/>
                  </a:lnTo>
                  <a:lnTo>
                    <a:pt x="8532156" y="3012293"/>
                  </a:lnTo>
                  <a:lnTo>
                    <a:pt x="8531506" y="3012293"/>
                  </a:lnTo>
                  <a:lnTo>
                    <a:pt x="8530856" y="3012293"/>
                  </a:lnTo>
                  <a:lnTo>
                    <a:pt x="8530206" y="3012293"/>
                  </a:lnTo>
                  <a:lnTo>
                    <a:pt x="8529556" y="3012293"/>
                  </a:lnTo>
                  <a:lnTo>
                    <a:pt x="8528906" y="3012293"/>
                  </a:lnTo>
                  <a:lnTo>
                    <a:pt x="8528256" y="3012293"/>
                  </a:lnTo>
                  <a:lnTo>
                    <a:pt x="8527606" y="3012293"/>
                  </a:lnTo>
                  <a:lnTo>
                    <a:pt x="8526956" y="3012293"/>
                  </a:lnTo>
                  <a:lnTo>
                    <a:pt x="8526306" y="3012293"/>
                  </a:lnTo>
                  <a:lnTo>
                    <a:pt x="8525656" y="3012293"/>
                  </a:lnTo>
                  <a:lnTo>
                    <a:pt x="8525006" y="3012293"/>
                  </a:lnTo>
                  <a:lnTo>
                    <a:pt x="8524356" y="3012293"/>
                  </a:lnTo>
                  <a:lnTo>
                    <a:pt x="8523706" y="3012293"/>
                  </a:lnTo>
                  <a:lnTo>
                    <a:pt x="8523057" y="3012293"/>
                  </a:lnTo>
                  <a:lnTo>
                    <a:pt x="8522407" y="3012293"/>
                  </a:lnTo>
                  <a:lnTo>
                    <a:pt x="8521757" y="3012293"/>
                  </a:lnTo>
                  <a:lnTo>
                    <a:pt x="8521107" y="3012293"/>
                  </a:lnTo>
                  <a:lnTo>
                    <a:pt x="8520457" y="3012293"/>
                  </a:lnTo>
                  <a:lnTo>
                    <a:pt x="8519807" y="3012293"/>
                  </a:lnTo>
                  <a:lnTo>
                    <a:pt x="8519157" y="3012293"/>
                  </a:lnTo>
                  <a:lnTo>
                    <a:pt x="8518507" y="3012293"/>
                  </a:lnTo>
                  <a:lnTo>
                    <a:pt x="8517857" y="3012293"/>
                  </a:lnTo>
                  <a:lnTo>
                    <a:pt x="8517207" y="3012293"/>
                  </a:lnTo>
                  <a:lnTo>
                    <a:pt x="8516557" y="3012293"/>
                  </a:lnTo>
                  <a:lnTo>
                    <a:pt x="8515907" y="3012293"/>
                  </a:lnTo>
                  <a:lnTo>
                    <a:pt x="8515257" y="3012293"/>
                  </a:lnTo>
                  <a:lnTo>
                    <a:pt x="8514607" y="3012293"/>
                  </a:lnTo>
                  <a:lnTo>
                    <a:pt x="8513957" y="3012293"/>
                  </a:lnTo>
                  <a:lnTo>
                    <a:pt x="8513308" y="3012293"/>
                  </a:lnTo>
                  <a:lnTo>
                    <a:pt x="8512658" y="3012293"/>
                  </a:lnTo>
                  <a:lnTo>
                    <a:pt x="8512008" y="3012293"/>
                  </a:lnTo>
                  <a:lnTo>
                    <a:pt x="8511358" y="3012293"/>
                  </a:lnTo>
                  <a:lnTo>
                    <a:pt x="8510708" y="3012293"/>
                  </a:lnTo>
                  <a:lnTo>
                    <a:pt x="8510058" y="3012293"/>
                  </a:lnTo>
                  <a:lnTo>
                    <a:pt x="8509408" y="3012293"/>
                  </a:lnTo>
                  <a:lnTo>
                    <a:pt x="8508758" y="3012293"/>
                  </a:lnTo>
                  <a:lnTo>
                    <a:pt x="8508108" y="3012293"/>
                  </a:lnTo>
                  <a:lnTo>
                    <a:pt x="8507458" y="3012293"/>
                  </a:lnTo>
                  <a:lnTo>
                    <a:pt x="8506808" y="3012293"/>
                  </a:lnTo>
                  <a:lnTo>
                    <a:pt x="8506158" y="3012293"/>
                  </a:lnTo>
                  <a:lnTo>
                    <a:pt x="8505508" y="3012293"/>
                  </a:lnTo>
                  <a:lnTo>
                    <a:pt x="8504858" y="3012293"/>
                  </a:lnTo>
                  <a:lnTo>
                    <a:pt x="8504208" y="3012293"/>
                  </a:lnTo>
                  <a:lnTo>
                    <a:pt x="8503559" y="3012293"/>
                  </a:lnTo>
                  <a:lnTo>
                    <a:pt x="8502909" y="3012293"/>
                  </a:lnTo>
                  <a:lnTo>
                    <a:pt x="8502259" y="3012293"/>
                  </a:lnTo>
                  <a:lnTo>
                    <a:pt x="8501609" y="3012293"/>
                  </a:lnTo>
                  <a:lnTo>
                    <a:pt x="8500959" y="3012293"/>
                  </a:lnTo>
                  <a:lnTo>
                    <a:pt x="8500309" y="3012293"/>
                  </a:lnTo>
                  <a:lnTo>
                    <a:pt x="8499659" y="3012293"/>
                  </a:lnTo>
                  <a:lnTo>
                    <a:pt x="8499009" y="3012293"/>
                  </a:lnTo>
                  <a:lnTo>
                    <a:pt x="8498359" y="3012293"/>
                  </a:lnTo>
                  <a:lnTo>
                    <a:pt x="8497709" y="3012293"/>
                  </a:lnTo>
                  <a:lnTo>
                    <a:pt x="8497059" y="3012293"/>
                  </a:lnTo>
                  <a:lnTo>
                    <a:pt x="8496409" y="3012293"/>
                  </a:lnTo>
                  <a:lnTo>
                    <a:pt x="8495759" y="3012293"/>
                  </a:lnTo>
                  <a:lnTo>
                    <a:pt x="8495109" y="3012293"/>
                  </a:lnTo>
                  <a:lnTo>
                    <a:pt x="8494459" y="3012293"/>
                  </a:lnTo>
                  <a:lnTo>
                    <a:pt x="8493809" y="3012293"/>
                  </a:lnTo>
                  <a:lnTo>
                    <a:pt x="8493160" y="3012293"/>
                  </a:lnTo>
                  <a:lnTo>
                    <a:pt x="8492510" y="3012293"/>
                  </a:lnTo>
                  <a:lnTo>
                    <a:pt x="8491860" y="3012293"/>
                  </a:lnTo>
                  <a:lnTo>
                    <a:pt x="8491210" y="3012293"/>
                  </a:lnTo>
                  <a:lnTo>
                    <a:pt x="8490560" y="3012293"/>
                  </a:lnTo>
                  <a:lnTo>
                    <a:pt x="8489910" y="3012293"/>
                  </a:lnTo>
                  <a:lnTo>
                    <a:pt x="8489260" y="3012293"/>
                  </a:lnTo>
                  <a:lnTo>
                    <a:pt x="8488610" y="3012293"/>
                  </a:lnTo>
                  <a:lnTo>
                    <a:pt x="8487960" y="3012293"/>
                  </a:lnTo>
                  <a:lnTo>
                    <a:pt x="8487310" y="3012293"/>
                  </a:lnTo>
                  <a:lnTo>
                    <a:pt x="8486660" y="3012293"/>
                  </a:lnTo>
                  <a:lnTo>
                    <a:pt x="8486010" y="3012293"/>
                  </a:lnTo>
                  <a:lnTo>
                    <a:pt x="8485360" y="3012293"/>
                  </a:lnTo>
                  <a:lnTo>
                    <a:pt x="8484710" y="3012293"/>
                  </a:lnTo>
                  <a:lnTo>
                    <a:pt x="8484060" y="3012293"/>
                  </a:lnTo>
                  <a:lnTo>
                    <a:pt x="8483411" y="3012293"/>
                  </a:lnTo>
                  <a:lnTo>
                    <a:pt x="8482761" y="3012293"/>
                  </a:lnTo>
                  <a:lnTo>
                    <a:pt x="8482111" y="3012293"/>
                  </a:lnTo>
                  <a:lnTo>
                    <a:pt x="8481461" y="3012293"/>
                  </a:lnTo>
                  <a:lnTo>
                    <a:pt x="8480811" y="3012293"/>
                  </a:lnTo>
                  <a:lnTo>
                    <a:pt x="8480161" y="3012293"/>
                  </a:lnTo>
                  <a:lnTo>
                    <a:pt x="8479511" y="3012293"/>
                  </a:lnTo>
                  <a:lnTo>
                    <a:pt x="8478861" y="3012293"/>
                  </a:lnTo>
                  <a:lnTo>
                    <a:pt x="8478211" y="3012293"/>
                  </a:lnTo>
                  <a:lnTo>
                    <a:pt x="8477561" y="3012293"/>
                  </a:lnTo>
                  <a:lnTo>
                    <a:pt x="8476911" y="3012293"/>
                  </a:lnTo>
                  <a:lnTo>
                    <a:pt x="8476261" y="3012293"/>
                  </a:lnTo>
                  <a:lnTo>
                    <a:pt x="8475611" y="3012293"/>
                  </a:lnTo>
                  <a:lnTo>
                    <a:pt x="8474961" y="3012293"/>
                  </a:lnTo>
                  <a:lnTo>
                    <a:pt x="8474311" y="3012293"/>
                  </a:lnTo>
                  <a:lnTo>
                    <a:pt x="8473661" y="3012293"/>
                  </a:lnTo>
                  <a:lnTo>
                    <a:pt x="8473012" y="3012293"/>
                  </a:lnTo>
                  <a:lnTo>
                    <a:pt x="8472362" y="3012293"/>
                  </a:lnTo>
                  <a:lnTo>
                    <a:pt x="8471712" y="3012293"/>
                  </a:lnTo>
                  <a:lnTo>
                    <a:pt x="8471062" y="3012293"/>
                  </a:lnTo>
                  <a:lnTo>
                    <a:pt x="8470412" y="3012293"/>
                  </a:lnTo>
                  <a:lnTo>
                    <a:pt x="8469762" y="3012293"/>
                  </a:lnTo>
                  <a:lnTo>
                    <a:pt x="8469112" y="3012293"/>
                  </a:lnTo>
                  <a:lnTo>
                    <a:pt x="8468462" y="3012293"/>
                  </a:lnTo>
                  <a:lnTo>
                    <a:pt x="8467812" y="3012293"/>
                  </a:lnTo>
                  <a:lnTo>
                    <a:pt x="8467162" y="3012293"/>
                  </a:lnTo>
                  <a:lnTo>
                    <a:pt x="8466512" y="3012293"/>
                  </a:lnTo>
                  <a:lnTo>
                    <a:pt x="8465862" y="3012293"/>
                  </a:lnTo>
                  <a:lnTo>
                    <a:pt x="8465212" y="3012293"/>
                  </a:lnTo>
                  <a:lnTo>
                    <a:pt x="8464562" y="3012293"/>
                  </a:lnTo>
                  <a:lnTo>
                    <a:pt x="8463912" y="3012293"/>
                  </a:lnTo>
                  <a:lnTo>
                    <a:pt x="8463263" y="3012293"/>
                  </a:lnTo>
                  <a:lnTo>
                    <a:pt x="8462613" y="3012293"/>
                  </a:lnTo>
                  <a:lnTo>
                    <a:pt x="8461963" y="3012293"/>
                  </a:lnTo>
                  <a:lnTo>
                    <a:pt x="8461313" y="3012293"/>
                  </a:lnTo>
                  <a:lnTo>
                    <a:pt x="8460663" y="3012293"/>
                  </a:lnTo>
                  <a:lnTo>
                    <a:pt x="8460013" y="3012293"/>
                  </a:lnTo>
                  <a:lnTo>
                    <a:pt x="8459363" y="3012293"/>
                  </a:lnTo>
                  <a:lnTo>
                    <a:pt x="8458713" y="3012293"/>
                  </a:lnTo>
                  <a:lnTo>
                    <a:pt x="8458063" y="3012293"/>
                  </a:lnTo>
                  <a:lnTo>
                    <a:pt x="8457413" y="3012293"/>
                  </a:lnTo>
                  <a:lnTo>
                    <a:pt x="8456763" y="3012293"/>
                  </a:lnTo>
                  <a:lnTo>
                    <a:pt x="8456113" y="3012293"/>
                  </a:lnTo>
                  <a:lnTo>
                    <a:pt x="8455463" y="3012293"/>
                  </a:lnTo>
                  <a:lnTo>
                    <a:pt x="8454813" y="3012293"/>
                  </a:lnTo>
                  <a:lnTo>
                    <a:pt x="8454163" y="3012293"/>
                  </a:lnTo>
                  <a:lnTo>
                    <a:pt x="8453513" y="3012293"/>
                  </a:lnTo>
                  <a:lnTo>
                    <a:pt x="8452864" y="3012293"/>
                  </a:lnTo>
                  <a:lnTo>
                    <a:pt x="8452214" y="3012293"/>
                  </a:lnTo>
                  <a:lnTo>
                    <a:pt x="8451564" y="3012293"/>
                  </a:lnTo>
                  <a:lnTo>
                    <a:pt x="8450914" y="3012293"/>
                  </a:lnTo>
                  <a:lnTo>
                    <a:pt x="8450264" y="3012293"/>
                  </a:lnTo>
                  <a:lnTo>
                    <a:pt x="8449614" y="3012293"/>
                  </a:lnTo>
                  <a:lnTo>
                    <a:pt x="8448964" y="3012293"/>
                  </a:lnTo>
                  <a:lnTo>
                    <a:pt x="8448314" y="3012293"/>
                  </a:lnTo>
                  <a:lnTo>
                    <a:pt x="8447664" y="3012293"/>
                  </a:lnTo>
                  <a:lnTo>
                    <a:pt x="8447014" y="3012293"/>
                  </a:lnTo>
                  <a:lnTo>
                    <a:pt x="8446364" y="3012293"/>
                  </a:lnTo>
                  <a:lnTo>
                    <a:pt x="8445714" y="3012293"/>
                  </a:lnTo>
                  <a:lnTo>
                    <a:pt x="8445064" y="3012293"/>
                  </a:lnTo>
                  <a:lnTo>
                    <a:pt x="8444414" y="3012293"/>
                  </a:lnTo>
                  <a:lnTo>
                    <a:pt x="8443764" y="3012293"/>
                  </a:lnTo>
                  <a:lnTo>
                    <a:pt x="8443115" y="3012293"/>
                  </a:lnTo>
                  <a:lnTo>
                    <a:pt x="8442465" y="3012293"/>
                  </a:lnTo>
                  <a:lnTo>
                    <a:pt x="8441815" y="3012293"/>
                  </a:lnTo>
                  <a:lnTo>
                    <a:pt x="8441165" y="3012293"/>
                  </a:lnTo>
                  <a:lnTo>
                    <a:pt x="8440515" y="3012293"/>
                  </a:lnTo>
                  <a:lnTo>
                    <a:pt x="8439865" y="3012293"/>
                  </a:lnTo>
                  <a:lnTo>
                    <a:pt x="8439215" y="3012293"/>
                  </a:lnTo>
                  <a:lnTo>
                    <a:pt x="8438565" y="3012293"/>
                  </a:lnTo>
                  <a:lnTo>
                    <a:pt x="8437915" y="3012293"/>
                  </a:lnTo>
                  <a:lnTo>
                    <a:pt x="8437265" y="3012293"/>
                  </a:lnTo>
                  <a:lnTo>
                    <a:pt x="8436615" y="3012293"/>
                  </a:lnTo>
                  <a:lnTo>
                    <a:pt x="8435965" y="3012293"/>
                  </a:lnTo>
                  <a:lnTo>
                    <a:pt x="8435315" y="3012293"/>
                  </a:lnTo>
                  <a:lnTo>
                    <a:pt x="8434665" y="3012293"/>
                  </a:lnTo>
                  <a:lnTo>
                    <a:pt x="8434015" y="3012293"/>
                  </a:lnTo>
                  <a:lnTo>
                    <a:pt x="8433365" y="3012293"/>
                  </a:lnTo>
                  <a:lnTo>
                    <a:pt x="8432716" y="3012293"/>
                  </a:lnTo>
                  <a:lnTo>
                    <a:pt x="8432066" y="3012293"/>
                  </a:lnTo>
                  <a:lnTo>
                    <a:pt x="8431416" y="3012293"/>
                  </a:lnTo>
                  <a:lnTo>
                    <a:pt x="8430766" y="3012293"/>
                  </a:lnTo>
                  <a:lnTo>
                    <a:pt x="8430116" y="3012293"/>
                  </a:lnTo>
                  <a:lnTo>
                    <a:pt x="8429466" y="3012293"/>
                  </a:lnTo>
                  <a:lnTo>
                    <a:pt x="8428816" y="3012293"/>
                  </a:lnTo>
                  <a:lnTo>
                    <a:pt x="8428166" y="3012293"/>
                  </a:lnTo>
                  <a:lnTo>
                    <a:pt x="8427516" y="3012293"/>
                  </a:lnTo>
                  <a:lnTo>
                    <a:pt x="8426866" y="3012293"/>
                  </a:lnTo>
                  <a:lnTo>
                    <a:pt x="8426216" y="3012293"/>
                  </a:lnTo>
                  <a:lnTo>
                    <a:pt x="8425566" y="3012293"/>
                  </a:lnTo>
                  <a:lnTo>
                    <a:pt x="8424916" y="3012293"/>
                  </a:lnTo>
                  <a:lnTo>
                    <a:pt x="8424266" y="3012293"/>
                  </a:lnTo>
                  <a:lnTo>
                    <a:pt x="8423616" y="3012293"/>
                  </a:lnTo>
                  <a:lnTo>
                    <a:pt x="8422967" y="3012293"/>
                  </a:lnTo>
                  <a:lnTo>
                    <a:pt x="8422317" y="3012293"/>
                  </a:lnTo>
                  <a:lnTo>
                    <a:pt x="8421667" y="3012293"/>
                  </a:lnTo>
                  <a:lnTo>
                    <a:pt x="8421017" y="3012293"/>
                  </a:lnTo>
                  <a:lnTo>
                    <a:pt x="8420367" y="3012293"/>
                  </a:lnTo>
                  <a:lnTo>
                    <a:pt x="8419717" y="3012293"/>
                  </a:lnTo>
                  <a:lnTo>
                    <a:pt x="8419067" y="3012293"/>
                  </a:lnTo>
                  <a:lnTo>
                    <a:pt x="8418417" y="3012293"/>
                  </a:lnTo>
                  <a:lnTo>
                    <a:pt x="8417767" y="3012293"/>
                  </a:lnTo>
                  <a:lnTo>
                    <a:pt x="8417117" y="3012293"/>
                  </a:lnTo>
                  <a:lnTo>
                    <a:pt x="8416467" y="3012293"/>
                  </a:lnTo>
                  <a:lnTo>
                    <a:pt x="8415817" y="3012293"/>
                  </a:lnTo>
                  <a:lnTo>
                    <a:pt x="8415167" y="3012293"/>
                  </a:lnTo>
                  <a:lnTo>
                    <a:pt x="8414517" y="3012293"/>
                  </a:lnTo>
                  <a:lnTo>
                    <a:pt x="8413867" y="3012293"/>
                  </a:lnTo>
                  <a:lnTo>
                    <a:pt x="8413217" y="3012293"/>
                  </a:lnTo>
                  <a:lnTo>
                    <a:pt x="8412568" y="3012293"/>
                  </a:lnTo>
                  <a:lnTo>
                    <a:pt x="8411918" y="3012293"/>
                  </a:lnTo>
                  <a:lnTo>
                    <a:pt x="8411268" y="3012293"/>
                  </a:lnTo>
                  <a:lnTo>
                    <a:pt x="8410618" y="3012293"/>
                  </a:lnTo>
                  <a:lnTo>
                    <a:pt x="8409968" y="3012293"/>
                  </a:lnTo>
                  <a:lnTo>
                    <a:pt x="8409318" y="3012293"/>
                  </a:lnTo>
                  <a:lnTo>
                    <a:pt x="8408668" y="3012293"/>
                  </a:lnTo>
                  <a:lnTo>
                    <a:pt x="8408018" y="3012293"/>
                  </a:lnTo>
                  <a:lnTo>
                    <a:pt x="8407368" y="3012293"/>
                  </a:lnTo>
                  <a:lnTo>
                    <a:pt x="8406718" y="3012293"/>
                  </a:lnTo>
                  <a:lnTo>
                    <a:pt x="8406068" y="3012293"/>
                  </a:lnTo>
                  <a:lnTo>
                    <a:pt x="8405418" y="3012293"/>
                  </a:lnTo>
                  <a:lnTo>
                    <a:pt x="8404768" y="3012293"/>
                  </a:lnTo>
                  <a:lnTo>
                    <a:pt x="8404118" y="3012293"/>
                  </a:lnTo>
                  <a:lnTo>
                    <a:pt x="8403468" y="3012293"/>
                  </a:lnTo>
                  <a:lnTo>
                    <a:pt x="8402819" y="3012293"/>
                  </a:lnTo>
                  <a:lnTo>
                    <a:pt x="8402169" y="3012293"/>
                  </a:lnTo>
                  <a:lnTo>
                    <a:pt x="8401519" y="3012293"/>
                  </a:lnTo>
                  <a:lnTo>
                    <a:pt x="8400869" y="3012293"/>
                  </a:lnTo>
                  <a:lnTo>
                    <a:pt x="8400219" y="3012293"/>
                  </a:lnTo>
                  <a:lnTo>
                    <a:pt x="8399569" y="3012293"/>
                  </a:lnTo>
                  <a:lnTo>
                    <a:pt x="8398919" y="3012293"/>
                  </a:lnTo>
                  <a:lnTo>
                    <a:pt x="8398269" y="3012293"/>
                  </a:lnTo>
                  <a:lnTo>
                    <a:pt x="8397619" y="3012293"/>
                  </a:lnTo>
                  <a:lnTo>
                    <a:pt x="8396969" y="3012293"/>
                  </a:lnTo>
                  <a:lnTo>
                    <a:pt x="8396319" y="3012293"/>
                  </a:lnTo>
                  <a:lnTo>
                    <a:pt x="8395669" y="3012293"/>
                  </a:lnTo>
                  <a:lnTo>
                    <a:pt x="8395019" y="3012293"/>
                  </a:lnTo>
                  <a:lnTo>
                    <a:pt x="8394369" y="3012293"/>
                  </a:lnTo>
                  <a:lnTo>
                    <a:pt x="8393719" y="3012293"/>
                  </a:lnTo>
                  <a:lnTo>
                    <a:pt x="8393069" y="3012293"/>
                  </a:lnTo>
                  <a:lnTo>
                    <a:pt x="8392420" y="3012293"/>
                  </a:lnTo>
                  <a:lnTo>
                    <a:pt x="8391770" y="3012293"/>
                  </a:lnTo>
                  <a:lnTo>
                    <a:pt x="8391120" y="3012293"/>
                  </a:lnTo>
                  <a:lnTo>
                    <a:pt x="8390470" y="3012293"/>
                  </a:lnTo>
                  <a:lnTo>
                    <a:pt x="8389820" y="3012293"/>
                  </a:lnTo>
                  <a:lnTo>
                    <a:pt x="8389170" y="3012293"/>
                  </a:lnTo>
                  <a:lnTo>
                    <a:pt x="8388520" y="3012293"/>
                  </a:lnTo>
                  <a:lnTo>
                    <a:pt x="8387870" y="3012293"/>
                  </a:lnTo>
                  <a:lnTo>
                    <a:pt x="8387220" y="3012293"/>
                  </a:lnTo>
                  <a:lnTo>
                    <a:pt x="8386570" y="3012293"/>
                  </a:lnTo>
                  <a:lnTo>
                    <a:pt x="8385920" y="3012293"/>
                  </a:lnTo>
                  <a:lnTo>
                    <a:pt x="8385270" y="3012293"/>
                  </a:lnTo>
                  <a:lnTo>
                    <a:pt x="8384620" y="3012293"/>
                  </a:lnTo>
                  <a:lnTo>
                    <a:pt x="8383970" y="3012293"/>
                  </a:lnTo>
                  <a:lnTo>
                    <a:pt x="8383320" y="3012293"/>
                  </a:lnTo>
                  <a:lnTo>
                    <a:pt x="8382671" y="3012293"/>
                  </a:lnTo>
                  <a:lnTo>
                    <a:pt x="8382021" y="3012293"/>
                  </a:lnTo>
                  <a:lnTo>
                    <a:pt x="8381371" y="3012293"/>
                  </a:lnTo>
                  <a:lnTo>
                    <a:pt x="8380721" y="3012293"/>
                  </a:lnTo>
                  <a:lnTo>
                    <a:pt x="8380071" y="3012293"/>
                  </a:lnTo>
                  <a:lnTo>
                    <a:pt x="8379421" y="3012293"/>
                  </a:lnTo>
                  <a:lnTo>
                    <a:pt x="8378771" y="3012293"/>
                  </a:lnTo>
                  <a:lnTo>
                    <a:pt x="8378121" y="3012293"/>
                  </a:lnTo>
                  <a:lnTo>
                    <a:pt x="8377471" y="3012293"/>
                  </a:lnTo>
                  <a:lnTo>
                    <a:pt x="8376821" y="3012293"/>
                  </a:lnTo>
                  <a:lnTo>
                    <a:pt x="8376171" y="3012293"/>
                  </a:lnTo>
                  <a:lnTo>
                    <a:pt x="8375521" y="3012293"/>
                  </a:lnTo>
                  <a:lnTo>
                    <a:pt x="8374871" y="3012293"/>
                  </a:lnTo>
                  <a:lnTo>
                    <a:pt x="8374221" y="3012293"/>
                  </a:lnTo>
                  <a:lnTo>
                    <a:pt x="8373571" y="3012293"/>
                  </a:lnTo>
                  <a:lnTo>
                    <a:pt x="8372921" y="3012293"/>
                  </a:lnTo>
                  <a:lnTo>
                    <a:pt x="8372272" y="3012293"/>
                  </a:lnTo>
                  <a:lnTo>
                    <a:pt x="8371622" y="3012293"/>
                  </a:lnTo>
                  <a:lnTo>
                    <a:pt x="8370972" y="3012293"/>
                  </a:lnTo>
                  <a:lnTo>
                    <a:pt x="8370322" y="3012293"/>
                  </a:lnTo>
                  <a:lnTo>
                    <a:pt x="8369672" y="3012293"/>
                  </a:lnTo>
                  <a:lnTo>
                    <a:pt x="8369022" y="3012293"/>
                  </a:lnTo>
                  <a:lnTo>
                    <a:pt x="8368372" y="3012293"/>
                  </a:lnTo>
                  <a:lnTo>
                    <a:pt x="8367722" y="3012293"/>
                  </a:lnTo>
                  <a:lnTo>
                    <a:pt x="8367072" y="3012293"/>
                  </a:lnTo>
                  <a:lnTo>
                    <a:pt x="8366422" y="3012293"/>
                  </a:lnTo>
                  <a:lnTo>
                    <a:pt x="8365772" y="3012293"/>
                  </a:lnTo>
                  <a:lnTo>
                    <a:pt x="8365122" y="3012293"/>
                  </a:lnTo>
                  <a:lnTo>
                    <a:pt x="8364472" y="3012293"/>
                  </a:lnTo>
                  <a:lnTo>
                    <a:pt x="8363822" y="3012293"/>
                  </a:lnTo>
                  <a:lnTo>
                    <a:pt x="8363172" y="3012293"/>
                  </a:lnTo>
                  <a:lnTo>
                    <a:pt x="8362523" y="3012293"/>
                  </a:lnTo>
                  <a:lnTo>
                    <a:pt x="8361873" y="3012293"/>
                  </a:lnTo>
                  <a:lnTo>
                    <a:pt x="8361223" y="3012293"/>
                  </a:lnTo>
                  <a:lnTo>
                    <a:pt x="8360573" y="3012293"/>
                  </a:lnTo>
                  <a:lnTo>
                    <a:pt x="8359923" y="3012293"/>
                  </a:lnTo>
                  <a:lnTo>
                    <a:pt x="8359273" y="3012293"/>
                  </a:lnTo>
                  <a:lnTo>
                    <a:pt x="8358623" y="3012293"/>
                  </a:lnTo>
                  <a:lnTo>
                    <a:pt x="8357973" y="3012293"/>
                  </a:lnTo>
                  <a:lnTo>
                    <a:pt x="8357323" y="3012293"/>
                  </a:lnTo>
                  <a:lnTo>
                    <a:pt x="8356673" y="3012293"/>
                  </a:lnTo>
                  <a:lnTo>
                    <a:pt x="8356023" y="3012293"/>
                  </a:lnTo>
                  <a:lnTo>
                    <a:pt x="8355373" y="3012293"/>
                  </a:lnTo>
                  <a:lnTo>
                    <a:pt x="8354723" y="3012293"/>
                  </a:lnTo>
                  <a:lnTo>
                    <a:pt x="8354073" y="3012293"/>
                  </a:lnTo>
                  <a:lnTo>
                    <a:pt x="8353423" y="3012293"/>
                  </a:lnTo>
                  <a:lnTo>
                    <a:pt x="8352774" y="3012293"/>
                  </a:lnTo>
                  <a:lnTo>
                    <a:pt x="8352124" y="3012293"/>
                  </a:lnTo>
                  <a:lnTo>
                    <a:pt x="8351474" y="3012293"/>
                  </a:lnTo>
                  <a:lnTo>
                    <a:pt x="8350824" y="3012293"/>
                  </a:lnTo>
                  <a:lnTo>
                    <a:pt x="8350174" y="3012293"/>
                  </a:lnTo>
                  <a:lnTo>
                    <a:pt x="8349524" y="3012293"/>
                  </a:lnTo>
                  <a:lnTo>
                    <a:pt x="8348874" y="3012293"/>
                  </a:lnTo>
                  <a:lnTo>
                    <a:pt x="8348224" y="3012293"/>
                  </a:lnTo>
                  <a:lnTo>
                    <a:pt x="8347574" y="3012293"/>
                  </a:lnTo>
                  <a:lnTo>
                    <a:pt x="8346924" y="3012293"/>
                  </a:lnTo>
                  <a:lnTo>
                    <a:pt x="8346274" y="3012293"/>
                  </a:lnTo>
                  <a:lnTo>
                    <a:pt x="8345624" y="3012293"/>
                  </a:lnTo>
                  <a:lnTo>
                    <a:pt x="8344974" y="3012293"/>
                  </a:lnTo>
                  <a:lnTo>
                    <a:pt x="8344324" y="3012293"/>
                  </a:lnTo>
                  <a:lnTo>
                    <a:pt x="8343674" y="3012293"/>
                  </a:lnTo>
                  <a:lnTo>
                    <a:pt x="8343024" y="3012293"/>
                  </a:lnTo>
                  <a:lnTo>
                    <a:pt x="8342375" y="3012293"/>
                  </a:lnTo>
                  <a:lnTo>
                    <a:pt x="8341725" y="3012293"/>
                  </a:lnTo>
                  <a:lnTo>
                    <a:pt x="8341075" y="3012293"/>
                  </a:lnTo>
                  <a:lnTo>
                    <a:pt x="8340425" y="3012293"/>
                  </a:lnTo>
                  <a:lnTo>
                    <a:pt x="8339775" y="3012293"/>
                  </a:lnTo>
                  <a:lnTo>
                    <a:pt x="8339125" y="3012293"/>
                  </a:lnTo>
                  <a:lnTo>
                    <a:pt x="8338475" y="3012293"/>
                  </a:lnTo>
                  <a:lnTo>
                    <a:pt x="8337825" y="3012293"/>
                  </a:lnTo>
                  <a:lnTo>
                    <a:pt x="8337175" y="3012293"/>
                  </a:lnTo>
                  <a:lnTo>
                    <a:pt x="8336525" y="3012293"/>
                  </a:lnTo>
                  <a:lnTo>
                    <a:pt x="8335875" y="3012293"/>
                  </a:lnTo>
                  <a:lnTo>
                    <a:pt x="8335225" y="3012293"/>
                  </a:lnTo>
                  <a:lnTo>
                    <a:pt x="8334575" y="3012293"/>
                  </a:lnTo>
                  <a:lnTo>
                    <a:pt x="8333925" y="3012293"/>
                  </a:lnTo>
                  <a:lnTo>
                    <a:pt x="8333275" y="3012293"/>
                  </a:lnTo>
                  <a:lnTo>
                    <a:pt x="8332626" y="3012293"/>
                  </a:lnTo>
                  <a:lnTo>
                    <a:pt x="8331976" y="3012293"/>
                  </a:lnTo>
                  <a:lnTo>
                    <a:pt x="8331326" y="3012293"/>
                  </a:lnTo>
                  <a:lnTo>
                    <a:pt x="8330676" y="3012293"/>
                  </a:lnTo>
                  <a:lnTo>
                    <a:pt x="8330026" y="3012293"/>
                  </a:lnTo>
                  <a:lnTo>
                    <a:pt x="8329376" y="3012293"/>
                  </a:lnTo>
                  <a:lnTo>
                    <a:pt x="8328726" y="3012293"/>
                  </a:lnTo>
                  <a:lnTo>
                    <a:pt x="8328076" y="3012293"/>
                  </a:lnTo>
                  <a:lnTo>
                    <a:pt x="8327426" y="3012293"/>
                  </a:lnTo>
                  <a:lnTo>
                    <a:pt x="8326776" y="3012293"/>
                  </a:lnTo>
                  <a:lnTo>
                    <a:pt x="8326126" y="3012293"/>
                  </a:lnTo>
                  <a:lnTo>
                    <a:pt x="8325476" y="3012293"/>
                  </a:lnTo>
                  <a:lnTo>
                    <a:pt x="8324826" y="3012293"/>
                  </a:lnTo>
                  <a:lnTo>
                    <a:pt x="8324176" y="3012293"/>
                  </a:lnTo>
                  <a:lnTo>
                    <a:pt x="8323526" y="3012293"/>
                  </a:lnTo>
                  <a:lnTo>
                    <a:pt x="8322876" y="3012293"/>
                  </a:lnTo>
                  <a:lnTo>
                    <a:pt x="8322227" y="3012293"/>
                  </a:lnTo>
                  <a:lnTo>
                    <a:pt x="8321577" y="3012293"/>
                  </a:lnTo>
                  <a:lnTo>
                    <a:pt x="8320927" y="3012293"/>
                  </a:lnTo>
                  <a:lnTo>
                    <a:pt x="8320277" y="3012293"/>
                  </a:lnTo>
                  <a:lnTo>
                    <a:pt x="8319627" y="3012293"/>
                  </a:lnTo>
                  <a:lnTo>
                    <a:pt x="8318977" y="3012293"/>
                  </a:lnTo>
                  <a:lnTo>
                    <a:pt x="8318327" y="3012293"/>
                  </a:lnTo>
                  <a:lnTo>
                    <a:pt x="8317677" y="3012293"/>
                  </a:lnTo>
                  <a:lnTo>
                    <a:pt x="8317027" y="3012293"/>
                  </a:lnTo>
                  <a:lnTo>
                    <a:pt x="8316377" y="3012293"/>
                  </a:lnTo>
                  <a:lnTo>
                    <a:pt x="8315727" y="3012293"/>
                  </a:lnTo>
                  <a:lnTo>
                    <a:pt x="8315077" y="3012293"/>
                  </a:lnTo>
                  <a:lnTo>
                    <a:pt x="8314427" y="3012293"/>
                  </a:lnTo>
                  <a:lnTo>
                    <a:pt x="8313777" y="3012293"/>
                  </a:lnTo>
                  <a:lnTo>
                    <a:pt x="8313127" y="3012293"/>
                  </a:lnTo>
                  <a:lnTo>
                    <a:pt x="8312478" y="3012293"/>
                  </a:lnTo>
                  <a:lnTo>
                    <a:pt x="8311828" y="3012293"/>
                  </a:lnTo>
                  <a:lnTo>
                    <a:pt x="8311178" y="3012293"/>
                  </a:lnTo>
                  <a:lnTo>
                    <a:pt x="8310528" y="3012293"/>
                  </a:lnTo>
                  <a:lnTo>
                    <a:pt x="8309878" y="3012293"/>
                  </a:lnTo>
                  <a:lnTo>
                    <a:pt x="8309228" y="3012293"/>
                  </a:lnTo>
                  <a:lnTo>
                    <a:pt x="8308578" y="3012293"/>
                  </a:lnTo>
                  <a:lnTo>
                    <a:pt x="8307928" y="3012293"/>
                  </a:lnTo>
                  <a:lnTo>
                    <a:pt x="8307278" y="3012293"/>
                  </a:lnTo>
                  <a:lnTo>
                    <a:pt x="8306628" y="3012293"/>
                  </a:lnTo>
                  <a:lnTo>
                    <a:pt x="8305978" y="3012293"/>
                  </a:lnTo>
                  <a:lnTo>
                    <a:pt x="8305328" y="3012293"/>
                  </a:lnTo>
                  <a:lnTo>
                    <a:pt x="8304678" y="3012293"/>
                  </a:lnTo>
                  <a:lnTo>
                    <a:pt x="8304028" y="3012293"/>
                  </a:lnTo>
                  <a:lnTo>
                    <a:pt x="8303378" y="3012293"/>
                  </a:lnTo>
                  <a:lnTo>
                    <a:pt x="8302728" y="3012293"/>
                  </a:lnTo>
                  <a:lnTo>
                    <a:pt x="8302079" y="3012293"/>
                  </a:lnTo>
                  <a:lnTo>
                    <a:pt x="8301429" y="3012293"/>
                  </a:lnTo>
                  <a:lnTo>
                    <a:pt x="8300779" y="3012293"/>
                  </a:lnTo>
                  <a:lnTo>
                    <a:pt x="8300129" y="3012293"/>
                  </a:lnTo>
                  <a:lnTo>
                    <a:pt x="8299479" y="3012293"/>
                  </a:lnTo>
                  <a:lnTo>
                    <a:pt x="8298829" y="3012293"/>
                  </a:lnTo>
                  <a:lnTo>
                    <a:pt x="8298179" y="3012293"/>
                  </a:lnTo>
                  <a:lnTo>
                    <a:pt x="8297529" y="3012293"/>
                  </a:lnTo>
                  <a:lnTo>
                    <a:pt x="8296879" y="3012293"/>
                  </a:lnTo>
                  <a:lnTo>
                    <a:pt x="8296229" y="3012293"/>
                  </a:lnTo>
                  <a:lnTo>
                    <a:pt x="8295579" y="3012293"/>
                  </a:lnTo>
                  <a:lnTo>
                    <a:pt x="8294929" y="3012293"/>
                  </a:lnTo>
                  <a:lnTo>
                    <a:pt x="8294279" y="3012293"/>
                  </a:lnTo>
                  <a:lnTo>
                    <a:pt x="8293629" y="3012293"/>
                  </a:lnTo>
                  <a:lnTo>
                    <a:pt x="8292979" y="3012293"/>
                  </a:lnTo>
                  <a:lnTo>
                    <a:pt x="8292330" y="3012293"/>
                  </a:lnTo>
                  <a:lnTo>
                    <a:pt x="8291680" y="3012293"/>
                  </a:lnTo>
                  <a:lnTo>
                    <a:pt x="8291030" y="3012293"/>
                  </a:lnTo>
                  <a:lnTo>
                    <a:pt x="8290380" y="3012293"/>
                  </a:lnTo>
                  <a:lnTo>
                    <a:pt x="8289730" y="3012293"/>
                  </a:lnTo>
                  <a:lnTo>
                    <a:pt x="8289080" y="3012293"/>
                  </a:lnTo>
                  <a:lnTo>
                    <a:pt x="8288430" y="3012293"/>
                  </a:lnTo>
                  <a:lnTo>
                    <a:pt x="8287780" y="3012293"/>
                  </a:lnTo>
                  <a:lnTo>
                    <a:pt x="8287130" y="3012293"/>
                  </a:lnTo>
                  <a:lnTo>
                    <a:pt x="8286480" y="3012293"/>
                  </a:lnTo>
                  <a:lnTo>
                    <a:pt x="8285830" y="3012293"/>
                  </a:lnTo>
                  <a:lnTo>
                    <a:pt x="8285180" y="3012293"/>
                  </a:lnTo>
                  <a:lnTo>
                    <a:pt x="8284530" y="3012293"/>
                  </a:lnTo>
                  <a:lnTo>
                    <a:pt x="8283880" y="3012293"/>
                  </a:lnTo>
                  <a:lnTo>
                    <a:pt x="8283230" y="3012293"/>
                  </a:lnTo>
                  <a:lnTo>
                    <a:pt x="8282580" y="3012293"/>
                  </a:lnTo>
                  <a:lnTo>
                    <a:pt x="8281931" y="3012293"/>
                  </a:lnTo>
                  <a:lnTo>
                    <a:pt x="8281281" y="3012293"/>
                  </a:lnTo>
                  <a:lnTo>
                    <a:pt x="8280631" y="3012293"/>
                  </a:lnTo>
                  <a:lnTo>
                    <a:pt x="8279981" y="3012293"/>
                  </a:lnTo>
                  <a:lnTo>
                    <a:pt x="8279331" y="3012293"/>
                  </a:lnTo>
                  <a:lnTo>
                    <a:pt x="8278681" y="3012293"/>
                  </a:lnTo>
                  <a:lnTo>
                    <a:pt x="8278031" y="3012293"/>
                  </a:lnTo>
                  <a:lnTo>
                    <a:pt x="8277381" y="3012293"/>
                  </a:lnTo>
                  <a:lnTo>
                    <a:pt x="8276731" y="3012293"/>
                  </a:lnTo>
                  <a:lnTo>
                    <a:pt x="8276081" y="3012293"/>
                  </a:lnTo>
                  <a:lnTo>
                    <a:pt x="8275431" y="3012293"/>
                  </a:lnTo>
                  <a:lnTo>
                    <a:pt x="8274781" y="3012293"/>
                  </a:lnTo>
                  <a:lnTo>
                    <a:pt x="8274131" y="3012293"/>
                  </a:lnTo>
                  <a:lnTo>
                    <a:pt x="8273481" y="3012293"/>
                  </a:lnTo>
                  <a:lnTo>
                    <a:pt x="8272831" y="3012293"/>
                  </a:lnTo>
                  <a:lnTo>
                    <a:pt x="8272182" y="3012293"/>
                  </a:lnTo>
                  <a:lnTo>
                    <a:pt x="8271532" y="3012293"/>
                  </a:lnTo>
                  <a:lnTo>
                    <a:pt x="8270882" y="3012293"/>
                  </a:lnTo>
                  <a:lnTo>
                    <a:pt x="8270232" y="3012293"/>
                  </a:lnTo>
                  <a:lnTo>
                    <a:pt x="8269582" y="3012293"/>
                  </a:lnTo>
                  <a:lnTo>
                    <a:pt x="8268932" y="3012293"/>
                  </a:lnTo>
                  <a:lnTo>
                    <a:pt x="8268282" y="3012293"/>
                  </a:lnTo>
                  <a:lnTo>
                    <a:pt x="8267632" y="3012293"/>
                  </a:lnTo>
                  <a:lnTo>
                    <a:pt x="8266982" y="3012293"/>
                  </a:lnTo>
                  <a:lnTo>
                    <a:pt x="8266332" y="3012293"/>
                  </a:lnTo>
                  <a:lnTo>
                    <a:pt x="8265682" y="3012293"/>
                  </a:lnTo>
                  <a:lnTo>
                    <a:pt x="8265032" y="3012293"/>
                  </a:lnTo>
                  <a:lnTo>
                    <a:pt x="8264382" y="3012293"/>
                  </a:lnTo>
                  <a:lnTo>
                    <a:pt x="8263732" y="3012293"/>
                  </a:lnTo>
                  <a:lnTo>
                    <a:pt x="8263082" y="3012293"/>
                  </a:lnTo>
                  <a:lnTo>
                    <a:pt x="8262432" y="3012293"/>
                  </a:lnTo>
                  <a:lnTo>
                    <a:pt x="8261783" y="3012293"/>
                  </a:lnTo>
                  <a:lnTo>
                    <a:pt x="8261133" y="3012293"/>
                  </a:lnTo>
                  <a:lnTo>
                    <a:pt x="8260483" y="3012293"/>
                  </a:lnTo>
                  <a:lnTo>
                    <a:pt x="8259833" y="3012293"/>
                  </a:lnTo>
                  <a:lnTo>
                    <a:pt x="8259183" y="3012293"/>
                  </a:lnTo>
                  <a:lnTo>
                    <a:pt x="8258533" y="3012293"/>
                  </a:lnTo>
                  <a:lnTo>
                    <a:pt x="8257883" y="3012293"/>
                  </a:lnTo>
                  <a:lnTo>
                    <a:pt x="8257233" y="3012293"/>
                  </a:lnTo>
                  <a:lnTo>
                    <a:pt x="8256583" y="3012293"/>
                  </a:lnTo>
                  <a:lnTo>
                    <a:pt x="8255933" y="3012293"/>
                  </a:lnTo>
                  <a:lnTo>
                    <a:pt x="8255283" y="3012293"/>
                  </a:lnTo>
                  <a:lnTo>
                    <a:pt x="8254633" y="3012293"/>
                  </a:lnTo>
                  <a:lnTo>
                    <a:pt x="8253983" y="3012293"/>
                  </a:lnTo>
                  <a:lnTo>
                    <a:pt x="8253333" y="3012293"/>
                  </a:lnTo>
                  <a:lnTo>
                    <a:pt x="8252683" y="3012293"/>
                  </a:lnTo>
                  <a:lnTo>
                    <a:pt x="8252034" y="3012293"/>
                  </a:lnTo>
                  <a:lnTo>
                    <a:pt x="8251384" y="3012293"/>
                  </a:lnTo>
                  <a:lnTo>
                    <a:pt x="8250734" y="3012293"/>
                  </a:lnTo>
                  <a:lnTo>
                    <a:pt x="8250084" y="3012293"/>
                  </a:lnTo>
                  <a:lnTo>
                    <a:pt x="8249434" y="3012293"/>
                  </a:lnTo>
                  <a:lnTo>
                    <a:pt x="8248784" y="3012293"/>
                  </a:lnTo>
                  <a:lnTo>
                    <a:pt x="8248134" y="3012293"/>
                  </a:lnTo>
                  <a:lnTo>
                    <a:pt x="8247484" y="3012293"/>
                  </a:lnTo>
                  <a:lnTo>
                    <a:pt x="8246834" y="3012293"/>
                  </a:lnTo>
                  <a:lnTo>
                    <a:pt x="8246184" y="3012293"/>
                  </a:lnTo>
                  <a:lnTo>
                    <a:pt x="8245534" y="3012293"/>
                  </a:lnTo>
                  <a:lnTo>
                    <a:pt x="8244884" y="3012293"/>
                  </a:lnTo>
                  <a:lnTo>
                    <a:pt x="8244234" y="3012293"/>
                  </a:lnTo>
                  <a:lnTo>
                    <a:pt x="8243584" y="3012293"/>
                  </a:lnTo>
                  <a:lnTo>
                    <a:pt x="8242934" y="3012293"/>
                  </a:lnTo>
                  <a:lnTo>
                    <a:pt x="8242284" y="3012293"/>
                  </a:lnTo>
                  <a:lnTo>
                    <a:pt x="8241635" y="3012293"/>
                  </a:lnTo>
                  <a:lnTo>
                    <a:pt x="8240985" y="3012293"/>
                  </a:lnTo>
                  <a:lnTo>
                    <a:pt x="8240335" y="3012293"/>
                  </a:lnTo>
                  <a:lnTo>
                    <a:pt x="8239685" y="3012293"/>
                  </a:lnTo>
                  <a:lnTo>
                    <a:pt x="8239035" y="3012293"/>
                  </a:lnTo>
                  <a:lnTo>
                    <a:pt x="8238385" y="3012293"/>
                  </a:lnTo>
                  <a:lnTo>
                    <a:pt x="8237735" y="3012293"/>
                  </a:lnTo>
                  <a:lnTo>
                    <a:pt x="8237085" y="3012293"/>
                  </a:lnTo>
                  <a:lnTo>
                    <a:pt x="8236435" y="3012293"/>
                  </a:lnTo>
                  <a:lnTo>
                    <a:pt x="8235785" y="3012293"/>
                  </a:lnTo>
                  <a:lnTo>
                    <a:pt x="8235135" y="3012293"/>
                  </a:lnTo>
                  <a:lnTo>
                    <a:pt x="8234485" y="3012293"/>
                  </a:lnTo>
                  <a:lnTo>
                    <a:pt x="8233835" y="3012293"/>
                  </a:lnTo>
                  <a:lnTo>
                    <a:pt x="8233185" y="3012293"/>
                  </a:lnTo>
                  <a:lnTo>
                    <a:pt x="8232535" y="3012293"/>
                  </a:lnTo>
                  <a:lnTo>
                    <a:pt x="8231886" y="3012293"/>
                  </a:lnTo>
                  <a:lnTo>
                    <a:pt x="8231236" y="3012293"/>
                  </a:lnTo>
                  <a:lnTo>
                    <a:pt x="8230586" y="3012293"/>
                  </a:lnTo>
                  <a:lnTo>
                    <a:pt x="8229936" y="3012293"/>
                  </a:lnTo>
                  <a:lnTo>
                    <a:pt x="8229286" y="3012293"/>
                  </a:lnTo>
                  <a:lnTo>
                    <a:pt x="8228636" y="3012293"/>
                  </a:lnTo>
                  <a:lnTo>
                    <a:pt x="8227986" y="3012293"/>
                  </a:lnTo>
                  <a:lnTo>
                    <a:pt x="8227336" y="3012293"/>
                  </a:lnTo>
                  <a:lnTo>
                    <a:pt x="8226686" y="3012293"/>
                  </a:lnTo>
                  <a:lnTo>
                    <a:pt x="8226036" y="3012293"/>
                  </a:lnTo>
                  <a:lnTo>
                    <a:pt x="8225386" y="3012293"/>
                  </a:lnTo>
                  <a:lnTo>
                    <a:pt x="8224736" y="3012293"/>
                  </a:lnTo>
                  <a:lnTo>
                    <a:pt x="8224086" y="3012293"/>
                  </a:lnTo>
                  <a:lnTo>
                    <a:pt x="8223436" y="3012293"/>
                  </a:lnTo>
                  <a:lnTo>
                    <a:pt x="8222786" y="3012293"/>
                  </a:lnTo>
                  <a:lnTo>
                    <a:pt x="8222136" y="3012293"/>
                  </a:lnTo>
                  <a:lnTo>
                    <a:pt x="8221487" y="3012293"/>
                  </a:lnTo>
                  <a:lnTo>
                    <a:pt x="8220837" y="3012293"/>
                  </a:lnTo>
                  <a:lnTo>
                    <a:pt x="8220187" y="3012293"/>
                  </a:lnTo>
                  <a:lnTo>
                    <a:pt x="8219537" y="3012293"/>
                  </a:lnTo>
                  <a:lnTo>
                    <a:pt x="8218887" y="3012293"/>
                  </a:lnTo>
                  <a:lnTo>
                    <a:pt x="8218237" y="3012293"/>
                  </a:lnTo>
                  <a:lnTo>
                    <a:pt x="8217587" y="3012293"/>
                  </a:lnTo>
                  <a:lnTo>
                    <a:pt x="8216937" y="3012293"/>
                  </a:lnTo>
                  <a:lnTo>
                    <a:pt x="8216287" y="3012293"/>
                  </a:lnTo>
                  <a:lnTo>
                    <a:pt x="8215637" y="3012293"/>
                  </a:lnTo>
                  <a:lnTo>
                    <a:pt x="8214987" y="3012293"/>
                  </a:lnTo>
                  <a:lnTo>
                    <a:pt x="8214337" y="3012293"/>
                  </a:lnTo>
                  <a:lnTo>
                    <a:pt x="8213687" y="3012293"/>
                  </a:lnTo>
                  <a:lnTo>
                    <a:pt x="8213037" y="3012293"/>
                  </a:lnTo>
                  <a:lnTo>
                    <a:pt x="8212387" y="3012293"/>
                  </a:lnTo>
                  <a:lnTo>
                    <a:pt x="8211738" y="3012293"/>
                  </a:lnTo>
                  <a:lnTo>
                    <a:pt x="8211088" y="3012293"/>
                  </a:lnTo>
                  <a:lnTo>
                    <a:pt x="8210438" y="3012293"/>
                  </a:lnTo>
                  <a:lnTo>
                    <a:pt x="8209788" y="3012293"/>
                  </a:lnTo>
                  <a:lnTo>
                    <a:pt x="8209138" y="3012293"/>
                  </a:lnTo>
                  <a:lnTo>
                    <a:pt x="8208488" y="3012293"/>
                  </a:lnTo>
                  <a:lnTo>
                    <a:pt x="8207838" y="3012293"/>
                  </a:lnTo>
                  <a:lnTo>
                    <a:pt x="8207188" y="3012293"/>
                  </a:lnTo>
                  <a:lnTo>
                    <a:pt x="8206538" y="3012293"/>
                  </a:lnTo>
                  <a:lnTo>
                    <a:pt x="8205888" y="3012293"/>
                  </a:lnTo>
                  <a:lnTo>
                    <a:pt x="8205238" y="3012293"/>
                  </a:lnTo>
                  <a:lnTo>
                    <a:pt x="8204588" y="3012293"/>
                  </a:lnTo>
                  <a:lnTo>
                    <a:pt x="8203938" y="3012293"/>
                  </a:lnTo>
                  <a:lnTo>
                    <a:pt x="8203288" y="3012293"/>
                  </a:lnTo>
                  <a:lnTo>
                    <a:pt x="8202638" y="3012293"/>
                  </a:lnTo>
                  <a:lnTo>
                    <a:pt x="8201989" y="3012293"/>
                  </a:lnTo>
                  <a:lnTo>
                    <a:pt x="8201339" y="3012293"/>
                  </a:lnTo>
                  <a:lnTo>
                    <a:pt x="8200689" y="3012293"/>
                  </a:lnTo>
                  <a:lnTo>
                    <a:pt x="8200039" y="3012293"/>
                  </a:lnTo>
                  <a:lnTo>
                    <a:pt x="8199389" y="3012293"/>
                  </a:lnTo>
                  <a:lnTo>
                    <a:pt x="8198739" y="3012293"/>
                  </a:lnTo>
                  <a:lnTo>
                    <a:pt x="8198089" y="3012293"/>
                  </a:lnTo>
                  <a:lnTo>
                    <a:pt x="8197439" y="3012293"/>
                  </a:lnTo>
                  <a:lnTo>
                    <a:pt x="8196789" y="3012293"/>
                  </a:lnTo>
                  <a:lnTo>
                    <a:pt x="8196139" y="3012293"/>
                  </a:lnTo>
                  <a:lnTo>
                    <a:pt x="8195489" y="3012293"/>
                  </a:lnTo>
                  <a:lnTo>
                    <a:pt x="8194839" y="3012293"/>
                  </a:lnTo>
                  <a:lnTo>
                    <a:pt x="8194189" y="3012293"/>
                  </a:lnTo>
                  <a:lnTo>
                    <a:pt x="8193539" y="3012293"/>
                  </a:lnTo>
                  <a:lnTo>
                    <a:pt x="8192889" y="3012293"/>
                  </a:lnTo>
                  <a:lnTo>
                    <a:pt x="8192239" y="3012293"/>
                  </a:lnTo>
                  <a:lnTo>
                    <a:pt x="8191590" y="3012293"/>
                  </a:lnTo>
                  <a:lnTo>
                    <a:pt x="8190940" y="3012293"/>
                  </a:lnTo>
                  <a:lnTo>
                    <a:pt x="8190290" y="3012293"/>
                  </a:lnTo>
                  <a:lnTo>
                    <a:pt x="8189640" y="3012293"/>
                  </a:lnTo>
                  <a:lnTo>
                    <a:pt x="8188990" y="3012293"/>
                  </a:lnTo>
                  <a:lnTo>
                    <a:pt x="8188340" y="3012293"/>
                  </a:lnTo>
                  <a:lnTo>
                    <a:pt x="8187690" y="3012293"/>
                  </a:lnTo>
                  <a:lnTo>
                    <a:pt x="8187040" y="3012293"/>
                  </a:lnTo>
                  <a:lnTo>
                    <a:pt x="8186390" y="3012293"/>
                  </a:lnTo>
                  <a:lnTo>
                    <a:pt x="8185740" y="3012293"/>
                  </a:lnTo>
                  <a:lnTo>
                    <a:pt x="8185090" y="3012293"/>
                  </a:lnTo>
                  <a:lnTo>
                    <a:pt x="8184440" y="3012293"/>
                  </a:lnTo>
                  <a:lnTo>
                    <a:pt x="8183790" y="3012293"/>
                  </a:lnTo>
                  <a:lnTo>
                    <a:pt x="8183140" y="3012293"/>
                  </a:lnTo>
                  <a:lnTo>
                    <a:pt x="8182490" y="3012293"/>
                  </a:lnTo>
                  <a:lnTo>
                    <a:pt x="8181841" y="3012293"/>
                  </a:lnTo>
                  <a:lnTo>
                    <a:pt x="8181191" y="3012293"/>
                  </a:lnTo>
                  <a:lnTo>
                    <a:pt x="8180541" y="3012293"/>
                  </a:lnTo>
                  <a:lnTo>
                    <a:pt x="8179891" y="3012293"/>
                  </a:lnTo>
                  <a:lnTo>
                    <a:pt x="8179241" y="3012293"/>
                  </a:lnTo>
                  <a:lnTo>
                    <a:pt x="8178591" y="3012293"/>
                  </a:lnTo>
                  <a:lnTo>
                    <a:pt x="8177941" y="3012293"/>
                  </a:lnTo>
                  <a:lnTo>
                    <a:pt x="8177291" y="3012293"/>
                  </a:lnTo>
                  <a:lnTo>
                    <a:pt x="8176641" y="3012293"/>
                  </a:lnTo>
                  <a:lnTo>
                    <a:pt x="8175991" y="3012293"/>
                  </a:lnTo>
                  <a:lnTo>
                    <a:pt x="8175341" y="3012293"/>
                  </a:lnTo>
                  <a:lnTo>
                    <a:pt x="8174691" y="3012293"/>
                  </a:lnTo>
                  <a:lnTo>
                    <a:pt x="8174041" y="3012293"/>
                  </a:lnTo>
                  <a:lnTo>
                    <a:pt x="8173391" y="3012293"/>
                  </a:lnTo>
                  <a:lnTo>
                    <a:pt x="8172741" y="3012293"/>
                  </a:lnTo>
                  <a:lnTo>
                    <a:pt x="8172091" y="3012293"/>
                  </a:lnTo>
                  <a:lnTo>
                    <a:pt x="8171442" y="3012293"/>
                  </a:lnTo>
                  <a:lnTo>
                    <a:pt x="8170792" y="3012293"/>
                  </a:lnTo>
                  <a:lnTo>
                    <a:pt x="8170142" y="3012293"/>
                  </a:lnTo>
                  <a:lnTo>
                    <a:pt x="8169492" y="3012293"/>
                  </a:lnTo>
                  <a:lnTo>
                    <a:pt x="8168842" y="3012293"/>
                  </a:lnTo>
                  <a:lnTo>
                    <a:pt x="8168192" y="3012293"/>
                  </a:lnTo>
                  <a:lnTo>
                    <a:pt x="8167542" y="3012293"/>
                  </a:lnTo>
                  <a:lnTo>
                    <a:pt x="8166892" y="3012293"/>
                  </a:lnTo>
                  <a:lnTo>
                    <a:pt x="8166242" y="3012293"/>
                  </a:lnTo>
                  <a:lnTo>
                    <a:pt x="8165592" y="3012293"/>
                  </a:lnTo>
                  <a:lnTo>
                    <a:pt x="8164942" y="3012293"/>
                  </a:lnTo>
                  <a:lnTo>
                    <a:pt x="8164292" y="3012293"/>
                  </a:lnTo>
                  <a:lnTo>
                    <a:pt x="8163642" y="3012293"/>
                  </a:lnTo>
                  <a:lnTo>
                    <a:pt x="8162992" y="3012293"/>
                  </a:lnTo>
                  <a:lnTo>
                    <a:pt x="8162342" y="3012293"/>
                  </a:lnTo>
                  <a:lnTo>
                    <a:pt x="8161693" y="3012293"/>
                  </a:lnTo>
                  <a:lnTo>
                    <a:pt x="8161043" y="3012293"/>
                  </a:lnTo>
                  <a:lnTo>
                    <a:pt x="8160393" y="3012293"/>
                  </a:lnTo>
                  <a:lnTo>
                    <a:pt x="8159743" y="3012293"/>
                  </a:lnTo>
                  <a:lnTo>
                    <a:pt x="8159093" y="3012293"/>
                  </a:lnTo>
                  <a:lnTo>
                    <a:pt x="8158443" y="3012293"/>
                  </a:lnTo>
                  <a:lnTo>
                    <a:pt x="8157793" y="3012293"/>
                  </a:lnTo>
                  <a:lnTo>
                    <a:pt x="8157143" y="3012293"/>
                  </a:lnTo>
                  <a:lnTo>
                    <a:pt x="8156493" y="3012293"/>
                  </a:lnTo>
                  <a:lnTo>
                    <a:pt x="8155843" y="3012293"/>
                  </a:lnTo>
                  <a:lnTo>
                    <a:pt x="8155193" y="3012293"/>
                  </a:lnTo>
                  <a:lnTo>
                    <a:pt x="8154543" y="3012293"/>
                  </a:lnTo>
                  <a:lnTo>
                    <a:pt x="8153893" y="3012293"/>
                  </a:lnTo>
                  <a:lnTo>
                    <a:pt x="8153243" y="3012293"/>
                  </a:lnTo>
                  <a:lnTo>
                    <a:pt x="8152593" y="3012293"/>
                  </a:lnTo>
                  <a:lnTo>
                    <a:pt x="8151943" y="3012293"/>
                  </a:lnTo>
                  <a:lnTo>
                    <a:pt x="8151294" y="3012293"/>
                  </a:lnTo>
                  <a:lnTo>
                    <a:pt x="8150644" y="3012293"/>
                  </a:lnTo>
                  <a:lnTo>
                    <a:pt x="8149994" y="3012293"/>
                  </a:lnTo>
                  <a:lnTo>
                    <a:pt x="8149344" y="3012293"/>
                  </a:lnTo>
                  <a:lnTo>
                    <a:pt x="8148694" y="3012293"/>
                  </a:lnTo>
                  <a:lnTo>
                    <a:pt x="8148044" y="3012293"/>
                  </a:lnTo>
                  <a:lnTo>
                    <a:pt x="8147394" y="3012293"/>
                  </a:lnTo>
                  <a:lnTo>
                    <a:pt x="8146744" y="3012293"/>
                  </a:lnTo>
                  <a:lnTo>
                    <a:pt x="8146094" y="3012293"/>
                  </a:lnTo>
                  <a:lnTo>
                    <a:pt x="8145444" y="3012293"/>
                  </a:lnTo>
                  <a:lnTo>
                    <a:pt x="8144794" y="3012293"/>
                  </a:lnTo>
                  <a:lnTo>
                    <a:pt x="8144144" y="3012293"/>
                  </a:lnTo>
                  <a:lnTo>
                    <a:pt x="8143494" y="3012293"/>
                  </a:lnTo>
                  <a:lnTo>
                    <a:pt x="8142844" y="3012293"/>
                  </a:lnTo>
                  <a:lnTo>
                    <a:pt x="8142194" y="3012293"/>
                  </a:lnTo>
                  <a:lnTo>
                    <a:pt x="8141545" y="3012293"/>
                  </a:lnTo>
                  <a:lnTo>
                    <a:pt x="8140895" y="3012293"/>
                  </a:lnTo>
                  <a:lnTo>
                    <a:pt x="8140245" y="3012293"/>
                  </a:lnTo>
                  <a:lnTo>
                    <a:pt x="8139595" y="3012293"/>
                  </a:lnTo>
                  <a:lnTo>
                    <a:pt x="8138945" y="3012293"/>
                  </a:lnTo>
                  <a:lnTo>
                    <a:pt x="8138295" y="3012293"/>
                  </a:lnTo>
                  <a:lnTo>
                    <a:pt x="8137645" y="3012293"/>
                  </a:lnTo>
                  <a:lnTo>
                    <a:pt x="8136995" y="3012293"/>
                  </a:lnTo>
                  <a:lnTo>
                    <a:pt x="8136345" y="3012293"/>
                  </a:lnTo>
                  <a:lnTo>
                    <a:pt x="8135695" y="3012293"/>
                  </a:lnTo>
                  <a:lnTo>
                    <a:pt x="8135045" y="3012293"/>
                  </a:lnTo>
                  <a:lnTo>
                    <a:pt x="8134395" y="3012293"/>
                  </a:lnTo>
                  <a:lnTo>
                    <a:pt x="8133745" y="3012293"/>
                  </a:lnTo>
                  <a:lnTo>
                    <a:pt x="8133095" y="3012293"/>
                  </a:lnTo>
                  <a:lnTo>
                    <a:pt x="8132445" y="3012293"/>
                  </a:lnTo>
                  <a:lnTo>
                    <a:pt x="8131795" y="3012293"/>
                  </a:lnTo>
                  <a:lnTo>
                    <a:pt x="8131146" y="3012293"/>
                  </a:lnTo>
                  <a:lnTo>
                    <a:pt x="8130496" y="3012293"/>
                  </a:lnTo>
                  <a:lnTo>
                    <a:pt x="8129846" y="3012293"/>
                  </a:lnTo>
                  <a:lnTo>
                    <a:pt x="8129196" y="3012293"/>
                  </a:lnTo>
                  <a:lnTo>
                    <a:pt x="8128546" y="3012293"/>
                  </a:lnTo>
                  <a:lnTo>
                    <a:pt x="8127896" y="3012293"/>
                  </a:lnTo>
                  <a:lnTo>
                    <a:pt x="8127246" y="3012293"/>
                  </a:lnTo>
                  <a:lnTo>
                    <a:pt x="8126596" y="3012293"/>
                  </a:lnTo>
                  <a:lnTo>
                    <a:pt x="8125946" y="3012293"/>
                  </a:lnTo>
                  <a:lnTo>
                    <a:pt x="8125296" y="3012293"/>
                  </a:lnTo>
                  <a:lnTo>
                    <a:pt x="8124646" y="3012293"/>
                  </a:lnTo>
                  <a:lnTo>
                    <a:pt x="8123996" y="3012293"/>
                  </a:lnTo>
                  <a:lnTo>
                    <a:pt x="8123346" y="3012293"/>
                  </a:lnTo>
                  <a:lnTo>
                    <a:pt x="8122696" y="3012293"/>
                  </a:lnTo>
                  <a:lnTo>
                    <a:pt x="8122046" y="3012293"/>
                  </a:lnTo>
                  <a:lnTo>
                    <a:pt x="8121397" y="3012293"/>
                  </a:lnTo>
                  <a:lnTo>
                    <a:pt x="8120747" y="3012293"/>
                  </a:lnTo>
                  <a:lnTo>
                    <a:pt x="8120097" y="3012293"/>
                  </a:lnTo>
                  <a:lnTo>
                    <a:pt x="8119447" y="3012293"/>
                  </a:lnTo>
                  <a:lnTo>
                    <a:pt x="8118797" y="3012293"/>
                  </a:lnTo>
                  <a:lnTo>
                    <a:pt x="8118147" y="3012293"/>
                  </a:lnTo>
                  <a:lnTo>
                    <a:pt x="8117497" y="3012293"/>
                  </a:lnTo>
                  <a:lnTo>
                    <a:pt x="8116847" y="3012293"/>
                  </a:lnTo>
                  <a:lnTo>
                    <a:pt x="8116197" y="3012293"/>
                  </a:lnTo>
                  <a:lnTo>
                    <a:pt x="8115547" y="3012293"/>
                  </a:lnTo>
                  <a:lnTo>
                    <a:pt x="8114897" y="3012293"/>
                  </a:lnTo>
                  <a:lnTo>
                    <a:pt x="8114247" y="3012293"/>
                  </a:lnTo>
                  <a:lnTo>
                    <a:pt x="8113597" y="3012293"/>
                  </a:lnTo>
                  <a:lnTo>
                    <a:pt x="8112947" y="3012293"/>
                  </a:lnTo>
                  <a:lnTo>
                    <a:pt x="8112297" y="3012293"/>
                  </a:lnTo>
                  <a:lnTo>
                    <a:pt x="8111647" y="3012293"/>
                  </a:lnTo>
                  <a:lnTo>
                    <a:pt x="8110998" y="3012293"/>
                  </a:lnTo>
                  <a:lnTo>
                    <a:pt x="8110348" y="3012293"/>
                  </a:lnTo>
                  <a:lnTo>
                    <a:pt x="8109698" y="3012293"/>
                  </a:lnTo>
                  <a:lnTo>
                    <a:pt x="8109048" y="3012293"/>
                  </a:lnTo>
                  <a:lnTo>
                    <a:pt x="8108398" y="3012293"/>
                  </a:lnTo>
                  <a:lnTo>
                    <a:pt x="8107748" y="3012293"/>
                  </a:lnTo>
                  <a:lnTo>
                    <a:pt x="8107098" y="3012293"/>
                  </a:lnTo>
                  <a:lnTo>
                    <a:pt x="8106448" y="3012293"/>
                  </a:lnTo>
                  <a:lnTo>
                    <a:pt x="8105798" y="3012293"/>
                  </a:lnTo>
                  <a:lnTo>
                    <a:pt x="8105148" y="3012293"/>
                  </a:lnTo>
                  <a:lnTo>
                    <a:pt x="8104498" y="3012293"/>
                  </a:lnTo>
                  <a:lnTo>
                    <a:pt x="8103848" y="3012293"/>
                  </a:lnTo>
                  <a:lnTo>
                    <a:pt x="8103198" y="3012293"/>
                  </a:lnTo>
                  <a:lnTo>
                    <a:pt x="8102548" y="3012293"/>
                  </a:lnTo>
                  <a:lnTo>
                    <a:pt x="8101898" y="3012293"/>
                  </a:lnTo>
                  <a:lnTo>
                    <a:pt x="8101249" y="3012293"/>
                  </a:lnTo>
                  <a:lnTo>
                    <a:pt x="8100599" y="3012293"/>
                  </a:lnTo>
                  <a:lnTo>
                    <a:pt x="8099949" y="3012293"/>
                  </a:lnTo>
                  <a:lnTo>
                    <a:pt x="8099299" y="3012293"/>
                  </a:lnTo>
                  <a:lnTo>
                    <a:pt x="8098649" y="3012293"/>
                  </a:lnTo>
                  <a:lnTo>
                    <a:pt x="8097999" y="3012293"/>
                  </a:lnTo>
                  <a:lnTo>
                    <a:pt x="8097349" y="3012293"/>
                  </a:lnTo>
                  <a:lnTo>
                    <a:pt x="8096699" y="3012293"/>
                  </a:lnTo>
                  <a:lnTo>
                    <a:pt x="8096049" y="3012293"/>
                  </a:lnTo>
                  <a:lnTo>
                    <a:pt x="8095399" y="3012293"/>
                  </a:lnTo>
                  <a:lnTo>
                    <a:pt x="8094749" y="3012293"/>
                  </a:lnTo>
                  <a:lnTo>
                    <a:pt x="8094099" y="3012293"/>
                  </a:lnTo>
                  <a:lnTo>
                    <a:pt x="8093449" y="3012293"/>
                  </a:lnTo>
                  <a:lnTo>
                    <a:pt x="8092799" y="3012293"/>
                  </a:lnTo>
                  <a:lnTo>
                    <a:pt x="8092149" y="3012293"/>
                  </a:lnTo>
                  <a:lnTo>
                    <a:pt x="8091499" y="3012293"/>
                  </a:lnTo>
                  <a:lnTo>
                    <a:pt x="8090850" y="3012293"/>
                  </a:lnTo>
                  <a:lnTo>
                    <a:pt x="8090200" y="3012293"/>
                  </a:lnTo>
                  <a:lnTo>
                    <a:pt x="8089550" y="3012293"/>
                  </a:lnTo>
                  <a:lnTo>
                    <a:pt x="8088900" y="3012293"/>
                  </a:lnTo>
                  <a:lnTo>
                    <a:pt x="8088250" y="3012293"/>
                  </a:lnTo>
                  <a:lnTo>
                    <a:pt x="8087600" y="3012293"/>
                  </a:lnTo>
                  <a:lnTo>
                    <a:pt x="8086950" y="3012293"/>
                  </a:lnTo>
                  <a:lnTo>
                    <a:pt x="8086300" y="3012293"/>
                  </a:lnTo>
                  <a:lnTo>
                    <a:pt x="8085650" y="3012293"/>
                  </a:lnTo>
                  <a:lnTo>
                    <a:pt x="8085000" y="3012293"/>
                  </a:lnTo>
                  <a:lnTo>
                    <a:pt x="8084350" y="3012293"/>
                  </a:lnTo>
                  <a:lnTo>
                    <a:pt x="8083700" y="3012293"/>
                  </a:lnTo>
                  <a:lnTo>
                    <a:pt x="8083050" y="3012293"/>
                  </a:lnTo>
                  <a:lnTo>
                    <a:pt x="8082400" y="3012293"/>
                  </a:lnTo>
                  <a:lnTo>
                    <a:pt x="8081750" y="3012293"/>
                  </a:lnTo>
                  <a:lnTo>
                    <a:pt x="8081101" y="3012293"/>
                  </a:lnTo>
                  <a:lnTo>
                    <a:pt x="8080451" y="3012293"/>
                  </a:lnTo>
                  <a:lnTo>
                    <a:pt x="8079801" y="3012293"/>
                  </a:lnTo>
                  <a:lnTo>
                    <a:pt x="8079151" y="3012293"/>
                  </a:lnTo>
                  <a:lnTo>
                    <a:pt x="8078501" y="3012293"/>
                  </a:lnTo>
                  <a:lnTo>
                    <a:pt x="8077851" y="3012293"/>
                  </a:lnTo>
                  <a:lnTo>
                    <a:pt x="8077201" y="3012293"/>
                  </a:lnTo>
                  <a:lnTo>
                    <a:pt x="8076551" y="3012293"/>
                  </a:lnTo>
                  <a:lnTo>
                    <a:pt x="8075901" y="3012293"/>
                  </a:lnTo>
                  <a:lnTo>
                    <a:pt x="8075251" y="3012293"/>
                  </a:lnTo>
                  <a:lnTo>
                    <a:pt x="8074601" y="3012293"/>
                  </a:lnTo>
                  <a:lnTo>
                    <a:pt x="8073951" y="3012293"/>
                  </a:lnTo>
                  <a:lnTo>
                    <a:pt x="8073301" y="3012293"/>
                  </a:lnTo>
                  <a:lnTo>
                    <a:pt x="8072651" y="3012293"/>
                  </a:lnTo>
                  <a:lnTo>
                    <a:pt x="8072001" y="3012293"/>
                  </a:lnTo>
                  <a:lnTo>
                    <a:pt x="8071352" y="3012293"/>
                  </a:lnTo>
                  <a:lnTo>
                    <a:pt x="8070702" y="3012293"/>
                  </a:lnTo>
                  <a:lnTo>
                    <a:pt x="8070052" y="3012293"/>
                  </a:lnTo>
                  <a:lnTo>
                    <a:pt x="8069402" y="3012293"/>
                  </a:lnTo>
                  <a:lnTo>
                    <a:pt x="8068752" y="3012293"/>
                  </a:lnTo>
                  <a:lnTo>
                    <a:pt x="8068102" y="3012293"/>
                  </a:lnTo>
                  <a:lnTo>
                    <a:pt x="8067452" y="3012293"/>
                  </a:lnTo>
                  <a:lnTo>
                    <a:pt x="8066802" y="3012293"/>
                  </a:lnTo>
                  <a:lnTo>
                    <a:pt x="8066152" y="3012293"/>
                  </a:lnTo>
                  <a:lnTo>
                    <a:pt x="8065502" y="3012293"/>
                  </a:lnTo>
                  <a:lnTo>
                    <a:pt x="8064852" y="3012293"/>
                  </a:lnTo>
                  <a:lnTo>
                    <a:pt x="8064202" y="3012293"/>
                  </a:lnTo>
                  <a:lnTo>
                    <a:pt x="8063552" y="3012293"/>
                  </a:lnTo>
                  <a:lnTo>
                    <a:pt x="8062902" y="3012293"/>
                  </a:lnTo>
                  <a:lnTo>
                    <a:pt x="8062252" y="3012293"/>
                  </a:lnTo>
                  <a:lnTo>
                    <a:pt x="8061602" y="3012293"/>
                  </a:lnTo>
                  <a:lnTo>
                    <a:pt x="8060953" y="3012293"/>
                  </a:lnTo>
                  <a:lnTo>
                    <a:pt x="8060303" y="3012293"/>
                  </a:lnTo>
                  <a:lnTo>
                    <a:pt x="8059653" y="3012293"/>
                  </a:lnTo>
                  <a:lnTo>
                    <a:pt x="8059003" y="3012293"/>
                  </a:lnTo>
                  <a:lnTo>
                    <a:pt x="8058353" y="3012293"/>
                  </a:lnTo>
                  <a:lnTo>
                    <a:pt x="8057703" y="3012293"/>
                  </a:lnTo>
                  <a:lnTo>
                    <a:pt x="8057053" y="3012293"/>
                  </a:lnTo>
                  <a:lnTo>
                    <a:pt x="8056403" y="3012293"/>
                  </a:lnTo>
                  <a:lnTo>
                    <a:pt x="8055753" y="3012293"/>
                  </a:lnTo>
                  <a:lnTo>
                    <a:pt x="8055103" y="3012293"/>
                  </a:lnTo>
                  <a:lnTo>
                    <a:pt x="8054453" y="3012293"/>
                  </a:lnTo>
                  <a:lnTo>
                    <a:pt x="8053803" y="3012293"/>
                  </a:lnTo>
                  <a:lnTo>
                    <a:pt x="8053153" y="3012293"/>
                  </a:lnTo>
                  <a:lnTo>
                    <a:pt x="8052503" y="3012293"/>
                  </a:lnTo>
                  <a:lnTo>
                    <a:pt x="8051853" y="3012293"/>
                  </a:lnTo>
                  <a:lnTo>
                    <a:pt x="8051204" y="3012293"/>
                  </a:lnTo>
                  <a:lnTo>
                    <a:pt x="8050554" y="3012293"/>
                  </a:lnTo>
                  <a:lnTo>
                    <a:pt x="8049904" y="3012293"/>
                  </a:lnTo>
                  <a:lnTo>
                    <a:pt x="8049254" y="3012293"/>
                  </a:lnTo>
                  <a:lnTo>
                    <a:pt x="8048604" y="3012293"/>
                  </a:lnTo>
                  <a:lnTo>
                    <a:pt x="8047954" y="3012293"/>
                  </a:lnTo>
                  <a:lnTo>
                    <a:pt x="8047304" y="3012293"/>
                  </a:lnTo>
                  <a:lnTo>
                    <a:pt x="8046654" y="3012293"/>
                  </a:lnTo>
                  <a:lnTo>
                    <a:pt x="8046004" y="3012293"/>
                  </a:lnTo>
                  <a:lnTo>
                    <a:pt x="8045354" y="3012293"/>
                  </a:lnTo>
                  <a:lnTo>
                    <a:pt x="8044704" y="3012293"/>
                  </a:lnTo>
                  <a:lnTo>
                    <a:pt x="8044054" y="3012293"/>
                  </a:lnTo>
                  <a:lnTo>
                    <a:pt x="8043404" y="3012293"/>
                  </a:lnTo>
                  <a:lnTo>
                    <a:pt x="8042754" y="3012293"/>
                  </a:lnTo>
                  <a:lnTo>
                    <a:pt x="8042104" y="3012293"/>
                  </a:lnTo>
                  <a:lnTo>
                    <a:pt x="8041454" y="3012293"/>
                  </a:lnTo>
                  <a:lnTo>
                    <a:pt x="8040805" y="3012293"/>
                  </a:lnTo>
                  <a:lnTo>
                    <a:pt x="8040155" y="3012293"/>
                  </a:lnTo>
                  <a:lnTo>
                    <a:pt x="8039505" y="3012293"/>
                  </a:lnTo>
                  <a:lnTo>
                    <a:pt x="8038855" y="3012293"/>
                  </a:lnTo>
                  <a:lnTo>
                    <a:pt x="8038205" y="3012293"/>
                  </a:lnTo>
                  <a:lnTo>
                    <a:pt x="8037555" y="3012293"/>
                  </a:lnTo>
                  <a:lnTo>
                    <a:pt x="8036905" y="3012293"/>
                  </a:lnTo>
                  <a:lnTo>
                    <a:pt x="8036255" y="3012293"/>
                  </a:lnTo>
                  <a:lnTo>
                    <a:pt x="8035605" y="3012293"/>
                  </a:lnTo>
                  <a:lnTo>
                    <a:pt x="8034955" y="3012293"/>
                  </a:lnTo>
                  <a:lnTo>
                    <a:pt x="8034305" y="3012293"/>
                  </a:lnTo>
                  <a:lnTo>
                    <a:pt x="8033655" y="3012293"/>
                  </a:lnTo>
                  <a:lnTo>
                    <a:pt x="8033005" y="3012293"/>
                  </a:lnTo>
                  <a:lnTo>
                    <a:pt x="8032355" y="3012293"/>
                  </a:lnTo>
                  <a:lnTo>
                    <a:pt x="8031705" y="3012293"/>
                  </a:lnTo>
                  <a:lnTo>
                    <a:pt x="8031056" y="3012293"/>
                  </a:lnTo>
                  <a:lnTo>
                    <a:pt x="8030406" y="3012293"/>
                  </a:lnTo>
                  <a:lnTo>
                    <a:pt x="8029756" y="3012293"/>
                  </a:lnTo>
                  <a:lnTo>
                    <a:pt x="8029106" y="3012293"/>
                  </a:lnTo>
                  <a:lnTo>
                    <a:pt x="8028456" y="3012293"/>
                  </a:lnTo>
                  <a:lnTo>
                    <a:pt x="8027806" y="3012293"/>
                  </a:lnTo>
                  <a:lnTo>
                    <a:pt x="8027156" y="3012293"/>
                  </a:lnTo>
                  <a:lnTo>
                    <a:pt x="8026506" y="3012293"/>
                  </a:lnTo>
                  <a:lnTo>
                    <a:pt x="8025856" y="3012293"/>
                  </a:lnTo>
                  <a:lnTo>
                    <a:pt x="8025206" y="3012293"/>
                  </a:lnTo>
                  <a:lnTo>
                    <a:pt x="8024556" y="3012293"/>
                  </a:lnTo>
                  <a:lnTo>
                    <a:pt x="8023906" y="3012293"/>
                  </a:lnTo>
                  <a:lnTo>
                    <a:pt x="8023256" y="3012293"/>
                  </a:lnTo>
                  <a:lnTo>
                    <a:pt x="8022606" y="3012293"/>
                  </a:lnTo>
                  <a:lnTo>
                    <a:pt x="8021956" y="3012293"/>
                  </a:lnTo>
                  <a:lnTo>
                    <a:pt x="8021306" y="3012293"/>
                  </a:lnTo>
                  <a:lnTo>
                    <a:pt x="8020657" y="3012293"/>
                  </a:lnTo>
                  <a:lnTo>
                    <a:pt x="8020007" y="3012293"/>
                  </a:lnTo>
                  <a:lnTo>
                    <a:pt x="8019357" y="3012293"/>
                  </a:lnTo>
                  <a:lnTo>
                    <a:pt x="8018707" y="3012293"/>
                  </a:lnTo>
                  <a:lnTo>
                    <a:pt x="8018057" y="3012293"/>
                  </a:lnTo>
                  <a:lnTo>
                    <a:pt x="8017407" y="3012293"/>
                  </a:lnTo>
                  <a:lnTo>
                    <a:pt x="8016757" y="3012293"/>
                  </a:lnTo>
                  <a:lnTo>
                    <a:pt x="8016107" y="3012293"/>
                  </a:lnTo>
                  <a:lnTo>
                    <a:pt x="8015457" y="3012293"/>
                  </a:lnTo>
                  <a:lnTo>
                    <a:pt x="8014807" y="3012293"/>
                  </a:lnTo>
                  <a:lnTo>
                    <a:pt x="8014157" y="3012293"/>
                  </a:lnTo>
                  <a:lnTo>
                    <a:pt x="8013507" y="3012293"/>
                  </a:lnTo>
                  <a:lnTo>
                    <a:pt x="8012857" y="3012293"/>
                  </a:lnTo>
                  <a:lnTo>
                    <a:pt x="8012207" y="3012293"/>
                  </a:lnTo>
                  <a:lnTo>
                    <a:pt x="8011557" y="3012293"/>
                  </a:lnTo>
                  <a:lnTo>
                    <a:pt x="8010908" y="3012293"/>
                  </a:lnTo>
                  <a:lnTo>
                    <a:pt x="8010258" y="3012293"/>
                  </a:lnTo>
                  <a:lnTo>
                    <a:pt x="8009608" y="3012293"/>
                  </a:lnTo>
                  <a:lnTo>
                    <a:pt x="8008958" y="3012293"/>
                  </a:lnTo>
                  <a:lnTo>
                    <a:pt x="8008308" y="3012293"/>
                  </a:lnTo>
                  <a:lnTo>
                    <a:pt x="8007658" y="3012293"/>
                  </a:lnTo>
                  <a:lnTo>
                    <a:pt x="8007008" y="3012293"/>
                  </a:lnTo>
                  <a:lnTo>
                    <a:pt x="8006358" y="3012293"/>
                  </a:lnTo>
                  <a:lnTo>
                    <a:pt x="8005708" y="3012293"/>
                  </a:lnTo>
                  <a:lnTo>
                    <a:pt x="8005058" y="3012293"/>
                  </a:lnTo>
                  <a:lnTo>
                    <a:pt x="8004408" y="3012293"/>
                  </a:lnTo>
                  <a:lnTo>
                    <a:pt x="8003758" y="3012293"/>
                  </a:lnTo>
                  <a:lnTo>
                    <a:pt x="8003108" y="3012293"/>
                  </a:lnTo>
                  <a:lnTo>
                    <a:pt x="8002458" y="3012293"/>
                  </a:lnTo>
                  <a:lnTo>
                    <a:pt x="8001808" y="3012293"/>
                  </a:lnTo>
                  <a:lnTo>
                    <a:pt x="8001158" y="3012293"/>
                  </a:lnTo>
                  <a:lnTo>
                    <a:pt x="8000509" y="3012293"/>
                  </a:lnTo>
                  <a:lnTo>
                    <a:pt x="7999859" y="3012293"/>
                  </a:lnTo>
                  <a:lnTo>
                    <a:pt x="7999209" y="3012293"/>
                  </a:lnTo>
                  <a:lnTo>
                    <a:pt x="7998559" y="3012293"/>
                  </a:lnTo>
                  <a:lnTo>
                    <a:pt x="7997909" y="3012293"/>
                  </a:lnTo>
                  <a:lnTo>
                    <a:pt x="7997259" y="3012293"/>
                  </a:lnTo>
                  <a:lnTo>
                    <a:pt x="7996609" y="3012293"/>
                  </a:lnTo>
                  <a:lnTo>
                    <a:pt x="7995959" y="3012293"/>
                  </a:lnTo>
                  <a:lnTo>
                    <a:pt x="7995309" y="3012293"/>
                  </a:lnTo>
                  <a:lnTo>
                    <a:pt x="7994659" y="3012293"/>
                  </a:lnTo>
                  <a:lnTo>
                    <a:pt x="7994009" y="3012293"/>
                  </a:lnTo>
                  <a:lnTo>
                    <a:pt x="7993359" y="3012293"/>
                  </a:lnTo>
                  <a:lnTo>
                    <a:pt x="7992709" y="3012293"/>
                  </a:lnTo>
                  <a:lnTo>
                    <a:pt x="7992059" y="3012293"/>
                  </a:lnTo>
                  <a:lnTo>
                    <a:pt x="7991409" y="3012293"/>
                  </a:lnTo>
                  <a:lnTo>
                    <a:pt x="7990760" y="3012293"/>
                  </a:lnTo>
                  <a:lnTo>
                    <a:pt x="7990110" y="3012293"/>
                  </a:lnTo>
                  <a:lnTo>
                    <a:pt x="7989460" y="3012293"/>
                  </a:lnTo>
                  <a:lnTo>
                    <a:pt x="7988810" y="3012293"/>
                  </a:lnTo>
                  <a:lnTo>
                    <a:pt x="7988160" y="3012293"/>
                  </a:lnTo>
                  <a:lnTo>
                    <a:pt x="7987510" y="3012293"/>
                  </a:lnTo>
                  <a:lnTo>
                    <a:pt x="7986860" y="3012293"/>
                  </a:lnTo>
                  <a:lnTo>
                    <a:pt x="7986210" y="3012293"/>
                  </a:lnTo>
                  <a:lnTo>
                    <a:pt x="7985560" y="3012293"/>
                  </a:lnTo>
                  <a:lnTo>
                    <a:pt x="7984910" y="3012293"/>
                  </a:lnTo>
                  <a:lnTo>
                    <a:pt x="7984260" y="3012293"/>
                  </a:lnTo>
                  <a:lnTo>
                    <a:pt x="7983610" y="3012293"/>
                  </a:lnTo>
                  <a:lnTo>
                    <a:pt x="7982960" y="3012293"/>
                  </a:lnTo>
                  <a:lnTo>
                    <a:pt x="7982310" y="3012293"/>
                  </a:lnTo>
                  <a:lnTo>
                    <a:pt x="7981660" y="3012293"/>
                  </a:lnTo>
                  <a:lnTo>
                    <a:pt x="7981010" y="3012293"/>
                  </a:lnTo>
                  <a:lnTo>
                    <a:pt x="7980361" y="3012293"/>
                  </a:lnTo>
                  <a:lnTo>
                    <a:pt x="7979711" y="3012293"/>
                  </a:lnTo>
                  <a:lnTo>
                    <a:pt x="7979061" y="3012293"/>
                  </a:lnTo>
                  <a:lnTo>
                    <a:pt x="7978411" y="3012293"/>
                  </a:lnTo>
                  <a:lnTo>
                    <a:pt x="7977761" y="3012293"/>
                  </a:lnTo>
                  <a:lnTo>
                    <a:pt x="7977111" y="3012293"/>
                  </a:lnTo>
                  <a:lnTo>
                    <a:pt x="7976461" y="3012293"/>
                  </a:lnTo>
                  <a:lnTo>
                    <a:pt x="7975811" y="3012293"/>
                  </a:lnTo>
                  <a:lnTo>
                    <a:pt x="7975161" y="3012293"/>
                  </a:lnTo>
                  <a:lnTo>
                    <a:pt x="7974511" y="3012293"/>
                  </a:lnTo>
                  <a:lnTo>
                    <a:pt x="7973861" y="3012293"/>
                  </a:lnTo>
                  <a:lnTo>
                    <a:pt x="7973211" y="3012293"/>
                  </a:lnTo>
                  <a:lnTo>
                    <a:pt x="7972561" y="3012293"/>
                  </a:lnTo>
                  <a:lnTo>
                    <a:pt x="7971911" y="3012293"/>
                  </a:lnTo>
                  <a:lnTo>
                    <a:pt x="7971261" y="3012293"/>
                  </a:lnTo>
                  <a:lnTo>
                    <a:pt x="7970612" y="3012293"/>
                  </a:lnTo>
                  <a:lnTo>
                    <a:pt x="7969962" y="3012293"/>
                  </a:lnTo>
                  <a:lnTo>
                    <a:pt x="7969312" y="3012293"/>
                  </a:lnTo>
                  <a:lnTo>
                    <a:pt x="7968662" y="3012293"/>
                  </a:lnTo>
                  <a:lnTo>
                    <a:pt x="7968012" y="3012293"/>
                  </a:lnTo>
                  <a:lnTo>
                    <a:pt x="7967362" y="3012293"/>
                  </a:lnTo>
                  <a:lnTo>
                    <a:pt x="7966712" y="3012293"/>
                  </a:lnTo>
                  <a:lnTo>
                    <a:pt x="7966062" y="3012293"/>
                  </a:lnTo>
                  <a:lnTo>
                    <a:pt x="7965412" y="3012293"/>
                  </a:lnTo>
                  <a:lnTo>
                    <a:pt x="7964762" y="3012293"/>
                  </a:lnTo>
                  <a:lnTo>
                    <a:pt x="7964112" y="3012293"/>
                  </a:lnTo>
                  <a:lnTo>
                    <a:pt x="7963462" y="3012293"/>
                  </a:lnTo>
                  <a:lnTo>
                    <a:pt x="7962812" y="3012293"/>
                  </a:lnTo>
                  <a:lnTo>
                    <a:pt x="7962162" y="3012293"/>
                  </a:lnTo>
                  <a:lnTo>
                    <a:pt x="7961512" y="3012293"/>
                  </a:lnTo>
                  <a:lnTo>
                    <a:pt x="7960862" y="3012293"/>
                  </a:lnTo>
                  <a:lnTo>
                    <a:pt x="7960213" y="3012293"/>
                  </a:lnTo>
                  <a:lnTo>
                    <a:pt x="7959563" y="3012293"/>
                  </a:lnTo>
                  <a:lnTo>
                    <a:pt x="7958913" y="3012293"/>
                  </a:lnTo>
                  <a:lnTo>
                    <a:pt x="7958263" y="3012293"/>
                  </a:lnTo>
                  <a:lnTo>
                    <a:pt x="7957613" y="3012293"/>
                  </a:lnTo>
                  <a:lnTo>
                    <a:pt x="7956963" y="3012293"/>
                  </a:lnTo>
                  <a:lnTo>
                    <a:pt x="7956313" y="3012293"/>
                  </a:lnTo>
                  <a:lnTo>
                    <a:pt x="7955663" y="3012293"/>
                  </a:lnTo>
                  <a:lnTo>
                    <a:pt x="7955013" y="3012293"/>
                  </a:lnTo>
                  <a:lnTo>
                    <a:pt x="7954363" y="3012293"/>
                  </a:lnTo>
                  <a:lnTo>
                    <a:pt x="7953713" y="3012293"/>
                  </a:lnTo>
                  <a:lnTo>
                    <a:pt x="7953063" y="3012293"/>
                  </a:lnTo>
                  <a:lnTo>
                    <a:pt x="7952413" y="3012293"/>
                  </a:lnTo>
                  <a:lnTo>
                    <a:pt x="7951763" y="3012293"/>
                  </a:lnTo>
                  <a:lnTo>
                    <a:pt x="7951113" y="3012293"/>
                  </a:lnTo>
                  <a:lnTo>
                    <a:pt x="7950464" y="3012293"/>
                  </a:lnTo>
                  <a:lnTo>
                    <a:pt x="7949814" y="3012293"/>
                  </a:lnTo>
                  <a:lnTo>
                    <a:pt x="7949164" y="3012293"/>
                  </a:lnTo>
                  <a:lnTo>
                    <a:pt x="7948514" y="3012293"/>
                  </a:lnTo>
                  <a:lnTo>
                    <a:pt x="7947864" y="3012293"/>
                  </a:lnTo>
                  <a:lnTo>
                    <a:pt x="7947214" y="3012293"/>
                  </a:lnTo>
                  <a:lnTo>
                    <a:pt x="7946564" y="3012293"/>
                  </a:lnTo>
                  <a:lnTo>
                    <a:pt x="7945914" y="3012293"/>
                  </a:lnTo>
                  <a:lnTo>
                    <a:pt x="7945264" y="3012293"/>
                  </a:lnTo>
                  <a:lnTo>
                    <a:pt x="7944614" y="3012293"/>
                  </a:lnTo>
                  <a:lnTo>
                    <a:pt x="7943964" y="3012293"/>
                  </a:lnTo>
                  <a:lnTo>
                    <a:pt x="7943314" y="3012293"/>
                  </a:lnTo>
                  <a:lnTo>
                    <a:pt x="7942664" y="3012293"/>
                  </a:lnTo>
                  <a:lnTo>
                    <a:pt x="7942014" y="3012293"/>
                  </a:lnTo>
                  <a:lnTo>
                    <a:pt x="7941364" y="3012293"/>
                  </a:lnTo>
                  <a:lnTo>
                    <a:pt x="7940714" y="3012293"/>
                  </a:lnTo>
                  <a:lnTo>
                    <a:pt x="7940065" y="3012293"/>
                  </a:lnTo>
                  <a:lnTo>
                    <a:pt x="7939415" y="3012293"/>
                  </a:lnTo>
                  <a:lnTo>
                    <a:pt x="7938765" y="3012293"/>
                  </a:lnTo>
                  <a:lnTo>
                    <a:pt x="7938115" y="3012293"/>
                  </a:lnTo>
                  <a:lnTo>
                    <a:pt x="7937465" y="3012293"/>
                  </a:lnTo>
                  <a:lnTo>
                    <a:pt x="7936815" y="3012293"/>
                  </a:lnTo>
                  <a:lnTo>
                    <a:pt x="7936165" y="3012293"/>
                  </a:lnTo>
                  <a:lnTo>
                    <a:pt x="7935515" y="3012293"/>
                  </a:lnTo>
                  <a:lnTo>
                    <a:pt x="7934865" y="3012293"/>
                  </a:lnTo>
                  <a:lnTo>
                    <a:pt x="7934215" y="3012293"/>
                  </a:lnTo>
                  <a:lnTo>
                    <a:pt x="7933565" y="3012293"/>
                  </a:lnTo>
                  <a:lnTo>
                    <a:pt x="7932915" y="3012293"/>
                  </a:lnTo>
                  <a:lnTo>
                    <a:pt x="7932265" y="3012293"/>
                  </a:lnTo>
                  <a:lnTo>
                    <a:pt x="7931615" y="3012293"/>
                  </a:lnTo>
                  <a:lnTo>
                    <a:pt x="7930965" y="3012293"/>
                  </a:lnTo>
                  <a:lnTo>
                    <a:pt x="7930316" y="3012293"/>
                  </a:lnTo>
                  <a:lnTo>
                    <a:pt x="7929666" y="3012293"/>
                  </a:lnTo>
                  <a:lnTo>
                    <a:pt x="7929016" y="3012293"/>
                  </a:lnTo>
                  <a:lnTo>
                    <a:pt x="7928366" y="3012293"/>
                  </a:lnTo>
                  <a:lnTo>
                    <a:pt x="7927716" y="3012293"/>
                  </a:lnTo>
                  <a:lnTo>
                    <a:pt x="7927066" y="3012293"/>
                  </a:lnTo>
                  <a:lnTo>
                    <a:pt x="7926416" y="3012293"/>
                  </a:lnTo>
                  <a:lnTo>
                    <a:pt x="7925766" y="3012293"/>
                  </a:lnTo>
                  <a:lnTo>
                    <a:pt x="7925116" y="3012293"/>
                  </a:lnTo>
                  <a:lnTo>
                    <a:pt x="7924466" y="3012293"/>
                  </a:lnTo>
                  <a:lnTo>
                    <a:pt x="7923816" y="3012293"/>
                  </a:lnTo>
                  <a:lnTo>
                    <a:pt x="7923166" y="3012293"/>
                  </a:lnTo>
                  <a:lnTo>
                    <a:pt x="7922516" y="3012293"/>
                  </a:lnTo>
                  <a:lnTo>
                    <a:pt x="7921866" y="3012293"/>
                  </a:lnTo>
                  <a:lnTo>
                    <a:pt x="7921216" y="3012293"/>
                  </a:lnTo>
                  <a:lnTo>
                    <a:pt x="7920567" y="3012293"/>
                  </a:lnTo>
                  <a:lnTo>
                    <a:pt x="7919917" y="3012293"/>
                  </a:lnTo>
                  <a:lnTo>
                    <a:pt x="7919267" y="3012293"/>
                  </a:lnTo>
                  <a:lnTo>
                    <a:pt x="7918617" y="3012293"/>
                  </a:lnTo>
                  <a:lnTo>
                    <a:pt x="7917967" y="3012293"/>
                  </a:lnTo>
                  <a:lnTo>
                    <a:pt x="7917317" y="3012293"/>
                  </a:lnTo>
                  <a:lnTo>
                    <a:pt x="7916667" y="3012293"/>
                  </a:lnTo>
                  <a:lnTo>
                    <a:pt x="7916017" y="3012293"/>
                  </a:lnTo>
                  <a:lnTo>
                    <a:pt x="7915367" y="3012293"/>
                  </a:lnTo>
                  <a:lnTo>
                    <a:pt x="7914717" y="3012293"/>
                  </a:lnTo>
                  <a:lnTo>
                    <a:pt x="7914067" y="3012293"/>
                  </a:lnTo>
                  <a:lnTo>
                    <a:pt x="7913417" y="3012293"/>
                  </a:lnTo>
                  <a:lnTo>
                    <a:pt x="7912767" y="3012293"/>
                  </a:lnTo>
                  <a:lnTo>
                    <a:pt x="7912117" y="3012293"/>
                  </a:lnTo>
                  <a:lnTo>
                    <a:pt x="7911467" y="3012293"/>
                  </a:lnTo>
                  <a:lnTo>
                    <a:pt x="7910817" y="3012293"/>
                  </a:lnTo>
                  <a:lnTo>
                    <a:pt x="7910168" y="3012293"/>
                  </a:lnTo>
                  <a:lnTo>
                    <a:pt x="7909518" y="3012293"/>
                  </a:lnTo>
                  <a:lnTo>
                    <a:pt x="7908868" y="3012293"/>
                  </a:lnTo>
                  <a:lnTo>
                    <a:pt x="7908218" y="3012293"/>
                  </a:lnTo>
                  <a:lnTo>
                    <a:pt x="7907568" y="3012293"/>
                  </a:lnTo>
                  <a:lnTo>
                    <a:pt x="7906918" y="3012293"/>
                  </a:lnTo>
                  <a:lnTo>
                    <a:pt x="7906268" y="3012293"/>
                  </a:lnTo>
                  <a:lnTo>
                    <a:pt x="7905618" y="3012293"/>
                  </a:lnTo>
                  <a:lnTo>
                    <a:pt x="7904968" y="3012293"/>
                  </a:lnTo>
                  <a:lnTo>
                    <a:pt x="7904318" y="3012293"/>
                  </a:lnTo>
                  <a:lnTo>
                    <a:pt x="7903668" y="3012293"/>
                  </a:lnTo>
                  <a:lnTo>
                    <a:pt x="7903018" y="3012293"/>
                  </a:lnTo>
                  <a:lnTo>
                    <a:pt x="7902368" y="3012293"/>
                  </a:lnTo>
                  <a:lnTo>
                    <a:pt x="7901718" y="3012293"/>
                  </a:lnTo>
                  <a:lnTo>
                    <a:pt x="7901068" y="3012293"/>
                  </a:lnTo>
                  <a:lnTo>
                    <a:pt x="7900419" y="3012293"/>
                  </a:lnTo>
                  <a:lnTo>
                    <a:pt x="7899769" y="3012293"/>
                  </a:lnTo>
                  <a:lnTo>
                    <a:pt x="7899119" y="3012293"/>
                  </a:lnTo>
                  <a:lnTo>
                    <a:pt x="7898469" y="3012293"/>
                  </a:lnTo>
                  <a:lnTo>
                    <a:pt x="7897819" y="3012293"/>
                  </a:lnTo>
                  <a:lnTo>
                    <a:pt x="7897169" y="3012293"/>
                  </a:lnTo>
                  <a:lnTo>
                    <a:pt x="7896519" y="3012293"/>
                  </a:lnTo>
                  <a:lnTo>
                    <a:pt x="7895869" y="3012293"/>
                  </a:lnTo>
                  <a:lnTo>
                    <a:pt x="7895219" y="3012293"/>
                  </a:lnTo>
                  <a:lnTo>
                    <a:pt x="7894569" y="3012293"/>
                  </a:lnTo>
                  <a:lnTo>
                    <a:pt x="7893919" y="3012293"/>
                  </a:lnTo>
                  <a:lnTo>
                    <a:pt x="7893269" y="3012293"/>
                  </a:lnTo>
                  <a:lnTo>
                    <a:pt x="7892619" y="3012293"/>
                  </a:lnTo>
                  <a:lnTo>
                    <a:pt x="7891969" y="3012293"/>
                  </a:lnTo>
                  <a:lnTo>
                    <a:pt x="7891319" y="3012293"/>
                  </a:lnTo>
                  <a:lnTo>
                    <a:pt x="7890669" y="3012293"/>
                  </a:lnTo>
                  <a:lnTo>
                    <a:pt x="7890020" y="3012293"/>
                  </a:lnTo>
                  <a:lnTo>
                    <a:pt x="7889370" y="3012293"/>
                  </a:lnTo>
                  <a:lnTo>
                    <a:pt x="7888720" y="3012293"/>
                  </a:lnTo>
                  <a:lnTo>
                    <a:pt x="7888070" y="3012293"/>
                  </a:lnTo>
                  <a:lnTo>
                    <a:pt x="7887420" y="3012293"/>
                  </a:lnTo>
                  <a:lnTo>
                    <a:pt x="7886770" y="3012293"/>
                  </a:lnTo>
                  <a:lnTo>
                    <a:pt x="7886120" y="3012293"/>
                  </a:lnTo>
                  <a:lnTo>
                    <a:pt x="7885470" y="3012293"/>
                  </a:lnTo>
                  <a:lnTo>
                    <a:pt x="7884820" y="3012293"/>
                  </a:lnTo>
                  <a:lnTo>
                    <a:pt x="7884170" y="3012293"/>
                  </a:lnTo>
                  <a:lnTo>
                    <a:pt x="7883520" y="3012293"/>
                  </a:lnTo>
                  <a:lnTo>
                    <a:pt x="7882870" y="3012293"/>
                  </a:lnTo>
                  <a:lnTo>
                    <a:pt x="7882220" y="3012293"/>
                  </a:lnTo>
                  <a:lnTo>
                    <a:pt x="7881570" y="3012293"/>
                  </a:lnTo>
                  <a:lnTo>
                    <a:pt x="7880920" y="3012293"/>
                  </a:lnTo>
                  <a:lnTo>
                    <a:pt x="7880271" y="3012293"/>
                  </a:lnTo>
                  <a:lnTo>
                    <a:pt x="7879621" y="3012293"/>
                  </a:lnTo>
                  <a:lnTo>
                    <a:pt x="7878971" y="3012293"/>
                  </a:lnTo>
                  <a:lnTo>
                    <a:pt x="7878321" y="3012293"/>
                  </a:lnTo>
                  <a:lnTo>
                    <a:pt x="7877671" y="3012293"/>
                  </a:lnTo>
                  <a:lnTo>
                    <a:pt x="7877021" y="3012293"/>
                  </a:lnTo>
                  <a:lnTo>
                    <a:pt x="7876371" y="3012293"/>
                  </a:lnTo>
                  <a:lnTo>
                    <a:pt x="7875721" y="3012293"/>
                  </a:lnTo>
                  <a:lnTo>
                    <a:pt x="7875071" y="3012293"/>
                  </a:lnTo>
                  <a:lnTo>
                    <a:pt x="7874421" y="3012293"/>
                  </a:lnTo>
                  <a:lnTo>
                    <a:pt x="7873771" y="3012293"/>
                  </a:lnTo>
                  <a:lnTo>
                    <a:pt x="7873121" y="3012293"/>
                  </a:lnTo>
                  <a:lnTo>
                    <a:pt x="7872471" y="3012293"/>
                  </a:lnTo>
                  <a:lnTo>
                    <a:pt x="7871821" y="3012293"/>
                  </a:lnTo>
                  <a:lnTo>
                    <a:pt x="7871171" y="3012293"/>
                  </a:lnTo>
                  <a:lnTo>
                    <a:pt x="7870521" y="3012293"/>
                  </a:lnTo>
                  <a:lnTo>
                    <a:pt x="7869872" y="3012293"/>
                  </a:lnTo>
                  <a:lnTo>
                    <a:pt x="7869222" y="3012293"/>
                  </a:lnTo>
                  <a:lnTo>
                    <a:pt x="7868572" y="3012293"/>
                  </a:lnTo>
                  <a:lnTo>
                    <a:pt x="7867922" y="3012293"/>
                  </a:lnTo>
                  <a:lnTo>
                    <a:pt x="7867272" y="3012293"/>
                  </a:lnTo>
                  <a:lnTo>
                    <a:pt x="7866622" y="3012293"/>
                  </a:lnTo>
                  <a:lnTo>
                    <a:pt x="7865972" y="3012293"/>
                  </a:lnTo>
                  <a:lnTo>
                    <a:pt x="7865322" y="3012293"/>
                  </a:lnTo>
                  <a:lnTo>
                    <a:pt x="7864672" y="3012293"/>
                  </a:lnTo>
                  <a:lnTo>
                    <a:pt x="7864022" y="3012293"/>
                  </a:lnTo>
                  <a:lnTo>
                    <a:pt x="7863372" y="3012293"/>
                  </a:lnTo>
                  <a:lnTo>
                    <a:pt x="7862722" y="3012293"/>
                  </a:lnTo>
                  <a:lnTo>
                    <a:pt x="7862072" y="3012293"/>
                  </a:lnTo>
                  <a:lnTo>
                    <a:pt x="7861422" y="3012293"/>
                  </a:lnTo>
                  <a:lnTo>
                    <a:pt x="7860772" y="3012293"/>
                  </a:lnTo>
                  <a:lnTo>
                    <a:pt x="7860123" y="3012293"/>
                  </a:lnTo>
                  <a:lnTo>
                    <a:pt x="7859473" y="3012293"/>
                  </a:lnTo>
                  <a:lnTo>
                    <a:pt x="7858823" y="3012293"/>
                  </a:lnTo>
                  <a:lnTo>
                    <a:pt x="7858173" y="3012293"/>
                  </a:lnTo>
                  <a:lnTo>
                    <a:pt x="7857523" y="3012293"/>
                  </a:lnTo>
                  <a:lnTo>
                    <a:pt x="7856873" y="3012293"/>
                  </a:lnTo>
                  <a:lnTo>
                    <a:pt x="7856223" y="3012293"/>
                  </a:lnTo>
                  <a:lnTo>
                    <a:pt x="7855573" y="3012293"/>
                  </a:lnTo>
                  <a:lnTo>
                    <a:pt x="7854923" y="3012293"/>
                  </a:lnTo>
                  <a:lnTo>
                    <a:pt x="7854273" y="3012293"/>
                  </a:lnTo>
                  <a:lnTo>
                    <a:pt x="7853623" y="3012293"/>
                  </a:lnTo>
                  <a:lnTo>
                    <a:pt x="7852973" y="3012293"/>
                  </a:lnTo>
                  <a:lnTo>
                    <a:pt x="7852323" y="3012293"/>
                  </a:lnTo>
                  <a:lnTo>
                    <a:pt x="7851673" y="3012293"/>
                  </a:lnTo>
                  <a:lnTo>
                    <a:pt x="7851023" y="3012293"/>
                  </a:lnTo>
                  <a:lnTo>
                    <a:pt x="7850373" y="3012293"/>
                  </a:lnTo>
                  <a:lnTo>
                    <a:pt x="7849724" y="3012293"/>
                  </a:lnTo>
                  <a:lnTo>
                    <a:pt x="7849074" y="3012293"/>
                  </a:lnTo>
                  <a:lnTo>
                    <a:pt x="7848424" y="3012293"/>
                  </a:lnTo>
                  <a:lnTo>
                    <a:pt x="7847774" y="3012293"/>
                  </a:lnTo>
                  <a:lnTo>
                    <a:pt x="7847124" y="3012293"/>
                  </a:lnTo>
                  <a:lnTo>
                    <a:pt x="7846474" y="3012293"/>
                  </a:lnTo>
                  <a:lnTo>
                    <a:pt x="7845824" y="3012293"/>
                  </a:lnTo>
                  <a:lnTo>
                    <a:pt x="7845174" y="3012293"/>
                  </a:lnTo>
                  <a:lnTo>
                    <a:pt x="7844524" y="3012293"/>
                  </a:lnTo>
                  <a:lnTo>
                    <a:pt x="7843874" y="3012293"/>
                  </a:lnTo>
                  <a:lnTo>
                    <a:pt x="7843224" y="3012293"/>
                  </a:lnTo>
                  <a:lnTo>
                    <a:pt x="7842574" y="3012293"/>
                  </a:lnTo>
                  <a:lnTo>
                    <a:pt x="7841924" y="3012293"/>
                  </a:lnTo>
                  <a:lnTo>
                    <a:pt x="7841274" y="3012293"/>
                  </a:lnTo>
                  <a:lnTo>
                    <a:pt x="7840624" y="3012293"/>
                  </a:lnTo>
                  <a:lnTo>
                    <a:pt x="7839975" y="3012293"/>
                  </a:lnTo>
                  <a:lnTo>
                    <a:pt x="7839325" y="3012293"/>
                  </a:lnTo>
                  <a:lnTo>
                    <a:pt x="7838675" y="3012293"/>
                  </a:lnTo>
                  <a:lnTo>
                    <a:pt x="7838025" y="3012293"/>
                  </a:lnTo>
                  <a:lnTo>
                    <a:pt x="7837375" y="3012293"/>
                  </a:lnTo>
                  <a:lnTo>
                    <a:pt x="7836725" y="3012293"/>
                  </a:lnTo>
                  <a:lnTo>
                    <a:pt x="7836075" y="3012293"/>
                  </a:lnTo>
                  <a:lnTo>
                    <a:pt x="7835425" y="3012293"/>
                  </a:lnTo>
                  <a:lnTo>
                    <a:pt x="7834775" y="3012293"/>
                  </a:lnTo>
                  <a:lnTo>
                    <a:pt x="7834125" y="3012293"/>
                  </a:lnTo>
                  <a:lnTo>
                    <a:pt x="7833475" y="3012293"/>
                  </a:lnTo>
                  <a:lnTo>
                    <a:pt x="7832825" y="3012293"/>
                  </a:lnTo>
                  <a:lnTo>
                    <a:pt x="7832175" y="3012293"/>
                  </a:lnTo>
                  <a:lnTo>
                    <a:pt x="7831525" y="3012293"/>
                  </a:lnTo>
                  <a:lnTo>
                    <a:pt x="7830875" y="3012293"/>
                  </a:lnTo>
                  <a:lnTo>
                    <a:pt x="7830225" y="3012293"/>
                  </a:lnTo>
                  <a:lnTo>
                    <a:pt x="7829576" y="3012293"/>
                  </a:lnTo>
                  <a:lnTo>
                    <a:pt x="7828926" y="3012293"/>
                  </a:lnTo>
                  <a:lnTo>
                    <a:pt x="7828276" y="3012293"/>
                  </a:lnTo>
                  <a:lnTo>
                    <a:pt x="7827626" y="3012293"/>
                  </a:lnTo>
                  <a:lnTo>
                    <a:pt x="7826976" y="3012293"/>
                  </a:lnTo>
                  <a:lnTo>
                    <a:pt x="7826326" y="3012293"/>
                  </a:lnTo>
                  <a:lnTo>
                    <a:pt x="7825676" y="3012293"/>
                  </a:lnTo>
                  <a:lnTo>
                    <a:pt x="7825026" y="3012293"/>
                  </a:lnTo>
                  <a:lnTo>
                    <a:pt x="7824376" y="3012293"/>
                  </a:lnTo>
                  <a:lnTo>
                    <a:pt x="7823726" y="3012293"/>
                  </a:lnTo>
                  <a:lnTo>
                    <a:pt x="7823076" y="3012293"/>
                  </a:lnTo>
                  <a:lnTo>
                    <a:pt x="7822426" y="3012293"/>
                  </a:lnTo>
                  <a:lnTo>
                    <a:pt x="7821776" y="3012293"/>
                  </a:lnTo>
                  <a:lnTo>
                    <a:pt x="7821126" y="3012293"/>
                  </a:lnTo>
                  <a:lnTo>
                    <a:pt x="7820476" y="3012293"/>
                  </a:lnTo>
                  <a:lnTo>
                    <a:pt x="7819827" y="3012293"/>
                  </a:lnTo>
                  <a:lnTo>
                    <a:pt x="7819177" y="3012293"/>
                  </a:lnTo>
                  <a:lnTo>
                    <a:pt x="7818527" y="3012293"/>
                  </a:lnTo>
                  <a:lnTo>
                    <a:pt x="7817877" y="3012293"/>
                  </a:lnTo>
                  <a:lnTo>
                    <a:pt x="7817227" y="3012293"/>
                  </a:lnTo>
                  <a:lnTo>
                    <a:pt x="7816577" y="3012293"/>
                  </a:lnTo>
                  <a:lnTo>
                    <a:pt x="7815927" y="3012293"/>
                  </a:lnTo>
                  <a:lnTo>
                    <a:pt x="7815277" y="3012293"/>
                  </a:lnTo>
                  <a:lnTo>
                    <a:pt x="7814627" y="3012293"/>
                  </a:lnTo>
                  <a:lnTo>
                    <a:pt x="7813977" y="3012293"/>
                  </a:lnTo>
                  <a:lnTo>
                    <a:pt x="7813327" y="3012293"/>
                  </a:lnTo>
                  <a:lnTo>
                    <a:pt x="7812677" y="3012293"/>
                  </a:lnTo>
                  <a:lnTo>
                    <a:pt x="7812027" y="3012293"/>
                  </a:lnTo>
                  <a:lnTo>
                    <a:pt x="7811377" y="3012293"/>
                  </a:lnTo>
                  <a:lnTo>
                    <a:pt x="7810727" y="3012293"/>
                  </a:lnTo>
                  <a:lnTo>
                    <a:pt x="7810077" y="3012293"/>
                  </a:lnTo>
                  <a:lnTo>
                    <a:pt x="7809428" y="3012293"/>
                  </a:lnTo>
                  <a:lnTo>
                    <a:pt x="7808778" y="3012293"/>
                  </a:lnTo>
                  <a:lnTo>
                    <a:pt x="7808128" y="3012293"/>
                  </a:lnTo>
                  <a:lnTo>
                    <a:pt x="7807478" y="3012293"/>
                  </a:lnTo>
                  <a:lnTo>
                    <a:pt x="7806828" y="3012293"/>
                  </a:lnTo>
                  <a:lnTo>
                    <a:pt x="7806178" y="3012293"/>
                  </a:lnTo>
                  <a:lnTo>
                    <a:pt x="7805528" y="3012293"/>
                  </a:lnTo>
                  <a:lnTo>
                    <a:pt x="7804878" y="3012293"/>
                  </a:lnTo>
                  <a:lnTo>
                    <a:pt x="7804228" y="3012293"/>
                  </a:lnTo>
                  <a:lnTo>
                    <a:pt x="7803578" y="3012293"/>
                  </a:lnTo>
                  <a:lnTo>
                    <a:pt x="7802928" y="3012293"/>
                  </a:lnTo>
                  <a:lnTo>
                    <a:pt x="7802278" y="3012293"/>
                  </a:lnTo>
                  <a:lnTo>
                    <a:pt x="7801628" y="3012293"/>
                  </a:lnTo>
                  <a:lnTo>
                    <a:pt x="7800978" y="3012293"/>
                  </a:lnTo>
                  <a:lnTo>
                    <a:pt x="7800328" y="3012293"/>
                  </a:lnTo>
                  <a:lnTo>
                    <a:pt x="7799679" y="3012293"/>
                  </a:lnTo>
                  <a:lnTo>
                    <a:pt x="7799029" y="3012293"/>
                  </a:lnTo>
                  <a:lnTo>
                    <a:pt x="7798379" y="3012293"/>
                  </a:lnTo>
                  <a:lnTo>
                    <a:pt x="7797729" y="3012293"/>
                  </a:lnTo>
                  <a:lnTo>
                    <a:pt x="7797079" y="3012293"/>
                  </a:lnTo>
                  <a:lnTo>
                    <a:pt x="7796429" y="3012293"/>
                  </a:lnTo>
                  <a:lnTo>
                    <a:pt x="7795779" y="3012293"/>
                  </a:lnTo>
                  <a:lnTo>
                    <a:pt x="7795129" y="3012293"/>
                  </a:lnTo>
                  <a:lnTo>
                    <a:pt x="7794479" y="3012293"/>
                  </a:lnTo>
                  <a:lnTo>
                    <a:pt x="7793829" y="3012293"/>
                  </a:lnTo>
                  <a:lnTo>
                    <a:pt x="7793179" y="3012293"/>
                  </a:lnTo>
                  <a:lnTo>
                    <a:pt x="7792529" y="3012293"/>
                  </a:lnTo>
                  <a:lnTo>
                    <a:pt x="7791879" y="3012293"/>
                  </a:lnTo>
                  <a:lnTo>
                    <a:pt x="7791229" y="3012293"/>
                  </a:lnTo>
                  <a:lnTo>
                    <a:pt x="7790579" y="3012293"/>
                  </a:lnTo>
                  <a:lnTo>
                    <a:pt x="7789929" y="3012293"/>
                  </a:lnTo>
                  <a:lnTo>
                    <a:pt x="7789280" y="3012293"/>
                  </a:lnTo>
                  <a:lnTo>
                    <a:pt x="7788630" y="3012293"/>
                  </a:lnTo>
                  <a:lnTo>
                    <a:pt x="7787980" y="3012293"/>
                  </a:lnTo>
                  <a:lnTo>
                    <a:pt x="7787330" y="3012293"/>
                  </a:lnTo>
                  <a:lnTo>
                    <a:pt x="7786680" y="3012293"/>
                  </a:lnTo>
                  <a:lnTo>
                    <a:pt x="7786030" y="3012293"/>
                  </a:lnTo>
                  <a:lnTo>
                    <a:pt x="7785380" y="3012293"/>
                  </a:lnTo>
                  <a:lnTo>
                    <a:pt x="7784730" y="3012293"/>
                  </a:lnTo>
                  <a:lnTo>
                    <a:pt x="7784080" y="3012293"/>
                  </a:lnTo>
                  <a:lnTo>
                    <a:pt x="7783430" y="3012293"/>
                  </a:lnTo>
                  <a:lnTo>
                    <a:pt x="7782780" y="3012293"/>
                  </a:lnTo>
                  <a:lnTo>
                    <a:pt x="7782130" y="3012293"/>
                  </a:lnTo>
                  <a:lnTo>
                    <a:pt x="7781480" y="3012293"/>
                  </a:lnTo>
                  <a:lnTo>
                    <a:pt x="7780830" y="3012293"/>
                  </a:lnTo>
                  <a:lnTo>
                    <a:pt x="7780180" y="3012293"/>
                  </a:lnTo>
                  <a:lnTo>
                    <a:pt x="7779531" y="3012293"/>
                  </a:lnTo>
                  <a:lnTo>
                    <a:pt x="7778881" y="3012293"/>
                  </a:lnTo>
                  <a:lnTo>
                    <a:pt x="7778231" y="3012293"/>
                  </a:lnTo>
                  <a:lnTo>
                    <a:pt x="7777581" y="3012293"/>
                  </a:lnTo>
                  <a:lnTo>
                    <a:pt x="7776931" y="3012293"/>
                  </a:lnTo>
                  <a:lnTo>
                    <a:pt x="7776281" y="3012293"/>
                  </a:lnTo>
                  <a:lnTo>
                    <a:pt x="7775631" y="3012293"/>
                  </a:lnTo>
                  <a:lnTo>
                    <a:pt x="7774981" y="3012293"/>
                  </a:lnTo>
                  <a:lnTo>
                    <a:pt x="7774331" y="3012293"/>
                  </a:lnTo>
                  <a:lnTo>
                    <a:pt x="7773681" y="3012293"/>
                  </a:lnTo>
                  <a:lnTo>
                    <a:pt x="7773031" y="3012293"/>
                  </a:lnTo>
                  <a:lnTo>
                    <a:pt x="7772381" y="3012293"/>
                  </a:lnTo>
                  <a:lnTo>
                    <a:pt x="7771731" y="3012293"/>
                  </a:lnTo>
                  <a:lnTo>
                    <a:pt x="7771081" y="3012293"/>
                  </a:lnTo>
                  <a:lnTo>
                    <a:pt x="7770431" y="3012293"/>
                  </a:lnTo>
                  <a:lnTo>
                    <a:pt x="7769782" y="3012293"/>
                  </a:lnTo>
                  <a:lnTo>
                    <a:pt x="7769132" y="3012293"/>
                  </a:lnTo>
                  <a:lnTo>
                    <a:pt x="7768482" y="3012293"/>
                  </a:lnTo>
                  <a:lnTo>
                    <a:pt x="7767832" y="3012293"/>
                  </a:lnTo>
                  <a:lnTo>
                    <a:pt x="7767182" y="3012293"/>
                  </a:lnTo>
                  <a:lnTo>
                    <a:pt x="7766532" y="3012293"/>
                  </a:lnTo>
                  <a:lnTo>
                    <a:pt x="7765882" y="3012293"/>
                  </a:lnTo>
                  <a:lnTo>
                    <a:pt x="7765232" y="3012293"/>
                  </a:lnTo>
                  <a:lnTo>
                    <a:pt x="7764582" y="3012293"/>
                  </a:lnTo>
                  <a:lnTo>
                    <a:pt x="7763932" y="3012293"/>
                  </a:lnTo>
                  <a:lnTo>
                    <a:pt x="7763282" y="3012293"/>
                  </a:lnTo>
                  <a:lnTo>
                    <a:pt x="7762632" y="3012293"/>
                  </a:lnTo>
                  <a:lnTo>
                    <a:pt x="7761982" y="3012293"/>
                  </a:lnTo>
                  <a:lnTo>
                    <a:pt x="7761332" y="3012293"/>
                  </a:lnTo>
                  <a:lnTo>
                    <a:pt x="7760682" y="3012293"/>
                  </a:lnTo>
                  <a:lnTo>
                    <a:pt x="7760032" y="3012293"/>
                  </a:lnTo>
                  <a:lnTo>
                    <a:pt x="7759383" y="3012293"/>
                  </a:lnTo>
                  <a:lnTo>
                    <a:pt x="7758733" y="3012293"/>
                  </a:lnTo>
                  <a:lnTo>
                    <a:pt x="7758083" y="3012293"/>
                  </a:lnTo>
                  <a:lnTo>
                    <a:pt x="7757433" y="3012293"/>
                  </a:lnTo>
                  <a:lnTo>
                    <a:pt x="7756783" y="3012293"/>
                  </a:lnTo>
                  <a:lnTo>
                    <a:pt x="7756133" y="3012293"/>
                  </a:lnTo>
                  <a:lnTo>
                    <a:pt x="7755483" y="3012293"/>
                  </a:lnTo>
                  <a:lnTo>
                    <a:pt x="7754833" y="3012293"/>
                  </a:lnTo>
                  <a:lnTo>
                    <a:pt x="7754183" y="3012293"/>
                  </a:lnTo>
                  <a:lnTo>
                    <a:pt x="7753533" y="3012293"/>
                  </a:lnTo>
                  <a:lnTo>
                    <a:pt x="7752883" y="3012293"/>
                  </a:lnTo>
                  <a:lnTo>
                    <a:pt x="7752233" y="3012293"/>
                  </a:lnTo>
                  <a:lnTo>
                    <a:pt x="7751583" y="3012293"/>
                  </a:lnTo>
                  <a:lnTo>
                    <a:pt x="7750933" y="3012293"/>
                  </a:lnTo>
                  <a:lnTo>
                    <a:pt x="7750283" y="3012293"/>
                  </a:lnTo>
                  <a:lnTo>
                    <a:pt x="7749634" y="3012293"/>
                  </a:lnTo>
                  <a:lnTo>
                    <a:pt x="7748984" y="3012293"/>
                  </a:lnTo>
                  <a:lnTo>
                    <a:pt x="7748334" y="3012293"/>
                  </a:lnTo>
                  <a:lnTo>
                    <a:pt x="7747684" y="3012293"/>
                  </a:lnTo>
                  <a:lnTo>
                    <a:pt x="7747034" y="3012293"/>
                  </a:lnTo>
                  <a:lnTo>
                    <a:pt x="7746384" y="3012293"/>
                  </a:lnTo>
                  <a:lnTo>
                    <a:pt x="7745734" y="3012293"/>
                  </a:lnTo>
                  <a:lnTo>
                    <a:pt x="7745084" y="3012293"/>
                  </a:lnTo>
                  <a:lnTo>
                    <a:pt x="7744434" y="3012293"/>
                  </a:lnTo>
                  <a:lnTo>
                    <a:pt x="7743784" y="3012293"/>
                  </a:lnTo>
                  <a:lnTo>
                    <a:pt x="7743134" y="3012293"/>
                  </a:lnTo>
                  <a:lnTo>
                    <a:pt x="7742484" y="3012293"/>
                  </a:lnTo>
                  <a:lnTo>
                    <a:pt x="7741834" y="3012293"/>
                  </a:lnTo>
                  <a:lnTo>
                    <a:pt x="7741184" y="3012293"/>
                  </a:lnTo>
                  <a:lnTo>
                    <a:pt x="7740534" y="3012293"/>
                  </a:lnTo>
                  <a:lnTo>
                    <a:pt x="7739884" y="3012293"/>
                  </a:lnTo>
                  <a:lnTo>
                    <a:pt x="7739235" y="3012293"/>
                  </a:lnTo>
                  <a:lnTo>
                    <a:pt x="7738585" y="3012293"/>
                  </a:lnTo>
                  <a:lnTo>
                    <a:pt x="7737935" y="3012293"/>
                  </a:lnTo>
                  <a:lnTo>
                    <a:pt x="7737285" y="3012293"/>
                  </a:lnTo>
                  <a:lnTo>
                    <a:pt x="7736635" y="3012293"/>
                  </a:lnTo>
                  <a:lnTo>
                    <a:pt x="7735985" y="3012293"/>
                  </a:lnTo>
                  <a:lnTo>
                    <a:pt x="7735335" y="3012293"/>
                  </a:lnTo>
                  <a:lnTo>
                    <a:pt x="7734685" y="3012293"/>
                  </a:lnTo>
                  <a:lnTo>
                    <a:pt x="7734035" y="3012293"/>
                  </a:lnTo>
                  <a:lnTo>
                    <a:pt x="7733385" y="3012293"/>
                  </a:lnTo>
                  <a:lnTo>
                    <a:pt x="7732735" y="3012293"/>
                  </a:lnTo>
                  <a:lnTo>
                    <a:pt x="7732085" y="3012293"/>
                  </a:lnTo>
                  <a:lnTo>
                    <a:pt x="7731435" y="3012293"/>
                  </a:lnTo>
                  <a:lnTo>
                    <a:pt x="7730785" y="3012293"/>
                  </a:lnTo>
                  <a:lnTo>
                    <a:pt x="7730135" y="3012293"/>
                  </a:lnTo>
                  <a:lnTo>
                    <a:pt x="7729486" y="3012293"/>
                  </a:lnTo>
                  <a:lnTo>
                    <a:pt x="7728836" y="3012293"/>
                  </a:lnTo>
                  <a:lnTo>
                    <a:pt x="7728186" y="3012293"/>
                  </a:lnTo>
                  <a:lnTo>
                    <a:pt x="7727536" y="3012293"/>
                  </a:lnTo>
                  <a:lnTo>
                    <a:pt x="7726886" y="3012293"/>
                  </a:lnTo>
                  <a:lnTo>
                    <a:pt x="7726236" y="3012293"/>
                  </a:lnTo>
                  <a:lnTo>
                    <a:pt x="7725586" y="3012293"/>
                  </a:lnTo>
                  <a:lnTo>
                    <a:pt x="7724936" y="3012293"/>
                  </a:lnTo>
                  <a:lnTo>
                    <a:pt x="7724286" y="3012293"/>
                  </a:lnTo>
                  <a:lnTo>
                    <a:pt x="7723636" y="3012293"/>
                  </a:lnTo>
                  <a:lnTo>
                    <a:pt x="7722986" y="3012293"/>
                  </a:lnTo>
                  <a:lnTo>
                    <a:pt x="7722336" y="3012293"/>
                  </a:lnTo>
                  <a:lnTo>
                    <a:pt x="7721686" y="3012293"/>
                  </a:lnTo>
                  <a:lnTo>
                    <a:pt x="7721036" y="3012293"/>
                  </a:lnTo>
                  <a:lnTo>
                    <a:pt x="7720386" y="3012293"/>
                  </a:lnTo>
                  <a:lnTo>
                    <a:pt x="7719736" y="3012293"/>
                  </a:lnTo>
                  <a:lnTo>
                    <a:pt x="7719087" y="3012293"/>
                  </a:lnTo>
                  <a:lnTo>
                    <a:pt x="7718437" y="3012293"/>
                  </a:lnTo>
                  <a:lnTo>
                    <a:pt x="7717787" y="3012293"/>
                  </a:lnTo>
                  <a:lnTo>
                    <a:pt x="7717137" y="3012293"/>
                  </a:lnTo>
                  <a:lnTo>
                    <a:pt x="7716487" y="3012293"/>
                  </a:lnTo>
                  <a:lnTo>
                    <a:pt x="7715837" y="3012293"/>
                  </a:lnTo>
                  <a:lnTo>
                    <a:pt x="7715187" y="3012293"/>
                  </a:lnTo>
                  <a:lnTo>
                    <a:pt x="7714537" y="3012293"/>
                  </a:lnTo>
                  <a:lnTo>
                    <a:pt x="7713887" y="3012293"/>
                  </a:lnTo>
                  <a:lnTo>
                    <a:pt x="7713237" y="3012293"/>
                  </a:lnTo>
                  <a:lnTo>
                    <a:pt x="7712587" y="3012293"/>
                  </a:lnTo>
                  <a:lnTo>
                    <a:pt x="7711937" y="3012293"/>
                  </a:lnTo>
                  <a:lnTo>
                    <a:pt x="7711287" y="3012293"/>
                  </a:lnTo>
                  <a:lnTo>
                    <a:pt x="7710637" y="3012293"/>
                  </a:lnTo>
                  <a:lnTo>
                    <a:pt x="7709987" y="3012293"/>
                  </a:lnTo>
                  <a:lnTo>
                    <a:pt x="7709338" y="3012293"/>
                  </a:lnTo>
                  <a:lnTo>
                    <a:pt x="7708688" y="3012293"/>
                  </a:lnTo>
                  <a:lnTo>
                    <a:pt x="7708038" y="3012293"/>
                  </a:lnTo>
                  <a:lnTo>
                    <a:pt x="7707388" y="3012293"/>
                  </a:lnTo>
                  <a:lnTo>
                    <a:pt x="7706738" y="3012293"/>
                  </a:lnTo>
                  <a:lnTo>
                    <a:pt x="7706088" y="3012293"/>
                  </a:lnTo>
                  <a:lnTo>
                    <a:pt x="7705438" y="3012293"/>
                  </a:lnTo>
                  <a:lnTo>
                    <a:pt x="7704788" y="3012293"/>
                  </a:lnTo>
                  <a:lnTo>
                    <a:pt x="7704138" y="3012293"/>
                  </a:lnTo>
                  <a:lnTo>
                    <a:pt x="7703488" y="3012293"/>
                  </a:lnTo>
                  <a:lnTo>
                    <a:pt x="7702838" y="3012293"/>
                  </a:lnTo>
                  <a:lnTo>
                    <a:pt x="7702188" y="3012293"/>
                  </a:lnTo>
                  <a:lnTo>
                    <a:pt x="7701538" y="3012293"/>
                  </a:lnTo>
                  <a:lnTo>
                    <a:pt x="7700888" y="3012293"/>
                  </a:lnTo>
                  <a:lnTo>
                    <a:pt x="7700238" y="3012293"/>
                  </a:lnTo>
                  <a:lnTo>
                    <a:pt x="7699588" y="3012293"/>
                  </a:lnTo>
                  <a:lnTo>
                    <a:pt x="7698939" y="3012293"/>
                  </a:lnTo>
                  <a:lnTo>
                    <a:pt x="7698289" y="3012293"/>
                  </a:lnTo>
                  <a:lnTo>
                    <a:pt x="7697639" y="3012293"/>
                  </a:lnTo>
                  <a:lnTo>
                    <a:pt x="7696989" y="3012293"/>
                  </a:lnTo>
                  <a:lnTo>
                    <a:pt x="7696339" y="3012293"/>
                  </a:lnTo>
                  <a:lnTo>
                    <a:pt x="7695689" y="3012293"/>
                  </a:lnTo>
                  <a:lnTo>
                    <a:pt x="7695039" y="3012293"/>
                  </a:lnTo>
                  <a:lnTo>
                    <a:pt x="7694389" y="3012293"/>
                  </a:lnTo>
                  <a:lnTo>
                    <a:pt x="7693739" y="3012293"/>
                  </a:lnTo>
                  <a:lnTo>
                    <a:pt x="7693089" y="3012293"/>
                  </a:lnTo>
                  <a:lnTo>
                    <a:pt x="7692439" y="3012293"/>
                  </a:lnTo>
                  <a:lnTo>
                    <a:pt x="7691789" y="3012293"/>
                  </a:lnTo>
                  <a:lnTo>
                    <a:pt x="7691139" y="3012293"/>
                  </a:lnTo>
                  <a:lnTo>
                    <a:pt x="7690489" y="3012293"/>
                  </a:lnTo>
                  <a:lnTo>
                    <a:pt x="7689839" y="3012293"/>
                  </a:lnTo>
                  <a:lnTo>
                    <a:pt x="7689190" y="3012293"/>
                  </a:lnTo>
                  <a:lnTo>
                    <a:pt x="7688540" y="3012293"/>
                  </a:lnTo>
                  <a:lnTo>
                    <a:pt x="7687890" y="3012293"/>
                  </a:lnTo>
                  <a:lnTo>
                    <a:pt x="7687240" y="3012293"/>
                  </a:lnTo>
                  <a:lnTo>
                    <a:pt x="7686590" y="3012293"/>
                  </a:lnTo>
                  <a:lnTo>
                    <a:pt x="7685940" y="3012293"/>
                  </a:lnTo>
                  <a:lnTo>
                    <a:pt x="7685290" y="3012293"/>
                  </a:lnTo>
                  <a:lnTo>
                    <a:pt x="7684640" y="3012293"/>
                  </a:lnTo>
                  <a:lnTo>
                    <a:pt x="7683990" y="3012293"/>
                  </a:lnTo>
                  <a:lnTo>
                    <a:pt x="7683340" y="3012293"/>
                  </a:lnTo>
                  <a:lnTo>
                    <a:pt x="7682690" y="3012293"/>
                  </a:lnTo>
                  <a:lnTo>
                    <a:pt x="7682040" y="3012293"/>
                  </a:lnTo>
                  <a:lnTo>
                    <a:pt x="7681390" y="3012293"/>
                  </a:lnTo>
                  <a:lnTo>
                    <a:pt x="7680740" y="3012293"/>
                  </a:lnTo>
                  <a:lnTo>
                    <a:pt x="7680090" y="3012293"/>
                  </a:lnTo>
                  <a:lnTo>
                    <a:pt x="7679440" y="3012293"/>
                  </a:lnTo>
                  <a:lnTo>
                    <a:pt x="7678791" y="3012293"/>
                  </a:lnTo>
                  <a:lnTo>
                    <a:pt x="7678141" y="3012293"/>
                  </a:lnTo>
                  <a:lnTo>
                    <a:pt x="7677491" y="3012293"/>
                  </a:lnTo>
                  <a:lnTo>
                    <a:pt x="7676841" y="3012293"/>
                  </a:lnTo>
                  <a:lnTo>
                    <a:pt x="7676191" y="3012293"/>
                  </a:lnTo>
                  <a:lnTo>
                    <a:pt x="7675541" y="3012293"/>
                  </a:lnTo>
                  <a:lnTo>
                    <a:pt x="7674891" y="3012293"/>
                  </a:lnTo>
                  <a:lnTo>
                    <a:pt x="7674241" y="3012293"/>
                  </a:lnTo>
                  <a:lnTo>
                    <a:pt x="7673591" y="3012293"/>
                  </a:lnTo>
                  <a:lnTo>
                    <a:pt x="7672941" y="3012293"/>
                  </a:lnTo>
                  <a:lnTo>
                    <a:pt x="7672291" y="3012293"/>
                  </a:lnTo>
                  <a:lnTo>
                    <a:pt x="7671641" y="3012293"/>
                  </a:lnTo>
                  <a:lnTo>
                    <a:pt x="7670991" y="3012293"/>
                  </a:lnTo>
                  <a:lnTo>
                    <a:pt x="7670341" y="3012293"/>
                  </a:lnTo>
                  <a:lnTo>
                    <a:pt x="7669691" y="3012293"/>
                  </a:lnTo>
                  <a:lnTo>
                    <a:pt x="7669042" y="3012293"/>
                  </a:lnTo>
                  <a:lnTo>
                    <a:pt x="7668392" y="3012293"/>
                  </a:lnTo>
                  <a:lnTo>
                    <a:pt x="7667742" y="3012293"/>
                  </a:lnTo>
                  <a:lnTo>
                    <a:pt x="7667092" y="3012293"/>
                  </a:lnTo>
                  <a:lnTo>
                    <a:pt x="7666442" y="3012293"/>
                  </a:lnTo>
                  <a:lnTo>
                    <a:pt x="7665792" y="3012293"/>
                  </a:lnTo>
                  <a:lnTo>
                    <a:pt x="7665142" y="3012293"/>
                  </a:lnTo>
                  <a:lnTo>
                    <a:pt x="7664492" y="3012293"/>
                  </a:lnTo>
                  <a:lnTo>
                    <a:pt x="7663842" y="3012293"/>
                  </a:lnTo>
                  <a:lnTo>
                    <a:pt x="7663192" y="3012293"/>
                  </a:lnTo>
                  <a:lnTo>
                    <a:pt x="7662542" y="3012293"/>
                  </a:lnTo>
                  <a:lnTo>
                    <a:pt x="7661892" y="3012293"/>
                  </a:lnTo>
                  <a:lnTo>
                    <a:pt x="7661242" y="3012293"/>
                  </a:lnTo>
                  <a:lnTo>
                    <a:pt x="7660592" y="3012293"/>
                  </a:lnTo>
                  <a:lnTo>
                    <a:pt x="7659942" y="3012293"/>
                  </a:lnTo>
                  <a:lnTo>
                    <a:pt x="7659292" y="3012293"/>
                  </a:lnTo>
                  <a:lnTo>
                    <a:pt x="7658643" y="3012293"/>
                  </a:lnTo>
                  <a:lnTo>
                    <a:pt x="7657993" y="3012293"/>
                  </a:lnTo>
                  <a:lnTo>
                    <a:pt x="7657343" y="3012293"/>
                  </a:lnTo>
                  <a:lnTo>
                    <a:pt x="7656693" y="3012293"/>
                  </a:lnTo>
                  <a:lnTo>
                    <a:pt x="7656043" y="3012293"/>
                  </a:lnTo>
                  <a:lnTo>
                    <a:pt x="7655393" y="3012293"/>
                  </a:lnTo>
                  <a:lnTo>
                    <a:pt x="7654743" y="3012293"/>
                  </a:lnTo>
                  <a:lnTo>
                    <a:pt x="7654093" y="3012293"/>
                  </a:lnTo>
                  <a:lnTo>
                    <a:pt x="7653443" y="3012293"/>
                  </a:lnTo>
                  <a:lnTo>
                    <a:pt x="7652793" y="3012293"/>
                  </a:lnTo>
                  <a:lnTo>
                    <a:pt x="7652143" y="3012293"/>
                  </a:lnTo>
                  <a:lnTo>
                    <a:pt x="7651493" y="3012293"/>
                  </a:lnTo>
                  <a:lnTo>
                    <a:pt x="7650843" y="3012293"/>
                  </a:lnTo>
                  <a:lnTo>
                    <a:pt x="7650193" y="3012293"/>
                  </a:lnTo>
                  <a:lnTo>
                    <a:pt x="7649543" y="3012293"/>
                  </a:lnTo>
                  <a:lnTo>
                    <a:pt x="7648894" y="3012293"/>
                  </a:lnTo>
                  <a:lnTo>
                    <a:pt x="7648244" y="3012293"/>
                  </a:lnTo>
                  <a:lnTo>
                    <a:pt x="7647594" y="3012293"/>
                  </a:lnTo>
                  <a:lnTo>
                    <a:pt x="7646944" y="3012293"/>
                  </a:lnTo>
                  <a:lnTo>
                    <a:pt x="7646294" y="3012293"/>
                  </a:lnTo>
                  <a:lnTo>
                    <a:pt x="7645644" y="3012293"/>
                  </a:lnTo>
                  <a:lnTo>
                    <a:pt x="7644994" y="3012293"/>
                  </a:lnTo>
                  <a:lnTo>
                    <a:pt x="7644344" y="3012293"/>
                  </a:lnTo>
                  <a:lnTo>
                    <a:pt x="7643694" y="3012293"/>
                  </a:lnTo>
                  <a:lnTo>
                    <a:pt x="7643044" y="3012293"/>
                  </a:lnTo>
                  <a:lnTo>
                    <a:pt x="7642394" y="3012293"/>
                  </a:lnTo>
                  <a:lnTo>
                    <a:pt x="7641744" y="3012293"/>
                  </a:lnTo>
                  <a:lnTo>
                    <a:pt x="7641094" y="3012293"/>
                  </a:lnTo>
                  <a:lnTo>
                    <a:pt x="7640444" y="3012293"/>
                  </a:lnTo>
                  <a:lnTo>
                    <a:pt x="7639794" y="3012293"/>
                  </a:lnTo>
                  <a:lnTo>
                    <a:pt x="7639144" y="3012293"/>
                  </a:lnTo>
                  <a:lnTo>
                    <a:pt x="7638495" y="3012293"/>
                  </a:lnTo>
                  <a:lnTo>
                    <a:pt x="7637845" y="3012293"/>
                  </a:lnTo>
                  <a:lnTo>
                    <a:pt x="7637195" y="3012293"/>
                  </a:lnTo>
                  <a:lnTo>
                    <a:pt x="7636545" y="3012293"/>
                  </a:lnTo>
                  <a:lnTo>
                    <a:pt x="7635895" y="3012293"/>
                  </a:lnTo>
                  <a:lnTo>
                    <a:pt x="7635245" y="3012293"/>
                  </a:lnTo>
                  <a:lnTo>
                    <a:pt x="7634595" y="3012293"/>
                  </a:lnTo>
                  <a:lnTo>
                    <a:pt x="7633945" y="3012293"/>
                  </a:lnTo>
                  <a:lnTo>
                    <a:pt x="7633295" y="3012293"/>
                  </a:lnTo>
                  <a:lnTo>
                    <a:pt x="7632645" y="3012293"/>
                  </a:lnTo>
                  <a:lnTo>
                    <a:pt x="7631995" y="3012293"/>
                  </a:lnTo>
                  <a:lnTo>
                    <a:pt x="7631345" y="3012293"/>
                  </a:lnTo>
                  <a:lnTo>
                    <a:pt x="7630695" y="3012293"/>
                  </a:lnTo>
                  <a:lnTo>
                    <a:pt x="7630045" y="3012293"/>
                  </a:lnTo>
                  <a:lnTo>
                    <a:pt x="7629395" y="3012293"/>
                  </a:lnTo>
                  <a:lnTo>
                    <a:pt x="7628746" y="3012293"/>
                  </a:lnTo>
                  <a:lnTo>
                    <a:pt x="7628096" y="3012293"/>
                  </a:lnTo>
                  <a:lnTo>
                    <a:pt x="7627446" y="3012293"/>
                  </a:lnTo>
                  <a:lnTo>
                    <a:pt x="7626796" y="3012293"/>
                  </a:lnTo>
                  <a:lnTo>
                    <a:pt x="7626146" y="3012293"/>
                  </a:lnTo>
                  <a:lnTo>
                    <a:pt x="7625496" y="3012293"/>
                  </a:lnTo>
                  <a:lnTo>
                    <a:pt x="7624846" y="3012293"/>
                  </a:lnTo>
                  <a:lnTo>
                    <a:pt x="7624196" y="3012293"/>
                  </a:lnTo>
                  <a:lnTo>
                    <a:pt x="7623546" y="3012293"/>
                  </a:lnTo>
                  <a:lnTo>
                    <a:pt x="7622896" y="3012293"/>
                  </a:lnTo>
                  <a:lnTo>
                    <a:pt x="7622246" y="3012293"/>
                  </a:lnTo>
                  <a:lnTo>
                    <a:pt x="7621596" y="3012293"/>
                  </a:lnTo>
                  <a:lnTo>
                    <a:pt x="7620946" y="3012293"/>
                  </a:lnTo>
                  <a:lnTo>
                    <a:pt x="7620296" y="3012293"/>
                  </a:lnTo>
                  <a:lnTo>
                    <a:pt x="7619646" y="3012293"/>
                  </a:lnTo>
                  <a:lnTo>
                    <a:pt x="7618997" y="3012293"/>
                  </a:lnTo>
                  <a:lnTo>
                    <a:pt x="7618347" y="3012293"/>
                  </a:lnTo>
                  <a:lnTo>
                    <a:pt x="7617697" y="3012293"/>
                  </a:lnTo>
                  <a:lnTo>
                    <a:pt x="7617047" y="3012293"/>
                  </a:lnTo>
                  <a:lnTo>
                    <a:pt x="7616397" y="3012293"/>
                  </a:lnTo>
                  <a:lnTo>
                    <a:pt x="7615747" y="3012293"/>
                  </a:lnTo>
                  <a:lnTo>
                    <a:pt x="7615097" y="3012293"/>
                  </a:lnTo>
                  <a:lnTo>
                    <a:pt x="7614447" y="3012293"/>
                  </a:lnTo>
                  <a:lnTo>
                    <a:pt x="7613797" y="3012293"/>
                  </a:lnTo>
                  <a:lnTo>
                    <a:pt x="7613147" y="3012293"/>
                  </a:lnTo>
                  <a:lnTo>
                    <a:pt x="7612497" y="3012293"/>
                  </a:lnTo>
                  <a:lnTo>
                    <a:pt x="7611847" y="3012293"/>
                  </a:lnTo>
                  <a:lnTo>
                    <a:pt x="7611197" y="3012293"/>
                  </a:lnTo>
                  <a:lnTo>
                    <a:pt x="7610547" y="3012293"/>
                  </a:lnTo>
                  <a:lnTo>
                    <a:pt x="7609897" y="3012293"/>
                  </a:lnTo>
                  <a:lnTo>
                    <a:pt x="7609247" y="3012293"/>
                  </a:lnTo>
                  <a:lnTo>
                    <a:pt x="7608598" y="3012293"/>
                  </a:lnTo>
                  <a:lnTo>
                    <a:pt x="7607948" y="3012293"/>
                  </a:lnTo>
                  <a:lnTo>
                    <a:pt x="7607298" y="3012293"/>
                  </a:lnTo>
                  <a:lnTo>
                    <a:pt x="7606648" y="3012293"/>
                  </a:lnTo>
                  <a:lnTo>
                    <a:pt x="7605998" y="3012293"/>
                  </a:lnTo>
                  <a:lnTo>
                    <a:pt x="7605348" y="3012293"/>
                  </a:lnTo>
                  <a:lnTo>
                    <a:pt x="7604698" y="3012293"/>
                  </a:lnTo>
                  <a:lnTo>
                    <a:pt x="7604048" y="3012293"/>
                  </a:lnTo>
                  <a:lnTo>
                    <a:pt x="7603398" y="3012293"/>
                  </a:lnTo>
                  <a:lnTo>
                    <a:pt x="7602748" y="3012293"/>
                  </a:lnTo>
                  <a:lnTo>
                    <a:pt x="7602098" y="3012293"/>
                  </a:lnTo>
                  <a:lnTo>
                    <a:pt x="7601448" y="3012293"/>
                  </a:lnTo>
                  <a:lnTo>
                    <a:pt x="7600798" y="3012293"/>
                  </a:lnTo>
                  <a:lnTo>
                    <a:pt x="7600148" y="3012293"/>
                  </a:lnTo>
                  <a:lnTo>
                    <a:pt x="7599498" y="3012293"/>
                  </a:lnTo>
                  <a:lnTo>
                    <a:pt x="7598849" y="3012293"/>
                  </a:lnTo>
                  <a:lnTo>
                    <a:pt x="7598199" y="3012293"/>
                  </a:lnTo>
                  <a:lnTo>
                    <a:pt x="7597549" y="3012293"/>
                  </a:lnTo>
                  <a:lnTo>
                    <a:pt x="7596899" y="3012293"/>
                  </a:lnTo>
                  <a:lnTo>
                    <a:pt x="7596249" y="3012293"/>
                  </a:lnTo>
                  <a:lnTo>
                    <a:pt x="7595599" y="3012293"/>
                  </a:lnTo>
                  <a:lnTo>
                    <a:pt x="7594949" y="3012293"/>
                  </a:lnTo>
                  <a:lnTo>
                    <a:pt x="7594299" y="3012293"/>
                  </a:lnTo>
                  <a:lnTo>
                    <a:pt x="7593649" y="3012293"/>
                  </a:lnTo>
                  <a:lnTo>
                    <a:pt x="7592999" y="3012293"/>
                  </a:lnTo>
                  <a:lnTo>
                    <a:pt x="7592349" y="3012293"/>
                  </a:lnTo>
                  <a:lnTo>
                    <a:pt x="7591699" y="3012293"/>
                  </a:lnTo>
                  <a:lnTo>
                    <a:pt x="7591049" y="3012293"/>
                  </a:lnTo>
                  <a:lnTo>
                    <a:pt x="7590399" y="3012293"/>
                  </a:lnTo>
                  <a:lnTo>
                    <a:pt x="7589749" y="3012293"/>
                  </a:lnTo>
                  <a:lnTo>
                    <a:pt x="7589099" y="3012293"/>
                  </a:lnTo>
                  <a:lnTo>
                    <a:pt x="7588450" y="3012293"/>
                  </a:lnTo>
                  <a:lnTo>
                    <a:pt x="7587800" y="3012293"/>
                  </a:lnTo>
                  <a:lnTo>
                    <a:pt x="7587150" y="3012293"/>
                  </a:lnTo>
                  <a:lnTo>
                    <a:pt x="7586500" y="3012293"/>
                  </a:lnTo>
                  <a:lnTo>
                    <a:pt x="7585850" y="3012293"/>
                  </a:lnTo>
                  <a:lnTo>
                    <a:pt x="7585200" y="3012293"/>
                  </a:lnTo>
                  <a:lnTo>
                    <a:pt x="7584550" y="3012293"/>
                  </a:lnTo>
                  <a:lnTo>
                    <a:pt x="7583900" y="3012293"/>
                  </a:lnTo>
                  <a:lnTo>
                    <a:pt x="7583250" y="3012293"/>
                  </a:lnTo>
                  <a:lnTo>
                    <a:pt x="7582600" y="3012293"/>
                  </a:lnTo>
                  <a:lnTo>
                    <a:pt x="7581950" y="3012293"/>
                  </a:lnTo>
                  <a:lnTo>
                    <a:pt x="7581300" y="3012293"/>
                  </a:lnTo>
                  <a:lnTo>
                    <a:pt x="7580650" y="3012293"/>
                  </a:lnTo>
                  <a:lnTo>
                    <a:pt x="7580000" y="3012293"/>
                  </a:lnTo>
                  <a:lnTo>
                    <a:pt x="7579350" y="3012293"/>
                  </a:lnTo>
                  <a:lnTo>
                    <a:pt x="7578701" y="3012293"/>
                  </a:lnTo>
                  <a:lnTo>
                    <a:pt x="7578051" y="3012293"/>
                  </a:lnTo>
                  <a:lnTo>
                    <a:pt x="7577401" y="3012293"/>
                  </a:lnTo>
                  <a:lnTo>
                    <a:pt x="7576751" y="3012293"/>
                  </a:lnTo>
                  <a:lnTo>
                    <a:pt x="7576101" y="3012293"/>
                  </a:lnTo>
                  <a:lnTo>
                    <a:pt x="7575451" y="3012293"/>
                  </a:lnTo>
                  <a:lnTo>
                    <a:pt x="7574801" y="3012293"/>
                  </a:lnTo>
                  <a:lnTo>
                    <a:pt x="7574151" y="3012293"/>
                  </a:lnTo>
                  <a:lnTo>
                    <a:pt x="7573501" y="3012293"/>
                  </a:lnTo>
                  <a:lnTo>
                    <a:pt x="7572851" y="3012293"/>
                  </a:lnTo>
                  <a:lnTo>
                    <a:pt x="7572201" y="3012293"/>
                  </a:lnTo>
                  <a:lnTo>
                    <a:pt x="7571551" y="3012293"/>
                  </a:lnTo>
                  <a:lnTo>
                    <a:pt x="7570901" y="3012293"/>
                  </a:lnTo>
                  <a:lnTo>
                    <a:pt x="7570251" y="3012293"/>
                  </a:lnTo>
                  <a:lnTo>
                    <a:pt x="7569601" y="3012293"/>
                  </a:lnTo>
                  <a:lnTo>
                    <a:pt x="7568951" y="3012293"/>
                  </a:lnTo>
                  <a:lnTo>
                    <a:pt x="7568302" y="3012293"/>
                  </a:lnTo>
                  <a:lnTo>
                    <a:pt x="7567652" y="3012293"/>
                  </a:lnTo>
                  <a:lnTo>
                    <a:pt x="7567002" y="3012293"/>
                  </a:lnTo>
                  <a:lnTo>
                    <a:pt x="7566352" y="3012293"/>
                  </a:lnTo>
                  <a:lnTo>
                    <a:pt x="7565702" y="3012293"/>
                  </a:lnTo>
                  <a:lnTo>
                    <a:pt x="7565052" y="3012293"/>
                  </a:lnTo>
                  <a:lnTo>
                    <a:pt x="7564402" y="3012293"/>
                  </a:lnTo>
                  <a:lnTo>
                    <a:pt x="7563752" y="3012293"/>
                  </a:lnTo>
                  <a:lnTo>
                    <a:pt x="7563102" y="3012293"/>
                  </a:lnTo>
                  <a:lnTo>
                    <a:pt x="7562452" y="3012293"/>
                  </a:lnTo>
                  <a:lnTo>
                    <a:pt x="7561802" y="3012293"/>
                  </a:lnTo>
                  <a:lnTo>
                    <a:pt x="7561152" y="3012293"/>
                  </a:lnTo>
                  <a:lnTo>
                    <a:pt x="7560502" y="3012293"/>
                  </a:lnTo>
                  <a:lnTo>
                    <a:pt x="7559852" y="3012293"/>
                  </a:lnTo>
                  <a:lnTo>
                    <a:pt x="7559202" y="3012293"/>
                  </a:lnTo>
                  <a:lnTo>
                    <a:pt x="7558553" y="3012293"/>
                  </a:lnTo>
                  <a:lnTo>
                    <a:pt x="7557903" y="3012293"/>
                  </a:lnTo>
                  <a:lnTo>
                    <a:pt x="7557253" y="3012293"/>
                  </a:lnTo>
                  <a:lnTo>
                    <a:pt x="7556603" y="3012293"/>
                  </a:lnTo>
                  <a:lnTo>
                    <a:pt x="7555953" y="3012293"/>
                  </a:lnTo>
                  <a:lnTo>
                    <a:pt x="7555303" y="3012293"/>
                  </a:lnTo>
                  <a:lnTo>
                    <a:pt x="7554653" y="3012293"/>
                  </a:lnTo>
                  <a:lnTo>
                    <a:pt x="7554003" y="3012293"/>
                  </a:lnTo>
                  <a:lnTo>
                    <a:pt x="7553353" y="3012293"/>
                  </a:lnTo>
                  <a:lnTo>
                    <a:pt x="7552703" y="3012293"/>
                  </a:lnTo>
                  <a:lnTo>
                    <a:pt x="7552053" y="3012293"/>
                  </a:lnTo>
                  <a:lnTo>
                    <a:pt x="7551403" y="3012293"/>
                  </a:lnTo>
                  <a:lnTo>
                    <a:pt x="7550753" y="3012293"/>
                  </a:lnTo>
                  <a:lnTo>
                    <a:pt x="7550103" y="3012293"/>
                  </a:lnTo>
                  <a:lnTo>
                    <a:pt x="7549453" y="3012293"/>
                  </a:lnTo>
                  <a:lnTo>
                    <a:pt x="7548803" y="3012293"/>
                  </a:lnTo>
                  <a:lnTo>
                    <a:pt x="7548154" y="3012293"/>
                  </a:lnTo>
                  <a:lnTo>
                    <a:pt x="7547504" y="3012293"/>
                  </a:lnTo>
                  <a:lnTo>
                    <a:pt x="7546854" y="3012293"/>
                  </a:lnTo>
                  <a:lnTo>
                    <a:pt x="7546204" y="3012293"/>
                  </a:lnTo>
                  <a:lnTo>
                    <a:pt x="7545554" y="3012293"/>
                  </a:lnTo>
                  <a:lnTo>
                    <a:pt x="7544904" y="3012293"/>
                  </a:lnTo>
                  <a:lnTo>
                    <a:pt x="7544254" y="3012293"/>
                  </a:lnTo>
                  <a:lnTo>
                    <a:pt x="7543604" y="3012293"/>
                  </a:lnTo>
                  <a:lnTo>
                    <a:pt x="7542954" y="3012293"/>
                  </a:lnTo>
                  <a:lnTo>
                    <a:pt x="7542304" y="3012293"/>
                  </a:lnTo>
                  <a:lnTo>
                    <a:pt x="7541654" y="3012293"/>
                  </a:lnTo>
                  <a:lnTo>
                    <a:pt x="7541004" y="3012293"/>
                  </a:lnTo>
                  <a:lnTo>
                    <a:pt x="7540354" y="3012293"/>
                  </a:lnTo>
                  <a:lnTo>
                    <a:pt x="7539704" y="3012293"/>
                  </a:lnTo>
                  <a:lnTo>
                    <a:pt x="7539054" y="3012293"/>
                  </a:lnTo>
                  <a:lnTo>
                    <a:pt x="7538405" y="3012293"/>
                  </a:lnTo>
                  <a:lnTo>
                    <a:pt x="7537755" y="3012293"/>
                  </a:lnTo>
                  <a:lnTo>
                    <a:pt x="7537105" y="3012293"/>
                  </a:lnTo>
                  <a:lnTo>
                    <a:pt x="7536455" y="3012293"/>
                  </a:lnTo>
                  <a:lnTo>
                    <a:pt x="7535805" y="3012293"/>
                  </a:lnTo>
                  <a:lnTo>
                    <a:pt x="7535155" y="3012293"/>
                  </a:lnTo>
                  <a:lnTo>
                    <a:pt x="7534505" y="3012293"/>
                  </a:lnTo>
                  <a:lnTo>
                    <a:pt x="7533855" y="3012293"/>
                  </a:lnTo>
                  <a:lnTo>
                    <a:pt x="7533205" y="3012293"/>
                  </a:lnTo>
                  <a:lnTo>
                    <a:pt x="7532555" y="3012293"/>
                  </a:lnTo>
                  <a:lnTo>
                    <a:pt x="7531905" y="3012293"/>
                  </a:lnTo>
                  <a:lnTo>
                    <a:pt x="7531255" y="3012293"/>
                  </a:lnTo>
                  <a:lnTo>
                    <a:pt x="7530605" y="3012293"/>
                  </a:lnTo>
                  <a:lnTo>
                    <a:pt x="7529955" y="3012293"/>
                  </a:lnTo>
                  <a:lnTo>
                    <a:pt x="7529305" y="3012293"/>
                  </a:lnTo>
                  <a:lnTo>
                    <a:pt x="7528655" y="3012293"/>
                  </a:lnTo>
                  <a:lnTo>
                    <a:pt x="7528006" y="3012293"/>
                  </a:lnTo>
                  <a:lnTo>
                    <a:pt x="7527356" y="3012293"/>
                  </a:lnTo>
                  <a:lnTo>
                    <a:pt x="7526706" y="3012293"/>
                  </a:lnTo>
                  <a:lnTo>
                    <a:pt x="7526056" y="3012293"/>
                  </a:lnTo>
                  <a:lnTo>
                    <a:pt x="7525406" y="3012293"/>
                  </a:lnTo>
                  <a:lnTo>
                    <a:pt x="7524756" y="3012293"/>
                  </a:lnTo>
                  <a:lnTo>
                    <a:pt x="7524106" y="3012293"/>
                  </a:lnTo>
                  <a:lnTo>
                    <a:pt x="7523456" y="3012293"/>
                  </a:lnTo>
                  <a:lnTo>
                    <a:pt x="7522806" y="3012293"/>
                  </a:lnTo>
                  <a:lnTo>
                    <a:pt x="7522156" y="3012293"/>
                  </a:lnTo>
                  <a:lnTo>
                    <a:pt x="7521506" y="3012293"/>
                  </a:lnTo>
                  <a:lnTo>
                    <a:pt x="7520856" y="3012293"/>
                  </a:lnTo>
                  <a:lnTo>
                    <a:pt x="7520206" y="3012293"/>
                  </a:lnTo>
                  <a:lnTo>
                    <a:pt x="7519556" y="3012293"/>
                  </a:lnTo>
                  <a:lnTo>
                    <a:pt x="7518906" y="3012293"/>
                  </a:lnTo>
                  <a:lnTo>
                    <a:pt x="7518257" y="3012293"/>
                  </a:lnTo>
                  <a:lnTo>
                    <a:pt x="7517607" y="3012293"/>
                  </a:lnTo>
                  <a:lnTo>
                    <a:pt x="7516957" y="3012293"/>
                  </a:lnTo>
                  <a:lnTo>
                    <a:pt x="7516307" y="3012293"/>
                  </a:lnTo>
                  <a:lnTo>
                    <a:pt x="7515657" y="3012293"/>
                  </a:lnTo>
                  <a:lnTo>
                    <a:pt x="7515007" y="3012293"/>
                  </a:lnTo>
                  <a:lnTo>
                    <a:pt x="7514357" y="3012293"/>
                  </a:lnTo>
                  <a:lnTo>
                    <a:pt x="7513707" y="3012293"/>
                  </a:lnTo>
                  <a:lnTo>
                    <a:pt x="7513057" y="3012293"/>
                  </a:lnTo>
                  <a:lnTo>
                    <a:pt x="7512407" y="3012293"/>
                  </a:lnTo>
                  <a:lnTo>
                    <a:pt x="7511757" y="3012293"/>
                  </a:lnTo>
                  <a:lnTo>
                    <a:pt x="7511107" y="3012293"/>
                  </a:lnTo>
                  <a:lnTo>
                    <a:pt x="7510457" y="3012293"/>
                  </a:lnTo>
                  <a:lnTo>
                    <a:pt x="7509807" y="3012293"/>
                  </a:lnTo>
                  <a:lnTo>
                    <a:pt x="7509157" y="3012293"/>
                  </a:lnTo>
                  <a:lnTo>
                    <a:pt x="7508507" y="3012293"/>
                  </a:lnTo>
                  <a:lnTo>
                    <a:pt x="7507858" y="3012293"/>
                  </a:lnTo>
                  <a:lnTo>
                    <a:pt x="7507208" y="3012293"/>
                  </a:lnTo>
                  <a:lnTo>
                    <a:pt x="7506558" y="3012293"/>
                  </a:lnTo>
                  <a:lnTo>
                    <a:pt x="7505908" y="3012293"/>
                  </a:lnTo>
                  <a:lnTo>
                    <a:pt x="7505258" y="3012293"/>
                  </a:lnTo>
                  <a:lnTo>
                    <a:pt x="7504608" y="3012293"/>
                  </a:lnTo>
                  <a:lnTo>
                    <a:pt x="7503958" y="3012293"/>
                  </a:lnTo>
                  <a:lnTo>
                    <a:pt x="7503308" y="3012293"/>
                  </a:lnTo>
                  <a:lnTo>
                    <a:pt x="7502658" y="3012293"/>
                  </a:lnTo>
                  <a:lnTo>
                    <a:pt x="7502008" y="3012293"/>
                  </a:lnTo>
                  <a:lnTo>
                    <a:pt x="7501358" y="3012293"/>
                  </a:lnTo>
                  <a:lnTo>
                    <a:pt x="7500708" y="3012293"/>
                  </a:lnTo>
                  <a:lnTo>
                    <a:pt x="7500058" y="3012293"/>
                  </a:lnTo>
                  <a:lnTo>
                    <a:pt x="7499408" y="3012293"/>
                  </a:lnTo>
                  <a:lnTo>
                    <a:pt x="7498758" y="3012293"/>
                  </a:lnTo>
                  <a:lnTo>
                    <a:pt x="7498109" y="3012293"/>
                  </a:lnTo>
                  <a:lnTo>
                    <a:pt x="7497459" y="3012293"/>
                  </a:lnTo>
                  <a:lnTo>
                    <a:pt x="7496809" y="3012293"/>
                  </a:lnTo>
                  <a:lnTo>
                    <a:pt x="7496159" y="3012293"/>
                  </a:lnTo>
                  <a:lnTo>
                    <a:pt x="7495509" y="3012293"/>
                  </a:lnTo>
                  <a:lnTo>
                    <a:pt x="7494859" y="3012293"/>
                  </a:lnTo>
                  <a:lnTo>
                    <a:pt x="7494209" y="3012293"/>
                  </a:lnTo>
                  <a:lnTo>
                    <a:pt x="7493559" y="3012293"/>
                  </a:lnTo>
                  <a:lnTo>
                    <a:pt x="7492909" y="3012293"/>
                  </a:lnTo>
                  <a:lnTo>
                    <a:pt x="7492259" y="3012293"/>
                  </a:lnTo>
                  <a:lnTo>
                    <a:pt x="7491609" y="3012293"/>
                  </a:lnTo>
                  <a:lnTo>
                    <a:pt x="7490959" y="3012293"/>
                  </a:lnTo>
                  <a:lnTo>
                    <a:pt x="7490309" y="3012293"/>
                  </a:lnTo>
                  <a:lnTo>
                    <a:pt x="7489659" y="3012293"/>
                  </a:lnTo>
                  <a:lnTo>
                    <a:pt x="7489009" y="3012293"/>
                  </a:lnTo>
                  <a:lnTo>
                    <a:pt x="7488360" y="3012293"/>
                  </a:lnTo>
                  <a:lnTo>
                    <a:pt x="7487710" y="3012293"/>
                  </a:lnTo>
                  <a:lnTo>
                    <a:pt x="7487060" y="3012293"/>
                  </a:lnTo>
                  <a:lnTo>
                    <a:pt x="7486410" y="3012293"/>
                  </a:lnTo>
                  <a:lnTo>
                    <a:pt x="7485760" y="3012293"/>
                  </a:lnTo>
                  <a:lnTo>
                    <a:pt x="7485110" y="3012293"/>
                  </a:lnTo>
                  <a:lnTo>
                    <a:pt x="7484460" y="3012293"/>
                  </a:lnTo>
                  <a:lnTo>
                    <a:pt x="7483810" y="3012293"/>
                  </a:lnTo>
                  <a:lnTo>
                    <a:pt x="7483160" y="3012293"/>
                  </a:lnTo>
                  <a:lnTo>
                    <a:pt x="7482510" y="3012293"/>
                  </a:lnTo>
                  <a:lnTo>
                    <a:pt x="7481860" y="3012293"/>
                  </a:lnTo>
                  <a:lnTo>
                    <a:pt x="7481210" y="3012293"/>
                  </a:lnTo>
                  <a:lnTo>
                    <a:pt x="7480560" y="3012293"/>
                  </a:lnTo>
                  <a:lnTo>
                    <a:pt x="7479910" y="3012293"/>
                  </a:lnTo>
                  <a:lnTo>
                    <a:pt x="7479260" y="3012293"/>
                  </a:lnTo>
                  <a:lnTo>
                    <a:pt x="7478610" y="3012293"/>
                  </a:lnTo>
                  <a:lnTo>
                    <a:pt x="7477961" y="3012293"/>
                  </a:lnTo>
                  <a:lnTo>
                    <a:pt x="7477311" y="3012293"/>
                  </a:lnTo>
                  <a:lnTo>
                    <a:pt x="7476661" y="3012293"/>
                  </a:lnTo>
                  <a:lnTo>
                    <a:pt x="7476011" y="3012293"/>
                  </a:lnTo>
                  <a:lnTo>
                    <a:pt x="7475361" y="3012293"/>
                  </a:lnTo>
                  <a:lnTo>
                    <a:pt x="7474711" y="3012293"/>
                  </a:lnTo>
                  <a:lnTo>
                    <a:pt x="7474061" y="3012293"/>
                  </a:lnTo>
                  <a:lnTo>
                    <a:pt x="7473411" y="3012293"/>
                  </a:lnTo>
                  <a:lnTo>
                    <a:pt x="7472761" y="3012293"/>
                  </a:lnTo>
                  <a:lnTo>
                    <a:pt x="7472111" y="3012293"/>
                  </a:lnTo>
                  <a:lnTo>
                    <a:pt x="7471461" y="3012293"/>
                  </a:lnTo>
                  <a:lnTo>
                    <a:pt x="7470811" y="3012293"/>
                  </a:lnTo>
                  <a:lnTo>
                    <a:pt x="7470161" y="3012293"/>
                  </a:lnTo>
                  <a:lnTo>
                    <a:pt x="7469511" y="3012293"/>
                  </a:lnTo>
                  <a:lnTo>
                    <a:pt x="7468861" y="3012293"/>
                  </a:lnTo>
                  <a:lnTo>
                    <a:pt x="7468212" y="3012293"/>
                  </a:lnTo>
                  <a:lnTo>
                    <a:pt x="7467562" y="3012293"/>
                  </a:lnTo>
                  <a:lnTo>
                    <a:pt x="7466912" y="3012293"/>
                  </a:lnTo>
                  <a:lnTo>
                    <a:pt x="7466262" y="3012293"/>
                  </a:lnTo>
                  <a:lnTo>
                    <a:pt x="7465612" y="3012293"/>
                  </a:lnTo>
                  <a:lnTo>
                    <a:pt x="7464962" y="3012293"/>
                  </a:lnTo>
                  <a:lnTo>
                    <a:pt x="7464312" y="3012293"/>
                  </a:lnTo>
                  <a:lnTo>
                    <a:pt x="7463662" y="3012293"/>
                  </a:lnTo>
                  <a:lnTo>
                    <a:pt x="7463012" y="3012293"/>
                  </a:lnTo>
                  <a:lnTo>
                    <a:pt x="7462362" y="3012293"/>
                  </a:lnTo>
                  <a:lnTo>
                    <a:pt x="7461712" y="3012293"/>
                  </a:lnTo>
                  <a:lnTo>
                    <a:pt x="7461062" y="3012293"/>
                  </a:lnTo>
                  <a:lnTo>
                    <a:pt x="7460412" y="3012293"/>
                  </a:lnTo>
                  <a:lnTo>
                    <a:pt x="7459762" y="3012293"/>
                  </a:lnTo>
                  <a:lnTo>
                    <a:pt x="7459112" y="3012293"/>
                  </a:lnTo>
                  <a:lnTo>
                    <a:pt x="7458462" y="3012293"/>
                  </a:lnTo>
                  <a:lnTo>
                    <a:pt x="7457813" y="3012293"/>
                  </a:lnTo>
                  <a:lnTo>
                    <a:pt x="7457163" y="3012293"/>
                  </a:lnTo>
                  <a:lnTo>
                    <a:pt x="7456513" y="3012293"/>
                  </a:lnTo>
                  <a:lnTo>
                    <a:pt x="7455863" y="3012293"/>
                  </a:lnTo>
                  <a:lnTo>
                    <a:pt x="7455213" y="3012293"/>
                  </a:lnTo>
                  <a:lnTo>
                    <a:pt x="7454563" y="3012293"/>
                  </a:lnTo>
                  <a:lnTo>
                    <a:pt x="7453913" y="3012293"/>
                  </a:lnTo>
                  <a:lnTo>
                    <a:pt x="7453263" y="3012293"/>
                  </a:lnTo>
                  <a:lnTo>
                    <a:pt x="7452613" y="3012293"/>
                  </a:lnTo>
                  <a:lnTo>
                    <a:pt x="7451963" y="3012293"/>
                  </a:lnTo>
                  <a:lnTo>
                    <a:pt x="7451313" y="3012293"/>
                  </a:lnTo>
                  <a:lnTo>
                    <a:pt x="7450663" y="3012293"/>
                  </a:lnTo>
                  <a:lnTo>
                    <a:pt x="7450013" y="3012293"/>
                  </a:lnTo>
                  <a:lnTo>
                    <a:pt x="7449363" y="3012293"/>
                  </a:lnTo>
                  <a:lnTo>
                    <a:pt x="7448713" y="3012293"/>
                  </a:lnTo>
                  <a:lnTo>
                    <a:pt x="7448064" y="3012293"/>
                  </a:lnTo>
                  <a:lnTo>
                    <a:pt x="7447414" y="3012293"/>
                  </a:lnTo>
                  <a:lnTo>
                    <a:pt x="7446764" y="3012293"/>
                  </a:lnTo>
                  <a:lnTo>
                    <a:pt x="7446114" y="3012293"/>
                  </a:lnTo>
                  <a:lnTo>
                    <a:pt x="7445464" y="3012293"/>
                  </a:lnTo>
                  <a:lnTo>
                    <a:pt x="7444814" y="3012293"/>
                  </a:lnTo>
                  <a:lnTo>
                    <a:pt x="7444164" y="3012293"/>
                  </a:lnTo>
                  <a:lnTo>
                    <a:pt x="7443514" y="3012293"/>
                  </a:lnTo>
                  <a:lnTo>
                    <a:pt x="7442864" y="3012293"/>
                  </a:lnTo>
                  <a:lnTo>
                    <a:pt x="7442214" y="3012293"/>
                  </a:lnTo>
                  <a:lnTo>
                    <a:pt x="7441564" y="3012293"/>
                  </a:lnTo>
                  <a:lnTo>
                    <a:pt x="7440914" y="3012293"/>
                  </a:lnTo>
                  <a:lnTo>
                    <a:pt x="7440264" y="3012293"/>
                  </a:lnTo>
                  <a:lnTo>
                    <a:pt x="7439614" y="3012293"/>
                  </a:lnTo>
                  <a:lnTo>
                    <a:pt x="7438964" y="3012293"/>
                  </a:lnTo>
                  <a:lnTo>
                    <a:pt x="7438314" y="3012293"/>
                  </a:lnTo>
                  <a:lnTo>
                    <a:pt x="7437665" y="3012293"/>
                  </a:lnTo>
                  <a:lnTo>
                    <a:pt x="7437015" y="3012293"/>
                  </a:lnTo>
                  <a:lnTo>
                    <a:pt x="7436365" y="3012293"/>
                  </a:lnTo>
                  <a:lnTo>
                    <a:pt x="7435715" y="3012293"/>
                  </a:lnTo>
                  <a:lnTo>
                    <a:pt x="7435065" y="3012293"/>
                  </a:lnTo>
                  <a:lnTo>
                    <a:pt x="7434415" y="3012293"/>
                  </a:lnTo>
                  <a:lnTo>
                    <a:pt x="7433765" y="3012293"/>
                  </a:lnTo>
                  <a:lnTo>
                    <a:pt x="7433115" y="3012293"/>
                  </a:lnTo>
                  <a:lnTo>
                    <a:pt x="7432465" y="3012293"/>
                  </a:lnTo>
                  <a:lnTo>
                    <a:pt x="7431815" y="3012293"/>
                  </a:lnTo>
                  <a:lnTo>
                    <a:pt x="7431165" y="3012293"/>
                  </a:lnTo>
                  <a:lnTo>
                    <a:pt x="7430515" y="3012293"/>
                  </a:lnTo>
                  <a:lnTo>
                    <a:pt x="7429865" y="3012293"/>
                  </a:lnTo>
                  <a:lnTo>
                    <a:pt x="7429215" y="3012293"/>
                  </a:lnTo>
                  <a:lnTo>
                    <a:pt x="7428565" y="3012293"/>
                  </a:lnTo>
                  <a:lnTo>
                    <a:pt x="7427916" y="3012293"/>
                  </a:lnTo>
                  <a:lnTo>
                    <a:pt x="7427266" y="3012293"/>
                  </a:lnTo>
                  <a:lnTo>
                    <a:pt x="7426616" y="3012293"/>
                  </a:lnTo>
                  <a:lnTo>
                    <a:pt x="7425966" y="3012293"/>
                  </a:lnTo>
                  <a:lnTo>
                    <a:pt x="7425316" y="3012293"/>
                  </a:lnTo>
                  <a:lnTo>
                    <a:pt x="7424666" y="3012293"/>
                  </a:lnTo>
                  <a:lnTo>
                    <a:pt x="7424016" y="3012293"/>
                  </a:lnTo>
                  <a:lnTo>
                    <a:pt x="7423366" y="3012293"/>
                  </a:lnTo>
                  <a:lnTo>
                    <a:pt x="7422716" y="3012293"/>
                  </a:lnTo>
                  <a:lnTo>
                    <a:pt x="7422066" y="3012293"/>
                  </a:lnTo>
                  <a:lnTo>
                    <a:pt x="7421416" y="3012293"/>
                  </a:lnTo>
                  <a:lnTo>
                    <a:pt x="7420766" y="3012293"/>
                  </a:lnTo>
                  <a:lnTo>
                    <a:pt x="7420116" y="3012293"/>
                  </a:lnTo>
                  <a:lnTo>
                    <a:pt x="7419466" y="3012293"/>
                  </a:lnTo>
                  <a:lnTo>
                    <a:pt x="7418816" y="3012293"/>
                  </a:lnTo>
                  <a:lnTo>
                    <a:pt x="7418166" y="3012293"/>
                  </a:lnTo>
                  <a:lnTo>
                    <a:pt x="7417517" y="3012293"/>
                  </a:lnTo>
                  <a:lnTo>
                    <a:pt x="7416867" y="3012293"/>
                  </a:lnTo>
                  <a:lnTo>
                    <a:pt x="7416217" y="3012293"/>
                  </a:lnTo>
                  <a:lnTo>
                    <a:pt x="7415567" y="3012293"/>
                  </a:lnTo>
                  <a:lnTo>
                    <a:pt x="7414917" y="3012293"/>
                  </a:lnTo>
                  <a:lnTo>
                    <a:pt x="7414267" y="3012293"/>
                  </a:lnTo>
                  <a:lnTo>
                    <a:pt x="7413617" y="3012293"/>
                  </a:lnTo>
                  <a:lnTo>
                    <a:pt x="7412967" y="3012293"/>
                  </a:lnTo>
                  <a:lnTo>
                    <a:pt x="7412317" y="3012293"/>
                  </a:lnTo>
                  <a:lnTo>
                    <a:pt x="7411667" y="3012293"/>
                  </a:lnTo>
                  <a:lnTo>
                    <a:pt x="7411017" y="3012293"/>
                  </a:lnTo>
                  <a:lnTo>
                    <a:pt x="7410367" y="3012293"/>
                  </a:lnTo>
                  <a:lnTo>
                    <a:pt x="7409717" y="3012293"/>
                  </a:lnTo>
                  <a:lnTo>
                    <a:pt x="7409067" y="3012293"/>
                  </a:lnTo>
                  <a:lnTo>
                    <a:pt x="7408417" y="3012293"/>
                  </a:lnTo>
                  <a:lnTo>
                    <a:pt x="7407768" y="3012293"/>
                  </a:lnTo>
                  <a:lnTo>
                    <a:pt x="7407118" y="3012293"/>
                  </a:lnTo>
                  <a:lnTo>
                    <a:pt x="7406468" y="3012293"/>
                  </a:lnTo>
                  <a:lnTo>
                    <a:pt x="7405818" y="3012293"/>
                  </a:lnTo>
                  <a:lnTo>
                    <a:pt x="7405168" y="3012293"/>
                  </a:lnTo>
                  <a:lnTo>
                    <a:pt x="7404518" y="3012293"/>
                  </a:lnTo>
                  <a:lnTo>
                    <a:pt x="7403868" y="3012293"/>
                  </a:lnTo>
                  <a:lnTo>
                    <a:pt x="7403218" y="3012293"/>
                  </a:lnTo>
                  <a:lnTo>
                    <a:pt x="7402568" y="3012293"/>
                  </a:lnTo>
                  <a:lnTo>
                    <a:pt x="7401918" y="3012293"/>
                  </a:lnTo>
                  <a:lnTo>
                    <a:pt x="7401268" y="3012293"/>
                  </a:lnTo>
                  <a:lnTo>
                    <a:pt x="7400618" y="3012293"/>
                  </a:lnTo>
                  <a:lnTo>
                    <a:pt x="7399968" y="3012293"/>
                  </a:lnTo>
                  <a:lnTo>
                    <a:pt x="7399318" y="3012293"/>
                  </a:lnTo>
                  <a:lnTo>
                    <a:pt x="7398668" y="3012293"/>
                  </a:lnTo>
                  <a:lnTo>
                    <a:pt x="7398018" y="3012293"/>
                  </a:lnTo>
                  <a:lnTo>
                    <a:pt x="7397369" y="3012293"/>
                  </a:lnTo>
                  <a:lnTo>
                    <a:pt x="7396719" y="3012293"/>
                  </a:lnTo>
                  <a:lnTo>
                    <a:pt x="7396069" y="3012293"/>
                  </a:lnTo>
                  <a:lnTo>
                    <a:pt x="7395419" y="3012293"/>
                  </a:lnTo>
                  <a:lnTo>
                    <a:pt x="7394769" y="3012293"/>
                  </a:lnTo>
                  <a:lnTo>
                    <a:pt x="7394119" y="3012293"/>
                  </a:lnTo>
                  <a:lnTo>
                    <a:pt x="7393469" y="3012293"/>
                  </a:lnTo>
                  <a:lnTo>
                    <a:pt x="7392819" y="3012293"/>
                  </a:lnTo>
                  <a:lnTo>
                    <a:pt x="7392169" y="3012293"/>
                  </a:lnTo>
                  <a:lnTo>
                    <a:pt x="7391519" y="3012293"/>
                  </a:lnTo>
                  <a:lnTo>
                    <a:pt x="7390869" y="3012293"/>
                  </a:lnTo>
                  <a:lnTo>
                    <a:pt x="7390219" y="3012293"/>
                  </a:lnTo>
                  <a:lnTo>
                    <a:pt x="7389569" y="3012293"/>
                  </a:lnTo>
                  <a:lnTo>
                    <a:pt x="7388919" y="3012293"/>
                  </a:lnTo>
                  <a:lnTo>
                    <a:pt x="7388269" y="3012293"/>
                  </a:lnTo>
                  <a:lnTo>
                    <a:pt x="7387620" y="3012293"/>
                  </a:lnTo>
                  <a:lnTo>
                    <a:pt x="7386970" y="3012293"/>
                  </a:lnTo>
                  <a:lnTo>
                    <a:pt x="7386320" y="3012293"/>
                  </a:lnTo>
                  <a:lnTo>
                    <a:pt x="7385670" y="3012293"/>
                  </a:lnTo>
                  <a:lnTo>
                    <a:pt x="7385020" y="3012293"/>
                  </a:lnTo>
                  <a:lnTo>
                    <a:pt x="7384370" y="3012293"/>
                  </a:lnTo>
                  <a:lnTo>
                    <a:pt x="7383720" y="3012293"/>
                  </a:lnTo>
                  <a:lnTo>
                    <a:pt x="7383070" y="3012293"/>
                  </a:lnTo>
                  <a:lnTo>
                    <a:pt x="7382420" y="3012293"/>
                  </a:lnTo>
                  <a:lnTo>
                    <a:pt x="7381770" y="3012293"/>
                  </a:lnTo>
                  <a:lnTo>
                    <a:pt x="7381120" y="3012293"/>
                  </a:lnTo>
                  <a:lnTo>
                    <a:pt x="7380470" y="3012293"/>
                  </a:lnTo>
                  <a:lnTo>
                    <a:pt x="7379820" y="3012293"/>
                  </a:lnTo>
                  <a:lnTo>
                    <a:pt x="7379170" y="3012293"/>
                  </a:lnTo>
                  <a:lnTo>
                    <a:pt x="7378520" y="3012293"/>
                  </a:lnTo>
                  <a:lnTo>
                    <a:pt x="7377870" y="3012293"/>
                  </a:lnTo>
                  <a:lnTo>
                    <a:pt x="7377221" y="3012293"/>
                  </a:lnTo>
                  <a:lnTo>
                    <a:pt x="7376571" y="3012293"/>
                  </a:lnTo>
                  <a:lnTo>
                    <a:pt x="7375921" y="3012293"/>
                  </a:lnTo>
                  <a:lnTo>
                    <a:pt x="7375271" y="3012293"/>
                  </a:lnTo>
                  <a:lnTo>
                    <a:pt x="7374621" y="3012293"/>
                  </a:lnTo>
                  <a:lnTo>
                    <a:pt x="7373971" y="3012293"/>
                  </a:lnTo>
                  <a:lnTo>
                    <a:pt x="7373321" y="3012293"/>
                  </a:lnTo>
                  <a:lnTo>
                    <a:pt x="7372671" y="3012293"/>
                  </a:lnTo>
                  <a:lnTo>
                    <a:pt x="7372021" y="3012293"/>
                  </a:lnTo>
                  <a:lnTo>
                    <a:pt x="7371371" y="3012293"/>
                  </a:lnTo>
                  <a:lnTo>
                    <a:pt x="7370721" y="3012293"/>
                  </a:lnTo>
                  <a:lnTo>
                    <a:pt x="7370071" y="3012293"/>
                  </a:lnTo>
                  <a:lnTo>
                    <a:pt x="7369421" y="3012293"/>
                  </a:lnTo>
                  <a:lnTo>
                    <a:pt x="7368771" y="3012293"/>
                  </a:lnTo>
                  <a:lnTo>
                    <a:pt x="7368121" y="3012293"/>
                  </a:lnTo>
                  <a:lnTo>
                    <a:pt x="7367472" y="3012293"/>
                  </a:lnTo>
                  <a:lnTo>
                    <a:pt x="7366822" y="3012293"/>
                  </a:lnTo>
                  <a:lnTo>
                    <a:pt x="7366172" y="3012293"/>
                  </a:lnTo>
                  <a:lnTo>
                    <a:pt x="7365522" y="3012293"/>
                  </a:lnTo>
                  <a:lnTo>
                    <a:pt x="7364872" y="3012293"/>
                  </a:lnTo>
                  <a:lnTo>
                    <a:pt x="7364222" y="3012293"/>
                  </a:lnTo>
                  <a:lnTo>
                    <a:pt x="7363572" y="3012293"/>
                  </a:lnTo>
                  <a:lnTo>
                    <a:pt x="7362922" y="3012293"/>
                  </a:lnTo>
                  <a:lnTo>
                    <a:pt x="7362272" y="3012293"/>
                  </a:lnTo>
                  <a:lnTo>
                    <a:pt x="7361622" y="3012293"/>
                  </a:lnTo>
                  <a:lnTo>
                    <a:pt x="7360972" y="3012293"/>
                  </a:lnTo>
                  <a:lnTo>
                    <a:pt x="7360322" y="3012293"/>
                  </a:lnTo>
                  <a:lnTo>
                    <a:pt x="7359672" y="3012293"/>
                  </a:lnTo>
                  <a:lnTo>
                    <a:pt x="7359022" y="3012293"/>
                  </a:lnTo>
                  <a:lnTo>
                    <a:pt x="7358372" y="3012293"/>
                  </a:lnTo>
                  <a:lnTo>
                    <a:pt x="7357722" y="3012293"/>
                  </a:lnTo>
                  <a:lnTo>
                    <a:pt x="7357073" y="3012293"/>
                  </a:lnTo>
                  <a:lnTo>
                    <a:pt x="7356423" y="3012293"/>
                  </a:lnTo>
                  <a:lnTo>
                    <a:pt x="7355773" y="3012293"/>
                  </a:lnTo>
                  <a:lnTo>
                    <a:pt x="7355123" y="3012293"/>
                  </a:lnTo>
                  <a:lnTo>
                    <a:pt x="7354473" y="3012293"/>
                  </a:lnTo>
                  <a:lnTo>
                    <a:pt x="7353823" y="3012293"/>
                  </a:lnTo>
                  <a:lnTo>
                    <a:pt x="7353173" y="3012293"/>
                  </a:lnTo>
                  <a:lnTo>
                    <a:pt x="7352523" y="3012293"/>
                  </a:lnTo>
                  <a:lnTo>
                    <a:pt x="7351873" y="3012293"/>
                  </a:lnTo>
                  <a:lnTo>
                    <a:pt x="7351223" y="3012293"/>
                  </a:lnTo>
                  <a:lnTo>
                    <a:pt x="7350573" y="3012293"/>
                  </a:lnTo>
                  <a:lnTo>
                    <a:pt x="7349923" y="3012293"/>
                  </a:lnTo>
                  <a:lnTo>
                    <a:pt x="7349273" y="3012293"/>
                  </a:lnTo>
                  <a:lnTo>
                    <a:pt x="7348623" y="3012293"/>
                  </a:lnTo>
                  <a:lnTo>
                    <a:pt x="7347973" y="3012293"/>
                  </a:lnTo>
                  <a:lnTo>
                    <a:pt x="7347324" y="3012293"/>
                  </a:lnTo>
                  <a:lnTo>
                    <a:pt x="7346674" y="3012293"/>
                  </a:lnTo>
                  <a:lnTo>
                    <a:pt x="7346024" y="3012293"/>
                  </a:lnTo>
                  <a:lnTo>
                    <a:pt x="7345374" y="3012293"/>
                  </a:lnTo>
                  <a:lnTo>
                    <a:pt x="7344724" y="3012293"/>
                  </a:lnTo>
                  <a:lnTo>
                    <a:pt x="7344074" y="3012293"/>
                  </a:lnTo>
                  <a:lnTo>
                    <a:pt x="7343424" y="3012293"/>
                  </a:lnTo>
                  <a:lnTo>
                    <a:pt x="7342774" y="3012293"/>
                  </a:lnTo>
                  <a:lnTo>
                    <a:pt x="7342124" y="3012293"/>
                  </a:lnTo>
                  <a:lnTo>
                    <a:pt x="7341474" y="3012293"/>
                  </a:lnTo>
                  <a:lnTo>
                    <a:pt x="7340824" y="3012293"/>
                  </a:lnTo>
                  <a:lnTo>
                    <a:pt x="7340174" y="3012293"/>
                  </a:lnTo>
                  <a:lnTo>
                    <a:pt x="7339524" y="3012293"/>
                  </a:lnTo>
                  <a:lnTo>
                    <a:pt x="7338874" y="3012293"/>
                  </a:lnTo>
                  <a:lnTo>
                    <a:pt x="7338224" y="3012293"/>
                  </a:lnTo>
                  <a:lnTo>
                    <a:pt x="7337575" y="3012293"/>
                  </a:lnTo>
                  <a:lnTo>
                    <a:pt x="7336925" y="3012293"/>
                  </a:lnTo>
                  <a:lnTo>
                    <a:pt x="7336275" y="3012293"/>
                  </a:lnTo>
                  <a:lnTo>
                    <a:pt x="7335625" y="3012293"/>
                  </a:lnTo>
                  <a:lnTo>
                    <a:pt x="7334975" y="3012293"/>
                  </a:lnTo>
                  <a:lnTo>
                    <a:pt x="7334325" y="3012293"/>
                  </a:lnTo>
                  <a:lnTo>
                    <a:pt x="7333675" y="3012293"/>
                  </a:lnTo>
                  <a:lnTo>
                    <a:pt x="7333025" y="3012293"/>
                  </a:lnTo>
                  <a:lnTo>
                    <a:pt x="7332375" y="3012293"/>
                  </a:lnTo>
                  <a:lnTo>
                    <a:pt x="7331725" y="3012293"/>
                  </a:lnTo>
                  <a:lnTo>
                    <a:pt x="7331075" y="3012293"/>
                  </a:lnTo>
                  <a:lnTo>
                    <a:pt x="7330425" y="3012293"/>
                  </a:lnTo>
                  <a:lnTo>
                    <a:pt x="7329775" y="3012293"/>
                  </a:lnTo>
                  <a:lnTo>
                    <a:pt x="7329125" y="3012293"/>
                  </a:lnTo>
                  <a:lnTo>
                    <a:pt x="7328475" y="3012293"/>
                  </a:lnTo>
                  <a:lnTo>
                    <a:pt x="7327825" y="3012293"/>
                  </a:lnTo>
                  <a:lnTo>
                    <a:pt x="7327176" y="3012293"/>
                  </a:lnTo>
                  <a:lnTo>
                    <a:pt x="7326526" y="3012293"/>
                  </a:lnTo>
                  <a:lnTo>
                    <a:pt x="7325876" y="3012293"/>
                  </a:lnTo>
                  <a:lnTo>
                    <a:pt x="7325226" y="3012293"/>
                  </a:lnTo>
                  <a:lnTo>
                    <a:pt x="7324576" y="3012293"/>
                  </a:lnTo>
                  <a:lnTo>
                    <a:pt x="7323926" y="3012293"/>
                  </a:lnTo>
                  <a:lnTo>
                    <a:pt x="7323276" y="3012293"/>
                  </a:lnTo>
                  <a:lnTo>
                    <a:pt x="7322626" y="3012293"/>
                  </a:lnTo>
                  <a:lnTo>
                    <a:pt x="7321976" y="3012293"/>
                  </a:lnTo>
                  <a:lnTo>
                    <a:pt x="7321326" y="3012293"/>
                  </a:lnTo>
                  <a:lnTo>
                    <a:pt x="7320676" y="3012293"/>
                  </a:lnTo>
                  <a:lnTo>
                    <a:pt x="7320026" y="3012293"/>
                  </a:lnTo>
                  <a:lnTo>
                    <a:pt x="7319376" y="3012293"/>
                  </a:lnTo>
                  <a:lnTo>
                    <a:pt x="7318726" y="3012293"/>
                  </a:lnTo>
                  <a:lnTo>
                    <a:pt x="7318076" y="3012293"/>
                  </a:lnTo>
                  <a:lnTo>
                    <a:pt x="7317427" y="3012293"/>
                  </a:lnTo>
                  <a:lnTo>
                    <a:pt x="7316777" y="3012293"/>
                  </a:lnTo>
                  <a:lnTo>
                    <a:pt x="7316127" y="3012293"/>
                  </a:lnTo>
                  <a:lnTo>
                    <a:pt x="7315477" y="3012293"/>
                  </a:lnTo>
                  <a:lnTo>
                    <a:pt x="7314827" y="3012293"/>
                  </a:lnTo>
                  <a:lnTo>
                    <a:pt x="7314177" y="3012293"/>
                  </a:lnTo>
                  <a:lnTo>
                    <a:pt x="7313527" y="3012293"/>
                  </a:lnTo>
                  <a:lnTo>
                    <a:pt x="7312877" y="3012293"/>
                  </a:lnTo>
                  <a:lnTo>
                    <a:pt x="7312227" y="3012293"/>
                  </a:lnTo>
                  <a:lnTo>
                    <a:pt x="7311577" y="3012293"/>
                  </a:lnTo>
                  <a:lnTo>
                    <a:pt x="7310927" y="3012293"/>
                  </a:lnTo>
                  <a:lnTo>
                    <a:pt x="7310277" y="3012293"/>
                  </a:lnTo>
                  <a:lnTo>
                    <a:pt x="7309627" y="3012293"/>
                  </a:lnTo>
                  <a:lnTo>
                    <a:pt x="7308977" y="3012293"/>
                  </a:lnTo>
                  <a:lnTo>
                    <a:pt x="7308327" y="3012293"/>
                  </a:lnTo>
                  <a:lnTo>
                    <a:pt x="7307677" y="3012293"/>
                  </a:lnTo>
                  <a:lnTo>
                    <a:pt x="7307028" y="3012293"/>
                  </a:lnTo>
                  <a:lnTo>
                    <a:pt x="7306378" y="3012293"/>
                  </a:lnTo>
                  <a:lnTo>
                    <a:pt x="7305728" y="3012293"/>
                  </a:lnTo>
                  <a:lnTo>
                    <a:pt x="7305078" y="3012293"/>
                  </a:lnTo>
                  <a:lnTo>
                    <a:pt x="7304428" y="3012293"/>
                  </a:lnTo>
                  <a:lnTo>
                    <a:pt x="7303778" y="3012293"/>
                  </a:lnTo>
                  <a:lnTo>
                    <a:pt x="7303128" y="3012293"/>
                  </a:lnTo>
                  <a:lnTo>
                    <a:pt x="7302478" y="3012293"/>
                  </a:lnTo>
                  <a:lnTo>
                    <a:pt x="7301828" y="3012293"/>
                  </a:lnTo>
                  <a:lnTo>
                    <a:pt x="7301178" y="3012293"/>
                  </a:lnTo>
                  <a:lnTo>
                    <a:pt x="7300528" y="3012293"/>
                  </a:lnTo>
                  <a:lnTo>
                    <a:pt x="7299878" y="3012293"/>
                  </a:lnTo>
                  <a:lnTo>
                    <a:pt x="7299228" y="3012293"/>
                  </a:lnTo>
                  <a:lnTo>
                    <a:pt x="7298578" y="3012293"/>
                  </a:lnTo>
                  <a:lnTo>
                    <a:pt x="7297928" y="3012293"/>
                  </a:lnTo>
                  <a:lnTo>
                    <a:pt x="7297279" y="3012293"/>
                  </a:lnTo>
                  <a:lnTo>
                    <a:pt x="7296629" y="3012293"/>
                  </a:lnTo>
                  <a:lnTo>
                    <a:pt x="7295979" y="3012293"/>
                  </a:lnTo>
                  <a:lnTo>
                    <a:pt x="7295329" y="3012293"/>
                  </a:lnTo>
                  <a:lnTo>
                    <a:pt x="7294679" y="3012293"/>
                  </a:lnTo>
                  <a:lnTo>
                    <a:pt x="7294029" y="3012293"/>
                  </a:lnTo>
                  <a:lnTo>
                    <a:pt x="7293379" y="3012293"/>
                  </a:lnTo>
                  <a:lnTo>
                    <a:pt x="7292729" y="3012293"/>
                  </a:lnTo>
                  <a:lnTo>
                    <a:pt x="7292079" y="3012293"/>
                  </a:lnTo>
                  <a:lnTo>
                    <a:pt x="7291429" y="3012293"/>
                  </a:lnTo>
                  <a:lnTo>
                    <a:pt x="7290779" y="3012293"/>
                  </a:lnTo>
                  <a:lnTo>
                    <a:pt x="7290129" y="3012293"/>
                  </a:lnTo>
                  <a:lnTo>
                    <a:pt x="7289479" y="3012293"/>
                  </a:lnTo>
                  <a:lnTo>
                    <a:pt x="7288829" y="3012293"/>
                  </a:lnTo>
                  <a:lnTo>
                    <a:pt x="7288179" y="3012293"/>
                  </a:lnTo>
                  <a:lnTo>
                    <a:pt x="7287529" y="3012293"/>
                  </a:lnTo>
                  <a:lnTo>
                    <a:pt x="7286880" y="3012293"/>
                  </a:lnTo>
                  <a:lnTo>
                    <a:pt x="7286230" y="3012293"/>
                  </a:lnTo>
                  <a:lnTo>
                    <a:pt x="7285580" y="3012293"/>
                  </a:lnTo>
                  <a:lnTo>
                    <a:pt x="7284930" y="3012293"/>
                  </a:lnTo>
                  <a:lnTo>
                    <a:pt x="7284280" y="3012293"/>
                  </a:lnTo>
                  <a:lnTo>
                    <a:pt x="7283630" y="3012293"/>
                  </a:lnTo>
                  <a:lnTo>
                    <a:pt x="7282980" y="3012293"/>
                  </a:lnTo>
                  <a:lnTo>
                    <a:pt x="7282330" y="3012293"/>
                  </a:lnTo>
                  <a:lnTo>
                    <a:pt x="7281680" y="3012293"/>
                  </a:lnTo>
                  <a:lnTo>
                    <a:pt x="7281030" y="3012293"/>
                  </a:lnTo>
                  <a:lnTo>
                    <a:pt x="7280380" y="3012293"/>
                  </a:lnTo>
                  <a:lnTo>
                    <a:pt x="7279730" y="3012293"/>
                  </a:lnTo>
                  <a:lnTo>
                    <a:pt x="7279080" y="3012293"/>
                  </a:lnTo>
                  <a:lnTo>
                    <a:pt x="7278430" y="3012293"/>
                  </a:lnTo>
                  <a:lnTo>
                    <a:pt x="7277780" y="3012293"/>
                  </a:lnTo>
                  <a:lnTo>
                    <a:pt x="7277131" y="3012293"/>
                  </a:lnTo>
                  <a:lnTo>
                    <a:pt x="7276481" y="3012293"/>
                  </a:lnTo>
                  <a:lnTo>
                    <a:pt x="7275831" y="3012293"/>
                  </a:lnTo>
                  <a:lnTo>
                    <a:pt x="7275181" y="3012293"/>
                  </a:lnTo>
                  <a:lnTo>
                    <a:pt x="7274531" y="3012293"/>
                  </a:lnTo>
                  <a:lnTo>
                    <a:pt x="7273881" y="3012293"/>
                  </a:lnTo>
                  <a:lnTo>
                    <a:pt x="7273231" y="3012293"/>
                  </a:lnTo>
                  <a:lnTo>
                    <a:pt x="7272581" y="3012293"/>
                  </a:lnTo>
                  <a:lnTo>
                    <a:pt x="7271931" y="3012293"/>
                  </a:lnTo>
                  <a:lnTo>
                    <a:pt x="7271281" y="3012293"/>
                  </a:lnTo>
                  <a:lnTo>
                    <a:pt x="7270631" y="3012293"/>
                  </a:lnTo>
                  <a:lnTo>
                    <a:pt x="7269981" y="3012293"/>
                  </a:lnTo>
                  <a:lnTo>
                    <a:pt x="7269331" y="3012293"/>
                  </a:lnTo>
                  <a:lnTo>
                    <a:pt x="7268681" y="3012293"/>
                  </a:lnTo>
                  <a:lnTo>
                    <a:pt x="7268031" y="3012293"/>
                  </a:lnTo>
                  <a:lnTo>
                    <a:pt x="7267381" y="3012293"/>
                  </a:lnTo>
                  <a:lnTo>
                    <a:pt x="7266732" y="3012293"/>
                  </a:lnTo>
                  <a:lnTo>
                    <a:pt x="7266082" y="3012293"/>
                  </a:lnTo>
                  <a:lnTo>
                    <a:pt x="7265432" y="3012293"/>
                  </a:lnTo>
                  <a:lnTo>
                    <a:pt x="7264782" y="3012293"/>
                  </a:lnTo>
                  <a:lnTo>
                    <a:pt x="7264132" y="3012293"/>
                  </a:lnTo>
                  <a:lnTo>
                    <a:pt x="7263482" y="3012293"/>
                  </a:lnTo>
                  <a:lnTo>
                    <a:pt x="7262832" y="3012293"/>
                  </a:lnTo>
                  <a:lnTo>
                    <a:pt x="7262182" y="3012293"/>
                  </a:lnTo>
                  <a:lnTo>
                    <a:pt x="7261532" y="3012293"/>
                  </a:lnTo>
                  <a:lnTo>
                    <a:pt x="7260882" y="3012293"/>
                  </a:lnTo>
                  <a:lnTo>
                    <a:pt x="7260232" y="3012293"/>
                  </a:lnTo>
                  <a:lnTo>
                    <a:pt x="7259582" y="3012293"/>
                  </a:lnTo>
                  <a:lnTo>
                    <a:pt x="7258932" y="3012293"/>
                  </a:lnTo>
                  <a:lnTo>
                    <a:pt x="7258282" y="3012293"/>
                  </a:lnTo>
                  <a:lnTo>
                    <a:pt x="7257632" y="3012293"/>
                  </a:lnTo>
                  <a:lnTo>
                    <a:pt x="7256983" y="3012293"/>
                  </a:lnTo>
                  <a:lnTo>
                    <a:pt x="7256333" y="3012293"/>
                  </a:lnTo>
                  <a:lnTo>
                    <a:pt x="7255683" y="3012293"/>
                  </a:lnTo>
                  <a:lnTo>
                    <a:pt x="7255033" y="3012293"/>
                  </a:lnTo>
                  <a:lnTo>
                    <a:pt x="7254383" y="3012293"/>
                  </a:lnTo>
                  <a:lnTo>
                    <a:pt x="7253733" y="3012293"/>
                  </a:lnTo>
                  <a:lnTo>
                    <a:pt x="7253083" y="3012293"/>
                  </a:lnTo>
                  <a:lnTo>
                    <a:pt x="7252433" y="3012293"/>
                  </a:lnTo>
                  <a:lnTo>
                    <a:pt x="7251783" y="3012293"/>
                  </a:lnTo>
                  <a:lnTo>
                    <a:pt x="7251133" y="3012293"/>
                  </a:lnTo>
                  <a:lnTo>
                    <a:pt x="7250483" y="3012293"/>
                  </a:lnTo>
                  <a:lnTo>
                    <a:pt x="7249833" y="3012293"/>
                  </a:lnTo>
                  <a:lnTo>
                    <a:pt x="7249183" y="3012293"/>
                  </a:lnTo>
                  <a:lnTo>
                    <a:pt x="7248533" y="3012293"/>
                  </a:lnTo>
                  <a:lnTo>
                    <a:pt x="7247883" y="3012293"/>
                  </a:lnTo>
                  <a:lnTo>
                    <a:pt x="7247233" y="3012293"/>
                  </a:lnTo>
                  <a:lnTo>
                    <a:pt x="7246584" y="3012293"/>
                  </a:lnTo>
                  <a:lnTo>
                    <a:pt x="7245934" y="3012293"/>
                  </a:lnTo>
                  <a:lnTo>
                    <a:pt x="7245284" y="3012293"/>
                  </a:lnTo>
                  <a:lnTo>
                    <a:pt x="7244634" y="3012293"/>
                  </a:lnTo>
                  <a:lnTo>
                    <a:pt x="7243984" y="3012293"/>
                  </a:lnTo>
                  <a:lnTo>
                    <a:pt x="7243334" y="3012293"/>
                  </a:lnTo>
                  <a:lnTo>
                    <a:pt x="7242684" y="3012293"/>
                  </a:lnTo>
                  <a:lnTo>
                    <a:pt x="7242034" y="3012293"/>
                  </a:lnTo>
                  <a:lnTo>
                    <a:pt x="7241384" y="3012293"/>
                  </a:lnTo>
                  <a:lnTo>
                    <a:pt x="7240734" y="3012293"/>
                  </a:lnTo>
                  <a:lnTo>
                    <a:pt x="7240084" y="3012293"/>
                  </a:lnTo>
                  <a:lnTo>
                    <a:pt x="7239434" y="3012293"/>
                  </a:lnTo>
                  <a:lnTo>
                    <a:pt x="7238784" y="3012293"/>
                  </a:lnTo>
                  <a:lnTo>
                    <a:pt x="7238134" y="3012293"/>
                  </a:lnTo>
                  <a:lnTo>
                    <a:pt x="7237484" y="3012293"/>
                  </a:lnTo>
                  <a:lnTo>
                    <a:pt x="7236835" y="3012293"/>
                  </a:lnTo>
                  <a:lnTo>
                    <a:pt x="7236185" y="3012293"/>
                  </a:lnTo>
                  <a:lnTo>
                    <a:pt x="7235535" y="3012293"/>
                  </a:lnTo>
                  <a:lnTo>
                    <a:pt x="7234885" y="3012293"/>
                  </a:lnTo>
                  <a:lnTo>
                    <a:pt x="7234235" y="3012293"/>
                  </a:lnTo>
                  <a:lnTo>
                    <a:pt x="7233585" y="3012293"/>
                  </a:lnTo>
                  <a:lnTo>
                    <a:pt x="7232935" y="3012293"/>
                  </a:lnTo>
                  <a:lnTo>
                    <a:pt x="7232285" y="3012293"/>
                  </a:lnTo>
                  <a:lnTo>
                    <a:pt x="7231635" y="3012293"/>
                  </a:lnTo>
                  <a:lnTo>
                    <a:pt x="7230985" y="3012293"/>
                  </a:lnTo>
                  <a:lnTo>
                    <a:pt x="7230335" y="3012293"/>
                  </a:lnTo>
                  <a:lnTo>
                    <a:pt x="7229685" y="3012293"/>
                  </a:lnTo>
                  <a:lnTo>
                    <a:pt x="7229035" y="3012293"/>
                  </a:lnTo>
                  <a:lnTo>
                    <a:pt x="7228385" y="3012293"/>
                  </a:lnTo>
                  <a:lnTo>
                    <a:pt x="7227735" y="3012293"/>
                  </a:lnTo>
                  <a:lnTo>
                    <a:pt x="7227085" y="3012293"/>
                  </a:lnTo>
                  <a:lnTo>
                    <a:pt x="7226436" y="3012293"/>
                  </a:lnTo>
                  <a:lnTo>
                    <a:pt x="7225786" y="3012293"/>
                  </a:lnTo>
                  <a:lnTo>
                    <a:pt x="7225136" y="3012293"/>
                  </a:lnTo>
                  <a:lnTo>
                    <a:pt x="7224486" y="3012293"/>
                  </a:lnTo>
                  <a:lnTo>
                    <a:pt x="7223836" y="3012293"/>
                  </a:lnTo>
                  <a:lnTo>
                    <a:pt x="7223186" y="3012293"/>
                  </a:lnTo>
                  <a:lnTo>
                    <a:pt x="7222536" y="3012293"/>
                  </a:lnTo>
                  <a:lnTo>
                    <a:pt x="7221886" y="3012293"/>
                  </a:lnTo>
                  <a:lnTo>
                    <a:pt x="7221236" y="3012293"/>
                  </a:lnTo>
                  <a:lnTo>
                    <a:pt x="7220586" y="3012293"/>
                  </a:lnTo>
                  <a:lnTo>
                    <a:pt x="7219936" y="3012293"/>
                  </a:lnTo>
                  <a:lnTo>
                    <a:pt x="7219286" y="3012293"/>
                  </a:lnTo>
                  <a:lnTo>
                    <a:pt x="7218636" y="3012293"/>
                  </a:lnTo>
                  <a:lnTo>
                    <a:pt x="7217986" y="3012293"/>
                  </a:lnTo>
                  <a:lnTo>
                    <a:pt x="7217336" y="3012293"/>
                  </a:lnTo>
                  <a:lnTo>
                    <a:pt x="7216687" y="3012293"/>
                  </a:lnTo>
                  <a:lnTo>
                    <a:pt x="7216037" y="3012293"/>
                  </a:lnTo>
                  <a:lnTo>
                    <a:pt x="7215387" y="3012293"/>
                  </a:lnTo>
                  <a:lnTo>
                    <a:pt x="7214737" y="3012293"/>
                  </a:lnTo>
                  <a:lnTo>
                    <a:pt x="7214087" y="3012293"/>
                  </a:lnTo>
                  <a:lnTo>
                    <a:pt x="7213437" y="3012293"/>
                  </a:lnTo>
                  <a:lnTo>
                    <a:pt x="7212787" y="3012293"/>
                  </a:lnTo>
                  <a:lnTo>
                    <a:pt x="7212137" y="3012293"/>
                  </a:lnTo>
                  <a:lnTo>
                    <a:pt x="7211487" y="3012293"/>
                  </a:lnTo>
                  <a:lnTo>
                    <a:pt x="7210837" y="3012293"/>
                  </a:lnTo>
                  <a:lnTo>
                    <a:pt x="7210187" y="3012293"/>
                  </a:lnTo>
                  <a:lnTo>
                    <a:pt x="7209537" y="3012293"/>
                  </a:lnTo>
                  <a:lnTo>
                    <a:pt x="7208887" y="3012293"/>
                  </a:lnTo>
                  <a:lnTo>
                    <a:pt x="7208237" y="3012293"/>
                  </a:lnTo>
                  <a:lnTo>
                    <a:pt x="7207587" y="3012293"/>
                  </a:lnTo>
                  <a:lnTo>
                    <a:pt x="7206937" y="3012293"/>
                  </a:lnTo>
                  <a:lnTo>
                    <a:pt x="7206288" y="3012293"/>
                  </a:lnTo>
                  <a:lnTo>
                    <a:pt x="7205638" y="3012293"/>
                  </a:lnTo>
                  <a:lnTo>
                    <a:pt x="7204988" y="3012293"/>
                  </a:lnTo>
                  <a:lnTo>
                    <a:pt x="7204338" y="3012293"/>
                  </a:lnTo>
                  <a:lnTo>
                    <a:pt x="7203688" y="3012293"/>
                  </a:lnTo>
                  <a:lnTo>
                    <a:pt x="7203038" y="3012293"/>
                  </a:lnTo>
                  <a:lnTo>
                    <a:pt x="7202388" y="3012293"/>
                  </a:lnTo>
                  <a:lnTo>
                    <a:pt x="7201738" y="3012293"/>
                  </a:lnTo>
                  <a:lnTo>
                    <a:pt x="7201088" y="3012293"/>
                  </a:lnTo>
                  <a:lnTo>
                    <a:pt x="7200438" y="3012293"/>
                  </a:lnTo>
                  <a:lnTo>
                    <a:pt x="7199788" y="3012293"/>
                  </a:lnTo>
                  <a:lnTo>
                    <a:pt x="7199138" y="3012293"/>
                  </a:lnTo>
                  <a:lnTo>
                    <a:pt x="7198488" y="3012293"/>
                  </a:lnTo>
                  <a:lnTo>
                    <a:pt x="7197838" y="3012293"/>
                  </a:lnTo>
                  <a:lnTo>
                    <a:pt x="7197188" y="3012293"/>
                  </a:lnTo>
                  <a:lnTo>
                    <a:pt x="7196539" y="3012293"/>
                  </a:lnTo>
                  <a:lnTo>
                    <a:pt x="7195889" y="3012293"/>
                  </a:lnTo>
                  <a:lnTo>
                    <a:pt x="7195239" y="3012293"/>
                  </a:lnTo>
                  <a:lnTo>
                    <a:pt x="7194589" y="3012293"/>
                  </a:lnTo>
                  <a:lnTo>
                    <a:pt x="7193939" y="3012293"/>
                  </a:lnTo>
                  <a:lnTo>
                    <a:pt x="7193289" y="3012293"/>
                  </a:lnTo>
                  <a:lnTo>
                    <a:pt x="7192639" y="3012293"/>
                  </a:lnTo>
                  <a:lnTo>
                    <a:pt x="7191989" y="3012293"/>
                  </a:lnTo>
                  <a:lnTo>
                    <a:pt x="7191339" y="3012293"/>
                  </a:lnTo>
                  <a:lnTo>
                    <a:pt x="7190689" y="3012293"/>
                  </a:lnTo>
                  <a:lnTo>
                    <a:pt x="7190039" y="3012293"/>
                  </a:lnTo>
                  <a:lnTo>
                    <a:pt x="7189389" y="3012293"/>
                  </a:lnTo>
                  <a:lnTo>
                    <a:pt x="7188739" y="3012293"/>
                  </a:lnTo>
                  <a:lnTo>
                    <a:pt x="7188089" y="3012293"/>
                  </a:lnTo>
                  <a:lnTo>
                    <a:pt x="7187439" y="3012293"/>
                  </a:lnTo>
                  <a:lnTo>
                    <a:pt x="7186790" y="3012293"/>
                  </a:lnTo>
                  <a:lnTo>
                    <a:pt x="7186140" y="3012293"/>
                  </a:lnTo>
                  <a:lnTo>
                    <a:pt x="7185490" y="3012293"/>
                  </a:lnTo>
                  <a:lnTo>
                    <a:pt x="7184840" y="3012293"/>
                  </a:lnTo>
                  <a:lnTo>
                    <a:pt x="7184190" y="3012293"/>
                  </a:lnTo>
                  <a:lnTo>
                    <a:pt x="7183540" y="3012293"/>
                  </a:lnTo>
                  <a:lnTo>
                    <a:pt x="7182890" y="3012293"/>
                  </a:lnTo>
                  <a:lnTo>
                    <a:pt x="7182240" y="3012293"/>
                  </a:lnTo>
                  <a:lnTo>
                    <a:pt x="7181590" y="3012293"/>
                  </a:lnTo>
                  <a:lnTo>
                    <a:pt x="7180940" y="3012293"/>
                  </a:lnTo>
                  <a:lnTo>
                    <a:pt x="7180290" y="3012293"/>
                  </a:lnTo>
                  <a:lnTo>
                    <a:pt x="7179640" y="3012293"/>
                  </a:lnTo>
                  <a:lnTo>
                    <a:pt x="7178990" y="3012293"/>
                  </a:lnTo>
                  <a:lnTo>
                    <a:pt x="7178340" y="3012293"/>
                  </a:lnTo>
                  <a:lnTo>
                    <a:pt x="7177690" y="3012293"/>
                  </a:lnTo>
                  <a:lnTo>
                    <a:pt x="7177040" y="3012293"/>
                  </a:lnTo>
                  <a:lnTo>
                    <a:pt x="7176391" y="3012293"/>
                  </a:lnTo>
                  <a:lnTo>
                    <a:pt x="7175741" y="3012293"/>
                  </a:lnTo>
                  <a:lnTo>
                    <a:pt x="7175091" y="3012293"/>
                  </a:lnTo>
                  <a:lnTo>
                    <a:pt x="7174441" y="3012293"/>
                  </a:lnTo>
                  <a:lnTo>
                    <a:pt x="7173791" y="3012293"/>
                  </a:lnTo>
                  <a:lnTo>
                    <a:pt x="7173141" y="3012293"/>
                  </a:lnTo>
                  <a:lnTo>
                    <a:pt x="7172491" y="3012293"/>
                  </a:lnTo>
                  <a:lnTo>
                    <a:pt x="7171841" y="3012293"/>
                  </a:lnTo>
                  <a:lnTo>
                    <a:pt x="7171191" y="3012293"/>
                  </a:lnTo>
                  <a:lnTo>
                    <a:pt x="7170541" y="3012293"/>
                  </a:lnTo>
                  <a:lnTo>
                    <a:pt x="7169891" y="3012293"/>
                  </a:lnTo>
                  <a:lnTo>
                    <a:pt x="7169241" y="3012293"/>
                  </a:lnTo>
                  <a:lnTo>
                    <a:pt x="7168591" y="3012293"/>
                  </a:lnTo>
                  <a:lnTo>
                    <a:pt x="7167941" y="3012293"/>
                  </a:lnTo>
                  <a:lnTo>
                    <a:pt x="7167291" y="3012293"/>
                  </a:lnTo>
                  <a:lnTo>
                    <a:pt x="7166642" y="3012293"/>
                  </a:lnTo>
                  <a:lnTo>
                    <a:pt x="7165992" y="3012293"/>
                  </a:lnTo>
                  <a:lnTo>
                    <a:pt x="7165342" y="3012293"/>
                  </a:lnTo>
                  <a:lnTo>
                    <a:pt x="7164692" y="3012293"/>
                  </a:lnTo>
                  <a:lnTo>
                    <a:pt x="7164042" y="3012293"/>
                  </a:lnTo>
                  <a:lnTo>
                    <a:pt x="7163392" y="3012293"/>
                  </a:lnTo>
                  <a:lnTo>
                    <a:pt x="7162742" y="3012293"/>
                  </a:lnTo>
                  <a:lnTo>
                    <a:pt x="7162092" y="3012293"/>
                  </a:lnTo>
                  <a:lnTo>
                    <a:pt x="7161442" y="3012293"/>
                  </a:lnTo>
                  <a:lnTo>
                    <a:pt x="7160792" y="3012293"/>
                  </a:lnTo>
                  <a:lnTo>
                    <a:pt x="7160142" y="3012293"/>
                  </a:lnTo>
                  <a:lnTo>
                    <a:pt x="7159492" y="3012293"/>
                  </a:lnTo>
                  <a:lnTo>
                    <a:pt x="7158842" y="3012293"/>
                  </a:lnTo>
                  <a:lnTo>
                    <a:pt x="7158192" y="3012293"/>
                  </a:lnTo>
                  <a:lnTo>
                    <a:pt x="7157542" y="3012293"/>
                  </a:lnTo>
                  <a:lnTo>
                    <a:pt x="7156892" y="3012293"/>
                  </a:lnTo>
                  <a:lnTo>
                    <a:pt x="7156243" y="3012293"/>
                  </a:lnTo>
                  <a:lnTo>
                    <a:pt x="7155593" y="3012293"/>
                  </a:lnTo>
                  <a:lnTo>
                    <a:pt x="7154943" y="3012293"/>
                  </a:lnTo>
                  <a:lnTo>
                    <a:pt x="7154293" y="3012293"/>
                  </a:lnTo>
                  <a:lnTo>
                    <a:pt x="7153643" y="3012293"/>
                  </a:lnTo>
                  <a:lnTo>
                    <a:pt x="7152993" y="3012293"/>
                  </a:lnTo>
                  <a:lnTo>
                    <a:pt x="7152343" y="3012293"/>
                  </a:lnTo>
                  <a:lnTo>
                    <a:pt x="7151693" y="3012293"/>
                  </a:lnTo>
                  <a:lnTo>
                    <a:pt x="7151043" y="3012293"/>
                  </a:lnTo>
                  <a:lnTo>
                    <a:pt x="7150393" y="3012293"/>
                  </a:lnTo>
                  <a:lnTo>
                    <a:pt x="7149743" y="3012293"/>
                  </a:lnTo>
                  <a:lnTo>
                    <a:pt x="7149093" y="3012293"/>
                  </a:lnTo>
                  <a:lnTo>
                    <a:pt x="7148443" y="3012293"/>
                  </a:lnTo>
                  <a:lnTo>
                    <a:pt x="7147793" y="3012293"/>
                  </a:lnTo>
                  <a:lnTo>
                    <a:pt x="7147143" y="3012293"/>
                  </a:lnTo>
                  <a:lnTo>
                    <a:pt x="7146494" y="3012293"/>
                  </a:lnTo>
                  <a:lnTo>
                    <a:pt x="7145844" y="3012293"/>
                  </a:lnTo>
                  <a:lnTo>
                    <a:pt x="7145194" y="3012293"/>
                  </a:lnTo>
                  <a:lnTo>
                    <a:pt x="7144544" y="3012293"/>
                  </a:lnTo>
                  <a:lnTo>
                    <a:pt x="7143894" y="3012293"/>
                  </a:lnTo>
                  <a:lnTo>
                    <a:pt x="7143244" y="3012293"/>
                  </a:lnTo>
                  <a:lnTo>
                    <a:pt x="7142594" y="3012293"/>
                  </a:lnTo>
                  <a:lnTo>
                    <a:pt x="7141944" y="3012293"/>
                  </a:lnTo>
                  <a:lnTo>
                    <a:pt x="7141294" y="3012293"/>
                  </a:lnTo>
                  <a:lnTo>
                    <a:pt x="7140644" y="3012293"/>
                  </a:lnTo>
                  <a:lnTo>
                    <a:pt x="7139994" y="3012293"/>
                  </a:lnTo>
                  <a:lnTo>
                    <a:pt x="7139344" y="3012293"/>
                  </a:lnTo>
                  <a:lnTo>
                    <a:pt x="7138694" y="3012293"/>
                  </a:lnTo>
                  <a:lnTo>
                    <a:pt x="7138044" y="3012293"/>
                  </a:lnTo>
                  <a:lnTo>
                    <a:pt x="7137394" y="3012293"/>
                  </a:lnTo>
                  <a:lnTo>
                    <a:pt x="7136744" y="3012293"/>
                  </a:lnTo>
                  <a:lnTo>
                    <a:pt x="7136095" y="3012293"/>
                  </a:lnTo>
                  <a:lnTo>
                    <a:pt x="7135445" y="3012293"/>
                  </a:lnTo>
                  <a:lnTo>
                    <a:pt x="7134795" y="3012293"/>
                  </a:lnTo>
                  <a:lnTo>
                    <a:pt x="7134145" y="3012293"/>
                  </a:lnTo>
                  <a:lnTo>
                    <a:pt x="7133495" y="3012293"/>
                  </a:lnTo>
                  <a:lnTo>
                    <a:pt x="7132845" y="3012293"/>
                  </a:lnTo>
                  <a:lnTo>
                    <a:pt x="7132195" y="3012293"/>
                  </a:lnTo>
                  <a:lnTo>
                    <a:pt x="7131545" y="3012293"/>
                  </a:lnTo>
                  <a:lnTo>
                    <a:pt x="7130895" y="3012293"/>
                  </a:lnTo>
                  <a:lnTo>
                    <a:pt x="7130245" y="3012293"/>
                  </a:lnTo>
                  <a:lnTo>
                    <a:pt x="7129595" y="3012293"/>
                  </a:lnTo>
                  <a:lnTo>
                    <a:pt x="7128945" y="3012293"/>
                  </a:lnTo>
                  <a:lnTo>
                    <a:pt x="7128295" y="3012293"/>
                  </a:lnTo>
                  <a:lnTo>
                    <a:pt x="7127645" y="3012293"/>
                  </a:lnTo>
                  <a:lnTo>
                    <a:pt x="7126995" y="3012293"/>
                  </a:lnTo>
                  <a:lnTo>
                    <a:pt x="7126346" y="3012293"/>
                  </a:lnTo>
                  <a:lnTo>
                    <a:pt x="7125696" y="3012293"/>
                  </a:lnTo>
                  <a:lnTo>
                    <a:pt x="7125046" y="3012293"/>
                  </a:lnTo>
                  <a:lnTo>
                    <a:pt x="7124396" y="3012293"/>
                  </a:lnTo>
                  <a:lnTo>
                    <a:pt x="7123746" y="3012293"/>
                  </a:lnTo>
                  <a:lnTo>
                    <a:pt x="7123096" y="3012293"/>
                  </a:lnTo>
                  <a:lnTo>
                    <a:pt x="7122446" y="3012293"/>
                  </a:lnTo>
                  <a:lnTo>
                    <a:pt x="7121796" y="3012293"/>
                  </a:lnTo>
                  <a:lnTo>
                    <a:pt x="7121146" y="3012293"/>
                  </a:lnTo>
                  <a:lnTo>
                    <a:pt x="7120496" y="3012293"/>
                  </a:lnTo>
                  <a:lnTo>
                    <a:pt x="7119846" y="3012293"/>
                  </a:lnTo>
                  <a:lnTo>
                    <a:pt x="7119196" y="3012293"/>
                  </a:lnTo>
                  <a:lnTo>
                    <a:pt x="7118546" y="3012293"/>
                  </a:lnTo>
                  <a:lnTo>
                    <a:pt x="7117896" y="3012293"/>
                  </a:lnTo>
                  <a:lnTo>
                    <a:pt x="7117246" y="3012293"/>
                  </a:lnTo>
                  <a:lnTo>
                    <a:pt x="7116596" y="3012293"/>
                  </a:lnTo>
                  <a:lnTo>
                    <a:pt x="7115947" y="3012293"/>
                  </a:lnTo>
                  <a:lnTo>
                    <a:pt x="7115297" y="3012293"/>
                  </a:lnTo>
                  <a:lnTo>
                    <a:pt x="7114647" y="3012293"/>
                  </a:lnTo>
                  <a:lnTo>
                    <a:pt x="7113997" y="3012293"/>
                  </a:lnTo>
                  <a:lnTo>
                    <a:pt x="7113347" y="3012293"/>
                  </a:lnTo>
                  <a:lnTo>
                    <a:pt x="7112697" y="3012293"/>
                  </a:lnTo>
                  <a:lnTo>
                    <a:pt x="7112047" y="3012293"/>
                  </a:lnTo>
                  <a:lnTo>
                    <a:pt x="7111397" y="3012293"/>
                  </a:lnTo>
                  <a:lnTo>
                    <a:pt x="7110747" y="3012293"/>
                  </a:lnTo>
                  <a:lnTo>
                    <a:pt x="7110097" y="3012293"/>
                  </a:lnTo>
                  <a:lnTo>
                    <a:pt x="7109447" y="3012293"/>
                  </a:lnTo>
                  <a:lnTo>
                    <a:pt x="7108797" y="3012293"/>
                  </a:lnTo>
                  <a:lnTo>
                    <a:pt x="7108147" y="3012293"/>
                  </a:lnTo>
                  <a:lnTo>
                    <a:pt x="7107497" y="3012293"/>
                  </a:lnTo>
                  <a:lnTo>
                    <a:pt x="7106847" y="3012293"/>
                  </a:lnTo>
                  <a:lnTo>
                    <a:pt x="7106198" y="3012293"/>
                  </a:lnTo>
                  <a:lnTo>
                    <a:pt x="7105548" y="3012293"/>
                  </a:lnTo>
                  <a:lnTo>
                    <a:pt x="7104898" y="3012293"/>
                  </a:lnTo>
                  <a:lnTo>
                    <a:pt x="7104248" y="3012293"/>
                  </a:lnTo>
                  <a:lnTo>
                    <a:pt x="7103598" y="3012293"/>
                  </a:lnTo>
                  <a:lnTo>
                    <a:pt x="7102948" y="3012293"/>
                  </a:lnTo>
                  <a:lnTo>
                    <a:pt x="7102298" y="3012293"/>
                  </a:lnTo>
                  <a:lnTo>
                    <a:pt x="7101648" y="3012293"/>
                  </a:lnTo>
                  <a:lnTo>
                    <a:pt x="7100998" y="3012293"/>
                  </a:lnTo>
                  <a:lnTo>
                    <a:pt x="7100348" y="3012293"/>
                  </a:lnTo>
                  <a:lnTo>
                    <a:pt x="7099698" y="3012293"/>
                  </a:lnTo>
                  <a:lnTo>
                    <a:pt x="7099048" y="3012293"/>
                  </a:lnTo>
                  <a:lnTo>
                    <a:pt x="7098398" y="3012293"/>
                  </a:lnTo>
                  <a:lnTo>
                    <a:pt x="7097748" y="3012293"/>
                  </a:lnTo>
                  <a:lnTo>
                    <a:pt x="7097098" y="3012293"/>
                  </a:lnTo>
                  <a:lnTo>
                    <a:pt x="7096448" y="3012293"/>
                  </a:lnTo>
                  <a:lnTo>
                    <a:pt x="7095799" y="3012293"/>
                  </a:lnTo>
                  <a:lnTo>
                    <a:pt x="7095149" y="3012293"/>
                  </a:lnTo>
                  <a:lnTo>
                    <a:pt x="7094499" y="3012293"/>
                  </a:lnTo>
                  <a:lnTo>
                    <a:pt x="7093849" y="3012293"/>
                  </a:lnTo>
                  <a:lnTo>
                    <a:pt x="7093199" y="3012293"/>
                  </a:lnTo>
                  <a:lnTo>
                    <a:pt x="7092549" y="3012293"/>
                  </a:lnTo>
                  <a:lnTo>
                    <a:pt x="7091899" y="3012293"/>
                  </a:lnTo>
                  <a:lnTo>
                    <a:pt x="7091249" y="3012293"/>
                  </a:lnTo>
                  <a:lnTo>
                    <a:pt x="7090599" y="3012293"/>
                  </a:lnTo>
                  <a:lnTo>
                    <a:pt x="7089949" y="3012293"/>
                  </a:lnTo>
                  <a:lnTo>
                    <a:pt x="7089299" y="3012293"/>
                  </a:lnTo>
                  <a:lnTo>
                    <a:pt x="7088649" y="3012293"/>
                  </a:lnTo>
                  <a:lnTo>
                    <a:pt x="7087999" y="3012293"/>
                  </a:lnTo>
                  <a:lnTo>
                    <a:pt x="7087349" y="3012293"/>
                  </a:lnTo>
                  <a:lnTo>
                    <a:pt x="7086699" y="3012293"/>
                  </a:lnTo>
                  <a:lnTo>
                    <a:pt x="7086050" y="3012293"/>
                  </a:lnTo>
                  <a:lnTo>
                    <a:pt x="7085400" y="3012293"/>
                  </a:lnTo>
                  <a:lnTo>
                    <a:pt x="7084750" y="3012293"/>
                  </a:lnTo>
                  <a:lnTo>
                    <a:pt x="7084100" y="3012293"/>
                  </a:lnTo>
                  <a:lnTo>
                    <a:pt x="7083450" y="3012293"/>
                  </a:lnTo>
                  <a:lnTo>
                    <a:pt x="7082800" y="3012293"/>
                  </a:lnTo>
                  <a:lnTo>
                    <a:pt x="7082150" y="3012293"/>
                  </a:lnTo>
                  <a:lnTo>
                    <a:pt x="7081500" y="3012293"/>
                  </a:lnTo>
                  <a:lnTo>
                    <a:pt x="7080850" y="3012293"/>
                  </a:lnTo>
                  <a:lnTo>
                    <a:pt x="7080200" y="3012293"/>
                  </a:lnTo>
                  <a:lnTo>
                    <a:pt x="7079550" y="3012293"/>
                  </a:lnTo>
                  <a:lnTo>
                    <a:pt x="7078900" y="3012293"/>
                  </a:lnTo>
                  <a:lnTo>
                    <a:pt x="7078250" y="3012293"/>
                  </a:lnTo>
                  <a:lnTo>
                    <a:pt x="7077600" y="3012293"/>
                  </a:lnTo>
                  <a:lnTo>
                    <a:pt x="7076950" y="3012293"/>
                  </a:lnTo>
                  <a:lnTo>
                    <a:pt x="7076300" y="3012293"/>
                  </a:lnTo>
                  <a:lnTo>
                    <a:pt x="7075651" y="3012293"/>
                  </a:lnTo>
                  <a:lnTo>
                    <a:pt x="7075001" y="3012293"/>
                  </a:lnTo>
                  <a:lnTo>
                    <a:pt x="7074351" y="3012293"/>
                  </a:lnTo>
                  <a:lnTo>
                    <a:pt x="7073701" y="3012293"/>
                  </a:lnTo>
                  <a:lnTo>
                    <a:pt x="7073051" y="3012293"/>
                  </a:lnTo>
                  <a:lnTo>
                    <a:pt x="7072401" y="3012293"/>
                  </a:lnTo>
                  <a:lnTo>
                    <a:pt x="7071751" y="3012293"/>
                  </a:lnTo>
                  <a:lnTo>
                    <a:pt x="7071101" y="3012293"/>
                  </a:lnTo>
                  <a:lnTo>
                    <a:pt x="7070451" y="3012293"/>
                  </a:lnTo>
                  <a:lnTo>
                    <a:pt x="7069801" y="3012293"/>
                  </a:lnTo>
                  <a:lnTo>
                    <a:pt x="7069151" y="3012293"/>
                  </a:lnTo>
                  <a:lnTo>
                    <a:pt x="7068501" y="3012293"/>
                  </a:lnTo>
                  <a:lnTo>
                    <a:pt x="7067851" y="3012293"/>
                  </a:lnTo>
                  <a:lnTo>
                    <a:pt x="7067201" y="3012293"/>
                  </a:lnTo>
                  <a:lnTo>
                    <a:pt x="7066551" y="3012293"/>
                  </a:lnTo>
                  <a:lnTo>
                    <a:pt x="7065902" y="3012293"/>
                  </a:lnTo>
                  <a:lnTo>
                    <a:pt x="7065252" y="3012293"/>
                  </a:lnTo>
                  <a:lnTo>
                    <a:pt x="7064602" y="3012293"/>
                  </a:lnTo>
                  <a:lnTo>
                    <a:pt x="7063952" y="3012293"/>
                  </a:lnTo>
                  <a:lnTo>
                    <a:pt x="7063302" y="3012293"/>
                  </a:lnTo>
                  <a:lnTo>
                    <a:pt x="7062652" y="3012293"/>
                  </a:lnTo>
                  <a:lnTo>
                    <a:pt x="7062002" y="3012293"/>
                  </a:lnTo>
                  <a:lnTo>
                    <a:pt x="7061352" y="3012293"/>
                  </a:lnTo>
                  <a:lnTo>
                    <a:pt x="7060702" y="3012293"/>
                  </a:lnTo>
                  <a:lnTo>
                    <a:pt x="7060052" y="3012293"/>
                  </a:lnTo>
                  <a:lnTo>
                    <a:pt x="7059402" y="3012293"/>
                  </a:lnTo>
                  <a:lnTo>
                    <a:pt x="7058752" y="3012293"/>
                  </a:lnTo>
                  <a:lnTo>
                    <a:pt x="7058102" y="3012293"/>
                  </a:lnTo>
                  <a:lnTo>
                    <a:pt x="7057452" y="3012293"/>
                  </a:lnTo>
                  <a:lnTo>
                    <a:pt x="7056802" y="3012293"/>
                  </a:lnTo>
                  <a:lnTo>
                    <a:pt x="7056152" y="3012293"/>
                  </a:lnTo>
                  <a:lnTo>
                    <a:pt x="7055503" y="3012293"/>
                  </a:lnTo>
                  <a:lnTo>
                    <a:pt x="7054853" y="3012293"/>
                  </a:lnTo>
                  <a:lnTo>
                    <a:pt x="7054203" y="3012293"/>
                  </a:lnTo>
                  <a:lnTo>
                    <a:pt x="7053553" y="3012293"/>
                  </a:lnTo>
                  <a:lnTo>
                    <a:pt x="7052903" y="3012293"/>
                  </a:lnTo>
                  <a:lnTo>
                    <a:pt x="7052253" y="3012293"/>
                  </a:lnTo>
                  <a:lnTo>
                    <a:pt x="7051603" y="3012293"/>
                  </a:lnTo>
                  <a:lnTo>
                    <a:pt x="7050953" y="3012293"/>
                  </a:lnTo>
                  <a:lnTo>
                    <a:pt x="7050303" y="3012293"/>
                  </a:lnTo>
                  <a:lnTo>
                    <a:pt x="7049653" y="3012293"/>
                  </a:lnTo>
                  <a:lnTo>
                    <a:pt x="7049003" y="3012293"/>
                  </a:lnTo>
                  <a:lnTo>
                    <a:pt x="7048353" y="3012293"/>
                  </a:lnTo>
                  <a:lnTo>
                    <a:pt x="7047703" y="3012293"/>
                  </a:lnTo>
                  <a:lnTo>
                    <a:pt x="7047053" y="3012293"/>
                  </a:lnTo>
                  <a:lnTo>
                    <a:pt x="7046403" y="3012293"/>
                  </a:lnTo>
                  <a:lnTo>
                    <a:pt x="7045754" y="3012293"/>
                  </a:lnTo>
                  <a:lnTo>
                    <a:pt x="7045104" y="3012293"/>
                  </a:lnTo>
                  <a:lnTo>
                    <a:pt x="7044454" y="3012293"/>
                  </a:lnTo>
                  <a:lnTo>
                    <a:pt x="7043804" y="3012293"/>
                  </a:lnTo>
                  <a:lnTo>
                    <a:pt x="7043154" y="3012293"/>
                  </a:lnTo>
                  <a:lnTo>
                    <a:pt x="7042504" y="3012293"/>
                  </a:lnTo>
                  <a:lnTo>
                    <a:pt x="7041854" y="3012293"/>
                  </a:lnTo>
                  <a:lnTo>
                    <a:pt x="7041204" y="3012293"/>
                  </a:lnTo>
                  <a:lnTo>
                    <a:pt x="7040554" y="3012293"/>
                  </a:lnTo>
                  <a:lnTo>
                    <a:pt x="7039904" y="3012293"/>
                  </a:lnTo>
                  <a:lnTo>
                    <a:pt x="7039254" y="3012293"/>
                  </a:lnTo>
                  <a:lnTo>
                    <a:pt x="7038604" y="3012293"/>
                  </a:lnTo>
                  <a:lnTo>
                    <a:pt x="7037954" y="3012293"/>
                  </a:lnTo>
                  <a:lnTo>
                    <a:pt x="7037304" y="3012293"/>
                  </a:lnTo>
                  <a:lnTo>
                    <a:pt x="7036654" y="3012293"/>
                  </a:lnTo>
                  <a:lnTo>
                    <a:pt x="7036005" y="3012293"/>
                  </a:lnTo>
                  <a:lnTo>
                    <a:pt x="7035355" y="3012293"/>
                  </a:lnTo>
                  <a:lnTo>
                    <a:pt x="7034705" y="3012293"/>
                  </a:lnTo>
                  <a:lnTo>
                    <a:pt x="7034055" y="3012293"/>
                  </a:lnTo>
                  <a:lnTo>
                    <a:pt x="7033405" y="3012293"/>
                  </a:lnTo>
                  <a:lnTo>
                    <a:pt x="7032755" y="3012293"/>
                  </a:lnTo>
                  <a:lnTo>
                    <a:pt x="7032105" y="3012293"/>
                  </a:lnTo>
                  <a:lnTo>
                    <a:pt x="7031455" y="3012293"/>
                  </a:lnTo>
                  <a:lnTo>
                    <a:pt x="7030805" y="3012293"/>
                  </a:lnTo>
                  <a:lnTo>
                    <a:pt x="7030155" y="3012293"/>
                  </a:lnTo>
                  <a:lnTo>
                    <a:pt x="7029505" y="3012293"/>
                  </a:lnTo>
                  <a:lnTo>
                    <a:pt x="7028855" y="3012293"/>
                  </a:lnTo>
                  <a:lnTo>
                    <a:pt x="7028205" y="3012293"/>
                  </a:lnTo>
                  <a:lnTo>
                    <a:pt x="7027555" y="3012293"/>
                  </a:lnTo>
                  <a:lnTo>
                    <a:pt x="7026905" y="3012293"/>
                  </a:lnTo>
                  <a:lnTo>
                    <a:pt x="7026255" y="3012293"/>
                  </a:lnTo>
                  <a:lnTo>
                    <a:pt x="7025606" y="3012293"/>
                  </a:lnTo>
                  <a:lnTo>
                    <a:pt x="7024956" y="3012293"/>
                  </a:lnTo>
                  <a:lnTo>
                    <a:pt x="7024306" y="3012293"/>
                  </a:lnTo>
                  <a:lnTo>
                    <a:pt x="7023656" y="3012293"/>
                  </a:lnTo>
                  <a:lnTo>
                    <a:pt x="7023006" y="3012293"/>
                  </a:lnTo>
                  <a:lnTo>
                    <a:pt x="7022356" y="3012293"/>
                  </a:lnTo>
                  <a:lnTo>
                    <a:pt x="7021706" y="3012293"/>
                  </a:lnTo>
                  <a:lnTo>
                    <a:pt x="7021056" y="3012293"/>
                  </a:lnTo>
                  <a:lnTo>
                    <a:pt x="7020406" y="3012293"/>
                  </a:lnTo>
                  <a:lnTo>
                    <a:pt x="7019756" y="3012293"/>
                  </a:lnTo>
                  <a:lnTo>
                    <a:pt x="7019106" y="3012293"/>
                  </a:lnTo>
                  <a:lnTo>
                    <a:pt x="7018456" y="3012293"/>
                  </a:lnTo>
                  <a:lnTo>
                    <a:pt x="7017806" y="3012293"/>
                  </a:lnTo>
                  <a:lnTo>
                    <a:pt x="7017156" y="3012293"/>
                  </a:lnTo>
                  <a:lnTo>
                    <a:pt x="7016506" y="3012293"/>
                  </a:lnTo>
                  <a:lnTo>
                    <a:pt x="7015857" y="3012293"/>
                  </a:lnTo>
                  <a:lnTo>
                    <a:pt x="7015207" y="3012293"/>
                  </a:lnTo>
                  <a:lnTo>
                    <a:pt x="7014557" y="3012293"/>
                  </a:lnTo>
                  <a:lnTo>
                    <a:pt x="7013907" y="3012293"/>
                  </a:lnTo>
                  <a:lnTo>
                    <a:pt x="7013257" y="3012293"/>
                  </a:lnTo>
                  <a:lnTo>
                    <a:pt x="7012607" y="3012293"/>
                  </a:lnTo>
                  <a:lnTo>
                    <a:pt x="7011957" y="3012293"/>
                  </a:lnTo>
                  <a:lnTo>
                    <a:pt x="7011307" y="3012293"/>
                  </a:lnTo>
                  <a:lnTo>
                    <a:pt x="7010657" y="3012293"/>
                  </a:lnTo>
                  <a:lnTo>
                    <a:pt x="7010007" y="3012293"/>
                  </a:lnTo>
                  <a:lnTo>
                    <a:pt x="7009357" y="3012293"/>
                  </a:lnTo>
                  <a:lnTo>
                    <a:pt x="7008707" y="3012293"/>
                  </a:lnTo>
                  <a:lnTo>
                    <a:pt x="7008057" y="3012293"/>
                  </a:lnTo>
                  <a:lnTo>
                    <a:pt x="7007407" y="3012293"/>
                  </a:lnTo>
                  <a:lnTo>
                    <a:pt x="7006757" y="3012293"/>
                  </a:lnTo>
                  <a:lnTo>
                    <a:pt x="7006107" y="3012293"/>
                  </a:lnTo>
                  <a:lnTo>
                    <a:pt x="7005458" y="3012293"/>
                  </a:lnTo>
                  <a:lnTo>
                    <a:pt x="7004808" y="3012293"/>
                  </a:lnTo>
                  <a:lnTo>
                    <a:pt x="7004158" y="3012293"/>
                  </a:lnTo>
                  <a:lnTo>
                    <a:pt x="7003508" y="3012293"/>
                  </a:lnTo>
                  <a:lnTo>
                    <a:pt x="7002858" y="3012293"/>
                  </a:lnTo>
                  <a:lnTo>
                    <a:pt x="7002208" y="3012293"/>
                  </a:lnTo>
                  <a:lnTo>
                    <a:pt x="7001558" y="3012293"/>
                  </a:lnTo>
                  <a:lnTo>
                    <a:pt x="7000908" y="3012293"/>
                  </a:lnTo>
                  <a:lnTo>
                    <a:pt x="7000258" y="3012293"/>
                  </a:lnTo>
                  <a:lnTo>
                    <a:pt x="6999608" y="3012293"/>
                  </a:lnTo>
                  <a:lnTo>
                    <a:pt x="6998958" y="3012293"/>
                  </a:lnTo>
                  <a:lnTo>
                    <a:pt x="6998308" y="3012293"/>
                  </a:lnTo>
                  <a:lnTo>
                    <a:pt x="6997658" y="3012293"/>
                  </a:lnTo>
                  <a:lnTo>
                    <a:pt x="6997008" y="3012293"/>
                  </a:lnTo>
                  <a:lnTo>
                    <a:pt x="6996358" y="3012293"/>
                  </a:lnTo>
                  <a:lnTo>
                    <a:pt x="6995709" y="3012293"/>
                  </a:lnTo>
                  <a:lnTo>
                    <a:pt x="6995059" y="3012293"/>
                  </a:lnTo>
                  <a:lnTo>
                    <a:pt x="6994409" y="3012293"/>
                  </a:lnTo>
                  <a:lnTo>
                    <a:pt x="6993759" y="3012293"/>
                  </a:lnTo>
                  <a:lnTo>
                    <a:pt x="6993109" y="3012293"/>
                  </a:lnTo>
                  <a:lnTo>
                    <a:pt x="6992459" y="3012293"/>
                  </a:lnTo>
                  <a:lnTo>
                    <a:pt x="6991809" y="3012293"/>
                  </a:lnTo>
                  <a:lnTo>
                    <a:pt x="6991159" y="3012293"/>
                  </a:lnTo>
                  <a:lnTo>
                    <a:pt x="6990509" y="3012293"/>
                  </a:lnTo>
                  <a:lnTo>
                    <a:pt x="6989859" y="3012293"/>
                  </a:lnTo>
                  <a:lnTo>
                    <a:pt x="6989209" y="3012293"/>
                  </a:lnTo>
                  <a:lnTo>
                    <a:pt x="6988559" y="3012293"/>
                  </a:lnTo>
                  <a:lnTo>
                    <a:pt x="6987909" y="3012293"/>
                  </a:lnTo>
                  <a:lnTo>
                    <a:pt x="6987259" y="3012293"/>
                  </a:lnTo>
                  <a:lnTo>
                    <a:pt x="6986609" y="3012293"/>
                  </a:lnTo>
                  <a:lnTo>
                    <a:pt x="6985959" y="3012293"/>
                  </a:lnTo>
                  <a:lnTo>
                    <a:pt x="6985310" y="3012293"/>
                  </a:lnTo>
                  <a:lnTo>
                    <a:pt x="6984660" y="3012293"/>
                  </a:lnTo>
                  <a:lnTo>
                    <a:pt x="6984010" y="3012293"/>
                  </a:lnTo>
                  <a:lnTo>
                    <a:pt x="6983360" y="3012293"/>
                  </a:lnTo>
                  <a:lnTo>
                    <a:pt x="6982710" y="3012293"/>
                  </a:lnTo>
                  <a:lnTo>
                    <a:pt x="6982060" y="3012293"/>
                  </a:lnTo>
                  <a:lnTo>
                    <a:pt x="6981410" y="3012293"/>
                  </a:lnTo>
                  <a:lnTo>
                    <a:pt x="6980760" y="3012293"/>
                  </a:lnTo>
                  <a:lnTo>
                    <a:pt x="6980110" y="3012293"/>
                  </a:lnTo>
                  <a:lnTo>
                    <a:pt x="6979460" y="3012293"/>
                  </a:lnTo>
                  <a:lnTo>
                    <a:pt x="6978810" y="3012293"/>
                  </a:lnTo>
                  <a:lnTo>
                    <a:pt x="6978160" y="3012293"/>
                  </a:lnTo>
                  <a:lnTo>
                    <a:pt x="6977510" y="3012293"/>
                  </a:lnTo>
                  <a:lnTo>
                    <a:pt x="6976860" y="3012293"/>
                  </a:lnTo>
                  <a:lnTo>
                    <a:pt x="6976210" y="3012293"/>
                  </a:lnTo>
                  <a:lnTo>
                    <a:pt x="6975561" y="3012293"/>
                  </a:lnTo>
                  <a:lnTo>
                    <a:pt x="6974911" y="3012293"/>
                  </a:lnTo>
                  <a:lnTo>
                    <a:pt x="6974261" y="3012293"/>
                  </a:lnTo>
                  <a:lnTo>
                    <a:pt x="6973611" y="3012293"/>
                  </a:lnTo>
                  <a:lnTo>
                    <a:pt x="6972961" y="3012293"/>
                  </a:lnTo>
                  <a:lnTo>
                    <a:pt x="6972311" y="3012293"/>
                  </a:lnTo>
                  <a:lnTo>
                    <a:pt x="6971661" y="3012293"/>
                  </a:lnTo>
                  <a:lnTo>
                    <a:pt x="6971011" y="3012293"/>
                  </a:lnTo>
                  <a:lnTo>
                    <a:pt x="6970361" y="3012293"/>
                  </a:lnTo>
                  <a:lnTo>
                    <a:pt x="6969711" y="3012293"/>
                  </a:lnTo>
                  <a:lnTo>
                    <a:pt x="6969061" y="3012293"/>
                  </a:lnTo>
                  <a:lnTo>
                    <a:pt x="6968411" y="3012293"/>
                  </a:lnTo>
                  <a:lnTo>
                    <a:pt x="6967761" y="3012293"/>
                  </a:lnTo>
                  <a:lnTo>
                    <a:pt x="6967111" y="3012293"/>
                  </a:lnTo>
                  <a:lnTo>
                    <a:pt x="6966461" y="3012293"/>
                  </a:lnTo>
                  <a:lnTo>
                    <a:pt x="6965811" y="3012293"/>
                  </a:lnTo>
                  <a:lnTo>
                    <a:pt x="6965162" y="3012293"/>
                  </a:lnTo>
                  <a:lnTo>
                    <a:pt x="6964512" y="3012293"/>
                  </a:lnTo>
                  <a:lnTo>
                    <a:pt x="6963862" y="3012293"/>
                  </a:lnTo>
                  <a:lnTo>
                    <a:pt x="6963212" y="3012293"/>
                  </a:lnTo>
                  <a:lnTo>
                    <a:pt x="6962562" y="3012293"/>
                  </a:lnTo>
                  <a:lnTo>
                    <a:pt x="6961912" y="3012293"/>
                  </a:lnTo>
                  <a:lnTo>
                    <a:pt x="6961262" y="3012293"/>
                  </a:lnTo>
                  <a:lnTo>
                    <a:pt x="6960612" y="3012293"/>
                  </a:lnTo>
                  <a:lnTo>
                    <a:pt x="6959962" y="3012293"/>
                  </a:lnTo>
                  <a:lnTo>
                    <a:pt x="6959312" y="3012293"/>
                  </a:lnTo>
                  <a:lnTo>
                    <a:pt x="6958662" y="3012293"/>
                  </a:lnTo>
                  <a:lnTo>
                    <a:pt x="6958012" y="3012293"/>
                  </a:lnTo>
                  <a:lnTo>
                    <a:pt x="6957362" y="3012293"/>
                  </a:lnTo>
                  <a:lnTo>
                    <a:pt x="6956712" y="3012293"/>
                  </a:lnTo>
                  <a:lnTo>
                    <a:pt x="6956062" y="3012293"/>
                  </a:lnTo>
                  <a:lnTo>
                    <a:pt x="6955413" y="3012293"/>
                  </a:lnTo>
                  <a:lnTo>
                    <a:pt x="6954763" y="3012293"/>
                  </a:lnTo>
                  <a:lnTo>
                    <a:pt x="6954113" y="3012293"/>
                  </a:lnTo>
                  <a:lnTo>
                    <a:pt x="6953463" y="3012293"/>
                  </a:lnTo>
                  <a:lnTo>
                    <a:pt x="6952813" y="3012293"/>
                  </a:lnTo>
                  <a:lnTo>
                    <a:pt x="6952163" y="3012293"/>
                  </a:lnTo>
                  <a:lnTo>
                    <a:pt x="6951513" y="3012293"/>
                  </a:lnTo>
                  <a:lnTo>
                    <a:pt x="6950863" y="3012293"/>
                  </a:lnTo>
                  <a:lnTo>
                    <a:pt x="6950213" y="3012293"/>
                  </a:lnTo>
                  <a:lnTo>
                    <a:pt x="6949563" y="3012293"/>
                  </a:lnTo>
                  <a:lnTo>
                    <a:pt x="6948913" y="3012293"/>
                  </a:lnTo>
                  <a:lnTo>
                    <a:pt x="6948263" y="3012293"/>
                  </a:lnTo>
                  <a:lnTo>
                    <a:pt x="6947613" y="3012293"/>
                  </a:lnTo>
                  <a:lnTo>
                    <a:pt x="6946963" y="3012293"/>
                  </a:lnTo>
                  <a:lnTo>
                    <a:pt x="6946313" y="3012293"/>
                  </a:lnTo>
                  <a:lnTo>
                    <a:pt x="6945663" y="3012293"/>
                  </a:lnTo>
                  <a:lnTo>
                    <a:pt x="6945014" y="3012293"/>
                  </a:lnTo>
                  <a:lnTo>
                    <a:pt x="6944364" y="3012293"/>
                  </a:lnTo>
                  <a:lnTo>
                    <a:pt x="6943714" y="3012293"/>
                  </a:lnTo>
                  <a:lnTo>
                    <a:pt x="6943064" y="3012293"/>
                  </a:lnTo>
                  <a:lnTo>
                    <a:pt x="6942414" y="3012293"/>
                  </a:lnTo>
                  <a:lnTo>
                    <a:pt x="6941764" y="3012293"/>
                  </a:lnTo>
                  <a:lnTo>
                    <a:pt x="6941114" y="3012293"/>
                  </a:lnTo>
                  <a:lnTo>
                    <a:pt x="6940464" y="3012293"/>
                  </a:lnTo>
                  <a:lnTo>
                    <a:pt x="6939814" y="3012293"/>
                  </a:lnTo>
                  <a:lnTo>
                    <a:pt x="6939164" y="3012293"/>
                  </a:lnTo>
                  <a:lnTo>
                    <a:pt x="6938514" y="3012293"/>
                  </a:lnTo>
                  <a:lnTo>
                    <a:pt x="6937864" y="3012293"/>
                  </a:lnTo>
                  <a:lnTo>
                    <a:pt x="6937214" y="3012293"/>
                  </a:lnTo>
                  <a:lnTo>
                    <a:pt x="6936564" y="3012293"/>
                  </a:lnTo>
                  <a:lnTo>
                    <a:pt x="6935914" y="3012293"/>
                  </a:lnTo>
                  <a:lnTo>
                    <a:pt x="6935265" y="3012293"/>
                  </a:lnTo>
                  <a:lnTo>
                    <a:pt x="6934615" y="3012293"/>
                  </a:lnTo>
                  <a:lnTo>
                    <a:pt x="6933965" y="3012293"/>
                  </a:lnTo>
                  <a:lnTo>
                    <a:pt x="6933315" y="3012293"/>
                  </a:lnTo>
                  <a:lnTo>
                    <a:pt x="6932665" y="3012293"/>
                  </a:lnTo>
                  <a:lnTo>
                    <a:pt x="6932015" y="3012293"/>
                  </a:lnTo>
                  <a:lnTo>
                    <a:pt x="6931365" y="3012293"/>
                  </a:lnTo>
                  <a:lnTo>
                    <a:pt x="6930715" y="3012293"/>
                  </a:lnTo>
                  <a:lnTo>
                    <a:pt x="6930065" y="3012293"/>
                  </a:lnTo>
                  <a:lnTo>
                    <a:pt x="6929415" y="3012293"/>
                  </a:lnTo>
                  <a:lnTo>
                    <a:pt x="6928765" y="3012293"/>
                  </a:lnTo>
                  <a:lnTo>
                    <a:pt x="6928115" y="3012293"/>
                  </a:lnTo>
                  <a:lnTo>
                    <a:pt x="6927465" y="3012293"/>
                  </a:lnTo>
                  <a:lnTo>
                    <a:pt x="6926815" y="3012293"/>
                  </a:lnTo>
                  <a:lnTo>
                    <a:pt x="6926165" y="3012293"/>
                  </a:lnTo>
                  <a:lnTo>
                    <a:pt x="6925515" y="3012293"/>
                  </a:lnTo>
                  <a:lnTo>
                    <a:pt x="6924866" y="3012293"/>
                  </a:lnTo>
                  <a:lnTo>
                    <a:pt x="6924216" y="3012293"/>
                  </a:lnTo>
                  <a:lnTo>
                    <a:pt x="6923566" y="3012293"/>
                  </a:lnTo>
                  <a:lnTo>
                    <a:pt x="6922916" y="3012293"/>
                  </a:lnTo>
                  <a:lnTo>
                    <a:pt x="6922266" y="3012293"/>
                  </a:lnTo>
                  <a:lnTo>
                    <a:pt x="6921616" y="3012293"/>
                  </a:lnTo>
                  <a:lnTo>
                    <a:pt x="6920966" y="3012293"/>
                  </a:lnTo>
                  <a:lnTo>
                    <a:pt x="6920316" y="3012293"/>
                  </a:lnTo>
                  <a:lnTo>
                    <a:pt x="6919666" y="3012293"/>
                  </a:lnTo>
                  <a:lnTo>
                    <a:pt x="6919016" y="3012293"/>
                  </a:lnTo>
                  <a:lnTo>
                    <a:pt x="6918366" y="3012293"/>
                  </a:lnTo>
                  <a:lnTo>
                    <a:pt x="6917716" y="3012293"/>
                  </a:lnTo>
                  <a:lnTo>
                    <a:pt x="6917066" y="3012293"/>
                  </a:lnTo>
                  <a:lnTo>
                    <a:pt x="6916416" y="3012293"/>
                  </a:lnTo>
                  <a:lnTo>
                    <a:pt x="6915766" y="3012293"/>
                  </a:lnTo>
                  <a:lnTo>
                    <a:pt x="6915117" y="3012293"/>
                  </a:lnTo>
                  <a:lnTo>
                    <a:pt x="6914467" y="3012293"/>
                  </a:lnTo>
                  <a:lnTo>
                    <a:pt x="6913817" y="3012293"/>
                  </a:lnTo>
                  <a:lnTo>
                    <a:pt x="6913167" y="3012293"/>
                  </a:lnTo>
                  <a:lnTo>
                    <a:pt x="6912517" y="3012293"/>
                  </a:lnTo>
                  <a:lnTo>
                    <a:pt x="6911867" y="3012293"/>
                  </a:lnTo>
                  <a:lnTo>
                    <a:pt x="6911217" y="3012293"/>
                  </a:lnTo>
                  <a:lnTo>
                    <a:pt x="6910567" y="3012293"/>
                  </a:lnTo>
                  <a:lnTo>
                    <a:pt x="6909917" y="3012293"/>
                  </a:lnTo>
                  <a:lnTo>
                    <a:pt x="6909267" y="3012293"/>
                  </a:lnTo>
                  <a:lnTo>
                    <a:pt x="6908617" y="3012293"/>
                  </a:lnTo>
                  <a:lnTo>
                    <a:pt x="6907967" y="3012293"/>
                  </a:lnTo>
                  <a:lnTo>
                    <a:pt x="6907317" y="3012293"/>
                  </a:lnTo>
                  <a:lnTo>
                    <a:pt x="6906667" y="3012293"/>
                  </a:lnTo>
                  <a:lnTo>
                    <a:pt x="6906017" y="3012293"/>
                  </a:lnTo>
                  <a:lnTo>
                    <a:pt x="6905368" y="3012293"/>
                  </a:lnTo>
                  <a:lnTo>
                    <a:pt x="6904718" y="3012293"/>
                  </a:lnTo>
                  <a:lnTo>
                    <a:pt x="6904068" y="3012293"/>
                  </a:lnTo>
                  <a:lnTo>
                    <a:pt x="6903418" y="3012293"/>
                  </a:lnTo>
                  <a:lnTo>
                    <a:pt x="6902768" y="3012293"/>
                  </a:lnTo>
                  <a:lnTo>
                    <a:pt x="6902118" y="3012293"/>
                  </a:lnTo>
                  <a:lnTo>
                    <a:pt x="6901468" y="3012293"/>
                  </a:lnTo>
                  <a:lnTo>
                    <a:pt x="6900818" y="3012293"/>
                  </a:lnTo>
                  <a:lnTo>
                    <a:pt x="6900168" y="3012293"/>
                  </a:lnTo>
                  <a:lnTo>
                    <a:pt x="6899518" y="3012293"/>
                  </a:lnTo>
                  <a:lnTo>
                    <a:pt x="6898868" y="3012293"/>
                  </a:lnTo>
                  <a:lnTo>
                    <a:pt x="6898218" y="3012293"/>
                  </a:lnTo>
                  <a:lnTo>
                    <a:pt x="6897568" y="3012293"/>
                  </a:lnTo>
                  <a:lnTo>
                    <a:pt x="6896918" y="3012293"/>
                  </a:lnTo>
                  <a:lnTo>
                    <a:pt x="6896268" y="3012293"/>
                  </a:lnTo>
                  <a:lnTo>
                    <a:pt x="6895618" y="3012293"/>
                  </a:lnTo>
                  <a:lnTo>
                    <a:pt x="6894969" y="3012293"/>
                  </a:lnTo>
                  <a:lnTo>
                    <a:pt x="6894319" y="3012293"/>
                  </a:lnTo>
                  <a:lnTo>
                    <a:pt x="6893669" y="3012293"/>
                  </a:lnTo>
                  <a:lnTo>
                    <a:pt x="6893019" y="3012293"/>
                  </a:lnTo>
                  <a:lnTo>
                    <a:pt x="6892369" y="3012293"/>
                  </a:lnTo>
                  <a:lnTo>
                    <a:pt x="6891719" y="3012293"/>
                  </a:lnTo>
                  <a:lnTo>
                    <a:pt x="6891069" y="3012293"/>
                  </a:lnTo>
                  <a:lnTo>
                    <a:pt x="6890419" y="3012293"/>
                  </a:lnTo>
                  <a:lnTo>
                    <a:pt x="6889769" y="3012293"/>
                  </a:lnTo>
                  <a:lnTo>
                    <a:pt x="6889119" y="3012293"/>
                  </a:lnTo>
                  <a:lnTo>
                    <a:pt x="6888469" y="3012293"/>
                  </a:lnTo>
                  <a:lnTo>
                    <a:pt x="6887819" y="3012293"/>
                  </a:lnTo>
                  <a:lnTo>
                    <a:pt x="6887169" y="3012293"/>
                  </a:lnTo>
                  <a:lnTo>
                    <a:pt x="6886519" y="3012293"/>
                  </a:lnTo>
                  <a:lnTo>
                    <a:pt x="6885869" y="3012293"/>
                  </a:lnTo>
                  <a:lnTo>
                    <a:pt x="6885220" y="3012293"/>
                  </a:lnTo>
                  <a:lnTo>
                    <a:pt x="6884570" y="3012293"/>
                  </a:lnTo>
                  <a:lnTo>
                    <a:pt x="6883920" y="3012293"/>
                  </a:lnTo>
                  <a:lnTo>
                    <a:pt x="6883270" y="3012293"/>
                  </a:lnTo>
                  <a:lnTo>
                    <a:pt x="6882620" y="3012293"/>
                  </a:lnTo>
                  <a:lnTo>
                    <a:pt x="6881970" y="3012293"/>
                  </a:lnTo>
                  <a:lnTo>
                    <a:pt x="6881320" y="3012293"/>
                  </a:lnTo>
                  <a:lnTo>
                    <a:pt x="6880670" y="3012293"/>
                  </a:lnTo>
                  <a:lnTo>
                    <a:pt x="6880020" y="3012293"/>
                  </a:lnTo>
                  <a:lnTo>
                    <a:pt x="6879370" y="3012293"/>
                  </a:lnTo>
                  <a:lnTo>
                    <a:pt x="6878720" y="3012293"/>
                  </a:lnTo>
                  <a:lnTo>
                    <a:pt x="6878070" y="3012293"/>
                  </a:lnTo>
                  <a:lnTo>
                    <a:pt x="6877420" y="3012293"/>
                  </a:lnTo>
                  <a:lnTo>
                    <a:pt x="6876770" y="3012293"/>
                  </a:lnTo>
                  <a:lnTo>
                    <a:pt x="6876120" y="3012293"/>
                  </a:lnTo>
                  <a:lnTo>
                    <a:pt x="6875470" y="3012293"/>
                  </a:lnTo>
                  <a:lnTo>
                    <a:pt x="6874821" y="3012293"/>
                  </a:lnTo>
                  <a:lnTo>
                    <a:pt x="6874171" y="3012293"/>
                  </a:lnTo>
                  <a:lnTo>
                    <a:pt x="6873521" y="3012293"/>
                  </a:lnTo>
                  <a:lnTo>
                    <a:pt x="6872871" y="3012293"/>
                  </a:lnTo>
                  <a:lnTo>
                    <a:pt x="6872221" y="3012293"/>
                  </a:lnTo>
                  <a:lnTo>
                    <a:pt x="6871571" y="3012293"/>
                  </a:lnTo>
                  <a:lnTo>
                    <a:pt x="6870921" y="3012293"/>
                  </a:lnTo>
                  <a:lnTo>
                    <a:pt x="6870271" y="3012293"/>
                  </a:lnTo>
                  <a:lnTo>
                    <a:pt x="6869621" y="3012293"/>
                  </a:lnTo>
                  <a:lnTo>
                    <a:pt x="6868971" y="3012293"/>
                  </a:lnTo>
                  <a:lnTo>
                    <a:pt x="6868321" y="3012293"/>
                  </a:lnTo>
                  <a:lnTo>
                    <a:pt x="6867671" y="3012293"/>
                  </a:lnTo>
                  <a:lnTo>
                    <a:pt x="6867021" y="3012293"/>
                  </a:lnTo>
                  <a:lnTo>
                    <a:pt x="6866371" y="3012293"/>
                  </a:lnTo>
                  <a:lnTo>
                    <a:pt x="6865721" y="3012293"/>
                  </a:lnTo>
                  <a:lnTo>
                    <a:pt x="6865072" y="3012293"/>
                  </a:lnTo>
                  <a:lnTo>
                    <a:pt x="6864422" y="3012293"/>
                  </a:lnTo>
                  <a:lnTo>
                    <a:pt x="6863772" y="3012293"/>
                  </a:lnTo>
                  <a:lnTo>
                    <a:pt x="6863122" y="3012293"/>
                  </a:lnTo>
                  <a:lnTo>
                    <a:pt x="6862472" y="3012293"/>
                  </a:lnTo>
                  <a:lnTo>
                    <a:pt x="6861822" y="3012293"/>
                  </a:lnTo>
                  <a:lnTo>
                    <a:pt x="6861172" y="3012293"/>
                  </a:lnTo>
                  <a:lnTo>
                    <a:pt x="6860522" y="3012293"/>
                  </a:lnTo>
                  <a:lnTo>
                    <a:pt x="6859872" y="3012293"/>
                  </a:lnTo>
                  <a:lnTo>
                    <a:pt x="6859222" y="3012293"/>
                  </a:lnTo>
                  <a:lnTo>
                    <a:pt x="6858572" y="3012293"/>
                  </a:lnTo>
                  <a:lnTo>
                    <a:pt x="6857922" y="3012293"/>
                  </a:lnTo>
                  <a:lnTo>
                    <a:pt x="6857272" y="3012293"/>
                  </a:lnTo>
                  <a:lnTo>
                    <a:pt x="6856622" y="3012293"/>
                  </a:lnTo>
                  <a:lnTo>
                    <a:pt x="6855972" y="3012293"/>
                  </a:lnTo>
                  <a:lnTo>
                    <a:pt x="6855322" y="3012293"/>
                  </a:lnTo>
                  <a:lnTo>
                    <a:pt x="6854673" y="3012293"/>
                  </a:lnTo>
                  <a:lnTo>
                    <a:pt x="6854023" y="3012293"/>
                  </a:lnTo>
                  <a:lnTo>
                    <a:pt x="6853373" y="3012293"/>
                  </a:lnTo>
                  <a:lnTo>
                    <a:pt x="6852723" y="3012293"/>
                  </a:lnTo>
                  <a:lnTo>
                    <a:pt x="6852073" y="3012293"/>
                  </a:lnTo>
                  <a:lnTo>
                    <a:pt x="6851423" y="3012293"/>
                  </a:lnTo>
                  <a:lnTo>
                    <a:pt x="6850773" y="3012293"/>
                  </a:lnTo>
                  <a:lnTo>
                    <a:pt x="6850123" y="3012293"/>
                  </a:lnTo>
                  <a:lnTo>
                    <a:pt x="6849473" y="3012293"/>
                  </a:lnTo>
                  <a:lnTo>
                    <a:pt x="6848823" y="3012293"/>
                  </a:lnTo>
                  <a:lnTo>
                    <a:pt x="6848173" y="3012293"/>
                  </a:lnTo>
                  <a:lnTo>
                    <a:pt x="6847523" y="3012293"/>
                  </a:lnTo>
                  <a:lnTo>
                    <a:pt x="6846873" y="3012293"/>
                  </a:lnTo>
                  <a:lnTo>
                    <a:pt x="6846223" y="3012293"/>
                  </a:lnTo>
                  <a:lnTo>
                    <a:pt x="6845573" y="3012293"/>
                  </a:lnTo>
                  <a:lnTo>
                    <a:pt x="6844924" y="3012293"/>
                  </a:lnTo>
                  <a:lnTo>
                    <a:pt x="6844274" y="3012293"/>
                  </a:lnTo>
                  <a:lnTo>
                    <a:pt x="6843624" y="3012293"/>
                  </a:lnTo>
                  <a:lnTo>
                    <a:pt x="6842974" y="3012293"/>
                  </a:lnTo>
                  <a:lnTo>
                    <a:pt x="6842324" y="3012293"/>
                  </a:lnTo>
                  <a:lnTo>
                    <a:pt x="6841674" y="3012293"/>
                  </a:lnTo>
                  <a:lnTo>
                    <a:pt x="6841024" y="3012293"/>
                  </a:lnTo>
                  <a:lnTo>
                    <a:pt x="6840374" y="3012293"/>
                  </a:lnTo>
                  <a:lnTo>
                    <a:pt x="6839724" y="3012293"/>
                  </a:lnTo>
                  <a:lnTo>
                    <a:pt x="6839074" y="3012293"/>
                  </a:lnTo>
                  <a:lnTo>
                    <a:pt x="6838424" y="3012293"/>
                  </a:lnTo>
                  <a:lnTo>
                    <a:pt x="6837774" y="3012293"/>
                  </a:lnTo>
                  <a:lnTo>
                    <a:pt x="6837124" y="3012293"/>
                  </a:lnTo>
                  <a:lnTo>
                    <a:pt x="6836474" y="3012293"/>
                  </a:lnTo>
                  <a:lnTo>
                    <a:pt x="6835824" y="3012293"/>
                  </a:lnTo>
                  <a:lnTo>
                    <a:pt x="6835174" y="3012293"/>
                  </a:lnTo>
                  <a:lnTo>
                    <a:pt x="6834525" y="3012293"/>
                  </a:lnTo>
                  <a:lnTo>
                    <a:pt x="6833875" y="3012293"/>
                  </a:lnTo>
                  <a:lnTo>
                    <a:pt x="6833225" y="3012293"/>
                  </a:lnTo>
                  <a:lnTo>
                    <a:pt x="6832575" y="3012293"/>
                  </a:lnTo>
                  <a:lnTo>
                    <a:pt x="6831925" y="3012293"/>
                  </a:lnTo>
                  <a:lnTo>
                    <a:pt x="6831275" y="3012293"/>
                  </a:lnTo>
                  <a:lnTo>
                    <a:pt x="6830625" y="3012293"/>
                  </a:lnTo>
                  <a:lnTo>
                    <a:pt x="6829975" y="3012293"/>
                  </a:lnTo>
                  <a:lnTo>
                    <a:pt x="6829325" y="3012293"/>
                  </a:lnTo>
                  <a:lnTo>
                    <a:pt x="6828675" y="3012293"/>
                  </a:lnTo>
                  <a:lnTo>
                    <a:pt x="6828025" y="3012293"/>
                  </a:lnTo>
                  <a:lnTo>
                    <a:pt x="6827375" y="3012293"/>
                  </a:lnTo>
                  <a:lnTo>
                    <a:pt x="6826725" y="3012293"/>
                  </a:lnTo>
                  <a:lnTo>
                    <a:pt x="6826075" y="3012293"/>
                  </a:lnTo>
                  <a:lnTo>
                    <a:pt x="6825425" y="3012293"/>
                  </a:lnTo>
                  <a:lnTo>
                    <a:pt x="6824776" y="3012293"/>
                  </a:lnTo>
                  <a:lnTo>
                    <a:pt x="6824126" y="3012293"/>
                  </a:lnTo>
                  <a:lnTo>
                    <a:pt x="6823476" y="3012293"/>
                  </a:lnTo>
                  <a:lnTo>
                    <a:pt x="6822826" y="3012293"/>
                  </a:lnTo>
                  <a:lnTo>
                    <a:pt x="6822176" y="3012293"/>
                  </a:lnTo>
                  <a:lnTo>
                    <a:pt x="6821526" y="3012293"/>
                  </a:lnTo>
                  <a:lnTo>
                    <a:pt x="6820876" y="3012293"/>
                  </a:lnTo>
                  <a:lnTo>
                    <a:pt x="6820226" y="3012293"/>
                  </a:lnTo>
                  <a:lnTo>
                    <a:pt x="6819576" y="3012293"/>
                  </a:lnTo>
                  <a:lnTo>
                    <a:pt x="6818926" y="3012293"/>
                  </a:lnTo>
                  <a:lnTo>
                    <a:pt x="6818276" y="3012293"/>
                  </a:lnTo>
                  <a:lnTo>
                    <a:pt x="6817626" y="3012293"/>
                  </a:lnTo>
                  <a:lnTo>
                    <a:pt x="6816976" y="3012293"/>
                  </a:lnTo>
                  <a:lnTo>
                    <a:pt x="6816326" y="3012293"/>
                  </a:lnTo>
                  <a:lnTo>
                    <a:pt x="6815676" y="3012293"/>
                  </a:lnTo>
                  <a:lnTo>
                    <a:pt x="6815026" y="3012293"/>
                  </a:lnTo>
                  <a:lnTo>
                    <a:pt x="6814377" y="3012293"/>
                  </a:lnTo>
                  <a:lnTo>
                    <a:pt x="6813727" y="3012293"/>
                  </a:lnTo>
                  <a:lnTo>
                    <a:pt x="6813077" y="3012293"/>
                  </a:lnTo>
                  <a:lnTo>
                    <a:pt x="6812427" y="3012293"/>
                  </a:lnTo>
                  <a:lnTo>
                    <a:pt x="6811777" y="3012293"/>
                  </a:lnTo>
                  <a:lnTo>
                    <a:pt x="6811127" y="3012293"/>
                  </a:lnTo>
                  <a:lnTo>
                    <a:pt x="6810477" y="3012293"/>
                  </a:lnTo>
                  <a:lnTo>
                    <a:pt x="6809827" y="3012293"/>
                  </a:lnTo>
                  <a:lnTo>
                    <a:pt x="6809177" y="3012293"/>
                  </a:lnTo>
                  <a:lnTo>
                    <a:pt x="6808527" y="3012293"/>
                  </a:lnTo>
                  <a:lnTo>
                    <a:pt x="6807877" y="3012293"/>
                  </a:lnTo>
                  <a:lnTo>
                    <a:pt x="6807227" y="3012293"/>
                  </a:lnTo>
                  <a:lnTo>
                    <a:pt x="6806577" y="3012293"/>
                  </a:lnTo>
                  <a:lnTo>
                    <a:pt x="6805927" y="3012293"/>
                  </a:lnTo>
                  <a:lnTo>
                    <a:pt x="6805277" y="3012293"/>
                  </a:lnTo>
                  <a:lnTo>
                    <a:pt x="6804628" y="3012293"/>
                  </a:lnTo>
                  <a:lnTo>
                    <a:pt x="6803978" y="3012293"/>
                  </a:lnTo>
                  <a:lnTo>
                    <a:pt x="6803328" y="3012293"/>
                  </a:lnTo>
                  <a:lnTo>
                    <a:pt x="6802678" y="3012293"/>
                  </a:lnTo>
                  <a:lnTo>
                    <a:pt x="6802028" y="3012293"/>
                  </a:lnTo>
                  <a:lnTo>
                    <a:pt x="6801378" y="3012293"/>
                  </a:lnTo>
                  <a:lnTo>
                    <a:pt x="6800728" y="3012293"/>
                  </a:lnTo>
                  <a:lnTo>
                    <a:pt x="6800078" y="3012293"/>
                  </a:lnTo>
                  <a:lnTo>
                    <a:pt x="6799428" y="3012293"/>
                  </a:lnTo>
                  <a:lnTo>
                    <a:pt x="6798778" y="3012293"/>
                  </a:lnTo>
                  <a:lnTo>
                    <a:pt x="6798128" y="3012293"/>
                  </a:lnTo>
                  <a:lnTo>
                    <a:pt x="6797478" y="3012293"/>
                  </a:lnTo>
                  <a:lnTo>
                    <a:pt x="6796828" y="3012293"/>
                  </a:lnTo>
                  <a:lnTo>
                    <a:pt x="6796178" y="3012293"/>
                  </a:lnTo>
                  <a:lnTo>
                    <a:pt x="6795528" y="3012293"/>
                  </a:lnTo>
                  <a:lnTo>
                    <a:pt x="6794878" y="3012293"/>
                  </a:lnTo>
                  <a:lnTo>
                    <a:pt x="6794229" y="3012293"/>
                  </a:lnTo>
                  <a:lnTo>
                    <a:pt x="6793579" y="3012293"/>
                  </a:lnTo>
                  <a:lnTo>
                    <a:pt x="6792929" y="3012293"/>
                  </a:lnTo>
                  <a:lnTo>
                    <a:pt x="6792279" y="3012293"/>
                  </a:lnTo>
                  <a:lnTo>
                    <a:pt x="6791629" y="3012293"/>
                  </a:lnTo>
                  <a:lnTo>
                    <a:pt x="6790979" y="3012293"/>
                  </a:lnTo>
                  <a:lnTo>
                    <a:pt x="6790329" y="3012293"/>
                  </a:lnTo>
                  <a:lnTo>
                    <a:pt x="6789679" y="3012293"/>
                  </a:lnTo>
                  <a:lnTo>
                    <a:pt x="6789029" y="3012293"/>
                  </a:lnTo>
                  <a:lnTo>
                    <a:pt x="6788379" y="3012293"/>
                  </a:lnTo>
                  <a:lnTo>
                    <a:pt x="6787729" y="3012293"/>
                  </a:lnTo>
                  <a:lnTo>
                    <a:pt x="6787079" y="3012293"/>
                  </a:lnTo>
                  <a:lnTo>
                    <a:pt x="6786429" y="3012293"/>
                  </a:lnTo>
                  <a:lnTo>
                    <a:pt x="6785779" y="3012293"/>
                  </a:lnTo>
                  <a:lnTo>
                    <a:pt x="6785129" y="3012293"/>
                  </a:lnTo>
                  <a:lnTo>
                    <a:pt x="6784480" y="3012293"/>
                  </a:lnTo>
                  <a:lnTo>
                    <a:pt x="6783830" y="3012293"/>
                  </a:lnTo>
                  <a:lnTo>
                    <a:pt x="6783180" y="3012293"/>
                  </a:lnTo>
                  <a:lnTo>
                    <a:pt x="6782530" y="3012293"/>
                  </a:lnTo>
                  <a:lnTo>
                    <a:pt x="6781880" y="3012293"/>
                  </a:lnTo>
                  <a:lnTo>
                    <a:pt x="6781230" y="3012293"/>
                  </a:lnTo>
                  <a:lnTo>
                    <a:pt x="6780580" y="3012293"/>
                  </a:lnTo>
                  <a:lnTo>
                    <a:pt x="6779930" y="3012293"/>
                  </a:lnTo>
                  <a:lnTo>
                    <a:pt x="6779280" y="3012293"/>
                  </a:lnTo>
                  <a:lnTo>
                    <a:pt x="6778630" y="3012293"/>
                  </a:lnTo>
                  <a:lnTo>
                    <a:pt x="6777980" y="3012293"/>
                  </a:lnTo>
                  <a:lnTo>
                    <a:pt x="6777330" y="3012293"/>
                  </a:lnTo>
                  <a:lnTo>
                    <a:pt x="6776680" y="3012293"/>
                  </a:lnTo>
                  <a:lnTo>
                    <a:pt x="6776030" y="3012293"/>
                  </a:lnTo>
                  <a:lnTo>
                    <a:pt x="6775380" y="3012293"/>
                  </a:lnTo>
                  <a:lnTo>
                    <a:pt x="6774730" y="3012293"/>
                  </a:lnTo>
                  <a:lnTo>
                    <a:pt x="6774081" y="3012293"/>
                  </a:lnTo>
                  <a:lnTo>
                    <a:pt x="6773431" y="3012293"/>
                  </a:lnTo>
                  <a:lnTo>
                    <a:pt x="6772781" y="3012293"/>
                  </a:lnTo>
                  <a:lnTo>
                    <a:pt x="6772131" y="3012293"/>
                  </a:lnTo>
                  <a:lnTo>
                    <a:pt x="6771481" y="3012293"/>
                  </a:lnTo>
                  <a:lnTo>
                    <a:pt x="6770831" y="3012293"/>
                  </a:lnTo>
                  <a:lnTo>
                    <a:pt x="6770181" y="3012293"/>
                  </a:lnTo>
                  <a:lnTo>
                    <a:pt x="6769531" y="3012293"/>
                  </a:lnTo>
                  <a:lnTo>
                    <a:pt x="6768881" y="3012293"/>
                  </a:lnTo>
                  <a:lnTo>
                    <a:pt x="6768231" y="3012293"/>
                  </a:lnTo>
                  <a:lnTo>
                    <a:pt x="6767581" y="3012293"/>
                  </a:lnTo>
                  <a:lnTo>
                    <a:pt x="6766931" y="3012293"/>
                  </a:lnTo>
                  <a:lnTo>
                    <a:pt x="6766281" y="3012293"/>
                  </a:lnTo>
                  <a:lnTo>
                    <a:pt x="6765631" y="3012293"/>
                  </a:lnTo>
                  <a:lnTo>
                    <a:pt x="6764981" y="3012293"/>
                  </a:lnTo>
                  <a:lnTo>
                    <a:pt x="6764332" y="3012293"/>
                  </a:lnTo>
                  <a:lnTo>
                    <a:pt x="6763682" y="3012293"/>
                  </a:lnTo>
                  <a:lnTo>
                    <a:pt x="6763032" y="3012293"/>
                  </a:lnTo>
                  <a:lnTo>
                    <a:pt x="6762382" y="3012293"/>
                  </a:lnTo>
                  <a:lnTo>
                    <a:pt x="6761732" y="3012293"/>
                  </a:lnTo>
                  <a:lnTo>
                    <a:pt x="6761082" y="3012293"/>
                  </a:lnTo>
                  <a:lnTo>
                    <a:pt x="6760432" y="3012293"/>
                  </a:lnTo>
                  <a:lnTo>
                    <a:pt x="6759782" y="3012293"/>
                  </a:lnTo>
                  <a:lnTo>
                    <a:pt x="6759132" y="3012293"/>
                  </a:lnTo>
                  <a:lnTo>
                    <a:pt x="6758482" y="3012293"/>
                  </a:lnTo>
                  <a:lnTo>
                    <a:pt x="6757832" y="3012293"/>
                  </a:lnTo>
                  <a:lnTo>
                    <a:pt x="6757182" y="3012293"/>
                  </a:lnTo>
                  <a:lnTo>
                    <a:pt x="6756532" y="3012293"/>
                  </a:lnTo>
                  <a:lnTo>
                    <a:pt x="6755882" y="3012293"/>
                  </a:lnTo>
                  <a:lnTo>
                    <a:pt x="6755232" y="3012293"/>
                  </a:lnTo>
                  <a:lnTo>
                    <a:pt x="6754583" y="3012293"/>
                  </a:lnTo>
                  <a:lnTo>
                    <a:pt x="6753933" y="3012293"/>
                  </a:lnTo>
                  <a:lnTo>
                    <a:pt x="6753283" y="3012293"/>
                  </a:lnTo>
                  <a:lnTo>
                    <a:pt x="6752633" y="3012293"/>
                  </a:lnTo>
                  <a:lnTo>
                    <a:pt x="6751983" y="3012293"/>
                  </a:lnTo>
                  <a:lnTo>
                    <a:pt x="6751333" y="3012293"/>
                  </a:lnTo>
                  <a:lnTo>
                    <a:pt x="6750683" y="3012293"/>
                  </a:lnTo>
                  <a:lnTo>
                    <a:pt x="6750033" y="3012293"/>
                  </a:lnTo>
                  <a:lnTo>
                    <a:pt x="6749383" y="3012293"/>
                  </a:lnTo>
                  <a:lnTo>
                    <a:pt x="6748733" y="3012293"/>
                  </a:lnTo>
                  <a:lnTo>
                    <a:pt x="6748083" y="3012293"/>
                  </a:lnTo>
                  <a:lnTo>
                    <a:pt x="6747433" y="3012293"/>
                  </a:lnTo>
                  <a:lnTo>
                    <a:pt x="6746783" y="3012293"/>
                  </a:lnTo>
                  <a:lnTo>
                    <a:pt x="6746133" y="3012293"/>
                  </a:lnTo>
                  <a:lnTo>
                    <a:pt x="6745483" y="3012293"/>
                  </a:lnTo>
                  <a:lnTo>
                    <a:pt x="6744833" y="3012293"/>
                  </a:lnTo>
                  <a:lnTo>
                    <a:pt x="6744184" y="3012293"/>
                  </a:lnTo>
                  <a:lnTo>
                    <a:pt x="6743534" y="3012293"/>
                  </a:lnTo>
                  <a:lnTo>
                    <a:pt x="6742884" y="3012293"/>
                  </a:lnTo>
                  <a:lnTo>
                    <a:pt x="6742234" y="3012293"/>
                  </a:lnTo>
                  <a:lnTo>
                    <a:pt x="6741584" y="3012293"/>
                  </a:lnTo>
                  <a:lnTo>
                    <a:pt x="6740934" y="3012293"/>
                  </a:lnTo>
                  <a:lnTo>
                    <a:pt x="6740284" y="3012293"/>
                  </a:lnTo>
                  <a:lnTo>
                    <a:pt x="6739634" y="3012293"/>
                  </a:lnTo>
                  <a:lnTo>
                    <a:pt x="6738984" y="3012293"/>
                  </a:lnTo>
                  <a:lnTo>
                    <a:pt x="6738334" y="3012293"/>
                  </a:lnTo>
                  <a:lnTo>
                    <a:pt x="6737684" y="3012293"/>
                  </a:lnTo>
                  <a:lnTo>
                    <a:pt x="6737034" y="3012293"/>
                  </a:lnTo>
                  <a:lnTo>
                    <a:pt x="6736384" y="3012293"/>
                  </a:lnTo>
                  <a:lnTo>
                    <a:pt x="6735734" y="3012293"/>
                  </a:lnTo>
                  <a:lnTo>
                    <a:pt x="6735084" y="3012293"/>
                  </a:lnTo>
                  <a:lnTo>
                    <a:pt x="6734435" y="3012293"/>
                  </a:lnTo>
                  <a:lnTo>
                    <a:pt x="6733785" y="3012293"/>
                  </a:lnTo>
                  <a:lnTo>
                    <a:pt x="6733135" y="3012293"/>
                  </a:lnTo>
                  <a:lnTo>
                    <a:pt x="6732485" y="3012293"/>
                  </a:lnTo>
                  <a:lnTo>
                    <a:pt x="6731835" y="3012293"/>
                  </a:lnTo>
                  <a:lnTo>
                    <a:pt x="6731185" y="3012293"/>
                  </a:lnTo>
                  <a:lnTo>
                    <a:pt x="6730535" y="3012293"/>
                  </a:lnTo>
                  <a:lnTo>
                    <a:pt x="6729885" y="3012293"/>
                  </a:lnTo>
                  <a:lnTo>
                    <a:pt x="6729235" y="3012293"/>
                  </a:lnTo>
                  <a:lnTo>
                    <a:pt x="6728585" y="3012293"/>
                  </a:lnTo>
                  <a:lnTo>
                    <a:pt x="6727935" y="3012293"/>
                  </a:lnTo>
                  <a:lnTo>
                    <a:pt x="6727285" y="3012293"/>
                  </a:lnTo>
                  <a:lnTo>
                    <a:pt x="6726635" y="3012293"/>
                  </a:lnTo>
                  <a:lnTo>
                    <a:pt x="6725985" y="3012293"/>
                  </a:lnTo>
                  <a:lnTo>
                    <a:pt x="6725335" y="3012293"/>
                  </a:lnTo>
                  <a:lnTo>
                    <a:pt x="6724685" y="3012293"/>
                  </a:lnTo>
                  <a:lnTo>
                    <a:pt x="6724036" y="3012293"/>
                  </a:lnTo>
                  <a:lnTo>
                    <a:pt x="6723386" y="3012293"/>
                  </a:lnTo>
                  <a:lnTo>
                    <a:pt x="6722736" y="3012293"/>
                  </a:lnTo>
                  <a:lnTo>
                    <a:pt x="6722086" y="3012293"/>
                  </a:lnTo>
                  <a:lnTo>
                    <a:pt x="6721436" y="3012293"/>
                  </a:lnTo>
                  <a:lnTo>
                    <a:pt x="6720786" y="3012293"/>
                  </a:lnTo>
                  <a:lnTo>
                    <a:pt x="6720136" y="3012293"/>
                  </a:lnTo>
                  <a:lnTo>
                    <a:pt x="6719486" y="3012293"/>
                  </a:lnTo>
                  <a:lnTo>
                    <a:pt x="6718836" y="3012293"/>
                  </a:lnTo>
                  <a:lnTo>
                    <a:pt x="6718186" y="3012293"/>
                  </a:lnTo>
                  <a:lnTo>
                    <a:pt x="6717536" y="3012293"/>
                  </a:lnTo>
                  <a:lnTo>
                    <a:pt x="6716886" y="3012293"/>
                  </a:lnTo>
                  <a:lnTo>
                    <a:pt x="6716236" y="3012293"/>
                  </a:lnTo>
                  <a:lnTo>
                    <a:pt x="6715586" y="3012293"/>
                  </a:lnTo>
                  <a:lnTo>
                    <a:pt x="6714936" y="3012293"/>
                  </a:lnTo>
                  <a:lnTo>
                    <a:pt x="6714287" y="3012293"/>
                  </a:lnTo>
                  <a:lnTo>
                    <a:pt x="6713637" y="3012293"/>
                  </a:lnTo>
                  <a:lnTo>
                    <a:pt x="6712987" y="3012293"/>
                  </a:lnTo>
                  <a:lnTo>
                    <a:pt x="6712337" y="3012293"/>
                  </a:lnTo>
                  <a:lnTo>
                    <a:pt x="6711687" y="3012293"/>
                  </a:lnTo>
                  <a:lnTo>
                    <a:pt x="6711037" y="3012293"/>
                  </a:lnTo>
                  <a:lnTo>
                    <a:pt x="6710387" y="3012293"/>
                  </a:lnTo>
                  <a:lnTo>
                    <a:pt x="6709737" y="3012293"/>
                  </a:lnTo>
                  <a:lnTo>
                    <a:pt x="6709087" y="3012293"/>
                  </a:lnTo>
                  <a:lnTo>
                    <a:pt x="6708437" y="3012293"/>
                  </a:lnTo>
                  <a:lnTo>
                    <a:pt x="6707787" y="3012293"/>
                  </a:lnTo>
                  <a:lnTo>
                    <a:pt x="6707137" y="3012293"/>
                  </a:lnTo>
                  <a:lnTo>
                    <a:pt x="6706487" y="3012293"/>
                  </a:lnTo>
                  <a:lnTo>
                    <a:pt x="6705837" y="3012293"/>
                  </a:lnTo>
                  <a:lnTo>
                    <a:pt x="6705187" y="3012293"/>
                  </a:lnTo>
                  <a:lnTo>
                    <a:pt x="6704537" y="3012293"/>
                  </a:lnTo>
                  <a:lnTo>
                    <a:pt x="6703888" y="3012293"/>
                  </a:lnTo>
                  <a:lnTo>
                    <a:pt x="6703238" y="3012293"/>
                  </a:lnTo>
                  <a:lnTo>
                    <a:pt x="6702588" y="3012293"/>
                  </a:lnTo>
                  <a:lnTo>
                    <a:pt x="6701938" y="3012293"/>
                  </a:lnTo>
                  <a:lnTo>
                    <a:pt x="6701288" y="3012293"/>
                  </a:lnTo>
                  <a:lnTo>
                    <a:pt x="6700638" y="3012293"/>
                  </a:lnTo>
                  <a:lnTo>
                    <a:pt x="6699988" y="3012293"/>
                  </a:lnTo>
                  <a:lnTo>
                    <a:pt x="6699338" y="3012293"/>
                  </a:lnTo>
                  <a:lnTo>
                    <a:pt x="6698688" y="3012293"/>
                  </a:lnTo>
                  <a:lnTo>
                    <a:pt x="6698038" y="3012293"/>
                  </a:lnTo>
                  <a:lnTo>
                    <a:pt x="6697388" y="3012293"/>
                  </a:lnTo>
                  <a:lnTo>
                    <a:pt x="6696738" y="3012293"/>
                  </a:lnTo>
                  <a:lnTo>
                    <a:pt x="6696088" y="3012293"/>
                  </a:lnTo>
                  <a:lnTo>
                    <a:pt x="6695438" y="3012293"/>
                  </a:lnTo>
                  <a:lnTo>
                    <a:pt x="6694788" y="3012293"/>
                  </a:lnTo>
                  <a:lnTo>
                    <a:pt x="6694139" y="3012293"/>
                  </a:lnTo>
                  <a:lnTo>
                    <a:pt x="6693489" y="3012293"/>
                  </a:lnTo>
                  <a:lnTo>
                    <a:pt x="6692839" y="3012293"/>
                  </a:lnTo>
                  <a:lnTo>
                    <a:pt x="6692189" y="3012293"/>
                  </a:lnTo>
                  <a:lnTo>
                    <a:pt x="6691539" y="3012293"/>
                  </a:lnTo>
                  <a:lnTo>
                    <a:pt x="6690889" y="3012293"/>
                  </a:lnTo>
                  <a:lnTo>
                    <a:pt x="6690239" y="3012293"/>
                  </a:lnTo>
                  <a:lnTo>
                    <a:pt x="6689589" y="3012293"/>
                  </a:lnTo>
                  <a:lnTo>
                    <a:pt x="6688939" y="3012293"/>
                  </a:lnTo>
                  <a:lnTo>
                    <a:pt x="6688289" y="3012293"/>
                  </a:lnTo>
                  <a:lnTo>
                    <a:pt x="6687639" y="3012293"/>
                  </a:lnTo>
                  <a:lnTo>
                    <a:pt x="6686989" y="3012293"/>
                  </a:lnTo>
                  <a:lnTo>
                    <a:pt x="6686339" y="3012293"/>
                  </a:lnTo>
                  <a:lnTo>
                    <a:pt x="6685689" y="3012293"/>
                  </a:lnTo>
                  <a:lnTo>
                    <a:pt x="6685039" y="3012293"/>
                  </a:lnTo>
                  <a:lnTo>
                    <a:pt x="6684389" y="3012293"/>
                  </a:lnTo>
                  <a:lnTo>
                    <a:pt x="6683740" y="3012293"/>
                  </a:lnTo>
                  <a:lnTo>
                    <a:pt x="6683090" y="3012293"/>
                  </a:lnTo>
                  <a:lnTo>
                    <a:pt x="6682440" y="3012293"/>
                  </a:lnTo>
                  <a:lnTo>
                    <a:pt x="6681790" y="3012293"/>
                  </a:lnTo>
                  <a:lnTo>
                    <a:pt x="6681140" y="3012293"/>
                  </a:lnTo>
                  <a:lnTo>
                    <a:pt x="6680490" y="3012293"/>
                  </a:lnTo>
                  <a:lnTo>
                    <a:pt x="6679840" y="3012293"/>
                  </a:lnTo>
                  <a:lnTo>
                    <a:pt x="6679190" y="3012293"/>
                  </a:lnTo>
                  <a:lnTo>
                    <a:pt x="6678540" y="3012293"/>
                  </a:lnTo>
                  <a:lnTo>
                    <a:pt x="6677890" y="3012293"/>
                  </a:lnTo>
                  <a:lnTo>
                    <a:pt x="6677240" y="3012293"/>
                  </a:lnTo>
                  <a:lnTo>
                    <a:pt x="6676590" y="3012293"/>
                  </a:lnTo>
                  <a:lnTo>
                    <a:pt x="6675940" y="3012293"/>
                  </a:lnTo>
                  <a:lnTo>
                    <a:pt x="6675290" y="3012293"/>
                  </a:lnTo>
                  <a:lnTo>
                    <a:pt x="6674640" y="3012293"/>
                  </a:lnTo>
                  <a:lnTo>
                    <a:pt x="6673991" y="3012293"/>
                  </a:lnTo>
                  <a:lnTo>
                    <a:pt x="6673341" y="3012293"/>
                  </a:lnTo>
                  <a:lnTo>
                    <a:pt x="6672691" y="3012293"/>
                  </a:lnTo>
                  <a:lnTo>
                    <a:pt x="6672041" y="3012293"/>
                  </a:lnTo>
                  <a:lnTo>
                    <a:pt x="6671391" y="3012293"/>
                  </a:lnTo>
                  <a:lnTo>
                    <a:pt x="6670741" y="3012293"/>
                  </a:lnTo>
                  <a:lnTo>
                    <a:pt x="6670091" y="3012293"/>
                  </a:lnTo>
                  <a:lnTo>
                    <a:pt x="6669441" y="3012293"/>
                  </a:lnTo>
                  <a:lnTo>
                    <a:pt x="6668791" y="3012293"/>
                  </a:lnTo>
                  <a:lnTo>
                    <a:pt x="6668141" y="3012293"/>
                  </a:lnTo>
                  <a:lnTo>
                    <a:pt x="6667491" y="3012293"/>
                  </a:lnTo>
                  <a:lnTo>
                    <a:pt x="6666841" y="3012293"/>
                  </a:lnTo>
                  <a:lnTo>
                    <a:pt x="6666191" y="3012293"/>
                  </a:lnTo>
                  <a:lnTo>
                    <a:pt x="6665541" y="3012293"/>
                  </a:lnTo>
                  <a:lnTo>
                    <a:pt x="6664891" y="3012293"/>
                  </a:lnTo>
                  <a:lnTo>
                    <a:pt x="6664241" y="3012293"/>
                  </a:lnTo>
                  <a:lnTo>
                    <a:pt x="6663592" y="3012293"/>
                  </a:lnTo>
                  <a:lnTo>
                    <a:pt x="6662942" y="3012293"/>
                  </a:lnTo>
                  <a:lnTo>
                    <a:pt x="6662292" y="3012293"/>
                  </a:lnTo>
                  <a:lnTo>
                    <a:pt x="6661642" y="3012293"/>
                  </a:lnTo>
                  <a:lnTo>
                    <a:pt x="6660992" y="3012293"/>
                  </a:lnTo>
                  <a:lnTo>
                    <a:pt x="6660342" y="3012293"/>
                  </a:lnTo>
                  <a:lnTo>
                    <a:pt x="6659692" y="3012293"/>
                  </a:lnTo>
                  <a:lnTo>
                    <a:pt x="6659042" y="3012293"/>
                  </a:lnTo>
                  <a:lnTo>
                    <a:pt x="6658392" y="3012293"/>
                  </a:lnTo>
                  <a:lnTo>
                    <a:pt x="6657742" y="3012293"/>
                  </a:lnTo>
                  <a:lnTo>
                    <a:pt x="6657092" y="3012293"/>
                  </a:lnTo>
                  <a:lnTo>
                    <a:pt x="6656442" y="3012293"/>
                  </a:lnTo>
                  <a:lnTo>
                    <a:pt x="6655792" y="3012293"/>
                  </a:lnTo>
                  <a:lnTo>
                    <a:pt x="6655142" y="3012293"/>
                  </a:lnTo>
                  <a:lnTo>
                    <a:pt x="6654492" y="3012293"/>
                  </a:lnTo>
                  <a:lnTo>
                    <a:pt x="6653843" y="3012293"/>
                  </a:lnTo>
                  <a:lnTo>
                    <a:pt x="6653193" y="3012293"/>
                  </a:lnTo>
                  <a:lnTo>
                    <a:pt x="6652543" y="3012293"/>
                  </a:lnTo>
                  <a:lnTo>
                    <a:pt x="6651893" y="3012293"/>
                  </a:lnTo>
                  <a:lnTo>
                    <a:pt x="6651243" y="3012293"/>
                  </a:lnTo>
                  <a:lnTo>
                    <a:pt x="6650593" y="3012293"/>
                  </a:lnTo>
                  <a:lnTo>
                    <a:pt x="6649943" y="3012293"/>
                  </a:lnTo>
                  <a:lnTo>
                    <a:pt x="6649293" y="3012293"/>
                  </a:lnTo>
                  <a:lnTo>
                    <a:pt x="6648643" y="3012293"/>
                  </a:lnTo>
                  <a:lnTo>
                    <a:pt x="6647993" y="3012293"/>
                  </a:lnTo>
                  <a:lnTo>
                    <a:pt x="6647343" y="3012293"/>
                  </a:lnTo>
                  <a:lnTo>
                    <a:pt x="6646693" y="3012293"/>
                  </a:lnTo>
                  <a:lnTo>
                    <a:pt x="6646043" y="3012293"/>
                  </a:lnTo>
                  <a:lnTo>
                    <a:pt x="6645393" y="3012293"/>
                  </a:lnTo>
                  <a:lnTo>
                    <a:pt x="6644743" y="3012293"/>
                  </a:lnTo>
                  <a:lnTo>
                    <a:pt x="6644093" y="3012293"/>
                  </a:lnTo>
                  <a:lnTo>
                    <a:pt x="6643444" y="3012293"/>
                  </a:lnTo>
                  <a:lnTo>
                    <a:pt x="6642794" y="3012293"/>
                  </a:lnTo>
                  <a:lnTo>
                    <a:pt x="6642144" y="3012293"/>
                  </a:lnTo>
                  <a:lnTo>
                    <a:pt x="6641494" y="3012293"/>
                  </a:lnTo>
                  <a:lnTo>
                    <a:pt x="6640844" y="3012293"/>
                  </a:lnTo>
                  <a:lnTo>
                    <a:pt x="6640194" y="3012293"/>
                  </a:lnTo>
                  <a:lnTo>
                    <a:pt x="6639544" y="3012293"/>
                  </a:lnTo>
                  <a:lnTo>
                    <a:pt x="6638894" y="3012293"/>
                  </a:lnTo>
                  <a:lnTo>
                    <a:pt x="6638244" y="3012293"/>
                  </a:lnTo>
                  <a:lnTo>
                    <a:pt x="6637594" y="3012293"/>
                  </a:lnTo>
                  <a:lnTo>
                    <a:pt x="6636944" y="3012293"/>
                  </a:lnTo>
                  <a:lnTo>
                    <a:pt x="6636294" y="3012293"/>
                  </a:lnTo>
                  <a:lnTo>
                    <a:pt x="6635644" y="3012293"/>
                  </a:lnTo>
                  <a:lnTo>
                    <a:pt x="6634994" y="3012293"/>
                  </a:lnTo>
                  <a:lnTo>
                    <a:pt x="6634344" y="3012293"/>
                  </a:lnTo>
                  <a:lnTo>
                    <a:pt x="6633695" y="3012293"/>
                  </a:lnTo>
                  <a:lnTo>
                    <a:pt x="6633045" y="3012293"/>
                  </a:lnTo>
                  <a:lnTo>
                    <a:pt x="6632395" y="3012293"/>
                  </a:lnTo>
                  <a:lnTo>
                    <a:pt x="6631745" y="3012293"/>
                  </a:lnTo>
                  <a:lnTo>
                    <a:pt x="6631095" y="3012293"/>
                  </a:lnTo>
                  <a:lnTo>
                    <a:pt x="6630445" y="3012293"/>
                  </a:lnTo>
                  <a:lnTo>
                    <a:pt x="6629795" y="3012293"/>
                  </a:lnTo>
                  <a:lnTo>
                    <a:pt x="6629145" y="3012293"/>
                  </a:lnTo>
                  <a:lnTo>
                    <a:pt x="6628495" y="3012293"/>
                  </a:lnTo>
                  <a:lnTo>
                    <a:pt x="6627845" y="3012293"/>
                  </a:lnTo>
                  <a:lnTo>
                    <a:pt x="6627195" y="3012293"/>
                  </a:lnTo>
                  <a:lnTo>
                    <a:pt x="6626545" y="3012293"/>
                  </a:lnTo>
                  <a:lnTo>
                    <a:pt x="6625895" y="3012293"/>
                  </a:lnTo>
                  <a:lnTo>
                    <a:pt x="6625245" y="3012293"/>
                  </a:lnTo>
                  <a:lnTo>
                    <a:pt x="6624595" y="3012293"/>
                  </a:lnTo>
                  <a:lnTo>
                    <a:pt x="6623945" y="3012293"/>
                  </a:lnTo>
                  <a:lnTo>
                    <a:pt x="6623296" y="3012293"/>
                  </a:lnTo>
                  <a:lnTo>
                    <a:pt x="6622646" y="3012293"/>
                  </a:lnTo>
                  <a:lnTo>
                    <a:pt x="6621996" y="3012293"/>
                  </a:lnTo>
                  <a:lnTo>
                    <a:pt x="6621346" y="3012293"/>
                  </a:lnTo>
                  <a:lnTo>
                    <a:pt x="6620696" y="3012293"/>
                  </a:lnTo>
                  <a:lnTo>
                    <a:pt x="6620046" y="3012293"/>
                  </a:lnTo>
                  <a:lnTo>
                    <a:pt x="6619396" y="3012293"/>
                  </a:lnTo>
                  <a:lnTo>
                    <a:pt x="6618746" y="3012293"/>
                  </a:lnTo>
                  <a:lnTo>
                    <a:pt x="6618096" y="3012293"/>
                  </a:lnTo>
                  <a:lnTo>
                    <a:pt x="6617446" y="3012293"/>
                  </a:lnTo>
                  <a:lnTo>
                    <a:pt x="6616796" y="3012293"/>
                  </a:lnTo>
                  <a:lnTo>
                    <a:pt x="6616146" y="3012293"/>
                  </a:lnTo>
                  <a:lnTo>
                    <a:pt x="6615496" y="3012293"/>
                  </a:lnTo>
                  <a:lnTo>
                    <a:pt x="6614846" y="3012293"/>
                  </a:lnTo>
                  <a:lnTo>
                    <a:pt x="6614196" y="3012293"/>
                  </a:lnTo>
                  <a:lnTo>
                    <a:pt x="6613547" y="3012293"/>
                  </a:lnTo>
                  <a:lnTo>
                    <a:pt x="6612897" y="3012293"/>
                  </a:lnTo>
                  <a:lnTo>
                    <a:pt x="6612247" y="3012293"/>
                  </a:lnTo>
                  <a:lnTo>
                    <a:pt x="6611597" y="3012293"/>
                  </a:lnTo>
                  <a:lnTo>
                    <a:pt x="6610947" y="3012293"/>
                  </a:lnTo>
                  <a:lnTo>
                    <a:pt x="6610297" y="3012293"/>
                  </a:lnTo>
                  <a:lnTo>
                    <a:pt x="6609647" y="3012293"/>
                  </a:lnTo>
                  <a:lnTo>
                    <a:pt x="6608997" y="3012293"/>
                  </a:lnTo>
                  <a:lnTo>
                    <a:pt x="6608347" y="3012293"/>
                  </a:lnTo>
                  <a:lnTo>
                    <a:pt x="6607697" y="3012293"/>
                  </a:lnTo>
                  <a:lnTo>
                    <a:pt x="6607047" y="3012293"/>
                  </a:lnTo>
                  <a:lnTo>
                    <a:pt x="6606397" y="3012293"/>
                  </a:lnTo>
                  <a:lnTo>
                    <a:pt x="6605747" y="3012293"/>
                  </a:lnTo>
                  <a:lnTo>
                    <a:pt x="6605097" y="3012293"/>
                  </a:lnTo>
                  <a:lnTo>
                    <a:pt x="6604447" y="3012293"/>
                  </a:lnTo>
                  <a:lnTo>
                    <a:pt x="6603798" y="3012293"/>
                  </a:lnTo>
                  <a:lnTo>
                    <a:pt x="6603148" y="3012293"/>
                  </a:lnTo>
                  <a:lnTo>
                    <a:pt x="6602498" y="3012293"/>
                  </a:lnTo>
                  <a:lnTo>
                    <a:pt x="6601848" y="3012293"/>
                  </a:lnTo>
                  <a:lnTo>
                    <a:pt x="6601198" y="3012293"/>
                  </a:lnTo>
                  <a:lnTo>
                    <a:pt x="6600548" y="3012293"/>
                  </a:lnTo>
                  <a:lnTo>
                    <a:pt x="6599898" y="3012293"/>
                  </a:lnTo>
                  <a:lnTo>
                    <a:pt x="6599248" y="3012293"/>
                  </a:lnTo>
                  <a:lnTo>
                    <a:pt x="6598598" y="3012293"/>
                  </a:lnTo>
                  <a:lnTo>
                    <a:pt x="6597948" y="3012293"/>
                  </a:lnTo>
                  <a:lnTo>
                    <a:pt x="6597298" y="3012293"/>
                  </a:lnTo>
                  <a:lnTo>
                    <a:pt x="6596648" y="3012293"/>
                  </a:lnTo>
                  <a:lnTo>
                    <a:pt x="6595998" y="3012293"/>
                  </a:lnTo>
                  <a:lnTo>
                    <a:pt x="6595348" y="3012293"/>
                  </a:lnTo>
                  <a:lnTo>
                    <a:pt x="6594698" y="3012293"/>
                  </a:lnTo>
                  <a:lnTo>
                    <a:pt x="6594048" y="3012293"/>
                  </a:lnTo>
                  <a:lnTo>
                    <a:pt x="6593399" y="3012293"/>
                  </a:lnTo>
                  <a:lnTo>
                    <a:pt x="6592749" y="3012293"/>
                  </a:lnTo>
                  <a:lnTo>
                    <a:pt x="6592099" y="3012293"/>
                  </a:lnTo>
                  <a:lnTo>
                    <a:pt x="6591449" y="3012293"/>
                  </a:lnTo>
                  <a:lnTo>
                    <a:pt x="6590799" y="3012293"/>
                  </a:lnTo>
                  <a:lnTo>
                    <a:pt x="6590149" y="3012293"/>
                  </a:lnTo>
                  <a:lnTo>
                    <a:pt x="6589499" y="3012293"/>
                  </a:lnTo>
                  <a:lnTo>
                    <a:pt x="6588849" y="3012293"/>
                  </a:lnTo>
                  <a:lnTo>
                    <a:pt x="6588199" y="3012293"/>
                  </a:lnTo>
                  <a:lnTo>
                    <a:pt x="6587549" y="3012293"/>
                  </a:lnTo>
                  <a:lnTo>
                    <a:pt x="6586899" y="3012293"/>
                  </a:lnTo>
                  <a:lnTo>
                    <a:pt x="6586249" y="3012293"/>
                  </a:lnTo>
                  <a:lnTo>
                    <a:pt x="6585599" y="3012293"/>
                  </a:lnTo>
                  <a:lnTo>
                    <a:pt x="6584949" y="3012293"/>
                  </a:lnTo>
                  <a:lnTo>
                    <a:pt x="6584299" y="3012293"/>
                  </a:lnTo>
                  <a:lnTo>
                    <a:pt x="6583650" y="3012293"/>
                  </a:lnTo>
                  <a:lnTo>
                    <a:pt x="6583000" y="3012293"/>
                  </a:lnTo>
                  <a:lnTo>
                    <a:pt x="6582350" y="3012293"/>
                  </a:lnTo>
                  <a:lnTo>
                    <a:pt x="6581700" y="3012293"/>
                  </a:lnTo>
                  <a:lnTo>
                    <a:pt x="6581050" y="3012293"/>
                  </a:lnTo>
                  <a:lnTo>
                    <a:pt x="6580400" y="3012293"/>
                  </a:lnTo>
                  <a:lnTo>
                    <a:pt x="6579750" y="3012293"/>
                  </a:lnTo>
                  <a:lnTo>
                    <a:pt x="6579100" y="3012293"/>
                  </a:lnTo>
                  <a:lnTo>
                    <a:pt x="6578450" y="3012293"/>
                  </a:lnTo>
                  <a:lnTo>
                    <a:pt x="6577800" y="3012293"/>
                  </a:lnTo>
                  <a:lnTo>
                    <a:pt x="6577150" y="3012293"/>
                  </a:lnTo>
                  <a:lnTo>
                    <a:pt x="6576500" y="3012293"/>
                  </a:lnTo>
                  <a:lnTo>
                    <a:pt x="6575850" y="3012293"/>
                  </a:lnTo>
                  <a:lnTo>
                    <a:pt x="6575200" y="3012293"/>
                  </a:lnTo>
                  <a:lnTo>
                    <a:pt x="6574550" y="3012293"/>
                  </a:lnTo>
                  <a:lnTo>
                    <a:pt x="6573900" y="3012293"/>
                  </a:lnTo>
                  <a:lnTo>
                    <a:pt x="6573251" y="3012293"/>
                  </a:lnTo>
                  <a:lnTo>
                    <a:pt x="6572601" y="3012293"/>
                  </a:lnTo>
                  <a:lnTo>
                    <a:pt x="6571951" y="3012293"/>
                  </a:lnTo>
                  <a:lnTo>
                    <a:pt x="6571301" y="3012293"/>
                  </a:lnTo>
                  <a:lnTo>
                    <a:pt x="6570651" y="3012293"/>
                  </a:lnTo>
                  <a:lnTo>
                    <a:pt x="6570001" y="3012293"/>
                  </a:lnTo>
                  <a:lnTo>
                    <a:pt x="6569351" y="3012293"/>
                  </a:lnTo>
                  <a:lnTo>
                    <a:pt x="6568701" y="3012293"/>
                  </a:lnTo>
                  <a:lnTo>
                    <a:pt x="6568051" y="3012293"/>
                  </a:lnTo>
                  <a:lnTo>
                    <a:pt x="6567401" y="3012293"/>
                  </a:lnTo>
                  <a:lnTo>
                    <a:pt x="6566751" y="3012293"/>
                  </a:lnTo>
                  <a:lnTo>
                    <a:pt x="6566101" y="3012293"/>
                  </a:lnTo>
                  <a:lnTo>
                    <a:pt x="6565451" y="3012293"/>
                  </a:lnTo>
                  <a:lnTo>
                    <a:pt x="6564801" y="3012293"/>
                  </a:lnTo>
                  <a:lnTo>
                    <a:pt x="6564151" y="3012293"/>
                  </a:lnTo>
                  <a:lnTo>
                    <a:pt x="6563502" y="3012293"/>
                  </a:lnTo>
                  <a:lnTo>
                    <a:pt x="6562852" y="3012293"/>
                  </a:lnTo>
                  <a:lnTo>
                    <a:pt x="6562202" y="3012293"/>
                  </a:lnTo>
                  <a:lnTo>
                    <a:pt x="6561552" y="3012293"/>
                  </a:lnTo>
                  <a:lnTo>
                    <a:pt x="6560902" y="3012293"/>
                  </a:lnTo>
                  <a:lnTo>
                    <a:pt x="6560252" y="3012293"/>
                  </a:lnTo>
                  <a:lnTo>
                    <a:pt x="6559602" y="3012293"/>
                  </a:lnTo>
                  <a:lnTo>
                    <a:pt x="6558952" y="3012293"/>
                  </a:lnTo>
                  <a:lnTo>
                    <a:pt x="6558302" y="3012293"/>
                  </a:lnTo>
                  <a:lnTo>
                    <a:pt x="6557652" y="3012293"/>
                  </a:lnTo>
                  <a:lnTo>
                    <a:pt x="6557002" y="3012293"/>
                  </a:lnTo>
                  <a:lnTo>
                    <a:pt x="6556352" y="3012293"/>
                  </a:lnTo>
                  <a:lnTo>
                    <a:pt x="6555702" y="3012293"/>
                  </a:lnTo>
                  <a:lnTo>
                    <a:pt x="6555052" y="3012293"/>
                  </a:lnTo>
                  <a:lnTo>
                    <a:pt x="6554402" y="3012293"/>
                  </a:lnTo>
                  <a:lnTo>
                    <a:pt x="6553752" y="3012293"/>
                  </a:lnTo>
                  <a:lnTo>
                    <a:pt x="6553103" y="3012293"/>
                  </a:lnTo>
                  <a:lnTo>
                    <a:pt x="6552453" y="3012293"/>
                  </a:lnTo>
                  <a:lnTo>
                    <a:pt x="6551803" y="3012293"/>
                  </a:lnTo>
                  <a:lnTo>
                    <a:pt x="6551153" y="3012293"/>
                  </a:lnTo>
                  <a:lnTo>
                    <a:pt x="6550503" y="3012293"/>
                  </a:lnTo>
                  <a:lnTo>
                    <a:pt x="6549853" y="3012293"/>
                  </a:lnTo>
                  <a:lnTo>
                    <a:pt x="6549203" y="3012293"/>
                  </a:lnTo>
                  <a:lnTo>
                    <a:pt x="6548553" y="3012293"/>
                  </a:lnTo>
                  <a:lnTo>
                    <a:pt x="6547903" y="3012293"/>
                  </a:lnTo>
                  <a:lnTo>
                    <a:pt x="6547253" y="3012293"/>
                  </a:lnTo>
                  <a:lnTo>
                    <a:pt x="6546603" y="3012293"/>
                  </a:lnTo>
                  <a:lnTo>
                    <a:pt x="6545953" y="3012293"/>
                  </a:lnTo>
                  <a:lnTo>
                    <a:pt x="6545303" y="3012293"/>
                  </a:lnTo>
                  <a:lnTo>
                    <a:pt x="6544653" y="3012293"/>
                  </a:lnTo>
                  <a:lnTo>
                    <a:pt x="6544003" y="3012293"/>
                  </a:lnTo>
                  <a:lnTo>
                    <a:pt x="6543354" y="3012293"/>
                  </a:lnTo>
                  <a:lnTo>
                    <a:pt x="6542704" y="3012293"/>
                  </a:lnTo>
                  <a:lnTo>
                    <a:pt x="6542054" y="3012293"/>
                  </a:lnTo>
                  <a:lnTo>
                    <a:pt x="6541404" y="3012293"/>
                  </a:lnTo>
                  <a:lnTo>
                    <a:pt x="6540754" y="3012293"/>
                  </a:lnTo>
                  <a:lnTo>
                    <a:pt x="6540104" y="3012293"/>
                  </a:lnTo>
                  <a:lnTo>
                    <a:pt x="6539454" y="3012293"/>
                  </a:lnTo>
                  <a:lnTo>
                    <a:pt x="6538804" y="3012293"/>
                  </a:lnTo>
                  <a:lnTo>
                    <a:pt x="6538154" y="3012293"/>
                  </a:lnTo>
                  <a:lnTo>
                    <a:pt x="6537504" y="3012293"/>
                  </a:lnTo>
                  <a:lnTo>
                    <a:pt x="6536854" y="3012293"/>
                  </a:lnTo>
                  <a:lnTo>
                    <a:pt x="6536204" y="3012293"/>
                  </a:lnTo>
                  <a:lnTo>
                    <a:pt x="6535554" y="3012293"/>
                  </a:lnTo>
                  <a:lnTo>
                    <a:pt x="6534904" y="3012293"/>
                  </a:lnTo>
                  <a:lnTo>
                    <a:pt x="6534254" y="3012293"/>
                  </a:lnTo>
                  <a:lnTo>
                    <a:pt x="6533604" y="3012293"/>
                  </a:lnTo>
                  <a:lnTo>
                    <a:pt x="6532955" y="3012293"/>
                  </a:lnTo>
                  <a:lnTo>
                    <a:pt x="6532305" y="3012293"/>
                  </a:lnTo>
                  <a:lnTo>
                    <a:pt x="6531655" y="3012293"/>
                  </a:lnTo>
                  <a:lnTo>
                    <a:pt x="6531005" y="3012293"/>
                  </a:lnTo>
                  <a:lnTo>
                    <a:pt x="6530355" y="3012293"/>
                  </a:lnTo>
                  <a:lnTo>
                    <a:pt x="6529705" y="3012293"/>
                  </a:lnTo>
                  <a:lnTo>
                    <a:pt x="6529055" y="3012293"/>
                  </a:lnTo>
                  <a:lnTo>
                    <a:pt x="6528405" y="3012293"/>
                  </a:lnTo>
                  <a:lnTo>
                    <a:pt x="6527755" y="3012293"/>
                  </a:lnTo>
                  <a:lnTo>
                    <a:pt x="6527105" y="3012293"/>
                  </a:lnTo>
                  <a:lnTo>
                    <a:pt x="6526455" y="3012293"/>
                  </a:lnTo>
                  <a:lnTo>
                    <a:pt x="6525805" y="3012293"/>
                  </a:lnTo>
                  <a:lnTo>
                    <a:pt x="6525155" y="3012293"/>
                  </a:lnTo>
                  <a:lnTo>
                    <a:pt x="6524505" y="3012293"/>
                  </a:lnTo>
                  <a:lnTo>
                    <a:pt x="6523855" y="3012293"/>
                  </a:lnTo>
                  <a:lnTo>
                    <a:pt x="6523206" y="3012293"/>
                  </a:lnTo>
                  <a:lnTo>
                    <a:pt x="6522556" y="3012293"/>
                  </a:lnTo>
                  <a:lnTo>
                    <a:pt x="6521906" y="3012293"/>
                  </a:lnTo>
                  <a:lnTo>
                    <a:pt x="6521256" y="3012293"/>
                  </a:lnTo>
                  <a:lnTo>
                    <a:pt x="6520606" y="3012293"/>
                  </a:lnTo>
                  <a:lnTo>
                    <a:pt x="6519956" y="3012293"/>
                  </a:lnTo>
                  <a:lnTo>
                    <a:pt x="6519306" y="3012293"/>
                  </a:lnTo>
                  <a:lnTo>
                    <a:pt x="6518656" y="3012293"/>
                  </a:lnTo>
                  <a:lnTo>
                    <a:pt x="6518006" y="3012293"/>
                  </a:lnTo>
                  <a:lnTo>
                    <a:pt x="6517356" y="3012293"/>
                  </a:lnTo>
                  <a:lnTo>
                    <a:pt x="6516706" y="3012293"/>
                  </a:lnTo>
                  <a:lnTo>
                    <a:pt x="6516056" y="3012293"/>
                  </a:lnTo>
                  <a:lnTo>
                    <a:pt x="6515406" y="3012293"/>
                  </a:lnTo>
                  <a:lnTo>
                    <a:pt x="6514756" y="3012293"/>
                  </a:lnTo>
                  <a:lnTo>
                    <a:pt x="6514106" y="3012293"/>
                  </a:lnTo>
                  <a:lnTo>
                    <a:pt x="6513456" y="3012293"/>
                  </a:lnTo>
                  <a:lnTo>
                    <a:pt x="6512807" y="3012293"/>
                  </a:lnTo>
                  <a:lnTo>
                    <a:pt x="6512157" y="3012293"/>
                  </a:lnTo>
                  <a:lnTo>
                    <a:pt x="6511507" y="3012293"/>
                  </a:lnTo>
                  <a:lnTo>
                    <a:pt x="6510857" y="3012293"/>
                  </a:lnTo>
                  <a:lnTo>
                    <a:pt x="6510207" y="3012293"/>
                  </a:lnTo>
                  <a:lnTo>
                    <a:pt x="6509557" y="3012293"/>
                  </a:lnTo>
                  <a:lnTo>
                    <a:pt x="6508907" y="3012293"/>
                  </a:lnTo>
                  <a:lnTo>
                    <a:pt x="6508257" y="3012293"/>
                  </a:lnTo>
                  <a:lnTo>
                    <a:pt x="6507607" y="3012293"/>
                  </a:lnTo>
                  <a:lnTo>
                    <a:pt x="6506957" y="3012293"/>
                  </a:lnTo>
                  <a:lnTo>
                    <a:pt x="6506307" y="3012293"/>
                  </a:lnTo>
                  <a:lnTo>
                    <a:pt x="6505657" y="3012293"/>
                  </a:lnTo>
                  <a:lnTo>
                    <a:pt x="6505007" y="3012293"/>
                  </a:lnTo>
                  <a:lnTo>
                    <a:pt x="6504357" y="3012293"/>
                  </a:lnTo>
                  <a:lnTo>
                    <a:pt x="6503707" y="3012293"/>
                  </a:lnTo>
                  <a:lnTo>
                    <a:pt x="6503058" y="3012293"/>
                  </a:lnTo>
                  <a:lnTo>
                    <a:pt x="6502408" y="3012293"/>
                  </a:lnTo>
                  <a:lnTo>
                    <a:pt x="6501758" y="3012293"/>
                  </a:lnTo>
                  <a:lnTo>
                    <a:pt x="6501108" y="3012293"/>
                  </a:lnTo>
                  <a:lnTo>
                    <a:pt x="6500458" y="3012293"/>
                  </a:lnTo>
                  <a:lnTo>
                    <a:pt x="6499808" y="3012293"/>
                  </a:lnTo>
                  <a:lnTo>
                    <a:pt x="6499158" y="3012293"/>
                  </a:lnTo>
                  <a:lnTo>
                    <a:pt x="6498508" y="3012293"/>
                  </a:lnTo>
                  <a:lnTo>
                    <a:pt x="6497858" y="3012293"/>
                  </a:lnTo>
                  <a:lnTo>
                    <a:pt x="6497208" y="3012293"/>
                  </a:lnTo>
                  <a:lnTo>
                    <a:pt x="6496558" y="3012293"/>
                  </a:lnTo>
                  <a:lnTo>
                    <a:pt x="6495908" y="3012293"/>
                  </a:lnTo>
                  <a:lnTo>
                    <a:pt x="6495258" y="3012293"/>
                  </a:lnTo>
                  <a:lnTo>
                    <a:pt x="6494608" y="3012293"/>
                  </a:lnTo>
                  <a:lnTo>
                    <a:pt x="6493958" y="3012293"/>
                  </a:lnTo>
                  <a:lnTo>
                    <a:pt x="6493308" y="3012293"/>
                  </a:lnTo>
                  <a:lnTo>
                    <a:pt x="6492659" y="3012293"/>
                  </a:lnTo>
                  <a:lnTo>
                    <a:pt x="6492009" y="3012293"/>
                  </a:lnTo>
                  <a:lnTo>
                    <a:pt x="6491359" y="3012293"/>
                  </a:lnTo>
                  <a:lnTo>
                    <a:pt x="6490709" y="3012293"/>
                  </a:lnTo>
                  <a:lnTo>
                    <a:pt x="6490059" y="3012293"/>
                  </a:lnTo>
                  <a:lnTo>
                    <a:pt x="6489409" y="3012293"/>
                  </a:lnTo>
                  <a:lnTo>
                    <a:pt x="6488759" y="3012293"/>
                  </a:lnTo>
                  <a:lnTo>
                    <a:pt x="6488109" y="3012293"/>
                  </a:lnTo>
                  <a:lnTo>
                    <a:pt x="6487459" y="3012293"/>
                  </a:lnTo>
                  <a:lnTo>
                    <a:pt x="6486809" y="3012293"/>
                  </a:lnTo>
                  <a:lnTo>
                    <a:pt x="6486159" y="3012293"/>
                  </a:lnTo>
                  <a:lnTo>
                    <a:pt x="6485509" y="3012293"/>
                  </a:lnTo>
                  <a:lnTo>
                    <a:pt x="6484859" y="3012293"/>
                  </a:lnTo>
                  <a:lnTo>
                    <a:pt x="6484209" y="3012293"/>
                  </a:lnTo>
                  <a:lnTo>
                    <a:pt x="6483559" y="3012293"/>
                  </a:lnTo>
                  <a:lnTo>
                    <a:pt x="6482910" y="3012293"/>
                  </a:lnTo>
                  <a:lnTo>
                    <a:pt x="6482260" y="3012293"/>
                  </a:lnTo>
                  <a:lnTo>
                    <a:pt x="6481610" y="3012293"/>
                  </a:lnTo>
                  <a:lnTo>
                    <a:pt x="6480960" y="3012293"/>
                  </a:lnTo>
                  <a:lnTo>
                    <a:pt x="6480310" y="3012293"/>
                  </a:lnTo>
                  <a:lnTo>
                    <a:pt x="6479660" y="3012293"/>
                  </a:lnTo>
                  <a:lnTo>
                    <a:pt x="6479010" y="3012293"/>
                  </a:lnTo>
                  <a:lnTo>
                    <a:pt x="6478360" y="3012293"/>
                  </a:lnTo>
                  <a:lnTo>
                    <a:pt x="6477710" y="3012293"/>
                  </a:lnTo>
                  <a:lnTo>
                    <a:pt x="6477060" y="3012293"/>
                  </a:lnTo>
                  <a:lnTo>
                    <a:pt x="6476410" y="3012293"/>
                  </a:lnTo>
                  <a:lnTo>
                    <a:pt x="6475760" y="3012293"/>
                  </a:lnTo>
                  <a:lnTo>
                    <a:pt x="6475110" y="3012293"/>
                  </a:lnTo>
                  <a:lnTo>
                    <a:pt x="6474460" y="3012293"/>
                  </a:lnTo>
                  <a:lnTo>
                    <a:pt x="6473810" y="3012293"/>
                  </a:lnTo>
                  <a:lnTo>
                    <a:pt x="6473161" y="3012293"/>
                  </a:lnTo>
                  <a:lnTo>
                    <a:pt x="6472511" y="3012293"/>
                  </a:lnTo>
                  <a:lnTo>
                    <a:pt x="6471861" y="3012293"/>
                  </a:lnTo>
                  <a:lnTo>
                    <a:pt x="6471211" y="3012293"/>
                  </a:lnTo>
                  <a:lnTo>
                    <a:pt x="6470561" y="3012293"/>
                  </a:lnTo>
                  <a:lnTo>
                    <a:pt x="6469911" y="3012293"/>
                  </a:lnTo>
                  <a:lnTo>
                    <a:pt x="6469261" y="3012293"/>
                  </a:lnTo>
                  <a:lnTo>
                    <a:pt x="6468611" y="3012293"/>
                  </a:lnTo>
                  <a:lnTo>
                    <a:pt x="6467961" y="3012293"/>
                  </a:lnTo>
                  <a:lnTo>
                    <a:pt x="6467311" y="3012293"/>
                  </a:lnTo>
                  <a:lnTo>
                    <a:pt x="6466661" y="3012293"/>
                  </a:lnTo>
                  <a:lnTo>
                    <a:pt x="6466011" y="3012293"/>
                  </a:lnTo>
                  <a:lnTo>
                    <a:pt x="6465361" y="3012293"/>
                  </a:lnTo>
                  <a:lnTo>
                    <a:pt x="6464711" y="3012293"/>
                  </a:lnTo>
                  <a:lnTo>
                    <a:pt x="6464061" y="3012293"/>
                  </a:lnTo>
                  <a:lnTo>
                    <a:pt x="6463411" y="3012293"/>
                  </a:lnTo>
                  <a:lnTo>
                    <a:pt x="6462762" y="3012293"/>
                  </a:lnTo>
                  <a:lnTo>
                    <a:pt x="6462112" y="3012293"/>
                  </a:lnTo>
                  <a:lnTo>
                    <a:pt x="6461462" y="3012293"/>
                  </a:lnTo>
                  <a:lnTo>
                    <a:pt x="6460812" y="3012293"/>
                  </a:lnTo>
                  <a:lnTo>
                    <a:pt x="6460162" y="3012293"/>
                  </a:lnTo>
                  <a:lnTo>
                    <a:pt x="6459512" y="3012293"/>
                  </a:lnTo>
                  <a:lnTo>
                    <a:pt x="6458862" y="3012293"/>
                  </a:lnTo>
                  <a:lnTo>
                    <a:pt x="6458212" y="3012293"/>
                  </a:lnTo>
                  <a:lnTo>
                    <a:pt x="6457562" y="3012293"/>
                  </a:lnTo>
                  <a:lnTo>
                    <a:pt x="6456912" y="3012293"/>
                  </a:lnTo>
                  <a:lnTo>
                    <a:pt x="6456262" y="3012293"/>
                  </a:lnTo>
                  <a:lnTo>
                    <a:pt x="6455612" y="3012293"/>
                  </a:lnTo>
                  <a:lnTo>
                    <a:pt x="6454962" y="3012293"/>
                  </a:lnTo>
                  <a:lnTo>
                    <a:pt x="6454312" y="3012293"/>
                  </a:lnTo>
                  <a:lnTo>
                    <a:pt x="6453662" y="3012293"/>
                  </a:lnTo>
                  <a:lnTo>
                    <a:pt x="6453013" y="3012293"/>
                  </a:lnTo>
                  <a:lnTo>
                    <a:pt x="6452363" y="3012293"/>
                  </a:lnTo>
                  <a:lnTo>
                    <a:pt x="6451713" y="3012293"/>
                  </a:lnTo>
                  <a:lnTo>
                    <a:pt x="6451063" y="3012293"/>
                  </a:lnTo>
                  <a:lnTo>
                    <a:pt x="6450413" y="3012293"/>
                  </a:lnTo>
                  <a:lnTo>
                    <a:pt x="6449763" y="3012293"/>
                  </a:lnTo>
                  <a:lnTo>
                    <a:pt x="6449113" y="3012293"/>
                  </a:lnTo>
                  <a:lnTo>
                    <a:pt x="6448463" y="3012293"/>
                  </a:lnTo>
                  <a:lnTo>
                    <a:pt x="6447813" y="3012293"/>
                  </a:lnTo>
                  <a:lnTo>
                    <a:pt x="6447163" y="3012293"/>
                  </a:lnTo>
                  <a:lnTo>
                    <a:pt x="6446513" y="3012293"/>
                  </a:lnTo>
                  <a:lnTo>
                    <a:pt x="6445863" y="3012293"/>
                  </a:lnTo>
                  <a:lnTo>
                    <a:pt x="6445213" y="3012293"/>
                  </a:lnTo>
                  <a:lnTo>
                    <a:pt x="6444563" y="3012293"/>
                  </a:lnTo>
                  <a:lnTo>
                    <a:pt x="6443913" y="3012293"/>
                  </a:lnTo>
                  <a:lnTo>
                    <a:pt x="6443263" y="3012293"/>
                  </a:lnTo>
                  <a:lnTo>
                    <a:pt x="6442614" y="3012293"/>
                  </a:lnTo>
                  <a:lnTo>
                    <a:pt x="6441964" y="3012293"/>
                  </a:lnTo>
                  <a:lnTo>
                    <a:pt x="6441314" y="3012293"/>
                  </a:lnTo>
                  <a:lnTo>
                    <a:pt x="6440664" y="3012293"/>
                  </a:lnTo>
                  <a:lnTo>
                    <a:pt x="6440014" y="3012293"/>
                  </a:lnTo>
                  <a:lnTo>
                    <a:pt x="6439364" y="3012293"/>
                  </a:lnTo>
                  <a:lnTo>
                    <a:pt x="6438714" y="3012293"/>
                  </a:lnTo>
                  <a:lnTo>
                    <a:pt x="6438064" y="3012293"/>
                  </a:lnTo>
                  <a:lnTo>
                    <a:pt x="6437414" y="3012293"/>
                  </a:lnTo>
                  <a:lnTo>
                    <a:pt x="6436764" y="3012293"/>
                  </a:lnTo>
                  <a:lnTo>
                    <a:pt x="6436114" y="3012293"/>
                  </a:lnTo>
                  <a:lnTo>
                    <a:pt x="6435464" y="3012293"/>
                  </a:lnTo>
                  <a:lnTo>
                    <a:pt x="6434814" y="3012293"/>
                  </a:lnTo>
                  <a:lnTo>
                    <a:pt x="6434164" y="3012293"/>
                  </a:lnTo>
                  <a:lnTo>
                    <a:pt x="6433514" y="3012293"/>
                  </a:lnTo>
                  <a:lnTo>
                    <a:pt x="6432865" y="3012293"/>
                  </a:lnTo>
                  <a:lnTo>
                    <a:pt x="6432215" y="3012293"/>
                  </a:lnTo>
                  <a:lnTo>
                    <a:pt x="6431565" y="3012293"/>
                  </a:lnTo>
                  <a:lnTo>
                    <a:pt x="6430915" y="3012293"/>
                  </a:lnTo>
                  <a:lnTo>
                    <a:pt x="6430265" y="3012293"/>
                  </a:lnTo>
                  <a:lnTo>
                    <a:pt x="6429615" y="3012293"/>
                  </a:lnTo>
                  <a:lnTo>
                    <a:pt x="6428965" y="3012293"/>
                  </a:lnTo>
                  <a:lnTo>
                    <a:pt x="6428315" y="3012293"/>
                  </a:lnTo>
                  <a:lnTo>
                    <a:pt x="6427665" y="3012293"/>
                  </a:lnTo>
                  <a:lnTo>
                    <a:pt x="6427015" y="3012293"/>
                  </a:lnTo>
                  <a:lnTo>
                    <a:pt x="6426365" y="3012293"/>
                  </a:lnTo>
                  <a:lnTo>
                    <a:pt x="6425715" y="3012293"/>
                  </a:lnTo>
                  <a:lnTo>
                    <a:pt x="6425065" y="3012293"/>
                  </a:lnTo>
                  <a:lnTo>
                    <a:pt x="6424415" y="3012293"/>
                  </a:lnTo>
                  <a:lnTo>
                    <a:pt x="6423765" y="3012293"/>
                  </a:lnTo>
                  <a:lnTo>
                    <a:pt x="6423115" y="3012293"/>
                  </a:lnTo>
                  <a:lnTo>
                    <a:pt x="6422466" y="3012293"/>
                  </a:lnTo>
                  <a:lnTo>
                    <a:pt x="6421816" y="3012293"/>
                  </a:lnTo>
                  <a:lnTo>
                    <a:pt x="6421166" y="3012293"/>
                  </a:lnTo>
                  <a:lnTo>
                    <a:pt x="6420516" y="3012293"/>
                  </a:lnTo>
                  <a:lnTo>
                    <a:pt x="6419866" y="3012293"/>
                  </a:lnTo>
                  <a:lnTo>
                    <a:pt x="6419216" y="3012293"/>
                  </a:lnTo>
                  <a:lnTo>
                    <a:pt x="6418566" y="3012293"/>
                  </a:lnTo>
                  <a:lnTo>
                    <a:pt x="6417916" y="3012293"/>
                  </a:lnTo>
                  <a:lnTo>
                    <a:pt x="6417266" y="3012293"/>
                  </a:lnTo>
                  <a:lnTo>
                    <a:pt x="6416616" y="3012293"/>
                  </a:lnTo>
                  <a:lnTo>
                    <a:pt x="6415966" y="3012293"/>
                  </a:lnTo>
                  <a:lnTo>
                    <a:pt x="6415316" y="3012293"/>
                  </a:lnTo>
                  <a:lnTo>
                    <a:pt x="6414666" y="3012293"/>
                  </a:lnTo>
                  <a:lnTo>
                    <a:pt x="6414016" y="3012293"/>
                  </a:lnTo>
                  <a:lnTo>
                    <a:pt x="6413366" y="3012293"/>
                  </a:lnTo>
                  <a:lnTo>
                    <a:pt x="6412717" y="3012293"/>
                  </a:lnTo>
                  <a:lnTo>
                    <a:pt x="6412067" y="3012293"/>
                  </a:lnTo>
                  <a:lnTo>
                    <a:pt x="6411417" y="3012293"/>
                  </a:lnTo>
                  <a:lnTo>
                    <a:pt x="6410767" y="3012293"/>
                  </a:lnTo>
                  <a:lnTo>
                    <a:pt x="6410117" y="3012293"/>
                  </a:lnTo>
                  <a:lnTo>
                    <a:pt x="6409467" y="3012293"/>
                  </a:lnTo>
                  <a:lnTo>
                    <a:pt x="6408817" y="3012293"/>
                  </a:lnTo>
                  <a:lnTo>
                    <a:pt x="6408167" y="3012293"/>
                  </a:lnTo>
                  <a:lnTo>
                    <a:pt x="6407517" y="3012293"/>
                  </a:lnTo>
                  <a:lnTo>
                    <a:pt x="6406867" y="3012293"/>
                  </a:lnTo>
                  <a:lnTo>
                    <a:pt x="6406217" y="3012293"/>
                  </a:lnTo>
                  <a:lnTo>
                    <a:pt x="6405567" y="3012293"/>
                  </a:lnTo>
                  <a:lnTo>
                    <a:pt x="6404917" y="3012293"/>
                  </a:lnTo>
                  <a:lnTo>
                    <a:pt x="6404267" y="3012293"/>
                  </a:lnTo>
                  <a:lnTo>
                    <a:pt x="6403617" y="3012293"/>
                  </a:lnTo>
                  <a:lnTo>
                    <a:pt x="6402967" y="3012293"/>
                  </a:lnTo>
                  <a:lnTo>
                    <a:pt x="6402318" y="3012293"/>
                  </a:lnTo>
                  <a:lnTo>
                    <a:pt x="6401668" y="3012293"/>
                  </a:lnTo>
                  <a:lnTo>
                    <a:pt x="6401018" y="3012293"/>
                  </a:lnTo>
                  <a:lnTo>
                    <a:pt x="6400368" y="3012293"/>
                  </a:lnTo>
                  <a:lnTo>
                    <a:pt x="6399718" y="3012293"/>
                  </a:lnTo>
                  <a:lnTo>
                    <a:pt x="6399068" y="3012293"/>
                  </a:lnTo>
                  <a:lnTo>
                    <a:pt x="6398418" y="3012293"/>
                  </a:lnTo>
                  <a:lnTo>
                    <a:pt x="6397768" y="3012293"/>
                  </a:lnTo>
                  <a:lnTo>
                    <a:pt x="6397118" y="3012293"/>
                  </a:lnTo>
                  <a:lnTo>
                    <a:pt x="6396468" y="3012293"/>
                  </a:lnTo>
                  <a:lnTo>
                    <a:pt x="6395818" y="3012293"/>
                  </a:lnTo>
                  <a:lnTo>
                    <a:pt x="6395168" y="3012293"/>
                  </a:lnTo>
                  <a:lnTo>
                    <a:pt x="6394518" y="3012293"/>
                  </a:lnTo>
                  <a:lnTo>
                    <a:pt x="6393868" y="3012293"/>
                  </a:lnTo>
                  <a:lnTo>
                    <a:pt x="6393218" y="3012293"/>
                  </a:lnTo>
                  <a:lnTo>
                    <a:pt x="6392569" y="3012293"/>
                  </a:lnTo>
                  <a:lnTo>
                    <a:pt x="6391919" y="3012293"/>
                  </a:lnTo>
                  <a:lnTo>
                    <a:pt x="6391269" y="3012293"/>
                  </a:lnTo>
                  <a:lnTo>
                    <a:pt x="6390619" y="3012293"/>
                  </a:lnTo>
                  <a:lnTo>
                    <a:pt x="6389969" y="3012293"/>
                  </a:lnTo>
                  <a:lnTo>
                    <a:pt x="6389319" y="3012293"/>
                  </a:lnTo>
                  <a:lnTo>
                    <a:pt x="6388669" y="3012293"/>
                  </a:lnTo>
                  <a:lnTo>
                    <a:pt x="6388019" y="3012293"/>
                  </a:lnTo>
                  <a:lnTo>
                    <a:pt x="6387369" y="3012293"/>
                  </a:lnTo>
                  <a:lnTo>
                    <a:pt x="6386719" y="3012293"/>
                  </a:lnTo>
                  <a:lnTo>
                    <a:pt x="6386069" y="3012293"/>
                  </a:lnTo>
                  <a:lnTo>
                    <a:pt x="6385419" y="3012293"/>
                  </a:lnTo>
                  <a:lnTo>
                    <a:pt x="6384769" y="3012293"/>
                  </a:lnTo>
                  <a:lnTo>
                    <a:pt x="6384119" y="3012293"/>
                  </a:lnTo>
                  <a:lnTo>
                    <a:pt x="6383469" y="3012293"/>
                  </a:lnTo>
                  <a:lnTo>
                    <a:pt x="6382819" y="3012293"/>
                  </a:lnTo>
                  <a:lnTo>
                    <a:pt x="6382170" y="3012293"/>
                  </a:lnTo>
                  <a:lnTo>
                    <a:pt x="6381520" y="3012293"/>
                  </a:lnTo>
                  <a:lnTo>
                    <a:pt x="6380870" y="3012293"/>
                  </a:lnTo>
                  <a:lnTo>
                    <a:pt x="6380220" y="3012293"/>
                  </a:lnTo>
                  <a:lnTo>
                    <a:pt x="6379570" y="3012293"/>
                  </a:lnTo>
                  <a:lnTo>
                    <a:pt x="6378920" y="3012293"/>
                  </a:lnTo>
                  <a:lnTo>
                    <a:pt x="6378270" y="3012293"/>
                  </a:lnTo>
                  <a:lnTo>
                    <a:pt x="6377620" y="3012293"/>
                  </a:lnTo>
                  <a:lnTo>
                    <a:pt x="6376970" y="3012293"/>
                  </a:lnTo>
                  <a:lnTo>
                    <a:pt x="6376320" y="3012293"/>
                  </a:lnTo>
                  <a:lnTo>
                    <a:pt x="6375670" y="3012293"/>
                  </a:lnTo>
                  <a:lnTo>
                    <a:pt x="6375020" y="3012293"/>
                  </a:lnTo>
                  <a:lnTo>
                    <a:pt x="6374370" y="3012293"/>
                  </a:lnTo>
                  <a:lnTo>
                    <a:pt x="6373720" y="3012293"/>
                  </a:lnTo>
                  <a:lnTo>
                    <a:pt x="6373070" y="3012293"/>
                  </a:lnTo>
                  <a:lnTo>
                    <a:pt x="6372421" y="3012293"/>
                  </a:lnTo>
                  <a:lnTo>
                    <a:pt x="6371771" y="3012293"/>
                  </a:lnTo>
                  <a:lnTo>
                    <a:pt x="6371121" y="3012293"/>
                  </a:lnTo>
                  <a:lnTo>
                    <a:pt x="6370471" y="3012293"/>
                  </a:lnTo>
                  <a:lnTo>
                    <a:pt x="6369821" y="3012293"/>
                  </a:lnTo>
                  <a:lnTo>
                    <a:pt x="6369171" y="3012293"/>
                  </a:lnTo>
                  <a:lnTo>
                    <a:pt x="6368521" y="3012293"/>
                  </a:lnTo>
                  <a:lnTo>
                    <a:pt x="6367871" y="3012293"/>
                  </a:lnTo>
                  <a:lnTo>
                    <a:pt x="6367221" y="3012293"/>
                  </a:lnTo>
                  <a:lnTo>
                    <a:pt x="6366571" y="3012293"/>
                  </a:lnTo>
                  <a:lnTo>
                    <a:pt x="6365921" y="3012293"/>
                  </a:lnTo>
                  <a:lnTo>
                    <a:pt x="6365271" y="3012293"/>
                  </a:lnTo>
                  <a:lnTo>
                    <a:pt x="6364621" y="3012293"/>
                  </a:lnTo>
                  <a:lnTo>
                    <a:pt x="6363971" y="3012293"/>
                  </a:lnTo>
                  <a:lnTo>
                    <a:pt x="6363321" y="3012293"/>
                  </a:lnTo>
                  <a:lnTo>
                    <a:pt x="6362671" y="3012293"/>
                  </a:lnTo>
                  <a:lnTo>
                    <a:pt x="6362022" y="3012293"/>
                  </a:lnTo>
                  <a:lnTo>
                    <a:pt x="6361372" y="3012293"/>
                  </a:lnTo>
                  <a:lnTo>
                    <a:pt x="6360722" y="3012293"/>
                  </a:lnTo>
                  <a:lnTo>
                    <a:pt x="6360072" y="3012293"/>
                  </a:lnTo>
                  <a:lnTo>
                    <a:pt x="6359422" y="3012293"/>
                  </a:lnTo>
                  <a:lnTo>
                    <a:pt x="6358772" y="3012293"/>
                  </a:lnTo>
                  <a:lnTo>
                    <a:pt x="6358122" y="3012293"/>
                  </a:lnTo>
                  <a:lnTo>
                    <a:pt x="6357472" y="3012293"/>
                  </a:lnTo>
                  <a:lnTo>
                    <a:pt x="6356822" y="3012293"/>
                  </a:lnTo>
                  <a:lnTo>
                    <a:pt x="6356172" y="3012293"/>
                  </a:lnTo>
                  <a:lnTo>
                    <a:pt x="6355522" y="3012293"/>
                  </a:lnTo>
                  <a:lnTo>
                    <a:pt x="6354872" y="3012293"/>
                  </a:lnTo>
                  <a:lnTo>
                    <a:pt x="6354222" y="3012293"/>
                  </a:lnTo>
                  <a:lnTo>
                    <a:pt x="6353572" y="3012293"/>
                  </a:lnTo>
                  <a:lnTo>
                    <a:pt x="6352922" y="3012293"/>
                  </a:lnTo>
                  <a:lnTo>
                    <a:pt x="6352273" y="3012293"/>
                  </a:lnTo>
                  <a:lnTo>
                    <a:pt x="6351623" y="3012293"/>
                  </a:lnTo>
                  <a:lnTo>
                    <a:pt x="6350973" y="3012293"/>
                  </a:lnTo>
                  <a:lnTo>
                    <a:pt x="6350323" y="3012293"/>
                  </a:lnTo>
                  <a:lnTo>
                    <a:pt x="6349673" y="3012293"/>
                  </a:lnTo>
                  <a:lnTo>
                    <a:pt x="6349023" y="3012293"/>
                  </a:lnTo>
                  <a:lnTo>
                    <a:pt x="6348373" y="3012293"/>
                  </a:lnTo>
                  <a:lnTo>
                    <a:pt x="6347723" y="3012293"/>
                  </a:lnTo>
                  <a:lnTo>
                    <a:pt x="6347073" y="3012293"/>
                  </a:lnTo>
                  <a:lnTo>
                    <a:pt x="6346423" y="3012293"/>
                  </a:lnTo>
                  <a:lnTo>
                    <a:pt x="6345773" y="3012293"/>
                  </a:lnTo>
                  <a:lnTo>
                    <a:pt x="6345123" y="3012293"/>
                  </a:lnTo>
                  <a:lnTo>
                    <a:pt x="6344473" y="3012293"/>
                  </a:lnTo>
                  <a:lnTo>
                    <a:pt x="6343823" y="3012293"/>
                  </a:lnTo>
                  <a:lnTo>
                    <a:pt x="6343173" y="3012293"/>
                  </a:lnTo>
                  <a:lnTo>
                    <a:pt x="6342523" y="3012293"/>
                  </a:lnTo>
                  <a:lnTo>
                    <a:pt x="6341874" y="3012293"/>
                  </a:lnTo>
                  <a:lnTo>
                    <a:pt x="6341224" y="3012293"/>
                  </a:lnTo>
                  <a:lnTo>
                    <a:pt x="6340574" y="3012293"/>
                  </a:lnTo>
                  <a:lnTo>
                    <a:pt x="6339924" y="3012293"/>
                  </a:lnTo>
                  <a:lnTo>
                    <a:pt x="6339274" y="3012293"/>
                  </a:lnTo>
                  <a:lnTo>
                    <a:pt x="6338624" y="3012293"/>
                  </a:lnTo>
                  <a:lnTo>
                    <a:pt x="6337974" y="3012293"/>
                  </a:lnTo>
                  <a:lnTo>
                    <a:pt x="6337324" y="3012293"/>
                  </a:lnTo>
                  <a:lnTo>
                    <a:pt x="6336674" y="3012293"/>
                  </a:lnTo>
                  <a:lnTo>
                    <a:pt x="6336024" y="3012293"/>
                  </a:lnTo>
                  <a:lnTo>
                    <a:pt x="6335374" y="3012293"/>
                  </a:lnTo>
                  <a:lnTo>
                    <a:pt x="6334724" y="3012293"/>
                  </a:lnTo>
                  <a:lnTo>
                    <a:pt x="6334074" y="3012293"/>
                  </a:lnTo>
                  <a:lnTo>
                    <a:pt x="6333424" y="3012293"/>
                  </a:lnTo>
                  <a:lnTo>
                    <a:pt x="6332774" y="3012293"/>
                  </a:lnTo>
                  <a:lnTo>
                    <a:pt x="6332125" y="3012293"/>
                  </a:lnTo>
                  <a:lnTo>
                    <a:pt x="6331475" y="3012293"/>
                  </a:lnTo>
                  <a:lnTo>
                    <a:pt x="6330825" y="3012293"/>
                  </a:lnTo>
                  <a:lnTo>
                    <a:pt x="6330175" y="3012293"/>
                  </a:lnTo>
                  <a:lnTo>
                    <a:pt x="6329525" y="3012293"/>
                  </a:lnTo>
                  <a:lnTo>
                    <a:pt x="6328875" y="3012293"/>
                  </a:lnTo>
                  <a:lnTo>
                    <a:pt x="6328225" y="3012293"/>
                  </a:lnTo>
                  <a:lnTo>
                    <a:pt x="6327575" y="3012293"/>
                  </a:lnTo>
                  <a:lnTo>
                    <a:pt x="6326925" y="3012293"/>
                  </a:lnTo>
                  <a:lnTo>
                    <a:pt x="6326275" y="3012293"/>
                  </a:lnTo>
                  <a:lnTo>
                    <a:pt x="6325625" y="3012293"/>
                  </a:lnTo>
                  <a:lnTo>
                    <a:pt x="6324975" y="3012293"/>
                  </a:lnTo>
                  <a:lnTo>
                    <a:pt x="6324325" y="3012293"/>
                  </a:lnTo>
                  <a:lnTo>
                    <a:pt x="6323675" y="3012293"/>
                  </a:lnTo>
                  <a:lnTo>
                    <a:pt x="6323025" y="3012293"/>
                  </a:lnTo>
                  <a:lnTo>
                    <a:pt x="6322376" y="3012293"/>
                  </a:lnTo>
                  <a:lnTo>
                    <a:pt x="6321726" y="3012293"/>
                  </a:lnTo>
                  <a:lnTo>
                    <a:pt x="6321076" y="3012293"/>
                  </a:lnTo>
                  <a:lnTo>
                    <a:pt x="6320426" y="3012293"/>
                  </a:lnTo>
                  <a:lnTo>
                    <a:pt x="6319776" y="3012293"/>
                  </a:lnTo>
                  <a:lnTo>
                    <a:pt x="6319126" y="3012293"/>
                  </a:lnTo>
                  <a:lnTo>
                    <a:pt x="6318476" y="3012293"/>
                  </a:lnTo>
                  <a:lnTo>
                    <a:pt x="6317826" y="3012293"/>
                  </a:lnTo>
                  <a:lnTo>
                    <a:pt x="6317176" y="3012293"/>
                  </a:lnTo>
                  <a:lnTo>
                    <a:pt x="6316526" y="3012293"/>
                  </a:lnTo>
                  <a:lnTo>
                    <a:pt x="6315876" y="3012293"/>
                  </a:lnTo>
                  <a:lnTo>
                    <a:pt x="6315226" y="3012293"/>
                  </a:lnTo>
                  <a:lnTo>
                    <a:pt x="6314576" y="3012293"/>
                  </a:lnTo>
                  <a:lnTo>
                    <a:pt x="6313926" y="3012293"/>
                  </a:lnTo>
                  <a:lnTo>
                    <a:pt x="6313276" y="3012293"/>
                  </a:lnTo>
                  <a:lnTo>
                    <a:pt x="6312626" y="3012293"/>
                  </a:lnTo>
                  <a:lnTo>
                    <a:pt x="6311977" y="3012293"/>
                  </a:lnTo>
                  <a:lnTo>
                    <a:pt x="6311327" y="3012293"/>
                  </a:lnTo>
                  <a:lnTo>
                    <a:pt x="6310677" y="3012293"/>
                  </a:lnTo>
                  <a:lnTo>
                    <a:pt x="6310027" y="3012293"/>
                  </a:lnTo>
                  <a:lnTo>
                    <a:pt x="6309377" y="3012293"/>
                  </a:lnTo>
                  <a:lnTo>
                    <a:pt x="6308727" y="3012293"/>
                  </a:lnTo>
                  <a:lnTo>
                    <a:pt x="6308077" y="3012293"/>
                  </a:lnTo>
                  <a:lnTo>
                    <a:pt x="6307427" y="3012293"/>
                  </a:lnTo>
                  <a:lnTo>
                    <a:pt x="6306777" y="3012293"/>
                  </a:lnTo>
                  <a:lnTo>
                    <a:pt x="6306127" y="3012293"/>
                  </a:lnTo>
                  <a:lnTo>
                    <a:pt x="6305477" y="3012293"/>
                  </a:lnTo>
                  <a:lnTo>
                    <a:pt x="6304827" y="3012293"/>
                  </a:lnTo>
                  <a:lnTo>
                    <a:pt x="6304177" y="3012293"/>
                  </a:lnTo>
                  <a:lnTo>
                    <a:pt x="6303527" y="3012293"/>
                  </a:lnTo>
                  <a:lnTo>
                    <a:pt x="6302877" y="3012293"/>
                  </a:lnTo>
                  <a:lnTo>
                    <a:pt x="6302228" y="3012293"/>
                  </a:lnTo>
                  <a:lnTo>
                    <a:pt x="6301578" y="3012293"/>
                  </a:lnTo>
                  <a:lnTo>
                    <a:pt x="6300928" y="3012293"/>
                  </a:lnTo>
                  <a:lnTo>
                    <a:pt x="6300278" y="3012293"/>
                  </a:lnTo>
                  <a:lnTo>
                    <a:pt x="6299628" y="3012293"/>
                  </a:lnTo>
                  <a:lnTo>
                    <a:pt x="6298978" y="3012293"/>
                  </a:lnTo>
                  <a:lnTo>
                    <a:pt x="6298328" y="3012293"/>
                  </a:lnTo>
                  <a:lnTo>
                    <a:pt x="6297678" y="3012293"/>
                  </a:lnTo>
                  <a:lnTo>
                    <a:pt x="6297028" y="3012293"/>
                  </a:lnTo>
                  <a:lnTo>
                    <a:pt x="6296378" y="3012293"/>
                  </a:lnTo>
                  <a:lnTo>
                    <a:pt x="6295728" y="3012293"/>
                  </a:lnTo>
                  <a:lnTo>
                    <a:pt x="6295078" y="3012293"/>
                  </a:lnTo>
                  <a:lnTo>
                    <a:pt x="6294428" y="3012293"/>
                  </a:lnTo>
                  <a:lnTo>
                    <a:pt x="6293778" y="3012293"/>
                  </a:lnTo>
                  <a:lnTo>
                    <a:pt x="6293128" y="3012293"/>
                  </a:lnTo>
                  <a:lnTo>
                    <a:pt x="6292478" y="3012293"/>
                  </a:lnTo>
                  <a:lnTo>
                    <a:pt x="6291829" y="3012293"/>
                  </a:lnTo>
                  <a:lnTo>
                    <a:pt x="6291179" y="3012293"/>
                  </a:lnTo>
                  <a:lnTo>
                    <a:pt x="6290529" y="3012293"/>
                  </a:lnTo>
                  <a:lnTo>
                    <a:pt x="6289879" y="3012293"/>
                  </a:lnTo>
                  <a:lnTo>
                    <a:pt x="6289229" y="3012293"/>
                  </a:lnTo>
                  <a:lnTo>
                    <a:pt x="6288579" y="3012293"/>
                  </a:lnTo>
                  <a:lnTo>
                    <a:pt x="6287929" y="3012293"/>
                  </a:lnTo>
                  <a:lnTo>
                    <a:pt x="6287279" y="3012293"/>
                  </a:lnTo>
                  <a:lnTo>
                    <a:pt x="6286629" y="3012293"/>
                  </a:lnTo>
                  <a:lnTo>
                    <a:pt x="6285979" y="3012293"/>
                  </a:lnTo>
                  <a:lnTo>
                    <a:pt x="6285329" y="3012293"/>
                  </a:lnTo>
                  <a:lnTo>
                    <a:pt x="6284679" y="3012293"/>
                  </a:lnTo>
                  <a:lnTo>
                    <a:pt x="6284029" y="3012293"/>
                  </a:lnTo>
                  <a:lnTo>
                    <a:pt x="6283379" y="3012293"/>
                  </a:lnTo>
                  <a:lnTo>
                    <a:pt x="6282729" y="3012293"/>
                  </a:lnTo>
                  <a:lnTo>
                    <a:pt x="6282080" y="3012293"/>
                  </a:lnTo>
                  <a:lnTo>
                    <a:pt x="6281430" y="3012293"/>
                  </a:lnTo>
                  <a:lnTo>
                    <a:pt x="6280780" y="3012293"/>
                  </a:lnTo>
                  <a:lnTo>
                    <a:pt x="6280130" y="3012293"/>
                  </a:lnTo>
                  <a:lnTo>
                    <a:pt x="6279480" y="3012293"/>
                  </a:lnTo>
                  <a:lnTo>
                    <a:pt x="6278830" y="3012293"/>
                  </a:lnTo>
                  <a:lnTo>
                    <a:pt x="6278180" y="3012293"/>
                  </a:lnTo>
                  <a:lnTo>
                    <a:pt x="6277530" y="3012293"/>
                  </a:lnTo>
                  <a:lnTo>
                    <a:pt x="6276880" y="3012293"/>
                  </a:lnTo>
                  <a:lnTo>
                    <a:pt x="6276230" y="3012293"/>
                  </a:lnTo>
                  <a:lnTo>
                    <a:pt x="6275580" y="3012293"/>
                  </a:lnTo>
                  <a:lnTo>
                    <a:pt x="6274930" y="3012293"/>
                  </a:lnTo>
                  <a:lnTo>
                    <a:pt x="6274280" y="3012293"/>
                  </a:lnTo>
                  <a:lnTo>
                    <a:pt x="6273630" y="3012293"/>
                  </a:lnTo>
                  <a:lnTo>
                    <a:pt x="6272980" y="3012293"/>
                  </a:lnTo>
                  <a:lnTo>
                    <a:pt x="6272330" y="3012293"/>
                  </a:lnTo>
                  <a:lnTo>
                    <a:pt x="6271681" y="3012293"/>
                  </a:lnTo>
                  <a:lnTo>
                    <a:pt x="6271031" y="3012293"/>
                  </a:lnTo>
                  <a:lnTo>
                    <a:pt x="6270381" y="3012293"/>
                  </a:lnTo>
                  <a:lnTo>
                    <a:pt x="6269731" y="3012293"/>
                  </a:lnTo>
                  <a:lnTo>
                    <a:pt x="6269081" y="3012293"/>
                  </a:lnTo>
                  <a:lnTo>
                    <a:pt x="6268431" y="3012293"/>
                  </a:lnTo>
                  <a:lnTo>
                    <a:pt x="6267781" y="3012293"/>
                  </a:lnTo>
                  <a:lnTo>
                    <a:pt x="6267131" y="3012293"/>
                  </a:lnTo>
                  <a:lnTo>
                    <a:pt x="6266481" y="3012293"/>
                  </a:lnTo>
                  <a:lnTo>
                    <a:pt x="6265831" y="3012293"/>
                  </a:lnTo>
                  <a:lnTo>
                    <a:pt x="6265181" y="3012293"/>
                  </a:lnTo>
                  <a:lnTo>
                    <a:pt x="6264531" y="3012293"/>
                  </a:lnTo>
                  <a:lnTo>
                    <a:pt x="6263881" y="3012293"/>
                  </a:lnTo>
                  <a:lnTo>
                    <a:pt x="6263231" y="3012293"/>
                  </a:lnTo>
                  <a:lnTo>
                    <a:pt x="6262581" y="3012293"/>
                  </a:lnTo>
                  <a:lnTo>
                    <a:pt x="6261932" y="3012293"/>
                  </a:lnTo>
                  <a:lnTo>
                    <a:pt x="6261282" y="3012293"/>
                  </a:lnTo>
                  <a:lnTo>
                    <a:pt x="6260632" y="3012293"/>
                  </a:lnTo>
                  <a:lnTo>
                    <a:pt x="6259982" y="3012293"/>
                  </a:lnTo>
                  <a:lnTo>
                    <a:pt x="6259332" y="3012293"/>
                  </a:lnTo>
                  <a:lnTo>
                    <a:pt x="6258682" y="3012293"/>
                  </a:lnTo>
                  <a:lnTo>
                    <a:pt x="6258032" y="3012293"/>
                  </a:lnTo>
                  <a:lnTo>
                    <a:pt x="6257382" y="3012293"/>
                  </a:lnTo>
                  <a:lnTo>
                    <a:pt x="6256732" y="3012293"/>
                  </a:lnTo>
                  <a:lnTo>
                    <a:pt x="6256082" y="3012293"/>
                  </a:lnTo>
                  <a:lnTo>
                    <a:pt x="6255432" y="3012293"/>
                  </a:lnTo>
                  <a:lnTo>
                    <a:pt x="6254782" y="3012293"/>
                  </a:lnTo>
                  <a:lnTo>
                    <a:pt x="6254132" y="3012293"/>
                  </a:lnTo>
                  <a:lnTo>
                    <a:pt x="6253482" y="3012293"/>
                  </a:lnTo>
                  <a:lnTo>
                    <a:pt x="6252832" y="3012293"/>
                  </a:lnTo>
                  <a:lnTo>
                    <a:pt x="6252182" y="3012293"/>
                  </a:lnTo>
                  <a:lnTo>
                    <a:pt x="6251533" y="3012293"/>
                  </a:lnTo>
                  <a:lnTo>
                    <a:pt x="6250883" y="3012293"/>
                  </a:lnTo>
                  <a:lnTo>
                    <a:pt x="6250233" y="3012293"/>
                  </a:lnTo>
                  <a:lnTo>
                    <a:pt x="6249583" y="3012293"/>
                  </a:lnTo>
                  <a:lnTo>
                    <a:pt x="6248933" y="3012293"/>
                  </a:lnTo>
                  <a:lnTo>
                    <a:pt x="6248283" y="3012293"/>
                  </a:lnTo>
                  <a:lnTo>
                    <a:pt x="6247633" y="3012293"/>
                  </a:lnTo>
                  <a:lnTo>
                    <a:pt x="6246983" y="3012293"/>
                  </a:lnTo>
                  <a:lnTo>
                    <a:pt x="6246333" y="3012293"/>
                  </a:lnTo>
                  <a:lnTo>
                    <a:pt x="6245683" y="3012293"/>
                  </a:lnTo>
                  <a:lnTo>
                    <a:pt x="6245033" y="3012293"/>
                  </a:lnTo>
                  <a:lnTo>
                    <a:pt x="6244383" y="3012293"/>
                  </a:lnTo>
                  <a:lnTo>
                    <a:pt x="6243733" y="3012293"/>
                  </a:lnTo>
                  <a:lnTo>
                    <a:pt x="6243083" y="3012293"/>
                  </a:lnTo>
                  <a:lnTo>
                    <a:pt x="6242433" y="3012293"/>
                  </a:lnTo>
                  <a:lnTo>
                    <a:pt x="6241784" y="3012293"/>
                  </a:lnTo>
                  <a:lnTo>
                    <a:pt x="6241134" y="3012293"/>
                  </a:lnTo>
                  <a:lnTo>
                    <a:pt x="6240484" y="3012293"/>
                  </a:lnTo>
                  <a:lnTo>
                    <a:pt x="6239834" y="3012293"/>
                  </a:lnTo>
                  <a:lnTo>
                    <a:pt x="6239184" y="3012293"/>
                  </a:lnTo>
                  <a:lnTo>
                    <a:pt x="6238534" y="3012293"/>
                  </a:lnTo>
                  <a:lnTo>
                    <a:pt x="6237884" y="3012293"/>
                  </a:lnTo>
                  <a:lnTo>
                    <a:pt x="6237234" y="3012293"/>
                  </a:lnTo>
                  <a:lnTo>
                    <a:pt x="6236584" y="3012293"/>
                  </a:lnTo>
                  <a:lnTo>
                    <a:pt x="6235934" y="3012293"/>
                  </a:lnTo>
                  <a:lnTo>
                    <a:pt x="6235284" y="3012293"/>
                  </a:lnTo>
                  <a:lnTo>
                    <a:pt x="6234634" y="3012293"/>
                  </a:lnTo>
                  <a:lnTo>
                    <a:pt x="6233984" y="3012293"/>
                  </a:lnTo>
                  <a:lnTo>
                    <a:pt x="6233334" y="3012293"/>
                  </a:lnTo>
                  <a:lnTo>
                    <a:pt x="6232684" y="3012293"/>
                  </a:lnTo>
                  <a:lnTo>
                    <a:pt x="6232034" y="3012293"/>
                  </a:lnTo>
                  <a:lnTo>
                    <a:pt x="6231385" y="3012293"/>
                  </a:lnTo>
                  <a:lnTo>
                    <a:pt x="6230735" y="3012293"/>
                  </a:lnTo>
                  <a:lnTo>
                    <a:pt x="6230085" y="3012293"/>
                  </a:lnTo>
                  <a:lnTo>
                    <a:pt x="6229435" y="3012293"/>
                  </a:lnTo>
                  <a:lnTo>
                    <a:pt x="6228785" y="3012293"/>
                  </a:lnTo>
                  <a:lnTo>
                    <a:pt x="6228135" y="3012293"/>
                  </a:lnTo>
                  <a:lnTo>
                    <a:pt x="6227485" y="3012293"/>
                  </a:lnTo>
                  <a:lnTo>
                    <a:pt x="6226835" y="3012293"/>
                  </a:lnTo>
                  <a:lnTo>
                    <a:pt x="6226185" y="3012293"/>
                  </a:lnTo>
                  <a:lnTo>
                    <a:pt x="6225535" y="3012293"/>
                  </a:lnTo>
                  <a:lnTo>
                    <a:pt x="6224885" y="3012293"/>
                  </a:lnTo>
                  <a:lnTo>
                    <a:pt x="6224235" y="3012293"/>
                  </a:lnTo>
                  <a:lnTo>
                    <a:pt x="6223585" y="3012293"/>
                  </a:lnTo>
                  <a:lnTo>
                    <a:pt x="6222935" y="3012293"/>
                  </a:lnTo>
                  <a:lnTo>
                    <a:pt x="6222285" y="3012293"/>
                  </a:lnTo>
                  <a:lnTo>
                    <a:pt x="6221636" y="3012293"/>
                  </a:lnTo>
                  <a:lnTo>
                    <a:pt x="6220986" y="3012293"/>
                  </a:lnTo>
                  <a:lnTo>
                    <a:pt x="6220336" y="3012293"/>
                  </a:lnTo>
                  <a:lnTo>
                    <a:pt x="6219686" y="3012293"/>
                  </a:lnTo>
                  <a:lnTo>
                    <a:pt x="6219036" y="3012293"/>
                  </a:lnTo>
                  <a:lnTo>
                    <a:pt x="6218386" y="3012293"/>
                  </a:lnTo>
                  <a:lnTo>
                    <a:pt x="6217736" y="3012293"/>
                  </a:lnTo>
                  <a:lnTo>
                    <a:pt x="6217086" y="3012293"/>
                  </a:lnTo>
                  <a:lnTo>
                    <a:pt x="6216436" y="3012293"/>
                  </a:lnTo>
                  <a:lnTo>
                    <a:pt x="6215786" y="3012293"/>
                  </a:lnTo>
                  <a:lnTo>
                    <a:pt x="6215136" y="3012293"/>
                  </a:lnTo>
                  <a:lnTo>
                    <a:pt x="6214486" y="3012293"/>
                  </a:lnTo>
                  <a:lnTo>
                    <a:pt x="6213836" y="3012293"/>
                  </a:lnTo>
                  <a:lnTo>
                    <a:pt x="6213186" y="3012293"/>
                  </a:lnTo>
                  <a:lnTo>
                    <a:pt x="6212536" y="3012293"/>
                  </a:lnTo>
                  <a:lnTo>
                    <a:pt x="6211886" y="3012293"/>
                  </a:lnTo>
                  <a:lnTo>
                    <a:pt x="6211237" y="3012293"/>
                  </a:lnTo>
                  <a:lnTo>
                    <a:pt x="6210587" y="3012293"/>
                  </a:lnTo>
                  <a:lnTo>
                    <a:pt x="6209937" y="3012293"/>
                  </a:lnTo>
                  <a:lnTo>
                    <a:pt x="6209287" y="3012293"/>
                  </a:lnTo>
                  <a:lnTo>
                    <a:pt x="6208637" y="3012293"/>
                  </a:lnTo>
                  <a:lnTo>
                    <a:pt x="6207987" y="3012293"/>
                  </a:lnTo>
                  <a:lnTo>
                    <a:pt x="6207337" y="3012293"/>
                  </a:lnTo>
                  <a:lnTo>
                    <a:pt x="6206687" y="3012293"/>
                  </a:lnTo>
                  <a:lnTo>
                    <a:pt x="6206037" y="3012293"/>
                  </a:lnTo>
                  <a:lnTo>
                    <a:pt x="6205387" y="3012293"/>
                  </a:lnTo>
                  <a:lnTo>
                    <a:pt x="6204737" y="3012293"/>
                  </a:lnTo>
                  <a:lnTo>
                    <a:pt x="6204087" y="3012293"/>
                  </a:lnTo>
                  <a:lnTo>
                    <a:pt x="6203437" y="3012293"/>
                  </a:lnTo>
                  <a:lnTo>
                    <a:pt x="6202787" y="3012293"/>
                  </a:lnTo>
                  <a:lnTo>
                    <a:pt x="6202137" y="3012293"/>
                  </a:lnTo>
                  <a:lnTo>
                    <a:pt x="6201488" y="3012293"/>
                  </a:lnTo>
                  <a:lnTo>
                    <a:pt x="6200838" y="3012293"/>
                  </a:lnTo>
                  <a:lnTo>
                    <a:pt x="6200188" y="3012293"/>
                  </a:lnTo>
                  <a:lnTo>
                    <a:pt x="6199538" y="3012293"/>
                  </a:lnTo>
                  <a:lnTo>
                    <a:pt x="6198888" y="3012293"/>
                  </a:lnTo>
                  <a:lnTo>
                    <a:pt x="6198238" y="3012293"/>
                  </a:lnTo>
                  <a:lnTo>
                    <a:pt x="6197588" y="3012293"/>
                  </a:lnTo>
                  <a:lnTo>
                    <a:pt x="6196938" y="3012293"/>
                  </a:lnTo>
                  <a:lnTo>
                    <a:pt x="6196288" y="3012293"/>
                  </a:lnTo>
                  <a:lnTo>
                    <a:pt x="6195638" y="3012293"/>
                  </a:lnTo>
                  <a:lnTo>
                    <a:pt x="6194988" y="3012293"/>
                  </a:lnTo>
                  <a:lnTo>
                    <a:pt x="6194338" y="3012293"/>
                  </a:lnTo>
                  <a:lnTo>
                    <a:pt x="6193688" y="3012293"/>
                  </a:lnTo>
                  <a:lnTo>
                    <a:pt x="6193038" y="3012293"/>
                  </a:lnTo>
                  <a:lnTo>
                    <a:pt x="6192388" y="3012293"/>
                  </a:lnTo>
                  <a:lnTo>
                    <a:pt x="6191738" y="3012293"/>
                  </a:lnTo>
                  <a:lnTo>
                    <a:pt x="6191089" y="3012293"/>
                  </a:lnTo>
                  <a:lnTo>
                    <a:pt x="6190439" y="3012293"/>
                  </a:lnTo>
                  <a:lnTo>
                    <a:pt x="6189789" y="3012293"/>
                  </a:lnTo>
                  <a:lnTo>
                    <a:pt x="6189139" y="3012293"/>
                  </a:lnTo>
                  <a:lnTo>
                    <a:pt x="6188489" y="3012293"/>
                  </a:lnTo>
                  <a:lnTo>
                    <a:pt x="6187839" y="3012293"/>
                  </a:lnTo>
                  <a:lnTo>
                    <a:pt x="6187189" y="3012293"/>
                  </a:lnTo>
                  <a:lnTo>
                    <a:pt x="6186539" y="3012293"/>
                  </a:lnTo>
                  <a:lnTo>
                    <a:pt x="6185889" y="3012293"/>
                  </a:lnTo>
                  <a:lnTo>
                    <a:pt x="6185239" y="3012293"/>
                  </a:lnTo>
                  <a:lnTo>
                    <a:pt x="6184589" y="3012293"/>
                  </a:lnTo>
                  <a:lnTo>
                    <a:pt x="6183939" y="3012293"/>
                  </a:lnTo>
                  <a:lnTo>
                    <a:pt x="6183289" y="3012293"/>
                  </a:lnTo>
                  <a:lnTo>
                    <a:pt x="6182639" y="3012293"/>
                  </a:lnTo>
                  <a:lnTo>
                    <a:pt x="6181989" y="3012293"/>
                  </a:lnTo>
                  <a:lnTo>
                    <a:pt x="6181340" y="3012293"/>
                  </a:lnTo>
                  <a:lnTo>
                    <a:pt x="6180690" y="3012293"/>
                  </a:lnTo>
                  <a:lnTo>
                    <a:pt x="6180040" y="3012293"/>
                  </a:lnTo>
                  <a:lnTo>
                    <a:pt x="6179390" y="3012293"/>
                  </a:lnTo>
                  <a:lnTo>
                    <a:pt x="6178740" y="3012293"/>
                  </a:lnTo>
                  <a:lnTo>
                    <a:pt x="6178090" y="3012293"/>
                  </a:lnTo>
                  <a:lnTo>
                    <a:pt x="6177440" y="3012293"/>
                  </a:lnTo>
                  <a:lnTo>
                    <a:pt x="6176790" y="3012293"/>
                  </a:lnTo>
                  <a:lnTo>
                    <a:pt x="6176140" y="3012293"/>
                  </a:lnTo>
                  <a:lnTo>
                    <a:pt x="6175490" y="3012293"/>
                  </a:lnTo>
                  <a:lnTo>
                    <a:pt x="6174840" y="3012293"/>
                  </a:lnTo>
                  <a:lnTo>
                    <a:pt x="6174190" y="3012293"/>
                  </a:lnTo>
                  <a:lnTo>
                    <a:pt x="6173540" y="3012293"/>
                  </a:lnTo>
                  <a:lnTo>
                    <a:pt x="6172890" y="3012293"/>
                  </a:lnTo>
                  <a:lnTo>
                    <a:pt x="6172240" y="3012293"/>
                  </a:lnTo>
                  <a:lnTo>
                    <a:pt x="6171591" y="3012293"/>
                  </a:lnTo>
                  <a:lnTo>
                    <a:pt x="6170941" y="3012293"/>
                  </a:lnTo>
                  <a:lnTo>
                    <a:pt x="6170291" y="3012293"/>
                  </a:lnTo>
                  <a:lnTo>
                    <a:pt x="6169641" y="3012293"/>
                  </a:lnTo>
                  <a:lnTo>
                    <a:pt x="6168991" y="3012293"/>
                  </a:lnTo>
                  <a:lnTo>
                    <a:pt x="6168341" y="3012293"/>
                  </a:lnTo>
                  <a:lnTo>
                    <a:pt x="6167691" y="3012293"/>
                  </a:lnTo>
                  <a:lnTo>
                    <a:pt x="6167041" y="3012293"/>
                  </a:lnTo>
                  <a:lnTo>
                    <a:pt x="6166391" y="3012293"/>
                  </a:lnTo>
                  <a:lnTo>
                    <a:pt x="6165741" y="3012293"/>
                  </a:lnTo>
                  <a:lnTo>
                    <a:pt x="6165091" y="3012293"/>
                  </a:lnTo>
                  <a:lnTo>
                    <a:pt x="6164441" y="3012293"/>
                  </a:lnTo>
                  <a:lnTo>
                    <a:pt x="6163791" y="3012293"/>
                  </a:lnTo>
                  <a:lnTo>
                    <a:pt x="6163141" y="3012293"/>
                  </a:lnTo>
                  <a:lnTo>
                    <a:pt x="6162491" y="3012293"/>
                  </a:lnTo>
                  <a:lnTo>
                    <a:pt x="6161841" y="3012293"/>
                  </a:lnTo>
                  <a:lnTo>
                    <a:pt x="6161192" y="3012293"/>
                  </a:lnTo>
                  <a:lnTo>
                    <a:pt x="6160542" y="3012293"/>
                  </a:lnTo>
                  <a:lnTo>
                    <a:pt x="6159892" y="3012293"/>
                  </a:lnTo>
                  <a:lnTo>
                    <a:pt x="6159242" y="3012293"/>
                  </a:lnTo>
                  <a:lnTo>
                    <a:pt x="6158592" y="3012293"/>
                  </a:lnTo>
                  <a:lnTo>
                    <a:pt x="6157942" y="3012293"/>
                  </a:lnTo>
                  <a:lnTo>
                    <a:pt x="6157292" y="3012293"/>
                  </a:lnTo>
                  <a:lnTo>
                    <a:pt x="6156642" y="3012293"/>
                  </a:lnTo>
                  <a:lnTo>
                    <a:pt x="6155992" y="3012293"/>
                  </a:lnTo>
                  <a:lnTo>
                    <a:pt x="6155342" y="3012293"/>
                  </a:lnTo>
                  <a:lnTo>
                    <a:pt x="6154692" y="3012293"/>
                  </a:lnTo>
                  <a:lnTo>
                    <a:pt x="6154042" y="3012293"/>
                  </a:lnTo>
                  <a:lnTo>
                    <a:pt x="6153392" y="3012293"/>
                  </a:lnTo>
                  <a:lnTo>
                    <a:pt x="6152742" y="3012293"/>
                  </a:lnTo>
                  <a:lnTo>
                    <a:pt x="6152092" y="3012293"/>
                  </a:lnTo>
                  <a:lnTo>
                    <a:pt x="6151443" y="3012293"/>
                  </a:lnTo>
                  <a:lnTo>
                    <a:pt x="6150793" y="3012293"/>
                  </a:lnTo>
                  <a:lnTo>
                    <a:pt x="6150143" y="3012293"/>
                  </a:lnTo>
                  <a:lnTo>
                    <a:pt x="6149493" y="3012293"/>
                  </a:lnTo>
                  <a:lnTo>
                    <a:pt x="6148843" y="3012293"/>
                  </a:lnTo>
                  <a:lnTo>
                    <a:pt x="6148193" y="3012293"/>
                  </a:lnTo>
                  <a:lnTo>
                    <a:pt x="6147543" y="3012293"/>
                  </a:lnTo>
                  <a:lnTo>
                    <a:pt x="6146893" y="3012293"/>
                  </a:lnTo>
                  <a:lnTo>
                    <a:pt x="6146243" y="3012293"/>
                  </a:lnTo>
                  <a:lnTo>
                    <a:pt x="6145593" y="3012293"/>
                  </a:lnTo>
                  <a:lnTo>
                    <a:pt x="6144943" y="3012293"/>
                  </a:lnTo>
                  <a:lnTo>
                    <a:pt x="6144293" y="3012293"/>
                  </a:lnTo>
                  <a:lnTo>
                    <a:pt x="6143643" y="3012293"/>
                  </a:lnTo>
                  <a:lnTo>
                    <a:pt x="6142993" y="3012293"/>
                  </a:lnTo>
                  <a:lnTo>
                    <a:pt x="6142343" y="3012293"/>
                  </a:lnTo>
                  <a:lnTo>
                    <a:pt x="6141693" y="3012293"/>
                  </a:lnTo>
                  <a:lnTo>
                    <a:pt x="6141044" y="3012293"/>
                  </a:lnTo>
                  <a:lnTo>
                    <a:pt x="6140394" y="3012293"/>
                  </a:lnTo>
                  <a:lnTo>
                    <a:pt x="6139744" y="3012293"/>
                  </a:lnTo>
                  <a:lnTo>
                    <a:pt x="6139094" y="3012293"/>
                  </a:lnTo>
                  <a:lnTo>
                    <a:pt x="6138444" y="3012293"/>
                  </a:lnTo>
                  <a:lnTo>
                    <a:pt x="6137794" y="3012293"/>
                  </a:lnTo>
                  <a:lnTo>
                    <a:pt x="6137144" y="3012293"/>
                  </a:lnTo>
                  <a:lnTo>
                    <a:pt x="6136494" y="3012293"/>
                  </a:lnTo>
                  <a:lnTo>
                    <a:pt x="6135844" y="3012293"/>
                  </a:lnTo>
                  <a:lnTo>
                    <a:pt x="6135194" y="3012293"/>
                  </a:lnTo>
                  <a:lnTo>
                    <a:pt x="6134544" y="3012293"/>
                  </a:lnTo>
                  <a:lnTo>
                    <a:pt x="6133894" y="3012293"/>
                  </a:lnTo>
                  <a:lnTo>
                    <a:pt x="6133244" y="3012293"/>
                  </a:lnTo>
                  <a:lnTo>
                    <a:pt x="6132594" y="3012293"/>
                  </a:lnTo>
                  <a:lnTo>
                    <a:pt x="6131944" y="3012293"/>
                  </a:lnTo>
                  <a:lnTo>
                    <a:pt x="6131295" y="3012293"/>
                  </a:lnTo>
                  <a:lnTo>
                    <a:pt x="6130645" y="3012293"/>
                  </a:lnTo>
                  <a:lnTo>
                    <a:pt x="6129995" y="3012293"/>
                  </a:lnTo>
                  <a:lnTo>
                    <a:pt x="6129345" y="3012293"/>
                  </a:lnTo>
                  <a:lnTo>
                    <a:pt x="6128695" y="3012293"/>
                  </a:lnTo>
                  <a:lnTo>
                    <a:pt x="6128045" y="3012293"/>
                  </a:lnTo>
                  <a:lnTo>
                    <a:pt x="6127395" y="3012293"/>
                  </a:lnTo>
                  <a:lnTo>
                    <a:pt x="6126745" y="3012293"/>
                  </a:lnTo>
                  <a:lnTo>
                    <a:pt x="6126095" y="3012293"/>
                  </a:lnTo>
                  <a:lnTo>
                    <a:pt x="6125445" y="3012293"/>
                  </a:lnTo>
                  <a:lnTo>
                    <a:pt x="6124795" y="3012293"/>
                  </a:lnTo>
                  <a:lnTo>
                    <a:pt x="6124145" y="3012293"/>
                  </a:lnTo>
                  <a:lnTo>
                    <a:pt x="6123495" y="3012293"/>
                  </a:lnTo>
                  <a:lnTo>
                    <a:pt x="6122845" y="3012293"/>
                  </a:lnTo>
                  <a:lnTo>
                    <a:pt x="6122195" y="3012293"/>
                  </a:lnTo>
                  <a:lnTo>
                    <a:pt x="6121545" y="3012293"/>
                  </a:lnTo>
                  <a:lnTo>
                    <a:pt x="6120896" y="3012293"/>
                  </a:lnTo>
                  <a:lnTo>
                    <a:pt x="6120246" y="3012293"/>
                  </a:lnTo>
                  <a:lnTo>
                    <a:pt x="6119596" y="3012293"/>
                  </a:lnTo>
                  <a:lnTo>
                    <a:pt x="6118946" y="3012293"/>
                  </a:lnTo>
                  <a:lnTo>
                    <a:pt x="6118296" y="3012293"/>
                  </a:lnTo>
                  <a:lnTo>
                    <a:pt x="6117646" y="3012293"/>
                  </a:lnTo>
                  <a:lnTo>
                    <a:pt x="6116996" y="3012293"/>
                  </a:lnTo>
                  <a:lnTo>
                    <a:pt x="6116346" y="3012293"/>
                  </a:lnTo>
                  <a:lnTo>
                    <a:pt x="6115696" y="3012293"/>
                  </a:lnTo>
                  <a:lnTo>
                    <a:pt x="6115046" y="3012293"/>
                  </a:lnTo>
                  <a:lnTo>
                    <a:pt x="6114396" y="3012293"/>
                  </a:lnTo>
                  <a:lnTo>
                    <a:pt x="6113746" y="3012293"/>
                  </a:lnTo>
                  <a:lnTo>
                    <a:pt x="6113096" y="3012293"/>
                  </a:lnTo>
                  <a:lnTo>
                    <a:pt x="6112446" y="3012293"/>
                  </a:lnTo>
                  <a:lnTo>
                    <a:pt x="6111796" y="3012293"/>
                  </a:lnTo>
                  <a:lnTo>
                    <a:pt x="6111147" y="3012293"/>
                  </a:lnTo>
                  <a:lnTo>
                    <a:pt x="6110497" y="3012293"/>
                  </a:lnTo>
                  <a:lnTo>
                    <a:pt x="6109847" y="3012293"/>
                  </a:lnTo>
                  <a:lnTo>
                    <a:pt x="6109197" y="3012293"/>
                  </a:lnTo>
                  <a:lnTo>
                    <a:pt x="6108547" y="3012293"/>
                  </a:lnTo>
                  <a:lnTo>
                    <a:pt x="6107897" y="3012293"/>
                  </a:lnTo>
                  <a:lnTo>
                    <a:pt x="6107247" y="3012293"/>
                  </a:lnTo>
                  <a:lnTo>
                    <a:pt x="6106597" y="3012293"/>
                  </a:lnTo>
                  <a:lnTo>
                    <a:pt x="6105947" y="3012293"/>
                  </a:lnTo>
                  <a:lnTo>
                    <a:pt x="6105297" y="3012293"/>
                  </a:lnTo>
                  <a:lnTo>
                    <a:pt x="6104647" y="3012293"/>
                  </a:lnTo>
                  <a:lnTo>
                    <a:pt x="6103997" y="3012293"/>
                  </a:lnTo>
                  <a:lnTo>
                    <a:pt x="6103347" y="3012293"/>
                  </a:lnTo>
                  <a:lnTo>
                    <a:pt x="6102697" y="3012293"/>
                  </a:lnTo>
                  <a:lnTo>
                    <a:pt x="6102047" y="3012293"/>
                  </a:lnTo>
                  <a:lnTo>
                    <a:pt x="6101397" y="3012293"/>
                  </a:lnTo>
                  <a:lnTo>
                    <a:pt x="6100748" y="3012293"/>
                  </a:lnTo>
                  <a:lnTo>
                    <a:pt x="6100098" y="3012293"/>
                  </a:lnTo>
                  <a:lnTo>
                    <a:pt x="6099448" y="3012293"/>
                  </a:lnTo>
                  <a:lnTo>
                    <a:pt x="6098798" y="3012293"/>
                  </a:lnTo>
                  <a:lnTo>
                    <a:pt x="6098148" y="3012293"/>
                  </a:lnTo>
                  <a:lnTo>
                    <a:pt x="6097498" y="3012293"/>
                  </a:lnTo>
                  <a:lnTo>
                    <a:pt x="6096848" y="3012293"/>
                  </a:lnTo>
                  <a:lnTo>
                    <a:pt x="6096198" y="3012293"/>
                  </a:lnTo>
                  <a:lnTo>
                    <a:pt x="6095548" y="3012293"/>
                  </a:lnTo>
                  <a:lnTo>
                    <a:pt x="6094898" y="3012293"/>
                  </a:lnTo>
                  <a:lnTo>
                    <a:pt x="6094248" y="3012293"/>
                  </a:lnTo>
                  <a:lnTo>
                    <a:pt x="6093598" y="3012293"/>
                  </a:lnTo>
                  <a:lnTo>
                    <a:pt x="6092948" y="3012293"/>
                  </a:lnTo>
                  <a:lnTo>
                    <a:pt x="6092298" y="3012293"/>
                  </a:lnTo>
                  <a:lnTo>
                    <a:pt x="6091648" y="3012293"/>
                  </a:lnTo>
                  <a:lnTo>
                    <a:pt x="6090999" y="3012293"/>
                  </a:lnTo>
                  <a:lnTo>
                    <a:pt x="6090349" y="3012293"/>
                  </a:lnTo>
                  <a:lnTo>
                    <a:pt x="6089699" y="3012293"/>
                  </a:lnTo>
                  <a:lnTo>
                    <a:pt x="6089049" y="3012293"/>
                  </a:lnTo>
                  <a:lnTo>
                    <a:pt x="6088399" y="3012293"/>
                  </a:lnTo>
                  <a:lnTo>
                    <a:pt x="6087749" y="3012293"/>
                  </a:lnTo>
                  <a:lnTo>
                    <a:pt x="6087099" y="3012293"/>
                  </a:lnTo>
                  <a:lnTo>
                    <a:pt x="6086449" y="3012293"/>
                  </a:lnTo>
                  <a:lnTo>
                    <a:pt x="6085799" y="3012293"/>
                  </a:lnTo>
                  <a:lnTo>
                    <a:pt x="6085149" y="3012293"/>
                  </a:lnTo>
                  <a:lnTo>
                    <a:pt x="6084499" y="3012293"/>
                  </a:lnTo>
                  <a:lnTo>
                    <a:pt x="6083849" y="3012293"/>
                  </a:lnTo>
                  <a:lnTo>
                    <a:pt x="6083199" y="3012293"/>
                  </a:lnTo>
                  <a:lnTo>
                    <a:pt x="6082549" y="3012293"/>
                  </a:lnTo>
                  <a:lnTo>
                    <a:pt x="6081899" y="3012293"/>
                  </a:lnTo>
                  <a:lnTo>
                    <a:pt x="6081249" y="3012293"/>
                  </a:lnTo>
                  <a:lnTo>
                    <a:pt x="6080600" y="3012293"/>
                  </a:lnTo>
                  <a:lnTo>
                    <a:pt x="6079950" y="3012293"/>
                  </a:lnTo>
                  <a:lnTo>
                    <a:pt x="6079300" y="3012293"/>
                  </a:lnTo>
                  <a:lnTo>
                    <a:pt x="6078650" y="3012293"/>
                  </a:lnTo>
                  <a:lnTo>
                    <a:pt x="6078000" y="3012293"/>
                  </a:lnTo>
                  <a:lnTo>
                    <a:pt x="6077350" y="3012293"/>
                  </a:lnTo>
                  <a:lnTo>
                    <a:pt x="6076700" y="3012293"/>
                  </a:lnTo>
                  <a:lnTo>
                    <a:pt x="6076050" y="3012293"/>
                  </a:lnTo>
                  <a:lnTo>
                    <a:pt x="6075400" y="3012293"/>
                  </a:lnTo>
                  <a:lnTo>
                    <a:pt x="6074750" y="3012293"/>
                  </a:lnTo>
                  <a:lnTo>
                    <a:pt x="6074100" y="3012293"/>
                  </a:lnTo>
                  <a:lnTo>
                    <a:pt x="6073450" y="3012293"/>
                  </a:lnTo>
                  <a:lnTo>
                    <a:pt x="6072800" y="3012293"/>
                  </a:lnTo>
                  <a:lnTo>
                    <a:pt x="6072150" y="3012293"/>
                  </a:lnTo>
                  <a:lnTo>
                    <a:pt x="6071500" y="3012293"/>
                  </a:lnTo>
                  <a:lnTo>
                    <a:pt x="6070851" y="3012293"/>
                  </a:lnTo>
                  <a:lnTo>
                    <a:pt x="6070201" y="3012293"/>
                  </a:lnTo>
                  <a:lnTo>
                    <a:pt x="6069551" y="3012293"/>
                  </a:lnTo>
                  <a:lnTo>
                    <a:pt x="6068901" y="3012293"/>
                  </a:lnTo>
                  <a:lnTo>
                    <a:pt x="6068251" y="3012293"/>
                  </a:lnTo>
                  <a:lnTo>
                    <a:pt x="6067601" y="3012293"/>
                  </a:lnTo>
                  <a:lnTo>
                    <a:pt x="6066951" y="3012293"/>
                  </a:lnTo>
                  <a:lnTo>
                    <a:pt x="6066301" y="3012293"/>
                  </a:lnTo>
                  <a:lnTo>
                    <a:pt x="6065651" y="3012293"/>
                  </a:lnTo>
                  <a:lnTo>
                    <a:pt x="6065001" y="3012293"/>
                  </a:lnTo>
                  <a:lnTo>
                    <a:pt x="6064351" y="3012293"/>
                  </a:lnTo>
                  <a:lnTo>
                    <a:pt x="6063701" y="3012293"/>
                  </a:lnTo>
                  <a:lnTo>
                    <a:pt x="6063051" y="3012293"/>
                  </a:lnTo>
                  <a:lnTo>
                    <a:pt x="6062401" y="3012293"/>
                  </a:lnTo>
                  <a:lnTo>
                    <a:pt x="6061751" y="3012293"/>
                  </a:lnTo>
                  <a:lnTo>
                    <a:pt x="6061101" y="3012293"/>
                  </a:lnTo>
                  <a:lnTo>
                    <a:pt x="6060452" y="3012293"/>
                  </a:lnTo>
                  <a:lnTo>
                    <a:pt x="6059802" y="3012293"/>
                  </a:lnTo>
                  <a:lnTo>
                    <a:pt x="6059152" y="3012293"/>
                  </a:lnTo>
                  <a:lnTo>
                    <a:pt x="6058502" y="3012293"/>
                  </a:lnTo>
                  <a:lnTo>
                    <a:pt x="6057852" y="3012293"/>
                  </a:lnTo>
                  <a:lnTo>
                    <a:pt x="6057202" y="3012293"/>
                  </a:lnTo>
                  <a:lnTo>
                    <a:pt x="6056552" y="3012293"/>
                  </a:lnTo>
                  <a:lnTo>
                    <a:pt x="6055902" y="3012293"/>
                  </a:lnTo>
                  <a:lnTo>
                    <a:pt x="6055252" y="3012293"/>
                  </a:lnTo>
                  <a:lnTo>
                    <a:pt x="6054602" y="3012293"/>
                  </a:lnTo>
                  <a:lnTo>
                    <a:pt x="6053952" y="3012293"/>
                  </a:lnTo>
                  <a:lnTo>
                    <a:pt x="6053302" y="3012293"/>
                  </a:lnTo>
                  <a:lnTo>
                    <a:pt x="6052652" y="3012293"/>
                  </a:lnTo>
                  <a:lnTo>
                    <a:pt x="6052002" y="3012293"/>
                  </a:lnTo>
                  <a:lnTo>
                    <a:pt x="6051352" y="3012293"/>
                  </a:lnTo>
                  <a:lnTo>
                    <a:pt x="6050703" y="3012293"/>
                  </a:lnTo>
                  <a:lnTo>
                    <a:pt x="6050053" y="3012293"/>
                  </a:lnTo>
                  <a:lnTo>
                    <a:pt x="6049403" y="3012293"/>
                  </a:lnTo>
                  <a:lnTo>
                    <a:pt x="6048753" y="3012293"/>
                  </a:lnTo>
                  <a:lnTo>
                    <a:pt x="6048103" y="3012293"/>
                  </a:lnTo>
                  <a:lnTo>
                    <a:pt x="6047453" y="3012293"/>
                  </a:lnTo>
                  <a:lnTo>
                    <a:pt x="6046803" y="3012293"/>
                  </a:lnTo>
                  <a:lnTo>
                    <a:pt x="6046153" y="3012293"/>
                  </a:lnTo>
                  <a:lnTo>
                    <a:pt x="6045503" y="3012293"/>
                  </a:lnTo>
                  <a:lnTo>
                    <a:pt x="6044853" y="3012293"/>
                  </a:lnTo>
                  <a:lnTo>
                    <a:pt x="6044203" y="3012293"/>
                  </a:lnTo>
                  <a:lnTo>
                    <a:pt x="6043553" y="3012293"/>
                  </a:lnTo>
                  <a:lnTo>
                    <a:pt x="6042903" y="3012293"/>
                  </a:lnTo>
                  <a:lnTo>
                    <a:pt x="6042253" y="3012293"/>
                  </a:lnTo>
                  <a:lnTo>
                    <a:pt x="6041603" y="3012293"/>
                  </a:lnTo>
                  <a:lnTo>
                    <a:pt x="6040953" y="3012293"/>
                  </a:lnTo>
                  <a:lnTo>
                    <a:pt x="6040304" y="3012293"/>
                  </a:lnTo>
                  <a:lnTo>
                    <a:pt x="6039654" y="3012293"/>
                  </a:lnTo>
                  <a:lnTo>
                    <a:pt x="6039004" y="3012293"/>
                  </a:lnTo>
                  <a:lnTo>
                    <a:pt x="6038354" y="3012293"/>
                  </a:lnTo>
                  <a:lnTo>
                    <a:pt x="6037704" y="3012293"/>
                  </a:lnTo>
                  <a:lnTo>
                    <a:pt x="6037054" y="3012293"/>
                  </a:lnTo>
                  <a:lnTo>
                    <a:pt x="6036404" y="3012293"/>
                  </a:lnTo>
                  <a:lnTo>
                    <a:pt x="6035754" y="3012293"/>
                  </a:lnTo>
                  <a:lnTo>
                    <a:pt x="6035104" y="3012293"/>
                  </a:lnTo>
                  <a:lnTo>
                    <a:pt x="6034454" y="3012293"/>
                  </a:lnTo>
                  <a:lnTo>
                    <a:pt x="6033804" y="3012293"/>
                  </a:lnTo>
                  <a:lnTo>
                    <a:pt x="6033154" y="3012293"/>
                  </a:lnTo>
                  <a:lnTo>
                    <a:pt x="6032504" y="3012293"/>
                  </a:lnTo>
                  <a:lnTo>
                    <a:pt x="6031854" y="3012293"/>
                  </a:lnTo>
                  <a:lnTo>
                    <a:pt x="6031204" y="3012293"/>
                  </a:lnTo>
                  <a:lnTo>
                    <a:pt x="6030555" y="3012293"/>
                  </a:lnTo>
                  <a:lnTo>
                    <a:pt x="6029905" y="3012293"/>
                  </a:lnTo>
                  <a:lnTo>
                    <a:pt x="6029255" y="3012293"/>
                  </a:lnTo>
                  <a:lnTo>
                    <a:pt x="6028605" y="3012293"/>
                  </a:lnTo>
                  <a:lnTo>
                    <a:pt x="6027955" y="3012293"/>
                  </a:lnTo>
                  <a:lnTo>
                    <a:pt x="6027305" y="3012293"/>
                  </a:lnTo>
                  <a:lnTo>
                    <a:pt x="6026655" y="3012293"/>
                  </a:lnTo>
                  <a:lnTo>
                    <a:pt x="6026005" y="3012293"/>
                  </a:lnTo>
                  <a:lnTo>
                    <a:pt x="6025355" y="3012293"/>
                  </a:lnTo>
                  <a:lnTo>
                    <a:pt x="6024705" y="3012293"/>
                  </a:lnTo>
                  <a:lnTo>
                    <a:pt x="6024055" y="3012293"/>
                  </a:lnTo>
                  <a:lnTo>
                    <a:pt x="6023405" y="3012293"/>
                  </a:lnTo>
                  <a:lnTo>
                    <a:pt x="6022755" y="3012293"/>
                  </a:lnTo>
                  <a:lnTo>
                    <a:pt x="6022105" y="3012293"/>
                  </a:lnTo>
                  <a:lnTo>
                    <a:pt x="6021455" y="3012293"/>
                  </a:lnTo>
                  <a:lnTo>
                    <a:pt x="6020806" y="3012293"/>
                  </a:lnTo>
                  <a:lnTo>
                    <a:pt x="6020156" y="3012293"/>
                  </a:lnTo>
                  <a:lnTo>
                    <a:pt x="6019506" y="3012293"/>
                  </a:lnTo>
                  <a:lnTo>
                    <a:pt x="6018856" y="3012293"/>
                  </a:lnTo>
                  <a:lnTo>
                    <a:pt x="6018206" y="3012293"/>
                  </a:lnTo>
                  <a:lnTo>
                    <a:pt x="6017556" y="3012293"/>
                  </a:lnTo>
                  <a:lnTo>
                    <a:pt x="6016906" y="3012293"/>
                  </a:lnTo>
                  <a:lnTo>
                    <a:pt x="6016256" y="3012293"/>
                  </a:lnTo>
                  <a:lnTo>
                    <a:pt x="6015606" y="3012293"/>
                  </a:lnTo>
                  <a:lnTo>
                    <a:pt x="6014956" y="3012293"/>
                  </a:lnTo>
                  <a:lnTo>
                    <a:pt x="6014306" y="3012293"/>
                  </a:lnTo>
                  <a:lnTo>
                    <a:pt x="6013656" y="3012293"/>
                  </a:lnTo>
                  <a:lnTo>
                    <a:pt x="6013006" y="3012293"/>
                  </a:lnTo>
                  <a:lnTo>
                    <a:pt x="6012356" y="3012293"/>
                  </a:lnTo>
                  <a:lnTo>
                    <a:pt x="6011706" y="3012293"/>
                  </a:lnTo>
                  <a:lnTo>
                    <a:pt x="6011056" y="3012293"/>
                  </a:lnTo>
                  <a:lnTo>
                    <a:pt x="6010407" y="3012293"/>
                  </a:lnTo>
                  <a:lnTo>
                    <a:pt x="6009757" y="3012293"/>
                  </a:lnTo>
                  <a:lnTo>
                    <a:pt x="6009107" y="3012293"/>
                  </a:lnTo>
                  <a:lnTo>
                    <a:pt x="6008457" y="3012293"/>
                  </a:lnTo>
                  <a:lnTo>
                    <a:pt x="6007807" y="3012293"/>
                  </a:lnTo>
                  <a:lnTo>
                    <a:pt x="6007157" y="3012293"/>
                  </a:lnTo>
                  <a:lnTo>
                    <a:pt x="6006507" y="3012293"/>
                  </a:lnTo>
                  <a:lnTo>
                    <a:pt x="6005857" y="3012293"/>
                  </a:lnTo>
                  <a:lnTo>
                    <a:pt x="6005207" y="3012293"/>
                  </a:lnTo>
                  <a:lnTo>
                    <a:pt x="6004557" y="3012293"/>
                  </a:lnTo>
                  <a:lnTo>
                    <a:pt x="6003907" y="3012293"/>
                  </a:lnTo>
                  <a:lnTo>
                    <a:pt x="6003257" y="3012293"/>
                  </a:lnTo>
                  <a:lnTo>
                    <a:pt x="6002607" y="3012293"/>
                  </a:lnTo>
                  <a:lnTo>
                    <a:pt x="6001957" y="3012293"/>
                  </a:lnTo>
                  <a:lnTo>
                    <a:pt x="6001307" y="3012293"/>
                  </a:lnTo>
                  <a:lnTo>
                    <a:pt x="6000658" y="3012293"/>
                  </a:lnTo>
                  <a:lnTo>
                    <a:pt x="6000008" y="3012293"/>
                  </a:lnTo>
                  <a:lnTo>
                    <a:pt x="5999358" y="3012293"/>
                  </a:lnTo>
                  <a:lnTo>
                    <a:pt x="5998708" y="3012293"/>
                  </a:lnTo>
                  <a:lnTo>
                    <a:pt x="5998058" y="3012293"/>
                  </a:lnTo>
                  <a:lnTo>
                    <a:pt x="5997408" y="3012293"/>
                  </a:lnTo>
                  <a:lnTo>
                    <a:pt x="5996758" y="3012293"/>
                  </a:lnTo>
                  <a:lnTo>
                    <a:pt x="5996108" y="3012293"/>
                  </a:lnTo>
                  <a:lnTo>
                    <a:pt x="5995458" y="3012293"/>
                  </a:lnTo>
                  <a:lnTo>
                    <a:pt x="5994808" y="3012293"/>
                  </a:lnTo>
                  <a:lnTo>
                    <a:pt x="5994158" y="3012293"/>
                  </a:lnTo>
                  <a:lnTo>
                    <a:pt x="5993508" y="3012293"/>
                  </a:lnTo>
                  <a:lnTo>
                    <a:pt x="5992858" y="3012293"/>
                  </a:lnTo>
                  <a:lnTo>
                    <a:pt x="5992208" y="3012293"/>
                  </a:lnTo>
                  <a:lnTo>
                    <a:pt x="5991558" y="3012293"/>
                  </a:lnTo>
                  <a:lnTo>
                    <a:pt x="5990908" y="3012293"/>
                  </a:lnTo>
                  <a:lnTo>
                    <a:pt x="5990259" y="3012293"/>
                  </a:lnTo>
                  <a:lnTo>
                    <a:pt x="5989609" y="3012293"/>
                  </a:lnTo>
                  <a:lnTo>
                    <a:pt x="5988959" y="3012293"/>
                  </a:lnTo>
                  <a:lnTo>
                    <a:pt x="5988309" y="3012293"/>
                  </a:lnTo>
                  <a:lnTo>
                    <a:pt x="5987659" y="3012293"/>
                  </a:lnTo>
                  <a:lnTo>
                    <a:pt x="5987009" y="3012293"/>
                  </a:lnTo>
                  <a:lnTo>
                    <a:pt x="5986359" y="3012293"/>
                  </a:lnTo>
                  <a:lnTo>
                    <a:pt x="5985709" y="3012293"/>
                  </a:lnTo>
                  <a:lnTo>
                    <a:pt x="5985059" y="3012293"/>
                  </a:lnTo>
                  <a:lnTo>
                    <a:pt x="5984409" y="3012293"/>
                  </a:lnTo>
                  <a:lnTo>
                    <a:pt x="5983759" y="3012293"/>
                  </a:lnTo>
                  <a:lnTo>
                    <a:pt x="5983109" y="3012293"/>
                  </a:lnTo>
                  <a:lnTo>
                    <a:pt x="5982459" y="3012293"/>
                  </a:lnTo>
                  <a:lnTo>
                    <a:pt x="5981809" y="3012293"/>
                  </a:lnTo>
                  <a:lnTo>
                    <a:pt x="5981159" y="3012293"/>
                  </a:lnTo>
                  <a:lnTo>
                    <a:pt x="5980510" y="3012293"/>
                  </a:lnTo>
                  <a:lnTo>
                    <a:pt x="5979860" y="3012293"/>
                  </a:lnTo>
                  <a:lnTo>
                    <a:pt x="5979210" y="3012293"/>
                  </a:lnTo>
                  <a:lnTo>
                    <a:pt x="5978560" y="3012293"/>
                  </a:lnTo>
                  <a:lnTo>
                    <a:pt x="5977910" y="3012293"/>
                  </a:lnTo>
                  <a:lnTo>
                    <a:pt x="5977260" y="3012293"/>
                  </a:lnTo>
                  <a:lnTo>
                    <a:pt x="5976610" y="3012293"/>
                  </a:lnTo>
                  <a:lnTo>
                    <a:pt x="5975960" y="3012293"/>
                  </a:lnTo>
                  <a:lnTo>
                    <a:pt x="5975310" y="3012293"/>
                  </a:lnTo>
                  <a:lnTo>
                    <a:pt x="5974660" y="3012293"/>
                  </a:lnTo>
                  <a:lnTo>
                    <a:pt x="5974010" y="3012293"/>
                  </a:lnTo>
                  <a:lnTo>
                    <a:pt x="5973360" y="3012293"/>
                  </a:lnTo>
                  <a:lnTo>
                    <a:pt x="5972710" y="3012293"/>
                  </a:lnTo>
                  <a:lnTo>
                    <a:pt x="5972060" y="3012293"/>
                  </a:lnTo>
                  <a:lnTo>
                    <a:pt x="5971410" y="3012293"/>
                  </a:lnTo>
                  <a:lnTo>
                    <a:pt x="5970760" y="3012293"/>
                  </a:lnTo>
                  <a:lnTo>
                    <a:pt x="5970111" y="3012293"/>
                  </a:lnTo>
                  <a:lnTo>
                    <a:pt x="5969461" y="3012293"/>
                  </a:lnTo>
                  <a:lnTo>
                    <a:pt x="5968811" y="3012293"/>
                  </a:lnTo>
                  <a:lnTo>
                    <a:pt x="5968161" y="3012293"/>
                  </a:lnTo>
                  <a:lnTo>
                    <a:pt x="5967511" y="3012293"/>
                  </a:lnTo>
                  <a:lnTo>
                    <a:pt x="5966861" y="3012293"/>
                  </a:lnTo>
                  <a:lnTo>
                    <a:pt x="5966211" y="3012293"/>
                  </a:lnTo>
                  <a:lnTo>
                    <a:pt x="5965561" y="3012293"/>
                  </a:lnTo>
                  <a:lnTo>
                    <a:pt x="5964911" y="3012293"/>
                  </a:lnTo>
                  <a:lnTo>
                    <a:pt x="5964261" y="3012293"/>
                  </a:lnTo>
                  <a:lnTo>
                    <a:pt x="5963611" y="3012293"/>
                  </a:lnTo>
                  <a:lnTo>
                    <a:pt x="5962961" y="3012293"/>
                  </a:lnTo>
                  <a:lnTo>
                    <a:pt x="5962311" y="3012293"/>
                  </a:lnTo>
                  <a:lnTo>
                    <a:pt x="5961661" y="3012293"/>
                  </a:lnTo>
                  <a:lnTo>
                    <a:pt x="5961011" y="3012293"/>
                  </a:lnTo>
                  <a:lnTo>
                    <a:pt x="5960362" y="3012293"/>
                  </a:lnTo>
                  <a:lnTo>
                    <a:pt x="5959712" y="3012293"/>
                  </a:lnTo>
                  <a:lnTo>
                    <a:pt x="5959062" y="3012293"/>
                  </a:lnTo>
                  <a:lnTo>
                    <a:pt x="5958412" y="3012293"/>
                  </a:lnTo>
                  <a:lnTo>
                    <a:pt x="5957762" y="3012293"/>
                  </a:lnTo>
                  <a:lnTo>
                    <a:pt x="5957112" y="3012293"/>
                  </a:lnTo>
                  <a:lnTo>
                    <a:pt x="5956462" y="3012293"/>
                  </a:lnTo>
                  <a:lnTo>
                    <a:pt x="5955812" y="3012293"/>
                  </a:lnTo>
                  <a:lnTo>
                    <a:pt x="5955162" y="3012293"/>
                  </a:lnTo>
                  <a:lnTo>
                    <a:pt x="5954512" y="3012293"/>
                  </a:lnTo>
                  <a:lnTo>
                    <a:pt x="5953862" y="3012293"/>
                  </a:lnTo>
                  <a:lnTo>
                    <a:pt x="5953212" y="3012293"/>
                  </a:lnTo>
                  <a:lnTo>
                    <a:pt x="5952562" y="3012293"/>
                  </a:lnTo>
                  <a:lnTo>
                    <a:pt x="5951912" y="3012293"/>
                  </a:lnTo>
                  <a:lnTo>
                    <a:pt x="5951262" y="3012293"/>
                  </a:lnTo>
                  <a:lnTo>
                    <a:pt x="5950612" y="3012293"/>
                  </a:lnTo>
                  <a:lnTo>
                    <a:pt x="5949963" y="3012293"/>
                  </a:lnTo>
                  <a:lnTo>
                    <a:pt x="5949313" y="3012293"/>
                  </a:lnTo>
                  <a:lnTo>
                    <a:pt x="5948663" y="3012293"/>
                  </a:lnTo>
                  <a:lnTo>
                    <a:pt x="5948013" y="3012293"/>
                  </a:lnTo>
                  <a:lnTo>
                    <a:pt x="5947363" y="3012293"/>
                  </a:lnTo>
                  <a:lnTo>
                    <a:pt x="5946713" y="3012293"/>
                  </a:lnTo>
                  <a:lnTo>
                    <a:pt x="5946063" y="3012293"/>
                  </a:lnTo>
                  <a:lnTo>
                    <a:pt x="5945413" y="3012293"/>
                  </a:lnTo>
                  <a:lnTo>
                    <a:pt x="5944763" y="3012293"/>
                  </a:lnTo>
                  <a:lnTo>
                    <a:pt x="5944113" y="3012293"/>
                  </a:lnTo>
                  <a:lnTo>
                    <a:pt x="5943463" y="3012293"/>
                  </a:lnTo>
                  <a:lnTo>
                    <a:pt x="5942813" y="3012293"/>
                  </a:lnTo>
                  <a:lnTo>
                    <a:pt x="5942163" y="3012293"/>
                  </a:lnTo>
                  <a:lnTo>
                    <a:pt x="5941513" y="3012293"/>
                  </a:lnTo>
                  <a:lnTo>
                    <a:pt x="5940863" y="3012293"/>
                  </a:lnTo>
                  <a:lnTo>
                    <a:pt x="5940214" y="3012293"/>
                  </a:lnTo>
                  <a:lnTo>
                    <a:pt x="5939564" y="3012293"/>
                  </a:lnTo>
                  <a:lnTo>
                    <a:pt x="5938914" y="3012293"/>
                  </a:lnTo>
                  <a:lnTo>
                    <a:pt x="5938264" y="3012293"/>
                  </a:lnTo>
                  <a:lnTo>
                    <a:pt x="5937614" y="3012293"/>
                  </a:lnTo>
                  <a:lnTo>
                    <a:pt x="5936964" y="3012293"/>
                  </a:lnTo>
                  <a:lnTo>
                    <a:pt x="5936314" y="3012293"/>
                  </a:lnTo>
                  <a:lnTo>
                    <a:pt x="5935664" y="3012293"/>
                  </a:lnTo>
                  <a:lnTo>
                    <a:pt x="5935014" y="3012293"/>
                  </a:lnTo>
                  <a:lnTo>
                    <a:pt x="5934364" y="3012293"/>
                  </a:lnTo>
                  <a:lnTo>
                    <a:pt x="5933714" y="3012293"/>
                  </a:lnTo>
                  <a:lnTo>
                    <a:pt x="5933064" y="3012293"/>
                  </a:lnTo>
                  <a:lnTo>
                    <a:pt x="5932414" y="3012293"/>
                  </a:lnTo>
                  <a:lnTo>
                    <a:pt x="5931764" y="3012293"/>
                  </a:lnTo>
                  <a:lnTo>
                    <a:pt x="5931114" y="3012293"/>
                  </a:lnTo>
                  <a:lnTo>
                    <a:pt x="5930464" y="3012293"/>
                  </a:lnTo>
                  <a:lnTo>
                    <a:pt x="5929815" y="3012293"/>
                  </a:lnTo>
                  <a:lnTo>
                    <a:pt x="5929165" y="3012293"/>
                  </a:lnTo>
                  <a:lnTo>
                    <a:pt x="5928515" y="3012293"/>
                  </a:lnTo>
                  <a:lnTo>
                    <a:pt x="5927865" y="3012293"/>
                  </a:lnTo>
                  <a:lnTo>
                    <a:pt x="5927215" y="3012293"/>
                  </a:lnTo>
                  <a:lnTo>
                    <a:pt x="5926565" y="3012293"/>
                  </a:lnTo>
                  <a:lnTo>
                    <a:pt x="5925915" y="3012293"/>
                  </a:lnTo>
                  <a:lnTo>
                    <a:pt x="5925265" y="3012293"/>
                  </a:lnTo>
                  <a:lnTo>
                    <a:pt x="5924615" y="3012293"/>
                  </a:lnTo>
                  <a:lnTo>
                    <a:pt x="5923965" y="3012293"/>
                  </a:lnTo>
                  <a:lnTo>
                    <a:pt x="5923315" y="3012293"/>
                  </a:lnTo>
                  <a:lnTo>
                    <a:pt x="5922665" y="3012293"/>
                  </a:lnTo>
                  <a:lnTo>
                    <a:pt x="5922015" y="3012293"/>
                  </a:lnTo>
                  <a:lnTo>
                    <a:pt x="5921365" y="3012293"/>
                  </a:lnTo>
                  <a:lnTo>
                    <a:pt x="5920715" y="3012293"/>
                  </a:lnTo>
                  <a:lnTo>
                    <a:pt x="5920066" y="3012293"/>
                  </a:lnTo>
                  <a:lnTo>
                    <a:pt x="5919416" y="3012293"/>
                  </a:lnTo>
                  <a:lnTo>
                    <a:pt x="5918766" y="3012293"/>
                  </a:lnTo>
                  <a:lnTo>
                    <a:pt x="5918116" y="3012293"/>
                  </a:lnTo>
                  <a:lnTo>
                    <a:pt x="5917466" y="3012293"/>
                  </a:lnTo>
                  <a:lnTo>
                    <a:pt x="5916816" y="3012293"/>
                  </a:lnTo>
                  <a:lnTo>
                    <a:pt x="5916166" y="3012293"/>
                  </a:lnTo>
                  <a:lnTo>
                    <a:pt x="5915516" y="3012293"/>
                  </a:lnTo>
                  <a:lnTo>
                    <a:pt x="5914866" y="3012293"/>
                  </a:lnTo>
                  <a:lnTo>
                    <a:pt x="5914216" y="3012293"/>
                  </a:lnTo>
                  <a:lnTo>
                    <a:pt x="5913566" y="3012293"/>
                  </a:lnTo>
                  <a:lnTo>
                    <a:pt x="5912916" y="3012293"/>
                  </a:lnTo>
                  <a:lnTo>
                    <a:pt x="5912266" y="3012293"/>
                  </a:lnTo>
                  <a:lnTo>
                    <a:pt x="5911616" y="3012293"/>
                  </a:lnTo>
                  <a:lnTo>
                    <a:pt x="5910966" y="3012293"/>
                  </a:lnTo>
                  <a:lnTo>
                    <a:pt x="5910316" y="3012293"/>
                  </a:lnTo>
                  <a:lnTo>
                    <a:pt x="5909667" y="3012293"/>
                  </a:lnTo>
                  <a:lnTo>
                    <a:pt x="5909017" y="3012293"/>
                  </a:lnTo>
                  <a:lnTo>
                    <a:pt x="5908367" y="3012293"/>
                  </a:lnTo>
                  <a:lnTo>
                    <a:pt x="5907717" y="3012293"/>
                  </a:lnTo>
                  <a:lnTo>
                    <a:pt x="5907067" y="3012293"/>
                  </a:lnTo>
                  <a:lnTo>
                    <a:pt x="5906417" y="3012293"/>
                  </a:lnTo>
                  <a:lnTo>
                    <a:pt x="5905767" y="3012293"/>
                  </a:lnTo>
                  <a:lnTo>
                    <a:pt x="5905117" y="3012293"/>
                  </a:lnTo>
                  <a:lnTo>
                    <a:pt x="5904467" y="3012293"/>
                  </a:lnTo>
                  <a:lnTo>
                    <a:pt x="5903817" y="3012293"/>
                  </a:lnTo>
                  <a:lnTo>
                    <a:pt x="5903167" y="3012293"/>
                  </a:lnTo>
                  <a:lnTo>
                    <a:pt x="5902517" y="3012293"/>
                  </a:lnTo>
                  <a:lnTo>
                    <a:pt x="5901867" y="3012293"/>
                  </a:lnTo>
                  <a:lnTo>
                    <a:pt x="5901217" y="3012293"/>
                  </a:lnTo>
                  <a:lnTo>
                    <a:pt x="5900567" y="3012293"/>
                  </a:lnTo>
                  <a:lnTo>
                    <a:pt x="5899918" y="3012293"/>
                  </a:lnTo>
                  <a:lnTo>
                    <a:pt x="5899268" y="3012293"/>
                  </a:lnTo>
                  <a:lnTo>
                    <a:pt x="5898618" y="3012293"/>
                  </a:lnTo>
                  <a:lnTo>
                    <a:pt x="5897968" y="3012293"/>
                  </a:lnTo>
                  <a:lnTo>
                    <a:pt x="5897318" y="3012293"/>
                  </a:lnTo>
                  <a:lnTo>
                    <a:pt x="5896668" y="3012293"/>
                  </a:lnTo>
                  <a:lnTo>
                    <a:pt x="5896018" y="3012293"/>
                  </a:lnTo>
                  <a:lnTo>
                    <a:pt x="5895368" y="3012293"/>
                  </a:lnTo>
                  <a:lnTo>
                    <a:pt x="5894718" y="3012293"/>
                  </a:lnTo>
                  <a:lnTo>
                    <a:pt x="5894068" y="3012293"/>
                  </a:lnTo>
                  <a:lnTo>
                    <a:pt x="5893418" y="3012293"/>
                  </a:lnTo>
                  <a:lnTo>
                    <a:pt x="5892768" y="3012293"/>
                  </a:lnTo>
                  <a:lnTo>
                    <a:pt x="5892118" y="3012293"/>
                  </a:lnTo>
                  <a:lnTo>
                    <a:pt x="5891468" y="3012293"/>
                  </a:lnTo>
                  <a:lnTo>
                    <a:pt x="5890818" y="3012293"/>
                  </a:lnTo>
                  <a:lnTo>
                    <a:pt x="5890169" y="3012293"/>
                  </a:lnTo>
                  <a:lnTo>
                    <a:pt x="5889519" y="3012293"/>
                  </a:lnTo>
                  <a:lnTo>
                    <a:pt x="5888869" y="3012293"/>
                  </a:lnTo>
                  <a:lnTo>
                    <a:pt x="5888219" y="3012293"/>
                  </a:lnTo>
                  <a:lnTo>
                    <a:pt x="5887569" y="3012293"/>
                  </a:lnTo>
                  <a:lnTo>
                    <a:pt x="5886919" y="3012293"/>
                  </a:lnTo>
                  <a:lnTo>
                    <a:pt x="5886269" y="3012293"/>
                  </a:lnTo>
                  <a:lnTo>
                    <a:pt x="5885619" y="3012293"/>
                  </a:lnTo>
                  <a:lnTo>
                    <a:pt x="5884969" y="3012293"/>
                  </a:lnTo>
                  <a:lnTo>
                    <a:pt x="5884319" y="3012293"/>
                  </a:lnTo>
                  <a:lnTo>
                    <a:pt x="5883669" y="3012293"/>
                  </a:lnTo>
                  <a:lnTo>
                    <a:pt x="5883019" y="3012293"/>
                  </a:lnTo>
                  <a:lnTo>
                    <a:pt x="5882369" y="3012293"/>
                  </a:lnTo>
                  <a:lnTo>
                    <a:pt x="5881719" y="3012293"/>
                  </a:lnTo>
                  <a:lnTo>
                    <a:pt x="5881069" y="3012293"/>
                  </a:lnTo>
                  <a:lnTo>
                    <a:pt x="5880419" y="3012293"/>
                  </a:lnTo>
                  <a:lnTo>
                    <a:pt x="5879770" y="3012293"/>
                  </a:lnTo>
                  <a:lnTo>
                    <a:pt x="5879120" y="3012293"/>
                  </a:lnTo>
                  <a:lnTo>
                    <a:pt x="5878470" y="3012293"/>
                  </a:lnTo>
                  <a:lnTo>
                    <a:pt x="5877820" y="3012293"/>
                  </a:lnTo>
                  <a:lnTo>
                    <a:pt x="5877170" y="3012293"/>
                  </a:lnTo>
                  <a:lnTo>
                    <a:pt x="5876520" y="3012293"/>
                  </a:lnTo>
                  <a:lnTo>
                    <a:pt x="5875870" y="3012293"/>
                  </a:lnTo>
                  <a:lnTo>
                    <a:pt x="5875220" y="3012293"/>
                  </a:lnTo>
                  <a:lnTo>
                    <a:pt x="5874570" y="3012293"/>
                  </a:lnTo>
                  <a:lnTo>
                    <a:pt x="5873920" y="3012293"/>
                  </a:lnTo>
                  <a:lnTo>
                    <a:pt x="5873270" y="3012293"/>
                  </a:lnTo>
                  <a:lnTo>
                    <a:pt x="5872620" y="3012293"/>
                  </a:lnTo>
                  <a:lnTo>
                    <a:pt x="5871970" y="3012293"/>
                  </a:lnTo>
                  <a:lnTo>
                    <a:pt x="5871320" y="3012293"/>
                  </a:lnTo>
                  <a:lnTo>
                    <a:pt x="5870670" y="3012293"/>
                  </a:lnTo>
                  <a:lnTo>
                    <a:pt x="5870021" y="3012293"/>
                  </a:lnTo>
                  <a:lnTo>
                    <a:pt x="5869371" y="3012293"/>
                  </a:lnTo>
                  <a:lnTo>
                    <a:pt x="5868721" y="3012293"/>
                  </a:lnTo>
                  <a:lnTo>
                    <a:pt x="5868071" y="3012293"/>
                  </a:lnTo>
                  <a:lnTo>
                    <a:pt x="5867421" y="3012293"/>
                  </a:lnTo>
                  <a:lnTo>
                    <a:pt x="5866771" y="3012293"/>
                  </a:lnTo>
                  <a:lnTo>
                    <a:pt x="5866121" y="3012293"/>
                  </a:lnTo>
                  <a:lnTo>
                    <a:pt x="5865471" y="3012293"/>
                  </a:lnTo>
                  <a:lnTo>
                    <a:pt x="5864821" y="3012293"/>
                  </a:lnTo>
                  <a:lnTo>
                    <a:pt x="5864171" y="3012293"/>
                  </a:lnTo>
                  <a:lnTo>
                    <a:pt x="5863521" y="3012293"/>
                  </a:lnTo>
                  <a:lnTo>
                    <a:pt x="5862871" y="3012293"/>
                  </a:lnTo>
                  <a:lnTo>
                    <a:pt x="5862221" y="3012293"/>
                  </a:lnTo>
                  <a:lnTo>
                    <a:pt x="5861571" y="3012293"/>
                  </a:lnTo>
                  <a:lnTo>
                    <a:pt x="5860921" y="3012293"/>
                  </a:lnTo>
                  <a:lnTo>
                    <a:pt x="5860271" y="3012293"/>
                  </a:lnTo>
                  <a:lnTo>
                    <a:pt x="5859622" y="3012293"/>
                  </a:lnTo>
                  <a:lnTo>
                    <a:pt x="5858972" y="3012293"/>
                  </a:lnTo>
                  <a:lnTo>
                    <a:pt x="5858322" y="3012293"/>
                  </a:lnTo>
                  <a:lnTo>
                    <a:pt x="5857672" y="3012293"/>
                  </a:lnTo>
                  <a:lnTo>
                    <a:pt x="5857022" y="3012293"/>
                  </a:lnTo>
                  <a:lnTo>
                    <a:pt x="5856372" y="3012293"/>
                  </a:lnTo>
                  <a:lnTo>
                    <a:pt x="5855722" y="3012293"/>
                  </a:lnTo>
                  <a:lnTo>
                    <a:pt x="5855072" y="3012293"/>
                  </a:lnTo>
                  <a:lnTo>
                    <a:pt x="5854422" y="3012293"/>
                  </a:lnTo>
                  <a:lnTo>
                    <a:pt x="5853772" y="3012293"/>
                  </a:lnTo>
                  <a:lnTo>
                    <a:pt x="5853122" y="3012293"/>
                  </a:lnTo>
                  <a:lnTo>
                    <a:pt x="5852472" y="3012293"/>
                  </a:lnTo>
                  <a:lnTo>
                    <a:pt x="5851822" y="3012293"/>
                  </a:lnTo>
                  <a:lnTo>
                    <a:pt x="5851172" y="3012293"/>
                  </a:lnTo>
                  <a:lnTo>
                    <a:pt x="5850522" y="3012293"/>
                  </a:lnTo>
                  <a:lnTo>
                    <a:pt x="5849873" y="3012293"/>
                  </a:lnTo>
                  <a:lnTo>
                    <a:pt x="5849223" y="3012293"/>
                  </a:lnTo>
                  <a:lnTo>
                    <a:pt x="5848573" y="3012293"/>
                  </a:lnTo>
                  <a:lnTo>
                    <a:pt x="5847923" y="3012293"/>
                  </a:lnTo>
                  <a:lnTo>
                    <a:pt x="5847273" y="3012293"/>
                  </a:lnTo>
                  <a:lnTo>
                    <a:pt x="5846623" y="3012293"/>
                  </a:lnTo>
                  <a:lnTo>
                    <a:pt x="5845973" y="3012293"/>
                  </a:lnTo>
                  <a:lnTo>
                    <a:pt x="5845323" y="3012293"/>
                  </a:lnTo>
                  <a:lnTo>
                    <a:pt x="5844673" y="3012293"/>
                  </a:lnTo>
                  <a:lnTo>
                    <a:pt x="5844023" y="3012293"/>
                  </a:lnTo>
                  <a:lnTo>
                    <a:pt x="5843373" y="3012293"/>
                  </a:lnTo>
                  <a:lnTo>
                    <a:pt x="5842723" y="3012293"/>
                  </a:lnTo>
                  <a:lnTo>
                    <a:pt x="5842073" y="3012293"/>
                  </a:lnTo>
                  <a:lnTo>
                    <a:pt x="5841423" y="3012293"/>
                  </a:lnTo>
                  <a:lnTo>
                    <a:pt x="5840773" y="3012293"/>
                  </a:lnTo>
                  <a:lnTo>
                    <a:pt x="5840123" y="3012293"/>
                  </a:lnTo>
                  <a:lnTo>
                    <a:pt x="5839474" y="3012293"/>
                  </a:lnTo>
                  <a:lnTo>
                    <a:pt x="5838824" y="3012293"/>
                  </a:lnTo>
                  <a:lnTo>
                    <a:pt x="5838174" y="3012293"/>
                  </a:lnTo>
                  <a:lnTo>
                    <a:pt x="5837524" y="3012293"/>
                  </a:lnTo>
                  <a:lnTo>
                    <a:pt x="5836874" y="3012293"/>
                  </a:lnTo>
                  <a:lnTo>
                    <a:pt x="5836224" y="3012293"/>
                  </a:lnTo>
                  <a:lnTo>
                    <a:pt x="5835574" y="3012293"/>
                  </a:lnTo>
                  <a:lnTo>
                    <a:pt x="5834924" y="3012293"/>
                  </a:lnTo>
                  <a:lnTo>
                    <a:pt x="5834274" y="3012293"/>
                  </a:lnTo>
                  <a:lnTo>
                    <a:pt x="5833624" y="3012293"/>
                  </a:lnTo>
                  <a:lnTo>
                    <a:pt x="5832974" y="3012293"/>
                  </a:lnTo>
                  <a:lnTo>
                    <a:pt x="5832324" y="3012293"/>
                  </a:lnTo>
                  <a:lnTo>
                    <a:pt x="5831674" y="3012293"/>
                  </a:lnTo>
                  <a:lnTo>
                    <a:pt x="5831024" y="3012293"/>
                  </a:lnTo>
                  <a:lnTo>
                    <a:pt x="5830374" y="3012293"/>
                  </a:lnTo>
                  <a:lnTo>
                    <a:pt x="5829725" y="3012293"/>
                  </a:lnTo>
                  <a:lnTo>
                    <a:pt x="5829075" y="3012293"/>
                  </a:lnTo>
                  <a:lnTo>
                    <a:pt x="5828425" y="3012293"/>
                  </a:lnTo>
                  <a:lnTo>
                    <a:pt x="5827775" y="3012293"/>
                  </a:lnTo>
                  <a:lnTo>
                    <a:pt x="5827125" y="3012293"/>
                  </a:lnTo>
                  <a:lnTo>
                    <a:pt x="5826475" y="3012293"/>
                  </a:lnTo>
                  <a:lnTo>
                    <a:pt x="5825825" y="3012293"/>
                  </a:lnTo>
                  <a:lnTo>
                    <a:pt x="5825175" y="3012293"/>
                  </a:lnTo>
                  <a:lnTo>
                    <a:pt x="5824525" y="3012293"/>
                  </a:lnTo>
                  <a:lnTo>
                    <a:pt x="5823875" y="3012293"/>
                  </a:lnTo>
                  <a:lnTo>
                    <a:pt x="5823225" y="3012293"/>
                  </a:lnTo>
                  <a:lnTo>
                    <a:pt x="5822575" y="3012293"/>
                  </a:lnTo>
                  <a:lnTo>
                    <a:pt x="5821925" y="3012293"/>
                  </a:lnTo>
                  <a:lnTo>
                    <a:pt x="5821275" y="3012293"/>
                  </a:lnTo>
                  <a:lnTo>
                    <a:pt x="5820625" y="3012293"/>
                  </a:lnTo>
                  <a:lnTo>
                    <a:pt x="5819975" y="3012293"/>
                  </a:lnTo>
                  <a:lnTo>
                    <a:pt x="5819326" y="3012293"/>
                  </a:lnTo>
                  <a:lnTo>
                    <a:pt x="5818676" y="3012293"/>
                  </a:lnTo>
                  <a:lnTo>
                    <a:pt x="5818026" y="3012293"/>
                  </a:lnTo>
                  <a:lnTo>
                    <a:pt x="5817376" y="3012293"/>
                  </a:lnTo>
                  <a:lnTo>
                    <a:pt x="5816726" y="3012293"/>
                  </a:lnTo>
                  <a:lnTo>
                    <a:pt x="5816076" y="3012293"/>
                  </a:lnTo>
                  <a:lnTo>
                    <a:pt x="5815426" y="3012293"/>
                  </a:lnTo>
                  <a:lnTo>
                    <a:pt x="5814776" y="3012293"/>
                  </a:lnTo>
                  <a:lnTo>
                    <a:pt x="5814126" y="3012293"/>
                  </a:lnTo>
                  <a:lnTo>
                    <a:pt x="5813476" y="3012293"/>
                  </a:lnTo>
                  <a:lnTo>
                    <a:pt x="5812826" y="3012293"/>
                  </a:lnTo>
                  <a:lnTo>
                    <a:pt x="5812176" y="3012293"/>
                  </a:lnTo>
                  <a:lnTo>
                    <a:pt x="5811526" y="3012293"/>
                  </a:lnTo>
                  <a:lnTo>
                    <a:pt x="5810876" y="3012293"/>
                  </a:lnTo>
                  <a:lnTo>
                    <a:pt x="5810226" y="3012293"/>
                  </a:lnTo>
                  <a:lnTo>
                    <a:pt x="5809577" y="3012293"/>
                  </a:lnTo>
                  <a:lnTo>
                    <a:pt x="5808927" y="3012293"/>
                  </a:lnTo>
                  <a:lnTo>
                    <a:pt x="5808277" y="3012293"/>
                  </a:lnTo>
                  <a:lnTo>
                    <a:pt x="5807627" y="3012293"/>
                  </a:lnTo>
                  <a:lnTo>
                    <a:pt x="5806977" y="3012293"/>
                  </a:lnTo>
                  <a:lnTo>
                    <a:pt x="5806327" y="3012293"/>
                  </a:lnTo>
                  <a:lnTo>
                    <a:pt x="5805677" y="3012293"/>
                  </a:lnTo>
                  <a:lnTo>
                    <a:pt x="5805027" y="3012293"/>
                  </a:lnTo>
                  <a:lnTo>
                    <a:pt x="5804377" y="3012293"/>
                  </a:lnTo>
                  <a:lnTo>
                    <a:pt x="5803727" y="3012293"/>
                  </a:lnTo>
                  <a:lnTo>
                    <a:pt x="5803077" y="3012293"/>
                  </a:lnTo>
                  <a:lnTo>
                    <a:pt x="5802427" y="3012293"/>
                  </a:lnTo>
                  <a:lnTo>
                    <a:pt x="5801777" y="3012293"/>
                  </a:lnTo>
                  <a:lnTo>
                    <a:pt x="5801127" y="3012293"/>
                  </a:lnTo>
                  <a:lnTo>
                    <a:pt x="5800477" y="3012293"/>
                  </a:lnTo>
                  <a:lnTo>
                    <a:pt x="5799827" y="3012293"/>
                  </a:lnTo>
                  <a:lnTo>
                    <a:pt x="5799178" y="3012293"/>
                  </a:lnTo>
                  <a:lnTo>
                    <a:pt x="5798528" y="3012293"/>
                  </a:lnTo>
                  <a:lnTo>
                    <a:pt x="5797878" y="3012293"/>
                  </a:lnTo>
                  <a:lnTo>
                    <a:pt x="5797228" y="3012293"/>
                  </a:lnTo>
                  <a:lnTo>
                    <a:pt x="5796578" y="3012293"/>
                  </a:lnTo>
                  <a:lnTo>
                    <a:pt x="5795928" y="3012293"/>
                  </a:lnTo>
                  <a:lnTo>
                    <a:pt x="5795278" y="3012293"/>
                  </a:lnTo>
                  <a:lnTo>
                    <a:pt x="5794628" y="3012293"/>
                  </a:lnTo>
                  <a:lnTo>
                    <a:pt x="5793978" y="3012293"/>
                  </a:lnTo>
                  <a:lnTo>
                    <a:pt x="5793328" y="3012293"/>
                  </a:lnTo>
                  <a:lnTo>
                    <a:pt x="5792678" y="3012293"/>
                  </a:lnTo>
                  <a:lnTo>
                    <a:pt x="5792028" y="3012293"/>
                  </a:lnTo>
                  <a:lnTo>
                    <a:pt x="5791378" y="3012293"/>
                  </a:lnTo>
                  <a:lnTo>
                    <a:pt x="5790728" y="3012293"/>
                  </a:lnTo>
                  <a:lnTo>
                    <a:pt x="5790078" y="3012293"/>
                  </a:lnTo>
                  <a:lnTo>
                    <a:pt x="5789429" y="3012293"/>
                  </a:lnTo>
                  <a:lnTo>
                    <a:pt x="5788779" y="3012293"/>
                  </a:lnTo>
                  <a:lnTo>
                    <a:pt x="5788129" y="3012293"/>
                  </a:lnTo>
                  <a:lnTo>
                    <a:pt x="5787479" y="3012293"/>
                  </a:lnTo>
                  <a:lnTo>
                    <a:pt x="5786829" y="3012293"/>
                  </a:lnTo>
                  <a:lnTo>
                    <a:pt x="5786179" y="3012293"/>
                  </a:lnTo>
                  <a:lnTo>
                    <a:pt x="5785529" y="3012293"/>
                  </a:lnTo>
                  <a:lnTo>
                    <a:pt x="5784879" y="3012293"/>
                  </a:lnTo>
                  <a:lnTo>
                    <a:pt x="5784229" y="3012293"/>
                  </a:lnTo>
                  <a:lnTo>
                    <a:pt x="5783579" y="3012293"/>
                  </a:lnTo>
                  <a:lnTo>
                    <a:pt x="5782929" y="3012293"/>
                  </a:lnTo>
                  <a:lnTo>
                    <a:pt x="5782279" y="3012293"/>
                  </a:lnTo>
                  <a:lnTo>
                    <a:pt x="5781629" y="3012293"/>
                  </a:lnTo>
                  <a:lnTo>
                    <a:pt x="5780979" y="3012293"/>
                  </a:lnTo>
                  <a:lnTo>
                    <a:pt x="5780329" y="3012293"/>
                  </a:lnTo>
                  <a:lnTo>
                    <a:pt x="5779679" y="3012293"/>
                  </a:lnTo>
                  <a:lnTo>
                    <a:pt x="5779030" y="3012293"/>
                  </a:lnTo>
                  <a:lnTo>
                    <a:pt x="5778380" y="3012293"/>
                  </a:lnTo>
                  <a:lnTo>
                    <a:pt x="5777730" y="3012293"/>
                  </a:lnTo>
                  <a:lnTo>
                    <a:pt x="5777080" y="3012293"/>
                  </a:lnTo>
                  <a:lnTo>
                    <a:pt x="5776430" y="3012293"/>
                  </a:lnTo>
                  <a:lnTo>
                    <a:pt x="5775780" y="3012293"/>
                  </a:lnTo>
                  <a:lnTo>
                    <a:pt x="5775130" y="3012293"/>
                  </a:lnTo>
                  <a:lnTo>
                    <a:pt x="5774480" y="3012293"/>
                  </a:lnTo>
                  <a:lnTo>
                    <a:pt x="5773830" y="3012293"/>
                  </a:lnTo>
                  <a:lnTo>
                    <a:pt x="5773180" y="3012293"/>
                  </a:lnTo>
                  <a:lnTo>
                    <a:pt x="5772530" y="3012293"/>
                  </a:lnTo>
                  <a:lnTo>
                    <a:pt x="5771880" y="3012293"/>
                  </a:lnTo>
                  <a:lnTo>
                    <a:pt x="5771230" y="3012293"/>
                  </a:lnTo>
                  <a:lnTo>
                    <a:pt x="5770580" y="3012293"/>
                  </a:lnTo>
                  <a:lnTo>
                    <a:pt x="5769930" y="3012293"/>
                  </a:lnTo>
                  <a:lnTo>
                    <a:pt x="5769281" y="3012293"/>
                  </a:lnTo>
                  <a:lnTo>
                    <a:pt x="5768631" y="3012293"/>
                  </a:lnTo>
                  <a:lnTo>
                    <a:pt x="5767981" y="3012293"/>
                  </a:lnTo>
                  <a:lnTo>
                    <a:pt x="5767331" y="3012293"/>
                  </a:lnTo>
                  <a:lnTo>
                    <a:pt x="5766681" y="3012293"/>
                  </a:lnTo>
                  <a:lnTo>
                    <a:pt x="5766031" y="3012293"/>
                  </a:lnTo>
                  <a:lnTo>
                    <a:pt x="5765381" y="3012293"/>
                  </a:lnTo>
                  <a:lnTo>
                    <a:pt x="5764731" y="3012293"/>
                  </a:lnTo>
                  <a:lnTo>
                    <a:pt x="5764081" y="3012293"/>
                  </a:lnTo>
                  <a:lnTo>
                    <a:pt x="5763431" y="3012293"/>
                  </a:lnTo>
                  <a:lnTo>
                    <a:pt x="5762781" y="3012293"/>
                  </a:lnTo>
                  <a:lnTo>
                    <a:pt x="5762131" y="3012293"/>
                  </a:lnTo>
                  <a:lnTo>
                    <a:pt x="5761481" y="3012293"/>
                  </a:lnTo>
                  <a:lnTo>
                    <a:pt x="5760831" y="3012293"/>
                  </a:lnTo>
                  <a:lnTo>
                    <a:pt x="5760181" y="3012293"/>
                  </a:lnTo>
                  <a:lnTo>
                    <a:pt x="5759531" y="3012293"/>
                  </a:lnTo>
                  <a:lnTo>
                    <a:pt x="5758882" y="3012293"/>
                  </a:lnTo>
                  <a:lnTo>
                    <a:pt x="5758232" y="3012293"/>
                  </a:lnTo>
                  <a:lnTo>
                    <a:pt x="5757582" y="3012293"/>
                  </a:lnTo>
                  <a:lnTo>
                    <a:pt x="5756932" y="3012293"/>
                  </a:lnTo>
                  <a:lnTo>
                    <a:pt x="5756282" y="3012293"/>
                  </a:lnTo>
                  <a:lnTo>
                    <a:pt x="5755632" y="3012293"/>
                  </a:lnTo>
                  <a:lnTo>
                    <a:pt x="5754982" y="3012293"/>
                  </a:lnTo>
                  <a:lnTo>
                    <a:pt x="5754332" y="3012293"/>
                  </a:lnTo>
                  <a:lnTo>
                    <a:pt x="5753682" y="3012293"/>
                  </a:lnTo>
                  <a:lnTo>
                    <a:pt x="5753032" y="3012293"/>
                  </a:lnTo>
                  <a:lnTo>
                    <a:pt x="5752382" y="3012293"/>
                  </a:lnTo>
                  <a:lnTo>
                    <a:pt x="5751732" y="3012293"/>
                  </a:lnTo>
                  <a:lnTo>
                    <a:pt x="5751082" y="3012293"/>
                  </a:lnTo>
                  <a:lnTo>
                    <a:pt x="5750432" y="3012293"/>
                  </a:lnTo>
                  <a:lnTo>
                    <a:pt x="5749782" y="3012293"/>
                  </a:lnTo>
                  <a:lnTo>
                    <a:pt x="5749133" y="3012293"/>
                  </a:lnTo>
                  <a:lnTo>
                    <a:pt x="5748483" y="3012293"/>
                  </a:lnTo>
                  <a:lnTo>
                    <a:pt x="5747833" y="3012293"/>
                  </a:lnTo>
                  <a:lnTo>
                    <a:pt x="5747183" y="3012293"/>
                  </a:lnTo>
                  <a:lnTo>
                    <a:pt x="5746533" y="3012293"/>
                  </a:lnTo>
                  <a:lnTo>
                    <a:pt x="5745883" y="3012293"/>
                  </a:lnTo>
                  <a:lnTo>
                    <a:pt x="5745233" y="3012293"/>
                  </a:lnTo>
                  <a:lnTo>
                    <a:pt x="5744583" y="3012293"/>
                  </a:lnTo>
                  <a:lnTo>
                    <a:pt x="5743933" y="3012293"/>
                  </a:lnTo>
                  <a:lnTo>
                    <a:pt x="5743283" y="3012293"/>
                  </a:lnTo>
                  <a:lnTo>
                    <a:pt x="5742633" y="3012293"/>
                  </a:lnTo>
                  <a:lnTo>
                    <a:pt x="5741983" y="3012293"/>
                  </a:lnTo>
                  <a:lnTo>
                    <a:pt x="5741333" y="3012293"/>
                  </a:lnTo>
                  <a:lnTo>
                    <a:pt x="5740683" y="3012293"/>
                  </a:lnTo>
                  <a:lnTo>
                    <a:pt x="5740033" y="3012293"/>
                  </a:lnTo>
                  <a:lnTo>
                    <a:pt x="5739384" y="3012293"/>
                  </a:lnTo>
                  <a:lnTo>
                    <a:pt x="5738734" y="3012293"/>
                  </a:lnTo>
                  <a:lnTo>
                    <a:pt x="5738084" y="3012293"/>
                  </a:lnTo>
                  <a:lnTo>
                    <a:pt x="5737434" y="3012293"/>
                  </a:lnTo>
                  <a:lnTo>
                    <a:pt x="5736784" y="3012293"/>
                  </a:lnTo>
                  <a:lnTo>
                    <a:pt x="5736134" y="3012293"/>
                  </a:lnTo>
                  <a:lnTo>
                    <a:pt x="5735484" y="3012293"/>
                  </a:lnTo>
                  <a:lnTo>
                    <a:pt x="5734834" y="3012293"/>
                  </a:lnTo>
                  <a:lnTo>
                    <a:pt x="5734184" y="3012293"/>
                  </a:lnTo>
                  <a:lnTo>
                    <a:pt x="5733534" y="3012293"/>
                  </a:lnTo>
                  <a:lnTo>
                    <a:pt x="5732884" y="3012293"/>
                  </a:lnTo>
                  <a:lnTo>
                    <a:pt x="5732234" y="3012293"/>
                  </a:lnTo>
                  <a:lnTo>
                    <a:pt x="5731584" y="3012293"/>
                  </a:lnTo>
                  <a:lnTo>
                    <a:pt x="5730934" y="3012293"/>
                  </a:lnTo>
                  <a:lnTo>
                    <a:pt x="5730284" y="3012293"/>
                  </a:lnTo>
                  <a:lnTo>
                    <a:pt x="5729634" y="3012293"/>
                  </a:lnTo>
                  <a:lnTo>
                    <a:pt x="5728985" y="3012293"/>
                  </a:lnTo>
                  <a:lnTo>
                    <a:pt x="5728335" y="3012293"/>
                  </a:lnTo>
                  <a:lnTo>
                    <a:pt x="5727685" y="3012293"/>
                  </a:lnTo>
                  <a:lnTo>
                    <a:pt x="5727035" y="3012293"/>
                  </a:lnTo>
                  <a:lnTo>
                    <a:pt x="5726385" y="3012293"/>
                  </a:lnTo>
                  <a:lnTo>
                    <a:pt x="5725735" y="3012293"/>
                  </a:lnTo>
                  <a:lnTo>
                    <a:pt x="5725085" y="3012293"/>
                  </a:lnTo>
                  <a:lnTo>
                    <a:pt x="5724435" y="3012293"/>
                  </a:lnTo>
                  <a:lnTo>
                    <a:pt x="5723785" y="3012293"/>
                  </a:lnTo>
                  <a:lnTo>
                    <a:pt x="5723135" y="3012293"/>
                  </a:lnTo>
                  <a:lnTo>
                    <a:pt x="5722485" y="3012293"/>
                  </a:lnTo>
                  <a:lnTo>
                    <a:pt x="5721835" y="3012293"/>
                  </a:lnTo>
                  <a:lnTo>
                    <a:pt x="5721185" y="3012293"/>
                  </a:lnTo>
                  <a:lnTo>
                    <a:pt x="5720535" y="3012293"/>
                  </a:lnTo>
                  <a:lnTo>
                    <a:pt x="5719885" y="3012293"/>
                  </a:lnTo>
                  <a:lnTo>
                    <a:pt x="5719236" y="3012293"/>
                  </a:lnTo>
                  <a:lnTo>
                    <a:pt x="5718586" y="3012293"/>
                  </a:lnTo>
                  <a:lnTo>
                    <a:pt x="5717936" y="3012293"/>
                  </a:lnTo>
                  <a:lnTo>
                    <a:pt x="5717286" y="3012293"/>
                  </a:lnTo>
                  <a:lnTo>
                    <a:pt x="5716636" y="3012293"/>
                  </a:lnTo>
                  <a:lnTo>
                    <a:pt x="5715986" y="3012293"/>
                  </a:lnTo>
                  <a:lnTo>
                    <a:pt x="5715336" y="3012293"/>
                  </a:lnTo>
                  <a:lnTo>
                    <a:pt x="5714686" y="3012293"/>
                  </a:lnTo>
                  <a:lnTo>
                    <a:pt x="5714036" y="3012293"/>
                  </a:lnTo>
                  <a:lnTo>
                    <a:pt x="5713386" y="3012293"/>
                  </a:lnTo>
                  <a:lnTo>
                    <a:pt x="5712736" y="3012293"/>
                  </a:lnTo>
                  <a:lnTo>
                    <a:pt x="5712086" y="3012293"/>
                  </a:lnTo>
                  <a:lnTo>
                    <a:pt x="5711436" y="3012293"/>
                  </a:lnTo>
                  <a:lnTo>
                    <a:pt x="5710786" y="3012293"/>
                  </a:lnTo>
                  <a:lnTo>
                    <a:pt x="5710136" y="3012293"/>
                  </a:lnTo>
                  <a:lnTo>
                    <a:pt x="5709486" y="3012293"/>
                  </a:lnTo>
                  <a:lnTo>
                    <a:pt x="5708837" y="3012293"/>
                  </a:lnTo>
                  <a:lnTo>
                    <a:pt x="5708187" y="3012293"/>
                  </a:lnTo>
                  <a:lnTo>
                    <a:pt x="5707537" y="3012293"/>
                  </a:lnTo>
                  <a:lnTo>
                    <a:pt x="5706887" y="3012293"/>
                  </a:lnTo>
                  <a:lnTo>
                    <a:pt x="5706237" y="3012293"/>
                  </a:lnTo>
                  <a:lnTo>
                    <a:pt x="5705587" y="3012293"/>
                  </a:lnTo>
                  <a:lnTo>
                    <a:pt x="5704937" y="3012293"/>
                  </a:lnTo>
                  <a:lnTo>
                    <a:pt x="5704287" y="3012293"/>
                  </a:lnTo>
                  <a:lnTo>
                    <a:pt x="5703637" y="3012293"/>
                  </a:lnTo>
                  <a:lnTo>
                    <a:pt x="5702987" y="3012293"/>
                  </a:lnTo>
                  <a:lnTo>
                    <a:pt x="5702337" y="3012293"/>
                  </a:lnTo>
                  <a:lnTo>
                    <a:pt x="5701687" y="3012293"/>
                  </a:lnTo>
                  <a:lnTo>
                    <a:pt x="5701037" y="3012293"/>
                  </a:lnTo>
                  <a:lnTo>
                    <a:pt x="5700387" y="3012293"/>
                  </a:lnTo>
                  <a:lnTo>
                    <a:pt x="5699737" y="3012293"/>
                  </a:lnTo>
                  <a:lnTo>
                    <a:pt x="5699088" y="3012293"/>
                  </a:lnTo>
                  <a:lnTo>
                    <a:pt x="5698438" y="3012293"/>
                  </a:lnTo>
                  <a:lnTo>
                    <a:pt x="5697788" y="3012293"/>
                  </a:lnTo>
                  <a:lnTo>
                    <a:pt x="5697138" y="3012293"/>
                  </a:lnTo>
                  <a:lnTo>
                    <a:pt x="5696488" y="3012293"/>
                  </a:lnTo>
                  <a:lnTo>
                    <a:pt x="5695838" y="3012293"/>
                  </a:lnTo>
                  <a:lnTo>
                    <a:pt x="5695188" y="3012293"/>
                  </a:lnTo>
                  <a:lnTo>
                    <a:pt x="5694538" y="3012293"/>
                  </a:lnTo>
                  <a:lnTo>
                    <a:pt x="5693888" y="3012293"/>
                  </a:lnTo>
                  <a:lnTo>
                    <a:pt x="5693238" y="3012293"/>
                  </a:lnTo>
                  <a:lnTo>
                    <a:pt x="5692588" y="3012293"/>
                  </a:lnTo>
                  <a:lnTo>
                    <a:pt x="5691938" y="3012293"/>
                  </a:lnTo>
                  <a:lnTo>
                    <a:pt x="5691288" y="3012293"/>
                  </a:lnTo>
                  <a:lnTo>
                    <a:pt x="5690638" y="3012293"/>
                  </a:lnTo>
                  <a:lnTo>
                    <a:pt x="5689988" y="3012293"/>
                  </a:lnTo>
                  <a:lnTo>
                    <a:pt x="5689338" y="3012293"/>
                  </a:lnTo>
                  <a:lnTo>
                    <a:pt x="5688689" y="3012293"/>
                  </a:lnTo>
                  <a:lnTo>
                    <a:pt x="5688039" y="3012293"/>
                  </a:lnTo>
                  <a:lnTo>
                    <a:pt x="5687389" y="3012293"/>
                  </a:lnTo>
                  <a:lnTo>
                    <a:pt x="5686739" y="3012293"/>
                  </a:lnTo>
                  <a:lnTo>
                    <a:pt x="5686089" y="3012293"/>
                  </a:lnTo>
                  <a:lnTo>
                    <a:pt x="5685439" y="3012293"/>
                  </a:lnTo>
                  <a:lnTo>
                    <a:pt x="5684789" y="3012293"/>
                  </a:lnTo>
                  <a:lnTo>
                    <a:pt x="5684139" y="3012293"/>
                  </a:lnTo>
                  <a:lnTo>
                    <a:pt x="5683489" y="3012293"/>
                  </a:lnTo>
                  <a:lnTo>
                    <a:pt x="5682839" y="3012293"/>
                  </a:lnTo>
                  <a:lnTo>
                    <a:pt x="5682189" y="3012293"/>
                  </a:lnTo>
                  <a:lnTo>
                    <a:pt x="5681539" y="3012293"/>
                  </a:lnTo>
                  <a:lnTo>
                    <a:pt x="5680889" y="3012293"/>
                  </a:lnTo>
                  <a:lnTo>
                    <a:pt x="5680239" y="3012293"/>
                  </a:lnTo>
                  <a:lnTo>
                    <a:pt x="5679589" y="3012293"/>
                  </a:lnTo>
                  <a:lnTo>
                    <a:pt x="5678940" y="3012293"/>
                  </a:lnTo>
                  <a:lnTo>
                    <a:pt x="5678290" y="3012293"/>
                  </a:lnTo>
                  <a:lnTo>
                    <a:pt x="5677640" y="3012293"/>
                  </a:lnTo>
                  <a:lnTo>
                    <a:pt x="5676990" y="3012293"/>
                  </a:lnTo>
                  <a:lnTo>
                    <a:pt x="5676340" y="3012293"/>
                  </a:lnTo>
                  <a:lnTo>
                    <a:pt x="5675690" y="3012293"/>
                  </a:lnTo>
                  <a:lnTo>
                    <a:pt x="5675040" y="3012293"/>
                  </a:lnTo>
                  <a:lnTo>
                    <a:pt x="5674390" y="3012293"/>
                  </a:lnTo>
                  <a:lnTo>
                    <a:pt x="5673740" y="3012293"/>
                  </a:lnTo>
                  <a:lnTo>
                    <a:pt x="5673090" y="3012293"/>
                  </a:lnTo>
                  <a:lnTo>
                    <a:pt x="5672440" y="3012293"/>
                  </a:lnTo>
                  <a:lnTo>
                    <a:pt x="5671790" y="3012293"/>
                  </a:lnTo>
                  <a:lnTo>
                    <a:pt x="5671140" y="3012293"/>
                  </a:lnTo>
                  <a:lnTo>
                    <a:pt x="5670490" y="3012293"/>
                  </a:lnTo>
                  <a:lnTo>
                    <a:pt x="5669840" y="3012293"/>
                  </a:lnTo>
                  <a:lnTo>
                    <a:pt x="5669190" y="3012293"/>
                  </a:lnTo>
                  <a:lnTo>
                    <a:pt x="5668541" y="3012293"/>
                  </a:lnTo>
                  <a:lnTo>
                    <a:pt x="5667891" y="3012293"/>
                  </a:lnTo>
                  <a:lnTo>
                    <a:pt x="5667241" y="3012293"/>
                  </a:lnTo>
                  <a:lnTo>
                    <a:pt x="5666591" y="3012293"/>
                  </a:lnTo>
                  <a:lnTo>
                    <a:pt x="5665941" y="3012293"/>
                  </a:lnTo>
                  <a:lnTo>
                    <a:pt x="5665291" y="3012293"/>
                  </a:lnTo>
                  <a:lnTo>
                    <a:pt x="5664641" y="3012293"/>
                  </a:lnTo>
                  <a:lnTo>
                    <a:pt x="5663991" y="3012293"/>
                  </a:lnTo>
                  <a:lnTo>
                    <a:pt x="5663341" y="3012293"/>
                  </a:lnTo>
                  <a:lnTo>
                    <a:pt x="5662691" y="3012293"/>
                  </a:lnTo>
                  <a:lnTo>
                    <a:pt x="5662041" y="3012293"/>
                  </a:lnTo>
                  <a:lnTo>
                    <a:pt x="5661391" y="3012293"/>
                  </a:lnTo>
                  <a:lnTo>
                    <a:pt x="5660741" y="3012293"/>
                  </a:lnTo>
                  <a:lnTo>
                    <a:pt x="5660091" y="3012293"/>
                  </a:lnTo>
                  <a:lnTo>
                    <a:pt x="5659441" y="3012293"/>
                  </a:lnTo>
                  <a:lnTo>
                    <a:pt x="5658792" y="3012293"/>
                  </a:lnTo>
                  <a:lnTo>
                    <a:pt x="5658142" y="3012293"/>
                  </a:lnTo>
                  <a:lnTo>
                    <a:pt x="5657492" y="3012293"/>
                  </a:lnTo>
                  <a:lnTo>
                    <a:pt x="5656842" y="3012293"/>
                  </a:lnTo>
                  <a:lnTo>
                    <a:pt x="5656192" y="3012293"/>
                  </a:lnTo>
                  <a:lnTo>
                    <a:pt x="5655542" y="3012293"/>
                  </a:lnTo>
                  <a:lnTo>
                    <a:pt x="5654892" y="3012293"/>
                  </a:lnTo>
                  <a:lnTo>
                    <a:pt x="5654242" y="3012293"/>
                  </a:lnTo>
                  <a:lnTo>
                    <a:pt x="5653592" y="3012293"/>
                  </a:lnTo>
                  <a:lnTo>
                    <a:pt x="5652942" y="3012293"/>
                  </a:lnTo>
                  <a:lnTo>
                    <a:pt x="5652292" y="3012293"/>
                  </a:lnTo>
                  <a:lnTo>
                    <a:pt x="5651642" y="3012293"/>
                  </a:lnTo>
                  <a:lnTo>
                    <a:pt x="5650992" y="3012293"/>
                  </a:lnTo>
                  <a:lnTo>
                    <a:pt x="5650342" y="3012293"/>
                  </a:lnTo>
                  <a:lnTo>
                    <a:pt x="5649692" y="3012293"/>
                  </a:lnTo>
                  <a:lnTo>
                    <a:pt x="5649042" y="3012293"/>
                  </a:lnTo>
                  <a:lnTo>
                    <a:pt x="5648393" y="3012293"/>
                  </a:lnTo>
                  <a:lnTo>
                    <a:pt x="5647743" y="3012293"/>
                  </a:lnTo>
                  <a:lnTo>
                    <a:pt x="5647093" y="3012293"/>
                  </a:lnTo>
                  <a:lnTo>
                    <a:pt x="5646443" y="3012293"/>
                  </a:lnTo>
                  <a:lnTo>
                    <a:pt x="5645793" y="3012293"/>
                  </a:lnTo>
                  <a:lnTo>
                    <a:pt x="5645143" y="3012293"/>
                  </a:lnTo>
                  <a:lnTo>
                    <a:pt x="5644493" y="3012293"/>
                  </a:lnTo>
                  <a:lnTo>
                    <a:pt x="5643843" y="3012293"/>
                  </a:lnTo>
                  <a:lnTo>
                    <a:pt x="5643193" y="3012293"/>
                  </a:lnTo>
                  <a:lnTo>
                    <a:pt x="5642543" y="3012293"/>
                  </a:lnTo>
                  <a:lnTo>
                    <a:pt x="5641893" y="3012293"/>
                  </a:lnTo>
                  <a:lnTo>
                    <a:pt x="5641243" y="3012293"/>
                  </a:lnTo>
                  <a:lnTo>
                    <a:pt x="5640593" y="3012293"/>
                  </a:lnTo>
                  <a:lnTo>
                    <a:pt x="5639943" y="3012293"/>
                  </a:lnTo>
                  <a:lnTo>
                    <a:pt x="5639293" y="3012293"/>
                  </a:lnTo>
                  <a:lnTo>
                    <a:pt x="5638644" y="3012293"/>
                  </a:lnTo>
                  <a:lnTo>
                    <a:pt x="5637994" y="3012293"/>
                  </a:lnTo>
                  <a:lnTo>
                    <a:pt x="5637344" y="3012293"/>
                  </a:lnTo>
                  <a:lnTo>
                    <a:pt x="5636694" y="3012293"/>
                  </a:lnTo>
                  <a:lnTo>
                    <a:pt x="5636044" y="3012293"/>
                  </a:lnTo>
                  <a:lnTo>
                    <a:pt x="5635394" y="3012293"/>
                  </a:lnTo>
                  <a:lnTo>
                    <a:pt x="5634744" y="3012293"/>
                  </a:lnTo>
                  <a:lnTo>
                    <a:pt x="5634094" y="3012293"/>
                  </a:lnTo>
                  <a:lnTo>
                    <a:pt x="5633444" y="3012293"/>
                  </a:lnTo>
                  <a:lnTo>
                    <a:pt x="5632794" y="3012293"/>
                  </a:lnTo>
                  <a:lnTo>
                    <a:pt x="5632144" y="3012293"/>
                  </a:lnTo>
                  <a:lnTo>
                    <a:pt x="5631494" y="3012293"/>
                  </a:lnTo>
                  <a:lnTo>
                    <a:pt x="5630844" y="3012293"/>
                  </a:lnTo>
                  <a:lnTo>
                    <a:pt x="5630194" y="3012293"/>
                  </a:lnTo>
                  <a:lnTo>
                    <a:pt x="5629544" y="3012293"/>
                  </a:lnTo>
                  <a:lnTo>
                    <a:pt x="5628894" y="3012293"/>
                  </a:lnTo>
                  <a:lnTo>
                    <a:pt x="5628245" y="3012293"/>
                  </a:lnTo>
                  <a:lnTo>
                    <a:pt x="5627595" y="3012293"/>
                  </a:lnTo>
                  <a:lnTo>
                    <a:pt x="5626945" y="3012293"/>
                  </a:lnTo>
                  <a:lnTo>
                    <a:pt x="5626295" y="3012293"/>
                  </a:lnTo>
                  <a:lnTo>
                    <a:pt x="5625645" y="3012293"/>
                  </a:lnTo>
                  <a:lnTo>
                    <a:pt x="5624995" y="3012293"/>
                  </a:lnTo>
                  <a:lnTo>
                    <a:pt x="5624345" y="3012293"/>
                  </a:lnTo>
                  <a:lnTo>
                    <a:pt x="5623695" y="3012293"/>
                  </a:lnTo>
                  <a:lnTo>
                    <a:pt x="5623045" y="3012293"/>
                  </a:lnTo>
                  <a:lnTo>
                    <a:pt x="5622395" y="3012293"/>
                  </a:lnTo>
                  <a:lnTo>
                    <a:pt x="5621745" y="3012293"/>
                  </a:lnTo>
                  <a:lnTo>
                    <a:pt x="5621095" y="3012293"/>
                  </a:lnTo>
                  <a:lnTo>
                    <a:pt x="5620445" y="3012293"/>
                  </a:lnTo>
                  <a:lnTo>
                    <a:pt x="5619795" y="3012293"/>
                  </a:lnTo>
                  <a:lnTo>
                    <a:pt x="5619145" y="3012293"/>
                  </a:lnTo>
                  <a:lnTo>
                    <a:pt x="5618496" y="3012293"/>
                  </a:lnTo>
                  <a:lnTo>
                    <a:pt x="5617846" y="3012293"/>
                  </a:lnTo>
                  <a:lnTo>
                    <a:pt x="5617196" y="3012293"/>
                  </a:lnTo>
                  <a:lnTo>
                    <a:pt x="5616546" y="3012293"/>
                  </a:lnTo>
                  <a:lnTo>
                    <a:pt x="5615896" y="3012293"/>
                  </a:lnTo>
                  <a:lnTo>
                    <a:pt x="5615246" y="3012293"/>
                  </a:lnTo>
                  <a:lnTo>
                    <a:pt x="5614596" y="3012293"/>
                  </a:lnTo>
                  <a:lnTo>
                    <a:pt x="5613946" y="3012293"/>
                  </a:lnTo>
                  <a:lnTo>
                    <a:pt x="5613296" y="3012293"/>
                  </a:lnTo>
                  <a:lnTo>
                    <a:pt x="5612646" y="3012293"/>
                  </a:lnTo>
                  <a:lnTo>
                    <a:pt x="5611996" y="3012293"/>
                  </a:lnTo>
                  <a:lnTo>
                    <a:pt x="5611346" y="3012293"/>
                  </a:lnTo>
                  <a:lnTo>
                    <a:pt x="5610696" y="3012293"/>
                  </a:lnTo>
                  <a:lnTo>
                    <a:pt x="5610046" y="3012293"/>
                  </a:lnTo>
                  <a:lnTo>
                    <a:pt x="5609396" y="3012293"/>
                  </a:lnTo>
                  <a:lnTo>
                    <a:pt x="5608746" y="3012293"/>
                  </a:lnTo>
                  <a:lnTo>
                    <a:pt x="5608097" y="3012293"/>
                  </a:lnTo>
                  <a:lnTo>
                    <a:pt x="5607447" y="3012293"/>
                  </a:lnTo>
                  <a:lnTo>
                    <a:pt x="5606797" y="3012293"/>
                  </a:lnTo>
                  <a:lnTo>
                    <a:pt x="5606147" y="3012293"/>
                  </a:lnTo>
                  <a:lnTo>
                    <a:pt x="5605497" y="3012293"/>
                  </a:lnTo>
                  <a:lnTo>
                    <a:pt x="5604847" y="3012293"/>
                  </a:lnTo>
                  <a:lnTo>
                    <a:pt x="5604197" y="3012293"/>
                  </a:lnTo>
                  <a:lnTo>
                    <a:pt x="5603547" y="3012293"/>
                  </a:lnTo>
                  <a:lnTo>
                    <a:pt x="5602897" y="3012293"/>
                  </a:lnTo>
                  <a:lnTo>
                    <a:pt x="5602247" y="3012293"/>
                  </a:lnTo>
                  <a:lnTo>
                    <a:pt x="5601597" y="3012293"/>
                  </a:lnTo>
                  <a:lnTo>
                    <a:pt x="5600947" y="3012293"/>
                  </a:lnTo>
                  <a:lnTo>
                    <a:pt x="5600297" y="3012293"/>
                  </a:lnTo>
                  <a:lnTo>
                    <a:pt x="5599647" y="3012293"/>
                  </a:lnTo>
                  <a:lnTo>
                    <a:pt x="5598997" y="3012293"/>
                  </a:lnTo>
                  <a:lnTo>
                    <a:pt x="5598348" y="3012293"/>
                  </a:lnTo>
                  <a:lnTo>
                    <a:pt x="5597698" y="3012293"/>
                  </a:lnTo>
                  <a:lnTo>
                    <a:pt x="5597048" y="3012293"/>
                  </a:lnTo>
                  <a:lnTo>
                    <a:pt x="5596398" y="3012293"/>
                  </a:lnTo>
                  <a:lnTo>
                    <a:pt x="5595748" y="3012293"/>
                  </a:lnTo>
                  <a:lnTo>
                    <a:pt x="5595098" y="3012293"/>
                  </a:lnTo>
                  <a:lnTo>
                    <a:pt x="5594448" y="3012293"/>
                  </a:lnTo>
                  <a:lnTo>
                    <a:pt x="5593798" y="3012293"/>
                  </a:lnTo>
                  <a:lnTo>
                    <a:pt x="5593148" y="3012293"/>
                  </a:lnTo>
                  <a:lnTo>
                    <a:pt x="5592498" y="3012293"/>
                  </a:lnTo>
                  <a:lnTo>
                    <a:pt x="5591848" y="3012293"/>
                  </a:lnTo>
                  <a:lnTo>
                    <a:pt x="5591198" y="3012293"/>
                  </a:lnTo>
                  <a:lnTo>
                    <a:pt x="5590548" y="3012293"/>
                  </a:lnTo>
                  <a:lnTo>
                    <a:pt x="5589898" y="3012293"/>
                  </a:lnTo>
                  <a:lnTo>
                    <a:pt x="5589248" y="3012293"/>
                  </a:lnTo>
                  <a:lnTo>
                    <a:pt x="5588599" y="3012293"/>
                  </a:lnTo>
                  <a:lnTo>
                    <a:pt x="5587949" y="3012293"/>
                  </a:lnTo>
                  <a:lnTo>
                    <a:pt x="5587299" y="3012293"/>
                  </a:lnTo>
                  <a:lnTo>
                    <a:pt x="5586649" y="3012293"/>
                  </a:lnTo>
                  <a:lnTo>
                    <a:pt x="5585999" y="3012293"/>
                  </a:lnTo>
                  <a:lnTo>
                    <a:pt x="5585349" y="3012293"/>
                  </a:lnTo>
                  <a:lnTo>
                    <a:pt x="5584699" y="3012293"/>
                  </a:lnTo>
                  <a:lnTo>
                    <a:pt x="5584049" y="3012293"/>
                  </a:lnTo>
                  <a:lnTo>
                    <a:pt x="5583399" y="3012293"/>
                  </a:lnTo>
                  <a:lnTo>
                    <a:pt x="5582749" y="3012293"/>
                  </a:lnTo>
                  <a:lnTo>
                    <a:pt x="5582099" y="3012293"/>
                  </a:lnTo>
                  <a:lnTo>
                    <a:pt x="5581449" y="3012293"/>
                  </a:lnTo>
                  <a:lnTo>
                    <a:pt x="5580799" y="3012293"/>
                  </a:lnTo>
                  <a:lnTo>
                    <a:pt x="5580149" y="3012293"/>
                  </a:lnTo>
                  <a:lnTo>
                    <a:pt x="5579499" y="3012293"/>
                  </a:lnTo>
                  <a:lnTo>
                    <a:pt x="5578849" y="3012293"/>
                  </a:lnTo>
                  <a:lnTo>
                    <a:pt x="5578200" y="3012293"/>
                  </a:lnTo>
                  <a:lnTo>
                    <a:pt x="5577550" y="3012293"/>
                  </a:lnTo>
                  <a:lnTo>
                    <a:pt x="5576900" y="3012293"/>
                  </a:lnTo>
                  <a:lnTo>
                    <a:pt x="5576250" y="3012293"/>
                  </a:lnTo>
                  <a:lnTo>
                    <a:pt x="5575600" y="3012293"/>
                  </a:lnTo>
                  <a:lnTo>
                    <a:pt x="5574950" y="3012293"/>
                  </a:lnTo>
                  <a:lnTo>
                    <a:pt x="5574300" y="3012293"/>
                  </a:lnTo>
                  <a:lnTo>
                    <a:pt x="5573650" y="3012293"/>
                  </a:lnTo>
                  <a:lnTo>
                    <a:pt x="5573000" y="3012293"/>
                  </a:lnTo>
                  <a:lnTo>
                    <a:pt x="5572350" y="3012293"/>
                  </a:lnTo>
                  <a:lnTo>
                    <a:pt x="5571700" y="3012293"/>
                  </a:lnTo>
                  <a:lnTo>
                    <a:pt x="5571050" y="3012293"/>
                  </a:lnTo>
                  <a:lnTo>
                    <a:pt x="5570400" y="3012293"/>
                  </a:lnTo>
                  <a:lnTo>
                    <a:pt x="5569750" y="3012293"/>
                  </a:lnTo>
                  <a:lnTo>
                    <a:pt x="5569100" y="3012293"/>
                  </a:lnTo>
                  <a:lnTo>
                    <a:pt x="5568451" y="3012293"/>
                  </a:lnTo>
                  <a:lnTo>
                    <a:pt x="5567801" y="3012293"/>
                  </a:lnTo>
                  <a:lnTo>
                    <a:pt x="5567151" y="3012293"/>
                  </a:lnTo>
                  <a:lnTo>
                    <a:pt x="5566501" y="3012293"/>
                  </a:lnTo>
                  <a:lnTo>
                    <a:pt x="5565851" y="3012293"/>
                  </a:lnTo>
                  <a:lnTo>
                    <a:pt x="5565201" y="3012293"/>
                  </a:lnTo>
                  <a:lnTo>
                    <a:pt x="5564551" y="3012293"/>
                  </a:lnTo>
                  <a:lnTo>
                    <a:pt x="5563901" y="3012293"/>
                  </a:lnTo>
                  <a:lnTo>
                    <a:pt x="5563251" y="3012293"/>
                  </a:lnTo>
                  <a:lnTo>
                    <a:pt x="5562601" y="3012293"/>
                  </a:lnTo>
                  <a:lnTo>
                    <a:pt x="5561951" y="3012293"/>
                  </a:lnTo>
                  <a:lnTo>
                    <a:pt x="5561301" y="3012293"/>
                  </a:lnTo>
                  <a:lnTo>
                    <a:pt x="5560651" y="3012293"/>
                  </a:lnTo>
                  <a:lnTo>
                    <a:pt x="5560001" y="3012293"/>
                  </a:lnTo>
                  <a:lnTo>
                    <a:pt x="5559351" y="3012293"/>
                  </a:lnTo>
                  <a:lnTo>
                    <a:pt x="5558701" y="3012293"/>
                  </a:lnTo>
                  <a:lnTo>
                    <a:pt x="5558052" y="3012293"/>
                  </a:lnTo>
                  <a:lnTo>
                    <a:pt x="5557402" y="3012293"/>
                  </a:lnTo>
                  <a:lnTo>
                    <a:pt x="5556752" y="3012293"/>
                  </a:lnTo>
                  <a:lnTo>
                    <a:pt x="5556102" y="3012293"/>
                  </a:lnTo>
                  <a:lnTo>
                    <a:pt x="5555452" y="3012293"/>
                  </a:lnTo>
                  <a:lnTo>
                    <a:pt x="5554802" y="3012293"/>
                  </a:lnTo>
                  <a:lnTo>
                    <a:pt x="5554152" y="3012293"/>
                  </a:lnTo>
                  <a:lnTo>
                    <a:pt x="5553502" y="3012293"/>
                  </a:lnTo>
                  <a:lnTo>
                    <a:pt x="5552852" y="3012293"/>
                  </a:lnTo>
                  <a:lnTo>
                    <a:pt x="5552202" y="3012293"/>
                  </a:lnTo>
                  <a:lnTo>
                    <a:pt x="5551552" y="3012293"/>
                  </a:lnTo>
                  <a:lnTo>
                    <a:pt x="5550902" y="3012293"/>
                  </a:lnTo>
                  <a:lnTo>
                    <a:pt x="5550252" y="3012293"/>
                  </a:lnTo>
                  <a:lnTo>
                    <a:pt x="5549602" y="3012293"/>
                  </a:lnTo>
                  <a:lnTo>
                    <a:pt x="5548952" y="3012293"/>
                  </a:lnTo>
                  <a:lnTo>
                    <a:pt x="5548303" y="3012293"/>
                  </a:lnTo>
                  <a:lnTo>
                    <a:pt x="5547653" y="3012293"/>
                  </a:lnTo>
                  <a:lnTo>
                    <a:pt x="5547003" y="3012293"/>
                  </a:lnTo>
                  <a:lnTo>
                    <a:pt x="5546353" y="3012293"/>
                  </a:lnTo>
                  <a:lnTo>
                    <a:pt x="5545703" y="3012293"/>
                  </a:lnTo>
                  <a:lnTo>
                    <a:pt x="5545053" y="3012293"/>
                  </a:lnTo>
                  <a:lnTo>
                    <a:pt x="5544403" y="3012293"/>
                  </a:lnTo>
                  <a:lnTo>
                    <a:pt x="5543753" y="3012293"/>
                  </a:lnTo>
                  <a:lnTo>
                    <a:pt x="5543103" y="3012293"/>
                  </a:lnTo>
                  <a:lnTo>
                    <a:pt x="5542453" y="3012293"/>
                  </a:lnTo>
                  <a:lnTo>
                    <a:pt x="5541803" y="3012293"/>
                  </a:lnTo>
                  <a:lnTo>
                    <a:pt x="5541153" y="3012293"/>
                  </a:lnTo>
                  <a:lnTo>
                    <a:pt x="5540503" y="3012293"/>
                  </a:lnTo>
                  <a:lnTo>
                    <a:pt x="5539853" y="3012293"/>
                  </a:lnTo>
                  <a:lnTo>
                    <a:pt x="5539203" y="3012293"/>
                  </a:lnTo>
                  <a:lnTo>
                    <a:pt x="5538553" y="3012293"/>
                  </a:lnTo>
                  <a:lnTo>
                    <a:pt x="5537904" y="3012293"/>
                  </a:lnTo>
                  <a:lnTo>
                    <a:pt x="5537254" y="3012293"/>
                  </a:lnTo>
                  <a:lnTo>
                    <a:pt x="5536604" y="3012293"/>
                  </a:lnTo>
                  <a:lnTo>
                    <a:pt x="5535954" y="3012293"/>
                  </a:lnTo>
                  <a:lnTo>
                    <a:pt x="5535304" y="3012293"/>
                  </a:lnTo>
                  <a:lnTo>
                    <a:pt x="5534654" y="3012293"/>
                  </a:lnTo>
                  <a:lnTo>
                    <a:pt x="5534004" y="3012293"/>
                  </a:lnTo>
                  <a:lnTo>
                    <a:pt x="5533354" y="3012293"/>
                  </a:lnTo>
                  <a:lnTo>
                    <a:pt x="5532704" y="3012293"/>
                  </a:lnTo>
                  <a:lnTo>
                    <a:pt x="5532054" y="3012293"/>
                  </a:lnTo>
                  <a:lnTo>
                    <a:pt x="5531404" y="3012293"/>
                  </a:lnTo>
                  <a:lnTo>
                    <a:pt x="5530754" y="3012293"/>
                  </a:lnTo>
                  <a:lnTo>
                    <a:pt x="5530104" y="3012293"/>
                  </a:lnTo>
                  <a:lnTo>
                    <a:pt x="5529454" y="3012293"/>
                  </a:lnTo>
                  <a:lnTo>
                    <a:pt x="5528804" y="3012293"/>
                  </a:lnTo>
                  <a:lnTo>
                    <a:pt x="5528155" y="3012293"/>
                  </a:lnTo>
                  <a:lnTo>
                    <a:pt x="5527505" y="3012293"/>
                  </a:lnTo>
                  <a:lnTo>
                    <a:pt x="5526855" y="3012293"/>
                  </a:lnTo>
                  <a:lnTo>
                    <a:pt x="5526205" y="3012293"/>
                  </a:lnTo>
                  <a:lnTo>
                    <a:pt x="5525555" y="3012293"/>
                  </a:lnTo>
                  <a:lnTo>
                    <a:pt x="5524905" y="3012293"/>
                  </a:lnTo>
                  <a:lnTo>
                    <a:pt x="5524255" y="3012293"/>
                  </a:lnTo>
                  <a:lnTo>
                    <a:pt x="5523605" y="3012293"/>
                  </a:lnTo>
                  <a:lnTo>
                    <a:pt x="5522955" y="3012293"/>
                  </a:lnTo>
                  <a:lnTo>
                    <a:pt x="5522305" y="3012293"/>
                  </a:lnTo>
                  <a:lnTo>
                    <a:pt x="5521655" y="3012293"/>
                  </a:lnTo>
                  <a:lnTo>
                    <a:pt x="5521005" y="3012293"/>
                  </a:lnTo>
                  <a:lnTo>
                    <a:pt x="5520355" y="3012293"/>
                  </a:lnTo>
                  <a:lnTo>
                    <a:pt x="5519705" y="3012293"/>
                  </a:lnTo>
                  <a:lnTo>
                    <a:pt x="5519055" y="3012293"/>
                  </a:lnTo>
                  <a:lnTo>
                    <a:pt x="5518405" y="3012293"/>
                  </a:lnTo>
                  <a:lnTo>
                    <a:pt x="5517756" y="3012293"/>
                  </a:lnTo>
                  <a:lnTo>
                    <a:pt x="5517106" y="3012293"/>
                  </a:lnTo>
                  <a:lnTo>
                    <a:pt x="5516456" y="3012293"/>
                  </a:lnTo>
                  <a:lnTo>
                    <a:pt x="5515806" y="3012293"/>
                  </a:lnTo>
                  <a:lnTo>
                    <a:pt x="5515156" y="3012293"/>
                  </a:lnTo>
                  <a:lnTo>
                    <a:pt x="5514506" y="3012293"/>
                  </a:lnTo>
                  <a:lnTo>
                    <a:pt x="5513856" y="3012293"/>
                  </a:lnTo>
                  <a:lnTo>
                    <a:pt x="5513206" y="3012293"/>
                  </a:lnTo>
                  <a:lnTo>
                    <a:pt x="5512556" y="3012293"/>
                  </a:lnTo>
                  <a:lnTo>
                    <a:pt x="5511906" y="3012293"/>
                  </a:lnTo>
                  <a:lnTo>
                    <a:pt x="5511256" y="3012293"/>
                  </a:lnTo>
                  <a:lnTo>
                    <a:pt x="5510606" y="3012293"/>
                  </a:lnTo>
                  <a:lnTo>
                    <a:pt x="5509956" y="3012293"/>
                  </a:lnTo>
                  <a:lnTo>
                    <a:pt x="5509306" y="3012293"/>
                  </a:lnTo>
                  <a:lnTo>
                    <a:pt x="5508656" y="3012293"/>
                  </a:lnTo>
                  <a:lnTo>
                    <a:pt x="5508007" y="3012293"/>
                  </a:lnTo>
                  <a:lnTo>
                    <a:pt x="5507357" y="3012293"/>
                  </a:lnTo>
                  <a:lnTo>
                    <a:pt x="5506707" y="3012293"/>
                  </a:lnTo>
                  <a:lnTo>
                    <a:pt x="5506057" y="3012293"/>
                  </a:lnTo>
                  <a:lnTo>
                    <a:pt x="5505407" y="3012293"/>
                  </a:lnTo>
                  <a:lnTo>
                    <a:pt x="5504757" y="3012293"/>
                  </a:lnTo>
                  <a:lnTo>
                    <a:pt x="5504107" y="3012293"/>
                  </a:lnTo>
                  <a:lnTo>
                    <a:pt x="5503457" y="3012293"/>
                  </a:lnTo>
                  <a:lnTo>
                    <a:pt x="5502807" y="3012293"/>
                  </a:lnTo>
                  <a:lnTo>
                    <a:pt x="5502157" y="3012293"/>
                  </a:lnTo>
                  <a:lnTo>
                    <a:pt x="5501507" y="3012293"/>
                  </a:lnTo>
                  <a:lnTo>
                    <a:pt x="5500857" y="3012293"/>
                  </a:lnTo>
                  <a:lnTo>
                    <a:pt x="5500207" y="3012293"/>
                  </a:lnTo>
                  <a:lnTo>
                    <a:pt x="5499557" y="3012293"/>
                  </a:lnTo>
                  <a:lnTo>
                    <a:pt x="5498907" y="3012293"/>
                  </a:lnTo>
                  <a:lnTo>
                    <a:pt x="5498257" y="3012293"/>
                  </a:lnTo>
                  <a:lnTo>
                    <a:pt x="5497608" y="3012293"/>
                  </a:lnTo>
                  <a:lnTo>
                    <a:pt x="5496958" y="3012293"/>
                  </a:lnTo>
                  <a:lnTo>
                    <a:pt x="5496308" y="3012293"/>
                  </a:lnTo>
                  <a:lnTo>
                    <a:pt x="5495658" y="3012293"/>
                  </a:lnTo>
                  <a:lnTo>
                    <a:pt x="5495008" y="3012293"/>
                  </a:lnTo>
                  <a:lnTo>
                    <a:pt x="5494358" y="3012293"/>
                  </a:lnTo>
                  <a:lnTo>
                    <a:pt x="5493708" y="3012293"/>
                  </a:lnTo>
                  <a:lnTo>
                    <a:pt x="5493058" y="3012293"/>
                  </a:lnTo>
                  <a:lnTo>
                    <a:pt x="5492408" y="3012293"/>
                  </a:lnTo>
                  <a:lnTo>
                    <a:pt x="5491758" y="3012293"/>
                  </a:lnTo>
                  <a:lnTo>
                    <a:pt x="5491108" y="3012293"/>
                  </a:lnTo>
                  <a:lnTo>
                    <a:pt x="5490458" y="3012293"/>
                  </a:lnTo>
                  <a:lnTo>
                    <a:pt x="5489808" y="3012293"/>
                  </a:lnTo>
                  <a:lnTo>
                    <a:pt x="5489158" y="3012293"/>
                  </a:lnTo>
                  <a:lnTo>
                    <a:pt x="5488508" y="3012293"/>
                  </a:lnTo>
                  <a:lnTo>
                    <a:pt x="5487859" y="3012293"/>
                  </a:lnTo>
                  <a:lnTo>
                    <a:pt x="5487209" y="3012293"/>
                  </a:lnTo>
                  <a:lnTo>
                    <a:pt x="5486559" y="3012293"/>
                  </a:lnTo>
                  <a:lnTo>
                    <a:pt x="5485909" y="3012293"/>
                  </a:lnTo>
                  <a:lnTo>
                    <a:pt x="5485259" y="3012293"/>
                  </a:lnTo>
                  <a:lnTo>
                    <a:pt x="5484609" y="3012293"/>
                  </a:lnTo>
                  <a:lnTo>
                    <a:pt x="5483959" y="3012293"/>
                  </a:lnTo>
                  <a:lnTo>
                    <a:pt x="5483309" y="3012293"/>
                  </a:lnTo>
                  <a:lnTo>
                    <a:pt x="5482659" y="3012293"/>
                  </a:lnTo>
                  <a:lnTo>
                    <a:pt x="5482009" y="3012293"/>
                  </a:lnTo>
                  <a:lnTo>
                    <a:pt x="5481359" y="3012293"/>
                  </a:lnTo>
                  <a:lnTo>
                    <a:pt x="5480709" y="3012293"/>
                  </a:lnTo>
                  <a:lnTo>
                    <a:pt x="5480059" y="3012293"/>
                  </a:lnTo>
                  <a:lnTo>
                    <a:pt x="5479409" y="3012293"/>
                  </a:lnTo>
                  <a:lnTo>
                    <a:pt x="5478759" y="3012293"/>
                  </a:lnTo>
                  <a:lnTo>
                    <a:pt x="5478109" y="3012293"/>
                  </a:lnTo>
                  <a:lnTo>
                    <a:pt x="5477460" y="3012293"/>
                  </a:lnTo>
                  <a:lnTo>
                    <a:pt x="5476810" y="3012293"/>
                  </a:lnTo>
                  <a:lnTo>
                    <a:pt x="5476160" y="3012293"/>
                  </a:lnTo>
                  <a:lnTo>
                    <a:pt x="5475510" y="3012293"/>
                  </a:lnTo>
                  <a:lnTo>
                    <a:pt x="5474860" y="3012293"/>
                  </a:lnTo>
                  <a:lnTo>
                    <a:pt x="5474210" y="3012293"/>
                  </a:lnTo>
                  <a:lnTo>
                    <a:pt x="5473560" y="3012293"/>
                  </a:lnTo>
                  <a:lnTo>
                    <a:pt x="5472910" y="3012293"/>
                  </a:lnTo>
                  <a:lnTo>
                    <a:pt x="5472260" y="3012293"/>
                  </a:lnTo>
                  <a:lnTo>
                    <a:pt x="5471610" y="3012293"/>
                  </a:lnTo>
                  <a:lnTo>
                    <a:pt x="5470960" y="3012293"/>
                  </a:lnTo>
                  <a:lnTo>
                    <a:pt x="5470310" y="3012293"/>
                  </a:lnTo>
                  <a:lnTo>
                    <a:pt x="5469660" y="3012293"/>
                  </a:lnTo>
                  <a:lnTo>
                    <a:pt x="5469010" y="3012293"/>
                  </a:lnTo>
                  <a:lnTo>
                    <a:pt x="5468360" y="3012293"/>
                  </a:lnTo>
                  <a:lnTo>
                    <a:pt x="5467711" y="3012293"/>
                  </a:lnTo>
                  <a:lnTo>
                    <a:pt x="5467061" y="3012293"/>
                  </a:lnTo>
                  <a:lnTo>
                    <a:pt x="5466411" y="3012293"/>
                  </a:lnTo>
                  <a:lnTo>
                    <a:pt x="5465761" y="3012293"/>
                  </a:lnTo>
                  <a:lnTo>
                    <a:pt x="5465111" y="3012293"/>
                  </a:lnTo>
                  <a:lnTo>
                    <a:pt x="5464461" y="3012293"/>
                  </a:lnTo>
                  <a:lnTo>
                    <a:pt x="5463811" y="3012293"/>
                  </a:lnTo>
                  <a:lnTo>
                    <a:pt x="5463161" y="3012293"/>
                  </a:lnTo>
                  <a:lnTo>
                    <a:pt x="5462511" y="3012293"/>
                  </a:lnTo>
                  <a:lnTo>
                    <a:pt x="5461861" y="3012293"/>
                  </a:lnTo>
                  <a:lnTo>
                    <a:pt x="5461211" y="3012293"/>
                  </a:lnTo>
                  <a:lnTo>
                    <a:pt x="5460561" y="3012293"/>
                  </a:lnTo>
                  <a:lnTo>
                    <a:pt x="5459911" y="3012293"/>
                  </a:lnTo>
                  <a:lnTo>
                    <a:pt x="5459261" y="3012293"/>
                  </a:lnTo>
                  <a:lnTo>
                    <a:pt x="5458611" y="3012293"/>
                  </a:lnTo>
                  <a:lnTo>
                    <a:pt x="5457962" y="3012293"/>
                  </a:lnTo>
                  <a:lnTo>
                    <a:pt x="5457312" y="3012293"/>
                  </a:lnTo>
                  <a:lnTo>
                    <a:pt x="5456662" y="3012293"/>
                  </a:lnTo>
                  <a:lnTo>
                    <a:pt x="5456012" y="3012293"/>
                  </a:lnTo>
                  <a:lnTo>
                    <a:pt x="5455362" y="3012293"/>
                  </a:lnTo>
                  <a:lnTo>
                    <a:pt x="5454712" y="3012293"/>
                  </a:lnTo>
                  <a:lnTo>
                    <a:pt x="5454062" y="3012293"/>
                  </a:lnTo>
                  <a:lnTo>
                    <a:pt x="5453412" y="3012293"/>
                  </a:lnTo>
                  <a:lnTo>
                    <a:pt x="5452762" y="3012293"/>
                  </a:lnTo>
                  <a:lnTo>
                    <a:pt x="5452112" y="3012293"/>
                  </a:lnTo>
                  <a:lnTo>
                    <a:pt x="5451462" y="3012293"/>
                  </a:lnTo>
                  <a:lnTo>
                    <a:pt x="5450812" y="3012293"/>
                  </a:lnTo>
                  <a:lnTo>
                    <a:pt x="5450162" y="3012293"/>
                  </a:lnTo>
                  <a:lnTo>
                    <a:pt x="5449512" y="3012293"/>
                  </a:lnTo>
                  <a:lnTo>
                    <a:pt x="5448862" y="3012293"/>
                  </a:lnTo>
                  <a:lnTo>
                    <a:pt x="5448212" y="3012293"/>
                  </a:lnTo>
                  <a:lnTo>
                    <a:pt x="5447563" y="3012293"/>
                  </a:lnTo>
                  <a:lnTo>
                    <a:pt x="5446913" y="3012293"/>
                  </a:lnTo>
                  <a:lnTo>
                    <a:pt x="5446263" y="3012293"/>
                  </a:lnTo>
                  <a:lnTo>
                    <a:pt x="5445613" y="3012293"/>
                  </a:lnTo>
                  <a:lnTo>
                    <a:pt x="5444963" y="3012293"/>
                  </a:lnTo>
                  <a:lnTo>
                    <a:pt x="5444313" y="3012293"/>
                  </a:lnTo>
                  <a:lnTo>
                    <a:pt x="5443663" y="3012293"/>
                  </a:lnTo>
                  <a:lnTo>
                    <a:pt x="5443013" y="3012293"/>
                  </a:lnTo>
                  <a:lnTo>
                    <a:pt x="5442363" y="3012293"/>
                  </a:lnTo>
                  <a:lnTo>
                    <a:pt x="5441713" y="3012293"/>
                  </a:lnTo>
                  <a:lnTo>
                    <a:pt x="5441063" y="3012293"/>
                  </a:lnTo>
                  <a:lnTo>
                    <a:pt x="5440413" y="3012293"/>
                  </a:lnTo>
                  <a:lnTo>
                    <a:pt x="5439763" y="3012293"/>
                  </a:lnTo>
                  <a:lnTo>
                    <a:pt x="5439113" y="3012293"/>
                  </a:lnTo>
                  <a:lnTo>
                    <a:pt x="5438463" y="3012293"/>
                  </a:lnTo>
                  <a:lnTo>
                    <a:pt x="5437814" y="3012293"/>
                  </a:lnTo>
                  <a:lnTo>
                    <a:pt x="5437164" y="3012293"/>
                  </a:lnTo>
                  <a:lnTo>
                    <a:pt x="5436514" y="3012293"/>
                  </a:lnTo>
                  <a:lnTo>
                    <a:pt x="5435864" y="3012293"/>
                  </a:lnTo>
                  <a:lnTo>
                    <a:pt x="5435214" y="3012293"/>
                  </a:lnTo>
                  <a:lnTo>
                    <a:pt x="5434564" y="3012293"/>
                  </a:lnTo>
                  <a:lnTo>
                    <a:pt x="5433914" y="3012293"/>
                  </a:lnTo>
                  <a:lnTo>
                    <a:pt x="5433264" y="3012293"/>
                  </a:lnTo>
                  <a:lnTo>
                    <a:pt x="5432614" y="3012293"/>
                  </a:lnTo>
                  <a:lnTo>
                    <a:pt x="5431964" y="3012293"/>
                  </a:lnTo>
                  <a:lnTo>
                    <a:pt x="5431314" y="3012293"/>
                  </a:lnTo>
                  <a:lnTo>
                    <a:pt x="5430664" y="3012293"/>
                  </a:lnTo>
                  <a:lnTo>
                    <a:pt x="5430014" y="3012293"/>
                  </a:lnTo>
                  <a:lnTo>
                    <a:pt x="5429364" y="3012293"/>
                  </a:lnTo>
                  <a:lnTo>
                    <a:pt x="5428714" y="3012293"/>
                  </a:lnTo>
                  <a:lnTo>
                    <a:pt x="5428064" y="3012293"/>
                  </a:lnTo>
                  <a:lnTo>
                    <a:pt x="5427415" y="3012293"/>
                  </a:lnTo>
                  <a:lnTo>
                    <a:pt x="5426765" y="3012293"/>
                  </a:lnTo>
                  <a:lnTo>
                    <a:pt x="5426115" y="3012293"/>
                  </a:lnTo>
                  <a:lnTo>
                    <a:pt x="5425465" y="3012293"/>
                  </a:lnTo>
                  <a:lnTo>
                    <a:pt x="5424815" y="3012293"/>
                  </a:lnTo>
                  <a:lnTo>
                    <a:pt x="5424165" y="3012293"/>
                  </a:lnTo>
                  <a:lnTo>
                    <a:pt x="5423515" y="3012293"/>
                  </a:lnTo>
                  <a:lnTo>
                    <a:pt x="5422865" y="3012293"/>
                  </a:lnTo>
                  <a:lnTo>
                    <a:pt x="5422215" y="3012293"/>
                  </a:lnTo>
                  <a:lnTo>
                    <a:pt x="5421565" y="3012293"/>
                  </a:lnTo>
                  <a:lnTo>
                    <a:pt x="5420915" y="3012293"/>
                  </a:lnTo>
                  <a:lnTo>
                    <a:pt x="5420265" y="3012293"/>
                  </a:lnTo>
                  <a:lnTo>
                    <a:pt x="5419615" y="3012293"/>
                  </a:lnTo>
                  <a:lnTo>
                    <a:pt x="5418965" y="3012293"/>
                  </a:lnTo>
                  <a:lnTo>
                    <a:pt x="5418315" y="3012293"/>
                  </a:lnTo>
                  <a:lnTo>
                    <a:pt x="5417666" y="3012293"/>
                  </a:lnTo>
                  <a:lnTo>
                    <a:pt x="5417016" y="3012293"/>
                  </a:lnTo>
                  <a:lnTo>
                    <a:pt x="5416366" y="3012293"/>
                  </a:lnTo>
                  <a:lnTo>
                    <a:pt x="5415716" y="3012293"/>
                  </a:lnTo>
                  <a:lnTo>
                    <a:pt x="5415066" y="3012293"/>
                  </a:lnTo>
                  <a:lnTo>
                    <a:pt x="5414416" y="3012293"/>
                  </a:lnTo>
                  <a:lnTo>
                    <a:pt x="5413766" y="3012293"/>
                  </a:lnTo>
                  <a:lnTo>
                    <a:pt x="5413116" y="3012293"/>
                  </a:lnTo>
                  <a:lnTo>
                    <a:pt x="5412466" y="3012293"/>
                  </a:lnTo>
                  <a:lnTo>
                    <a:pt x="5411816" y="3012293"/>
                  </a:lnTo>
                  <a:lnTo>
                    <a:pt x="5411166" y="3012293"/>
                  </a:lnTo>
                  <a:lnTo>
                    <a:pt x="5410516" y="3012293"/>
                  </a:lnTo>
                  <a:lnTo>
                    <a:pt x="5409866" y="3012293"/>
                  </a:lnTo>
                  <a:lnTo>
                    <a:pt x="5409216" y="3012293"/>
                  </a:lnTo>
                  <a:lnTo>
                    <a:pt x="5408566" y="3012293"/>
                  </a:lnTo>
                  <a:lnTo>
                    <a:pt x="5407916" y="3012293"/>
                  </a:lnTo>
                  <a:lnTo>
                    <a:pt x="5407267" y="3012293"/>
                  </a:lnTo>
                  <a:lnTo>
                    <a:pt x="5406617" y="3012293"/>
                  </a:lnTo>
                  <a:lnTo>
                    <a:pt x="5405967" y="3012293"/>
                  </a:lnTo>
                  <a:lnTo>
                    <a:pt x="5405317" y="3012293"/>
                  </a:lnTo>
                  <a:lnTo>
                    <a:pt x="5404667" y="3012293"/>
                  </a:lnTo>
                  <a:lnTo>
                    <a:pt x="5404017" y="3012293"/>
                  </a:lnTo>
                  <a:lnTo>
                    <a:pt x="5403367" y="3012293"/>
                  </a:lnTo>
                  <a:lnTo>
                    <a:pt x="5402717" y="3012293"/>
                  </a:lnTo>
                  <a:lnTo>
                    <a:pt x="5402067" y="3012293"/>
                  </a:lnTo>
                  <a:lnTo>
                    <a:pt x="5401417" y="3012293"/>
                  </a:lnTo>
                  <a:lnTo>
                    <a:pt x="5400767" y="3012293"/>
                  </a:lnTo>
                  <a:lnTo>
                    <a:pt x="5400117" y="3012293"/>
                  </a:lnTo>
                  <a:lnTo>
                    <a:pt x="5399467" y="3012293"/>
                  </a:lnTo>
                  <a:lnTo>
                    <a:pt x="5398817" y="3012293"/>
                  </a:lnTo>
                  <a:lnTo>
                    <a:pt x="5398167" y="3012293"/>
                  </a:lnTo>
                  <a:lnTo>
                    <a:pt x="5397518" y="3012293"/>
                  </a:lnTo>
                  <a:lnTo>
                    <a:pt x="5396868" y="3012293"/>
                  </a:lnTo>
                  <a:lnTo>
                    <a:pt x="5396218" y="3012293"/>
                  </a:lnTo>
                  <a:lnTo>
                    <a:pt x="5395568" y="3012293"/>
                  </a:lnTo>
                  <a:lnTo>
                    <a:pt x="5394918" y="3012293"/>
                  </a:lnTo>
                  <a:lnTo>
                    <a:pt x="5394268" y="3012293"/>
                  </a:lnTo>
                  <a:lnTo>
                    <a:pt x="5393618" y="3012293"/>
                  </a:lnTo>
                  <a:lnTo>
                    <a:pt x="5392968" y="3012293"/>
                  </a:lnTo>
                  <a:lnTo>
                    <a:pt x="5392318" y="3012293"/>
                  </a:lnTo>
                  <a:lnTo>
                    <a:pt x="5391668" y="3012293"/>
                  </a:lnTo>
                  <a:lnTo>
                    <a:pt x="5391018" y="3012293"/>
                  </a:lnTo>
                  <a:lnTo>
                    <a:pt x="5390368" y="3012293"/>
                  </a:lnTo>
                  <a:lnTo>
                    <a:pt x="5389718" y="3012293"/>
                  </a:lnTo>
                  <a:lnTo>
                    <a:pt x="5389068" y="3012293"/>
                  </a:lnTo>
                  <a:lnTo>
                    <a:pt x="5388418" y="3012293"/>
                  </a:lnTo>
                  <a:lnTo>
                    <a:pt x="5387768" y="3012293"/>
                  </a:lnTo>
                  <a:lnTo>
                    <a:pt x="5387119" y="3012293"/>
                  </a:lnTo>
                  <a:lnTo>
                    <a:pt x="5386469" y="3012293"/>
                  </a:lnTo>
                  <a:lnTo>
                    <a:pt x="5385819" y="3012293"/>
                  </a:lnTo>
                  <a:lnTo>
                    <a:pt x="5385169" y="3012293"/>
                  </a:lnTo>
                  <a:lnTo>
                    <a:pt x="5384519" y="3012293"/>
                  </a:lnTo>
                  <a:lnTo>
                    <a:pt x="5383869" y="3012293"/>
                  </a:lnTo>
                  <a:lnTo>
                    <a:pt x="5383219" y="3012293"/>
                  </a:lnTo>
                  <a:lnTo>
                    <a:pt x="5382569" y="3012293"/>
                  </a:lnTo>
                  <a:lnTo>
                    <a:pt x="5381919" y="3012293"/>
                  </a:lnTo>
                  <a:lnTo>
                    <a:pt x="5381269" y="3012293"/>
                  </a:lnTo>
                  <a:lnTo>
                    <a:pt x="5380619" y="3012293"/>
                  </a:lnTo>
                  <a:lnTo>
                    <a:pt x="5379969" y="3012293"/>
                  </a:lnTo>
                  <a:lnTo>
                    <a:pt x="5379319" y="3012293"/>
                  </a:lnTo>
                  <a:lnTo>
                    <a:pt x="5378669" y="3012293"/>
                  </a:lnTo>
                  <a:lnTo>
                    <a:pt x="5378019" y="3012293"/>
                  </a:lnTo>
                  <a:lnTo>
                    <a:pt x="5377370" y="3012293"/>
                  </a:lnTo>
                  <a:lnTo>
                    <a:pt x="5376720" y="3012293"/>
                  </a:lnTo>
                  <a:lnTo>
                    <a:pt x="5376070" y="3012293"/>
                  </a:lnTo>
                  <a:lnTo>
                    <a:pt x="5375420" y="3012293"/>
                  </a:lnTo>
                  <a:lnTo>
                    <a:pt x="5374770" y="3012293"/>
                  </a:lnTo>
                  <a:lnTo>
                    <a:pt x="5374120" y="3012293"/>
                  </a:lnTo>
                  <a:lnTo>
                    <a:pt x="5373470" y="3012293"/>
                  </a:lnTo>
                  <a:lnTo>
                    <a:pt x="5372820" y="3012293"/>
                  </a:lnTo>
                  <a:lnTo>
                    <a:pt x="5372170" y="3012293"/>
                  </a:lnTo>
                  <a:lnTo>
                    <a:pt x="5371520" y="3012293"/>
                  </a:lnTo>
                  <a:lnTo>
                    <a:pt x="5370870" y="3012293"/>
                  </a:lnTo>
                  <a:lnTo>
                    <a:pt x="5370220" y="3012293"/>
                  </a:lnTo>
                  <a:lnTo>
                    <a:pt x="5369570" y="3012293"/>
                  </a:lnTo>
                  <a:lnTo>
                    <a:pt x="5368920" y="3012293"/>
                  </a:lnTo>
                  <a:lnTo>
                    <a:pt x="5368270" y="3012293"/>
                  </a:lnTo>
                  <a:lnTo>
                    <a:pt x="5367620" y="3012293"/>
                  </a:lnTo>
                  <a:lnTo>
                    <a:pt x="5366971" y="3012293"/>
                  </a:lnTo>
                  <a:lnTo>
                    <a:pt x="5366321" y="3012293"/>
                  </a:lnTo>
                  <a:lnTo>
                    <a:pt x="5365671" y="3012293"/>
                  </a:lnTo>
                  <a:lnTo>
                    <a:pt x="5365021" y="3012293"/>
                  </a:lnTo>
                  <a:lnTo>
                    <a:pt x="5364371" y="3012293"/>
                  </a:lnTo>
                  <a:lnTo>
                    <a:pt x="5363721" y="3012293"/>
                  </a:lnTo>
                  <a:lnTo>
                    <a:pt x="5363071" y="3012293"/>
                  </a:lnTo>
                  <a:lnTo>
                    <a:pt x="5362421" y="3012293"/>
                  </a:lnTo>
                  <a:lnTo>
                    <a:pt x="5361771" y="3012293"/>
                  </a:lnTo>
                  <a:lnTo>
                    <a:pt x="5361121" y="3012293"/>
                  </a:lnTo>
                  <a:lnTo>
                    <a:pt x="5360471" y="3012293"/>
                  </a:lnTo>
                  <a:lnTo>
                    <a:pt x="5359821" y="3012293"/>
                  </a:lnTo>
                  <a:lnTo>
                    <a:pt x="5359171" y="3012293"/>
                  </a:lnTo>
                  <a:lnTo>
                    <a:pt x="5358521" y="3012293"/>
                  </a:lnTo>
                  <a:lnTo>
                    <a:pt x="5357871" y="3012293"/>
                  </a:lnTo>
                  <a:lnTo>
                    <a:pt x="5357222" y="3012293"/>
                  </a:lnTo>
                  <a:lnTo>
                    <a:pt x="5356572" y="3012293"/>
                  </a:lnTo>
                  <a:lnTo>
                    <a:pt x="5355922" y="3012293"/>
                  </a:lnTo>
                  <a:lnTo>
                    <a:pt x="5355272" y="3012293"/>
                  </a:lnTo>
                  <a:lnTo>
                    <a:pt x="5354622" y="3012293"/>
                  </a:lnTo>
                  <a:lnTo>
                    <a:pt x="5353972" y="3012293"/>
                  </a:lnTo>
                  <a:lnTo>
                    <a:pt x="5353322" y="3012293"/>
                  </a:lnTo>
                  <a:lnTo>
                    <a:pt x="5352672" y="3012293"/>
                  </a:lnTo>
                  <a:lnTo>
                    <a:pt x="5352022" y="3012293"/>
                  </a:lnTo>
                  <a:lnTo>
                    <a:pt x="5351372" y="3012293"/>
                  </a:lnTo>
                  <a:lnTo>
                    <a:pt x="5350722" y="3012293"/>
                  </a:lnTo>
                  <a:lnTo>
                    <a:pt x="5350072" y="3012293"/>
                  </a:lnTo>
                  <a:lnTo>
                    <a:pt x="5349422" y="3012293"/>
                  </a:lnTo>
                  <a:lnTo>
                    <a:pt x="5348772" y="3012293"/>
                  </a:lnTo>
                  <a:lnTo>
                    <a:pt x="5348122" y="3012293"/>
                  </a:lnTo>
                  <a:lnTo>
                    <a:pt x="5347472" y="3012293"/>
                  </a:lnTo>
                  <a:lnTo>
                    <a:pt x="5346823" y="3012293"/>
                  </a:lnTo>
                  <a:lnTo>
                    <a:pt x="5346173" y="3012293"/>
                  </a:lnTo>
                  <a:lnTo>
                    <a:pt x="5345523" y="3012293"/>
                  </a:lnTo>
                  <a:lnTo>
                    <a:pt x="5344873" y="3012293"/>
                  </a:lnTo>
                  <a:lnTo>
                    <a:pt x="5344223" y="3012293"/>
                  </a:lnTo>
                  <a:lnTo>
                    <a:pt x="5343573" y="3012293"/>
                  </a:lnTo>
                  <a:lnTo>
                    <a:pt x="5342923" y="3012293"/>
                  </a:lnTo>
                  <a:lnTo>
                    <a:pt x="5342273" y="3012293"/>
                  </a:lnTo>
                  <a:lnTo>
                    <a:pt x="5341623" y="3012293"/>
                  </a:lnTo>
                  <a:lnTo>
                    <a:pt x="5340973" y="3012293"/>
                  </a:lnTo>
                  <a:lnTo>
                    <a:pt x="5340323" y="3012293"/>
                  </a:lnTo>
                  <a:lnTo>
                    <a:pt x="5339673" y="3012293"/>
                  </a:lnTo>
                  <a:lnTo>
                    <a:pt x="5339023" y="3012293"/>
                  </a:lnTo>
                  <a:lnTo>
                    <a:pt x="5338373" y="3012293"/>
                  </a:lnTo>
                  <a:lnTo>
                    <a:pt x="5337723" y="3012293"/>
                  </a:lnTo>
                  <a:lnTo>
                    <a:pt x="5337074" y="3012293"/>
                  </a:lnTo>
                  <a:lnTo>
                    <a:pt x="5336424" y="3012293"/>
                  </a:lnTo>
                  <a:lnTo>
                    <a:pt x="5335774" y="3012293"/>
                  </a:lnTo>
                  <a:lnTo>
                    <a:pt x="5335124" y="3012293"/>
                  </a:lnTo>
                  <a:lnTo>
                    <a:pt x="5334474" y="3012293"/>
                  </a:lnTo>
                  <a:lnTo>
                    <a:pt x="5333824" y="3012293"/>
                  </a:lnTo>
                  <a:lnTo>
                    <a:pt x="5333174" y="3012293"/>
                  </a:lnTo>
                  <a:lnTo>
                    <a:pt x="5332524" y="3012293"/>
                  </a:lnTo>
                  <a:lnTo>
                    <a:pt x="5331874" y="3012293"/>
                  </a:lnTo>
                  <a:lnTo>
                    <a:pt x="5331224" y="3012293"/>
                  </a:lnTo>
                  <a:lnTo>
                    <a:pt x="5330574" y="3012293"/>
                  </a:lnTo>
                  <a:lnTo>
                    <a:pt x="5329924" y="3012293"/>
                  </a:lnTo>
                  <a:lnTo>
                    <a:pt x="5329274" y="3012293"/>
                  </a:lnTo>
                  <a:lnTo>
                    <a:pt x="5328624" y="3012293"/>
                  </a:lnTo>
                  <a:lnTo>
                    <a:pt x="5327974" y="3012293"/>
                  </a:lnTo>
                  <a:lnTo>
                    <a:pt x="5327324" y="3012293"/>
                  </a:lnTo>
                  <a:lnTo>
                    <a:pt x="5326675" y="3012293"/>
                  </a:lnTo>
                  <a:lnTo>
                    <a:pt x="5326025" y="3012293"/>
                  </a:lnTo>
                  <a:lnTo>
                    <a:pt x="5325375" y="3012293"/>
                  </a:lnTo>
                  <a:lnTo>
                    <a:pt x="5324725" y="3012293"/>
                  </a:lnTo>
                  <a:lnTo>
                    <a:pt x="5324075" y="3012293"/>
                  </a:lnTo>
                  <a:lnTo>
                    <a:pt x="5323425" y="3012293"/>
                  </a:lnTo>
                  <a:lnTo>
                    <a:pt x="5322775" y="3012293"/>
                  </a:lnTo>
                  <a:lnTo>
                    <a:pt x="5322125" y="3012293"/>
                  </a:lnTo>
                  <a:lnTo>
                    <a:pt x="5321475" y="3012293"/>
                  </a:lnTo>
                  <a:lnTo>
                    <a:pt x="5320825" y="3012293"/>
                  </a:lnTo>
                  <a:lnTo>
                    <a:pt x="5320175" y="3012293"/>
                  </a:lnTo>
                  <a:lnTo>
                    <a:pt x="5319525" y="3012293"/>
                  </a:lnTo>
                  <a:lnTo>
                    <a:pt x="5318875" y="3012293"/>
                  </a:lnTo>
                  <a:lnTo>
                    <a:pt x="5318225" y="3012293"/>
                  </a:lnTo>
                  <a:lnTo>
                    <a:pt x="5317575" y="3012293"/>
                  </a:lnTo>
                  <a:lnTo>
                    <a:pt x="5316926" y="3012293"/>
                  </a:lnTo>
                  <a:lnTo>
                    <a:pt x="5316276" y="3012293"/>
                  </a:lnTo>
                  <a:lnTo>
                    <a:pt x="5315626" y="3012293"/>
                  </a:lnTo>
                  <a:lnTo>
                    <a:pt x="5314976" y="3012293"/>
                  </a:lnTo>
                  <a:lnTo>
                    <a:pt x="5314326" y="3012293"/>
                  </a:lnTo>
                  <a:lnTo>
                    <a:pt x="5313676" y="3012293"/>
                  </a:lnTo>
                  <a:lnTo>
                    <a:pt x="5313026" y="3012293"/>
                  </a:lnTo>
                  <a:lnTo>
                    <a:pt x="5312376" y="3012293"/>
                  </a:lnTo>
                  <a:lnTo>
                    <a:pt x="5311726" y="3012293"/>
                  </a:lnTo>
                  <a:lnTo>
                    <a:pt x="5311076" y="3012293"/>
                  </a:lnTo>
                  <a:lnTo>
                    <a:pt x="5310426" y="3012293"/>
                  </a:lnTo>
                  <a:lnTo>
                    <a:pt x="5309776" y="3012293"/>
                  </a:lnTo>
                  <a:lnTo>
                    <a:pt x="5309126" y="3012293"/>
                  </a:lnTo>
                  <a:lnTo>
                    <a:pt x="5308476" y="3012293"/>
                  </a:lnTo>
                  <a:lnTo>
                    <a:pt x="5307826" y="3012293"/>
                  </a:lnTo>
                  <a:lnTo>
                    <a:pt x="5307177" y="3012293"/>
                  </a:lnTo>
                  <a:lnTo>
                    <a:pt x="5306527" y="3012293"/>
                  </a:lnTo>
                  <a:lnTo>
                    <a:pt x="5305877" y="3012293"/>
                  </a:lnTo>
                  <a:lnTo>
                    <a:pt x="5305227" y="3012293"/>
                  </a:lnTo>
                  <a:lnTo>
                    <a:pt x="5304577" y="3012293"/>
                  </a:lnTo>
                  <a:lnTo>
                    <a:pt x="5303927" y="3012293"/>
                  </a:lnTo>
                  <a:lnTo>
                    <a:pt x="5303277" y="3012293"/>
                  </a:lnTo>
                  <a:lnTo>
                    <a:pt x="5302627" y="3012293"/>
                  </a:lnTo>
                  <a:lnTo>
                    <a:pt x="5301977" y="3012293"/>
                  </a:lnTo>
                  <a:lnTo>
                    <a:pt x="5301327" y="3012293"/>
                  </a:lnTo>
                  <a:lnTo>
                    <a:pt x="5300677" y="3012293"/>
                  </a:lnTo>
                  <a:lnTo>
                    <a:pt x="5300027" y="3012293"/>
                  </a:lnTo>
                  <a:lnTo>
                    <a:pt x="5299377" y="3012293"/>
                  </a:lnTo>
                  <a:lnTo>
                    <a:pt x="5298727" y="3012293"/>
                  </a:lnTo>
                  <a:lnTo>
                    <a:pt x="5298077" y="3012293"/>
                  </a:lnTo>
                  <a:lnTo>
                    <a:pt x="5297427" y="3012293"/>
                  </a:lnTo>
                  <a:lnTo>
                    <a:pt x="5296778" y="3012293"/>
                  </a:lnTo>
                  <a:lnTo>
                    <a:pt x="5296128" y="3012293"/>
                  </a:lnTo>
                  <a:lnTo>
                    <a:pt x="5295478" y="3012293"/>
                  </a:lnTo>
                  <a:lnTo>
                    <a:pt x="5294828" y="3012293"/>
                  </a:lnTo>
                  <a:lnTo>
                    <a:pt x="5294178" y="3012293"/>
                  </a:lnTo>
                  <a:lnTo>
                    <a:pt x="5293528" y="3012293"/>
                  </a:lnTo>
                  <a:lnTo>
                    <a:pt x="5292878" y="3012293"/>
                  </a:lnTo>
                  <a:lnTo>
                    <a:pt x="5292228" y="3012293"/>
                  </a:lnTo>
                  <a:lnTo>
                    <a:pt x="5291578" y="3012293"/>
                  </a:lnTo>
                  <a:lnTo>
                    <a:pt x="5290928" y="3012293"/>
                  </a:lnTo>
                  <a:lnTo>
                    <a:pt x="5290278" y="3012293"/>
                  </a:lnTo>
                  <a:lnTo>
                    <a:pt x="5289628" y="3012293"/>
                  </a:lnTo>
                  <a:lnTo>
                    <a:pt x="5288978" y="3012293"/>
                  </a:lnTo>
                  <a:lnTo>
                    <a:pt x="5288328" y="3012293"/>
                  </a:lnTo>
                  <a:lnTo>
                    <a:pt x="5287678" y="3012293"/>
                  </a:lnTo>
                  <a:lnTo>
                    <a:pt x="5287029" y="3012293"/>
                  </a:lnTo>
                  <a:lnTo>
                    <a:pt x="5286379" y="3012293"/>
                  </a:lnTo>
                  <a:lnTo>
                    <a:pt x="5285729" y="3012293"/>
                  </a:lnTo>
                  <a:lnTo>
                    <a:pt x="5285079" y="3012293"/>
                  </a:lnTo>
                  <a:lnTo>
                    <a:pt x="5284429" y="3012293"/>
                  </a:lnTo>
                  <a:lnTo>
                    <a:pt x="5283779" y="3012293"/>
                  </a:lnTo>
                  <a:lnTo>
                    <a:pt x="5283129" y="3012293"/>
                  </a:lnTo>
                  <a:lnTo>
                    <a:pt x="5282479" y="3012293"/>
                  </a:lnTo>
                  <a:lnTo>
                    <a:pt x="5281829" y="3012293"/>
                  </a:lnTo>
                  <a:lnTo>
                    <a:pt x="5281179" y="3012293"/>
                  </a:lnTo>
                  <a:lnTo>
                    <a:pt x="5280529" y="3012293"/>
                  </a:lnTo>
                  <a:lnTo>
                    <a:pt x="5279879" y="3012293"/>
                  </a:lnTo>
                  <a:lnTo>
                    <a:pt x="5279229" y="3012293"/>
                  </a:lnTo>
                  <a:lnTo>
                    <a:pt x="5278579" y="3012293"/>
                  </a:lnTo>
                  <a:lnTo>
                    <a:pt x="5277929" y="3012293"/>
                  </a:lnTo>
                  <a:lnTo>
                    <a:pt x="5277279" y="3012293"/>
                  </a:lnTo>
                  <a:lnTo>
                    <a:pt x="5276630" y="3012293"/>
                  </a:lnTo>
                  <a:lnTo>
                    <a:pt x="5275980" y="3012293"/>
                  </a:lnTo>
                  <a:lnTo>
                    <a:pt x="5275330" y="3012293"/>
                  </a:lnTo>
                  <a:lnTo>
                    <a:pt x="5274680" y="3012293"/>
                  </a:lnTo>
                  <a:lnTo>
                    <a:pt x="5274030" y="3012293"/>
                  </a:lnTo>
                  <a:lnTo>
                    <a:pt x="5273380" y="3012293"/>
                  </a:lnTo>
                  <a:lnTo>
                    <a:pt x="5272730" y="3012293"/>
                  </a:lnTo>
                  <a:lnTo>
                    <a:pt x="5272080" y="3012293"/>
                  </a:lnTo>
                  <a:lnTo>
                    <a:pt x="5271430" y="3012293"/>
                  </a:lnTo>
                  <a:lnTo>
                    <a:pt x="5270780" y="3012293"/>
                  </a:lnTo>
                  <a:lnTo>
                    <a:pt x="5270130" y="3012293"/>
                  </a:lnTo>
                  <a:lnTo>
                    <a:pt x="5269480" y="3012293"/>
                  </a:lnTo>
                  <a:lnTo>
                    <a:pt x="5268830" y="3012293"/>
                  </a:lnTo>
                  <a:lnTo>
                    <a:pt x="5268180" y="3012293"/>
                  </a:lnTo>
                  <a:lnTo>
                    <a:pt x="5267530" y="3012293"/>
                  </a:lnTo>
                  <a:lnTo>
                    <a:pt x="5266881" y="3012293"/>
                  </a:lnTo>
                  <a:lnTo>
                    <a:pt x="5266231" y="3012293"/>
                  </a:lnTo>
                  <a:lnTo>
                    <a:pt x="5265581" y="3012293"/>
                  </a:lnTo>
                  <a:lnTo>
                    <a:pt x="5264931" y="3012293"/>
                  </a:lnTo>
                  <a:lnTo>
                    <a:pt x="5264281" y="3012293"/>
                  </a:lnTo>
                  <a:lnTo>
                    <a:pt x="5263631" y="3012293"/>
                  </a:lnTo>
                  <a:lnTo>
                    <a:pt x="5262981" y="3012293"/>
                  </a:lnTo>
                  <a:lnTo>
                    <a:pt x="5262331" y="3012293"/>
                  </a:lnTo>
                  <a:lnTo>
                    <a:pt x="5261681" y="3012293"/>
                  </a:lnTo>
                  <a:lnTo>
                    <a:pt x="5261031" y="3012293"/>
                  </a:lnTo>
                  <a:lnTo>
                    <a:pt x="5260381" y="3012293"/>
                  </a:lnTo>
                  <a:lnTo>
                    <a:pt x="5259731" y="3012293"/>
                  </a:lnTo>
                  <a:lnTo>
                    <a:pt x="5259081" y="3012293"/>
                  </a:lnTo>
                  <a:lnTo>
                    <a:pt x="5258431" y="3012293"/>
                  </a:lnTo>
                  <a:lnTo>
                    <a:pt x="5257781" y="3012293"/>
                  </a:lnTo>
                  <a:lnTo>
                    <a:pt x="5257131" y="3012293"/>
                  </a:lnTo>
                  <a:lnTo>
                    <a:pt x="5256482" y="3012293"/>
                  </a:lnTo>
                  <a:lnTo>
                    <a:pt x="5255832" y="3012293"/>
                  </a:lnTo>
                  <a:lnTo>
                    <a:pt x="5255182" y="3012293"/>
                  </a:lnTo>
                  <a:lnTo>
                    <a:pt x="5254532" y="3012293"/>
                  </a:lnTo>
                  <a:lnTo>
                    <a:pt x="5253882" y="3012293"/>
                  </a:lnTo>
                  <a:lnTo>
                    <a:pt x="5253232" y="3012293"/>
                  </a:lnTo>
                  <a:lnTo>
                    <a:pt x="5252582" y="3012293"/>
                  </a:lnTo>
                  <a:lnTo>
                    <a:pt x="5251932" y="3012293"/>
                  </a:lnTo>
                  <a:lnTo>
                    <a:pt x="5251282" y="3012293"/>
                  </a:lnTo>
                  <a:lnTo>
                    <a:pt x="5250632" y="3012293"/>
                  </a:lnTo>
                  <a:lnTo>
                    <a:pt x="5249982" y="3012293"/>
                  </a:lnTo>
                  <a:lnTo>
                    <a:pt x="5249332" y="3012293"/>
                  </a:lnTo>
                  <a:lnTo>
                    <a:pt x="5248682" y="3012293"/>
                  </a:lnTo>
                  <a:lnTo>
                    <a:pt x="5248032" y="3012293"/>
                  </a:lnTo>
                  <a:lnTo>
                    <a:pt x="5247382" y="3012293"/>
                  </a:lnTo>
                  <a:lnTo>
                    <a:pt x="5246733" y="3012293"/>
                  </a:lnTo>
                  <a:lnTo>
                    <a:pt x="5246083" y="3012293"/>
                  </a:lnTo>
                  <a:lnTo>
                    <a:pt x="5245433" y="3012293"/>
                  </a:lnTo>
                  <a:lnTo>
                    <a:pt x="5244783" y="3012293"/>
                  </a:lnTo>
                  <a:lnTo>
                    <a:pt x="5244133" y="3012293"/>
                  </a:lnTo>
                  <a:lnTo>
                    <a:pt x="5243483" y="3012293"/>
                  </a:lnTo>
                  <a:lnTo>
                    <a:pt x="5242833" y="3012293"/>
                  </a:lnTo>
                  <a:lnTo>
                    <a:pt x="5242183" y="3012293"/>
                  </a:lnTo>
                  <a:lnTo>
                    <a:pt x="5241533" y="3012293"/>
                  </a:lnTo>
                  <a:lnTo>
                    <a:pt x="5240883" y="3012293"/>
                  </a:lnTo>
                  <a:lnTo>
                    <a:pt x="5240233" y="3012293"/>
                  </a:lnTo>
                  <a:lnTo>
                    <a:pt x="5239583" y="3012293"/>
                  </a:lnTo>
                  <a:lnTo>
                    <a:pt x="5238933" y="3012293"/>
                  </a:lnTo>
                  <a:lnTo>
                    <a:pt x="5238283" y="3012293"/>
                  </a:lnTo>
                  <a:lnTo>
                    <a:pt x="5237633" y="3012293"/>
                  </a:lnTo>
                  <a:lnTo>
                    <a:pt x="5236983" y="3012293"/>
                  </a:lnTo>
                  <a:lnTo>
                    <a:pt x="5236334" y="3012293"/>
                  </a:lnTo>
                  <a:lnTo>
                    <a:pt x="5235684" y="3012293"/>
                  </a:lnTo>
                  <a:lnTo>
                    <a:pt x="5235034" y="3012293"/>
                  </a:lnTo>
                  <a:lnTo>
                    <a:pt x="5234384" y="3012293"/>
                  </a:lnTo>
                  <a:lnTo>
                    <a:pt x="5233734" y="3012293"/>
                  </a:lnTo>
                  <a:lnTo>
                    <a:pt x="5233084" y="3012293"/>
                  </a:lnTo>
                  <a:lnTo>
                    <a:pt x="5232434" y="3012293"/>
                  </a:lnTo>
                  <a:lnTo>
                    <a:pt x="5231784" y="3012293"/>
                  </a:lnTo>
                  <a:lnTo>
                    <a:pt x="5231134" y="3012293"/>
                  </a:lnTo>
                  <a:lnTo>
                    <a:pt x="5230484" y="3012293"/>
                  </a:lnTo>
                  <a:lnTo>
                    <a:pt x="5229834" y="3012293"/>
                  </a:lnTo>
                  <a:lnTo>
                    <a:pt x="5229184" y="3012293"/>
                  </a:lnTo>
                  <a:lnTo>
                    <a:pt x="5228534" y="3012293"/>
                  </a:lnTo>
                  <a:lnTo>
                    <a:pt x="5227884" y="3012293"/>
                  </a:lnTo>
                  <a:lnTo>
                    <a:pt x="5227234" y="3012293"/>
                  </a:lnTo>
                  <a:lnTo>
                    <a:pt x="5226585" y="3012293"/>
                  </a:lnTo>
                  <a:lnTo>
                    <a:pt x="5225935" y="3012293"/>
                  </a:lnTo>
                  <a:lnTo>
                    <a:pt x="5225285" y="3012293"/>
                  </a:lnTo>
                  <a:lnTo>
                    <a:pt x="5224635" y="3012293"/>
                  </a:lnTo>
                  <a:lnTo>
                    <a:pt x="5223985" y="3012293"/>
                  </a:lnTo>
                  <a:lnTo>
                    <a:pt x="5223335" y="3012293"/>
                  </a:lnTo>
                  <a:lnTo>
                    <a:pt x="5222685" y="3012293"/>
                  </a:lnTo>
                  <a:lnTo>
                    <a:pt x="5222035" y="3012293"/>
                  </a:lnTo>
                  <a:lnTo>
                    <a:pt x="5221385" y="3012293"/>
                  </a:lnTo>
                  <a:lnTo>
                    <a:pt x="5220735" y="3012293"/>
                  </a:lnTo>
                  <a:lnTo>
                    <a:pt x="5220085" y="3012293"/>
                  </a:lnTo>
                  <a:lnTo>
                    <a:pt x="5219435" y="3012293"/>
                  </a:lnTo>
                  <a:lnTo>
                    <a:pt x="5218785" y="3012293"/>
                  </a:lnTo>
                  <a:lnTo>
                    <a:pt x="5218135" y="3012293"/>
                  </a:lnTo>
                  <a:lnTo>
                    <a:pt x="5217485" y="3012293"/>
                  </a:lnTo>
                  <a:lnTo>
                    <a:pt x="5216835" y="3012293"/>
                  </a:lnTo>
                  <a:lnTo>
                    <a:pt x="5216186" y="3012293"/>
                  </a:lnTo>
                  <a:lnTo>
                    <a:pt x="5215536" y="3012293"/>
                  </a:lnTo>
                  <a:lnTo>
                    <a:pt x="5214886" y="3012293"/>
                  </a:lnTo>
                  <a:lnTo>
                    <a:pt x="5214236" y="3012293"/>
                  </a:lnTo>
                  <a:lnTo>
                    <a:pt x="5213586" y="3012293"/>
                  </a:lnTo>
                  <a:lnTo>
                    <a:pt x="5212936" y="3012293"/>
                  </a:lnTo>
                  <a:lnTo>
                    <a:pt x="5212286" y="3012293"/>
                  </a:lnTo>
                  <a:lnTo>
                    <a:pt x="5211636" y="3012293"/>
                  </a:lnTo>
                  <a:lnTo>
                    <a:pt x="5210986" y="3012293"/>
                  </a:lnTo>
                  <a:lnTo>
                    <a:pt x="5210336" y="3012293"/>
                  </a:lnTo>
                  <a:lnTo>
                    <a:pt x="5209686" y="3012293"/>
                  </a:lnTo>
                  <a:lnTo>
                    <a:pt x="5209036" y="3012293"/>
                  </a:lnTo>
                  <a:lnTo>
                    <a:pt x="5208386" y="3012293"/>
                  </a:lnTo>
                  <a:lnTo>
                    <a:pt x="5207736" y="3012293"/>
                  </a:lnTo>
                  <a:lnTo>
                    <a:pt x="5207086" y="3012293"/>
                  </a:lnTo>
                  <a:lnTo>
                    <a:pt x="5206437" y="3012293"/>
                  </a:lnTo>
                  <a:lnTo>
                    <a:pt x="5205787" y="3012293"/>
                  </a:lnTo>
                  <a:lnTo>
                    <a:pt x="5205137" y="3012293"/>
                  </a:lnTo>
                  <a:lnTo>
                    <a:pt x="5204487" y="3012293"/>
                  </a:lnTo>
                  <a:lnTo>
                    <a:pt x="5203837" y="3012293"/>
                  </a:lnTo>
                  <a:lnTo>
                    <a:pt x="5203187" y="3012293"/>
                  </a:lnTo>
                  <a:lnTo>
                    <a:pt x="5202537" y="3012293"/>
                  </a:lnTo>
                  <a:lnTo>
                    <a:pt x="5201887" y="3012293"/>
                  </a:lnTo>
                  <a:lnTo>
                    <a:pt x="5201237" y="3012293"/>
                  </a:lnTo>
                  <a:lnTo>
                    <a:pt x="5200587" y="3012293"/>
                  </a:lnTo>
                  <a:lnTo>
                    <a:pt x="5199937" y="3012293"/>
                  </a:lnTo>
                  <a:lnTo>
                    <a:pt x="5199287" y="3012293"/>
                  </a:lnTo>
                  <a:lnTo>
                    <a:pt x="5198637" y="3012293"/>
                  </a:lnTo>
                  <a:lnTo>
                    <a:pt x="5197987" y="3012293"/>
                  </a:lnTo>
                  <a:lnTo>
                    <a:pt x="5197337" y="3012293"/>
                  </a:lnTo>
                  <a:lnTo>
                    <a:pt x="5196687" y="3012293"/>
                  </a:lnTo>
                  <a:lnTo>
                    <a:pt x="5196038" y="3012293"/>
                  </a:lnTo>
                  <a:lnTo>
                    <a:pt x="5195388" y="3012293"/>
                  </a:lnTo>
                  <a:lnTo>
                    <a:pt x="5194738" y="3012293"/>
                  </a:lnTo>
                  <a:lnTo>
                    <a:pt x="5194088" y="3012293"/>
                  </a:lnTo>
                  <a:lnTo>
                    <a:pt x="5193438" y="3012293"/>
                  </a:lnTo>
                  <a:lnTo>
                    <a:pt x="5192788" y="3012293"/>
                  </a:lnTo>
                  <a:lnTo>
                    <a:pt x="5192138" y="3012293"/>
                  </a:lnTo>
                  <a:lnTo>
                    <a:pt x="5191488" y="3012293"/>
                  </a:lnTo>
                  <a:lnTo>
                    <a:pt x="5190838" y="3012293"/>
                  </a:lnTo>
                  <a:lnTo>
                    <a:pt x="5190188" y="3012293"/>
                  </a:lnTo>
                  <a:lnTo>
                    <a:pt x="5189538" y="3012293"/>
                  </a:lnTo>
                  <a:lnTo>
                    <a:pt x="5188888" y="3012293"/>
                  </a:lnTo>
                  <a:lnTo>
                    <a:pt x="5188238" y="3012293"/>
                  </a:lnTo>
                  <a:lnTo>
                    <a:pt x="5187588" y="3012293"/>
                  </a:lnTo>
                  <a:lnTo>
                    <a:pt x="5186938" y="3012293"/>
                  </a:lnTo>
                  <a:lnTo>
                    <a:pt x="5186289" y="3012293"/>
                  </a:lnTo>
                  <a:lnTo>
                    <a:pt x="5185639" y="3012293"/>
                  </a:lnTo>
                  <a:lnTo>
                    <a:pt x="5184989" y="3012293"/>
                  </a:lnTo>
                  <a:lnTo>
                    <a:pt x="5184339" y="3012293"/>
                  </a:lnTo>
                  <a:lnTo>
                    <a:pt x="5183689" y="3012293"/>
                  </a:lnTo>
                  <a:lnTo>
                    <a:pt x="5183039" y="3012293"/>
                  </a:lnTo>
                  <a:lnTo>
                    <a:pt x="5182389" y="3012293"/>
                  </a:lnTo>
                  <a:lnTo>
                    <a:pt x="5181739" y="3012293"/>
                  </a:lnTo>
                  <a:lnTo>
                    <a:pt x="5181089" y="3012293"/>
                  </a:lnTo>
                  <a:lnTo>
                    <a:pt x="5180439" y="3012293"/>
                  </a:lnTo>
                  <a:lnTo>
                    <a:pt x="5179789" y="3012293"/>
                  </a:lnTo>
                  <a:lnTo>
                    <a:pt x="5179139" y="3012293"/>
                  </a:lnTo>
                  <a:lnTo>
                    <a:pt x="5178489" y="3012293"/>
                  </a:lnTo>
                  <a:lnTo>
                    <a:pt x="5177839" y="3012293"/>
                  </a:lnTo>
                  <a:lnTo>
                    <a:pt x="5177189" y="3012293"/>
                  </a:lnTo>
                  <a:lnTo>
                    <a:pt x="5176539" y="3012293"/>
                  </a:lnTo>
                  <a:lnTo>
                    <a:pt x="5175890" y="3012293"/>
                  </a:lnTo>
                  <a:lnTo>
                    <a:pt x="5175240" y="3012293"/>
                  </a:lnTo>
                  <a:lnTo>
                    <a:pt x="5174590" y="3012293"/>
                  </a:lnTo>
                  <a:lnTo>
                    <a:pt x="5173940" y="3012293"/>
                  </a:lnTo>
                  <a:lnTo>
                    <a:pt x="5173290" y="3012293"/>
                  </a:lnTo>
                  <a:lnTo>
                    <a:pt x="5172640" y="3012293"/>
                  </a:lnTo>
                  <a:lnTo>
                    <a:pt x="5171990" y="3012293"/>
                  </a:lnTo>
                  <a:lnTo>
                    <a:pt x="5171340" y="3012293"/>
                  </a:lnTo>
                  <a:lnTo>
                    <a:pt x="5170690" y="3012293"/>
                  </a:lnTo>
                  <a:lnTo>
                    <a:pt x="5170040" y="3012293"/>
                  </a:lnTo>
                  <a:lnTo>
                    <a:pt x="5169390" y="3012293"/>
                  </a:lnTo>
                  <a:lnTo>
                    <a:pt x="5168740" y="3012293"/>
                  </a:lnTo>
                  <a:lnTo>
                    <a:pt x="5168090" y="3012293"/>
                  </a:lnTo>
                  <a:lnTo>
                    <a:pt x="5167440" y="3012293"/>
                  </a:lnTo>
                  <a:lnTo>
                    <a:pt x="5166790" y="3012293"/>
                  </a:lnTo>
                  <a:lnTo>
                    <a:pt x="5166141" y="3012293"/>
                  </a:lnTo>
                  <a:lnTo>
                    <a:pt x="5165491" y="3012293"/>
                  </a:lnTo>
                  <a:lnTo>
                    <a:pt x="5164841" y="3012293"/>
                  </a:lnTo>
                  <a:lnTo>
                    <a:pt x="5164191" y="3012293"/>
                  </a:lnTo>
                  <a:lnTo>
                    <a:pt x="5163541" y="3012293"/>
                  </a:lnTo>
                  <a:lnTo>
                    <a:pt x="5162891" y="3012293"/>
                  </a:lnTo>
                  <a:lnTo>
                    <a:pt x="5162241" y="3012293"/>
                  </a:lnTo>
                  <a:lnTo>
                    <a:pt x="5161591" y="3012293"/>
                  </a:lnTo>
                  <a:lnTo>
                    <a:pt x="5160941" y="3012293"/>
                  </a:lnTo>
                  <a:lnTo>
                    <a:pt x="5160291" y="3012293"/>
                  </a:lnTo>
                  <a:lnTo>
                    <a:pt x="5159641" y="3012293"/>
                  </a:lnTo>
                  <a:lnTo>
                    <a:pt x="5158991" y="3012293"/>
                  </a:lnTo>
                  <a:lnTo>
                    <a:pt x="5158341" y="3012293"/>
                  </a:lnTo>
                  <a:lnTo>
                    <a:pt x="5157691" y="3012293"/>
                  </a:lnTo>
                  <a:lnTo>
                    <a:pt x="5157041" y="3012293"/>
                  </a:lnTo>
                  <a:lnTo>
                    <a:pt x="5156392" y="3012293"/>
                  </a:lnTo>
                  <a:lnTo>
                    <a:pt x="5155742" y="3012293"/>
                  </a:lnTo>
                  <a:lnTo>
                    <a:pt x="5155092" y="3012293"/>
                  </a:lnTo>
                  <a:lnTo>
                    <a:pt x="5154442" y="3012293"/>
                  </a:lnTo>
                  <a:lnTo>
                    <a:pt x="5153792" y="3012293"/>
                  </a:lnTo>
                  <a:lnTo>
                    <a:pt x="5153142" y="3012293"/>
                  </a:lnTo>
                  <a:lnTo>
                    <a:pt x="5152492" y="3012293"/>
                  </a:lnTo>
                  <a:lnTo>
                    <a:pt x="5151842" y="3012293"/>
                  </a:lnTo>
                  <a:lnTo>
                    <a:pt x="5151192" y="3012293"/>
                  </a:lnTo>
                  <a:lnTo>
                    <a:pt x="5150542" y="3012293"/>
                  </a:lnTo>
                  <a:lnTo>
                    <a:pt x="5149892" y="3012293"/>
                  </a:lnTo>
                  <a:lnTo>
                    <a:pt x="5149242" y="3012293"/>
                  </a:lnTo>
                  <a:lnTo>
                    <a:pt x="5148592" y="3012293"/>
                  </a:lnTo>
                  <a:lnTo>
                    <a:pt x="5147942" y="3012293"/>
                  </a:lnTo>
                  <a:lnTo>
                    <a:pt x="5147292" y="3012293"/>
                  </a:lnTo>
                  <a:lnTo>
                    <a:pt x="5146642" y="3012293"/>
                  </a:lnTo>
                  <a:lnTo>
                    <a:pt x="5145993" y="3012293"/>
                  </a:lnTo>
                  <a:lnTo>
                    <a:pt x="5145343" y="3012293"/>
                  </a:lnTo>
                  <a:lnTo>
                    <a:pt x="5144693" y="3012293"/>
                  </a:lnTo>
                  <a:lnTo>
                    <a:pt x="5144043" y="3012293"/>
                  </a:lnTo>
                  <a:lnTo>
                    <a:pt x="5143393" y="3012293"/>
                  </a:lnTo>
                  <a:lnTo>
                    <a:pt x="5142743" y="3012293"/>
                  </a:lnTo>
                  <a:lnTo>
                    <a:pt x="5142093" y="3012293"/>
                  </a:lnTo>
                  <a:lnTo>
                    <a:pt x="5141443" y="3012293"/>
                  </a:lnTo>
                  <a:lnTo>
                    <a:pt x="5140793" y="3012293"/>
                  </a:lnTo>
                  <a:lnTo>
                    <a:pt x="5140143" y="3012293"/>
                  </a:lnTo>
                  <a:lnTo>
                    <a:pt x="5139493" y="3012293"/>
                  </a:lnTo>
                  <a:lnTo>
                    <a:pt x="5138843" y="3012293"/>
                  </a:lnTo>
                  <a:lnTo>
                    <a:pt x="5138193" y="3012293"/>
                  </a:lnTo>
                  <a:lnTo>
                    <a:pt x="5137543" y="3012293"/>
                  </a:lnTo>
                  <a:lnTo>
                    <a:pt x="5136893" y="3012293"/>
                  </a:lnTo>
                  <a:lnTo>
                    <a:pt x="5136244" y="3012293"/>
                  </a:lnTo>
                  <a:lnTo>
                    <a:pt x="5135594" y="3012293"/>
                  </a:lnTo>
                  <a:lnTo>
                    <a:pt x="5134944" y="3012293"/>
                  </a:lnTo>
                  <a:lnTo>
                    <a:pt x="5134294" y="3012293"/>
                  </a:lnTo>
                  <a:lnTo>
                    <a:pt x="5133644" y="3012293"/>
                  </a:lnTo>
                  <a:lnTo>
                    <a:pt x="5132994" y="3012293"/>
                  </a:lnTo>
                  <a:lnTo>
                    <a:pt x="5132344" y="3012293"/>
                  </a:lnTo>
                  <a:lnTo>
                    <a:pt x="5131694" y="3012293"/>
                  </a:lnTo>
                  <a:lnTo>
                    <a:pt x="5131044" y="3012293"/>
                  </a:lnTo>
                  <a:lnTo>
                    <a:pt x="5130394" y="3012293"/>
                  </a:lnTo>
                  <a:lnTo>
                    <a:pt x="5129744" y="3012293"/>
                  </a:lnTo>
                  <a:lnTo>
                    <a:pt x="5129094" y="3012293"/>
                  </a:lnTo>
                  <a:lnTo>
                    <a:pt x="5128444" y="3012293"/>
                  </a:lnTo>
                  <a:lnTo>
                    <a:pt x="5127794" y="3012293"/>
                  </a:lnTo>
                  <a:lnTo>
                    <a:pt x="5127144" y="3012293"/>
                  </a:lnTo>
                  <a:lnTo>
                    <a:pt x="5126494" y="3012293"/>
                  </a:lnTo>
                  <a:lnTo>
                    <a:pt x="5125845" y="3012293"/>
                  </a:lnTo>
                  <a:lnTo>
                    <a:pt x="5125195" y="3012293"/>
                  </a:lnTo>
                  <a:lnTo>
                    <a:pt x="5124545" y="3012293"/>
                  </a:lnTo>
                  <a:lnTo>
                    <a:pt x="5123895" y="3012293"/>
                  </a:lnTo>
                  <a:lnTo>
                    <a:pt x="5123245" y="3012293"/>
                  </a:lnTo>
                  <a:lnTo>
                    <a:pt x="5122595" y="3012293"/>
                  </a:lnTo>
                  <a:lnTo>
                    <a:pt x="5121945" y="3012293"/>
                  </a:lnTo>
                  <a:lnTo>
                    <a:pt x="5121295" y="3012293"/>
                  </a:lnTo>
                  <a:lnTo>
                    <a:pt x="5120645" y="3012293"/>
                  </a:lnTo>
                  <a:lnTo>
                    <a:pt x="5119995" y="3012293"/>
                  </a:lnTo>
                  <a:lnTo>
                    <a:pt x="5119345" y="3012293"/>
                  </a:lnTo>
                  <a:lnTo>
                    <a:pt x="5118695" y="3012293"/>
                  </a:lnTo>
                  <a:lnTo>
                    <a:pt x="5118045" y="3012293"/>
                  </a:lnTo>
                  <a:lnTo>
                    <a:pt x="5117395" y="3012293"/>
                  </a:lnTo>
                  <a:lnTo>
                    <a:pt x="5116745" y="3012293"/>
                  </a:lnTo>
                  <a:lnTo>
                    <a:pt x="5116096" y="3012293"/>
                  </a:lnTo>
                  <a:lnTo>
                    <a:pt x="5115446" y="3012293"/>
                  </a:lnTo>
                  <a:lnTo>
                    <a:pt x="5114796" y="3012293"/>
                  </a:lnTo>
                  <a:lnTo>
                    <a:pt x="5114146" y="3012293"/>
                  </a:lnTo>
                  <a:lnTo>
                    <a:pt x="5113496" y="3012293"/>
                  </a:lnTo>
                  <a:lnTo>
                    <a:pt x="5112846" y="3012293"/>
                  </a:lnTo>
                  <a:lnTo>
                    <a:pt x="5112196" y="3012293"/>
                  </a:lnTo>
                  <a:lnTo>
                    <a:pt x="5111546" y="3012293"/>
                  </a:lnTo>
                  <a:lnTo>
                    <a:pt x="5110896" y="3012293"/>
                  </a:lnTo>
                  <a:lnTo>
                    <a:pt x="5110246" y="3012293"/>
                  </a:lnTo>
                  <a:lnTo>
                    <a:pt x="5109596" y="3012293"/>
                  </a:lnTo>
                  <a:lnTo>
                    <a:pt x="5108946" y="3012293"/>
                  </a:lnTo>
                  <a:lnTo>
                    <a:pt x="5108296" y="3012293"/>
                  </a:lnTo>
                  <a:lnTo>
                    <a:pt x="5107646" y="3012293"/>
                  </a:lnTo>
                  <a:lnTo>
                    <a:pt x="5106996" y="3012293"/>
                  </a:lnTo>
                  <a:lnTo>
                    <a:pt x="5106346" y="3012293"/>
                  </a:lnTo>
                  <a:lnTo>
                    <a:pt x="5105697" y="3012293"/>
                  </a:lnTo>
                  <a:lnTo>
                    <a:pt x="5105047" y="3012293"/>
                  </a:lnTo>
                  <a:lnTo>
                    <a:pt x="5104397" y="3012293"/>
                  </a:lnTo>
                  <a:lnTo>
                    <a:pt x="5103747" y="3012293"/>
                  </a:lnTo>
                  <a:lnTo>
                    <a:pt x="5103097" y="3012293"/>
                  </a:lnTo>
                  <a:lnTo>
                    <a:pt x="5102447" y="3012293"/>
                  </a:lnTo>
                  <a:lnTo>
                    <a:pt x="5101797" y="3012293"/>
                  </a:lnTo>
                  <a:lnTo>
                    <a:pt x="5101147" y="3012293"/>
                  </a:lnTo>
                  <a:lnTo>
                    <a:pt x="5100497" y="3012293"/>
                  </a:lnTo>
                  <a:lnTo>
                    <a:pt x="5099847" y="3012293"/>
                  </a:lnTo>
                  <a:lnTo>
                    <a:pt x="5099197" y="3012293"/>
                  </a:lnTo>
                  <a:lnTo>
                    <a:pt x="5098547" y="3012293"/>
                  </a:lnTo>
                  <a:lnTo>
                    <a:pt x="5097897" y="3012293"/>
                  </a:lnTo>
                  <a:lnTo>
                    <a:pt x="5097247" y="3012293"/>
                  </a:lnTo>
                  <a:lnTo>
                    <a:pt x="5096597" y="3012293"/>
                  </a:lnTo>
                  <a:lnTo>
                    <a:pt x="5095948" y="3012293"/>
                  </a:lnTo>
                  <a:lnTo>
                    <a:pt x="5095298" y="3012293"/>
                  </a:lnTo>
                  <a:lnTo>
                    <a:pt x="5094648" y="3012293"/>
                  </a:lnTo>
                  <a:lnTo>
                    <a:pt x="5093998" y="3012293"/>
                  </a:lnTo>
                  <a:lnTo>
                    <a:pt x="5093348" y="3012293"/>
                  </a:lnTo>
                  <a:lnTo>
                    <a:pt x="5092698" y="3012293"/>
                  </a:lnTo>
                  <a:lnTo>
                    <a:pt x="5092048" y="3012293"/>
                  </a:lnTo>
                  <a:lnTo>
                    <a:pt x="5091398" y="3012293"/>
                  </a:lnTo>
                  <a:lnTo>
                    <a:pt x="5090748" y="3012293"/>
                  </a:lnTo>
                  <a:lnTo>
                    <a:pt x="5090098" y="3012293"/>
                  </a:lnTo>
                  <a:lnTo>
                    <a:pt x="5089448" y="3012293"/>
                  </a:lnTo>
                  <a:lnTo>
                    <a:pt x="5088798" y="3012293"/>
                  </a:lnTo>
                  <a:lnTo>
                    <a:pt x="5088148" y="3012293"/>
                  </a:lnTo>
                  <a:lnTo>
                    <a:pt x="5087498" y="3012293"/>
                  </a:lnTo>
                  <a:lnTo>
                    <a:pt x="5086848" y="3012293"/>
                  </a:lnTo>
                  <a:lnTo>
                    <a:pt x="5086198" y="3012293"/>
                  </a:lnTo>
                  <a:lnTo>
                    <a:pt x="5085549" y="3012293"/>
                  </a:lnTo>
                  <a:lnTo>
                    <a:pt x="5084899" y="3012293"/>
                  </a:lnTo>
                  <a:lnTo>
                    <a:pt x="5084249" y="3012293"/>
                  </a:lnTo>
                  <a:lnTo>
                    <a:pt x="5083599" y="3012293"/>
                  </a:lnTo>
                  <a:lnTo>
                    <a:pt x="5082949" y="3012293"/>
                  </a:lnTo>
                  <a:lnTo>
                    <a:pt x="5082299" y="3012293"/>
                  </a:lnTo>
                  <a:lnTo>
                    <a:pt x="5081649" y="3012293"/>
                  </a:lnTo>
                  <a:lnTo>
                    <a:pt x="5080999" y="3012293"/>
                  </a:lnTo>
                  <a:lnTo>
                    <a:pt x="5080349" y="3012293"/>
                  </a:lnTo>
                  <a:lnTo>
                    <a:pt x="5079699" y="3012293"/>
                  </a:lnTo>
                  <a:lnTo>
                    <a:pt x="5079049" y="3012293"/>
                  </a:lnTo>
                  <a:lnTo>
                    <a:pt x="5078399" y="3012293"/>
                  </a:lnTo>
                  <a:lnTo>
                    <a:pt x="5077749" y="3012293"/>
                  </a:lnTo>
                  <a:lnTo>
                    <a:pt x="5077099" y="3012293"/>
                  </a:lnTo>
                  <a:lnTo>
                    <a:pt x="5076449" y="3012293"/>
                  </a:lnTo>
                  <a:lnTo>
                    <a:pt x="5075800" y="3012293"/>
                  </a:lnTo>
                  <a:lnTo>
                    <a:pt x="5075150" y="3012293"/>
                  </a:lnTo>
                  <a:lnTo>
                    <a:pt x="5074500" y="3012293"/>
                  </a:lnTo>
                  <a:lnTo>
                    <a:pt x="5073850" y="3012293"/>
                  </a:lnTo>
                  <a:lnTo>
                    <a:pt x="5073200" y="3012293"/>
                  </a:lnTo>
                  <a:lnTo>
                    <a:pt x="5072550" y="3012293"/>
                  </a:lnTo>
                  <a:lnTo>
                    <a:pt x="5071900" y="3012293"/>
                  </a:lnTo>
                  <a:lnTo>
                    <a:pt x="5071250" y="3012293"/>
                  </a:lnTo>
                  <a:lnTo>
                    <a:pt x="5070600" y="3012293"/>
                  </a:lnTo>
                  <a:lnTo>
                    <a:pt x="5069950" y="3012293"/>
                  </a:lnTo>
                  <a:lnTo>
                    <a:pt x="5069300" y="3012293"/>
                  </a:lnTo>
                  <a:lnTo>
                    <a:pt x="5068650" y="3012293"/>
                  </a:lnTo>
                  <a:lnTo>
                    <a:pt x="5068000" y="3012293"/>
                  </a:lnTo>
                  <a:lnTo>
                    <a:pt x="5067350" y="3012293"/>
                  </a:lnTo>
                  <a:lnTo>
                    <a:pt x="5066700" y="3012293"/>
                  </a:lnTo>
                  <a:lnTo>
                    <a:pt x="5066050" y="3012293"/>
                  </a:lnTo>
                  <a:lnTo>
                    <a:pt x="5065401" y="3012293"/>
                  </a:lnTo>
                  <a:lnTo>
                    <a:pt x="5064751" y="3012293"/>
                  </a:lnTo>
                  <a:lnTo>
                    <a:pt x="5064101" y="3012293"/>
                  </a:lnTo>
                  <a:lnTo>
                    <a:pt x="5063451" y="3012293"/>
                  </a:lnTo>
                  <a:lnTo>
                    <a:pt x="5062801" y="3012293"/>
                  </a:lnTo>
                  <a:lnTo>
                    <a:pt x="5062151" y="3012293"/>
                  </a:lnTo>
                  <a:lnTo>
                    <a:pt x="5061501" y="3012293"/>
                  </a:lnTo>
                  <a:lnTo>
                    <a:pt x="5060851" y="3012293"/>
                  </a:lnTo>
                  <a:lnTo>
                    <a:pt x="5060201" y="3012293"/>
                  </a:lnTo>
                  <a:lnTo>
                    <a:pt x="5059551" y="3012293"/>
                  </a:lnTo>
                  <a:lnTo>
                    <a:pt x="5058901" y="3012293"/>
                  </a:lnTo>
                  <a:lnTo>
                    <a:pt x="5058251" y="3012293"/>
                  </a:lnTo>
                  <a:lnTo>
                    <a:pt x="5057601" y="3012293"/>
                  </a:lnTo>
                  <a:lnTo>
                    <a:pt x="5056951" y="3012293"/>
                  </a:lnTo>
                  <a:lnTo>
                    <a:pt x="5056301" y="3012293"/>
                  </a:lnTo>
                  <a:lnTo>
                    <a:pt x="5055652" y="3012293"/>
                  </a:lnTo>
                  <a:lnTo>
                    <a:pt x="5055002" y="3012293"/>
                  </a:lnTo>
                  <a:lnTo>
                    <a:pt x="5054352" y="3012293"/>
                  </a:lnTo>
                  <a:lnTo>
                    <a:pt x="5053702" y="3012293"/>
                  </a:lnTo>
                  <a:lnTo>
                    <a:pt x="5053052" y="3012293"/>
                  </a:lnTo>
                  <a:lnTo>
                    <a:pt x="5052402" y="3012293"/>
                  </a:lnTo>
                  <a:lnTo>
                    <a:pt x="5051752" y="3012293"/>
                  </a:lnTo>
                  <a:lnTo>
                    <a:pt x="5051102" y="3012293"/>
                  </a:lnTo>
                  <a:lnTo>
                    <a:pt x="5050452" y="3012293"/>
                  </a:lnTo>
                  <a:lnTo>
                    <a:pt x="5049802" y="3012293"/>
                  </a:lnTo>
                  <a:lnTo>
                    <a:pt x="5049152" y="3012293"/>
                  </a:lnTo>
                  <a:lnTo>
                    <a:pt x="5048502" y="3012293"/>
                  </a:lnTo>
                  <a:lnTo>
                    <a:pt x="5047852" y="3012293"/>
                  </a:lnTo>
                  <a:lnTo>
                    <a:pt x="5047202" y="3012293"/>
                  </a:lnTo>
                  <a:lnTo>
                    <a:pt x="5046552" y="3012293"/>
                  </a:lnTo>
                  <a:lnTo>
                    <a:pt x="5045902" y="3012293"/>
                  </a:lnTo>
                  <a:lnTo>
                    <a:pt x="5045253" y="3012293"/>
                  </a:lnTo>
                  <a:lnTo>
                    <a:pt x="5044603" y="3012293"/>
                  </a:lnTo>
                  <a:lnTo>
                    <a:pt x="5043953" y="3012293"/>
                  </a:lnTo>
                  <a:lnTo>
                    <a:pt x="5043303" y="3012293"/>
                  </a:lnTo>
                  <a:lnTo>
                    <a:pt x="5042653" y="3012293"/>
                  </a:lnTo>
                  <a:lnTo>
                    <a:pt x="5042003" y="3012293"/>
                  </a:lnTo>
                  <a:lnTo>
                    <a:pt x="5041353" y="3012293"/>
                  </a:lnTo>
                  <a:lnTo>
                    <a:pt x="5040703" y="3012293"/>
                  </a:lnTo>
                  <a:lnTo>
                    <a:pt x="5040053" y="3012293"/>
                  </a:lnTo>
                  <a:lnTo>
                    <a:pt x="5039403" y="3012293"/>
                  </a:lnTo>
                  <a:lnTo>
                    <a:pt x="5038753" y="3012293"/>
                  </a:lnTo>
                  <a:lnTo>
                    <a:pt x="5038103" y="3012293"/>
                  </a:lnTo>
                  <a:lnTo>
                    <a:pt x="5037453" y="3012293"/>
                  </a:lnTo>
                  <a:lnTo>
                    <a:pt x="5036803" y="3012293"/>
                  </a:lnTo>
                  <a:lnTo>
                    <a:pt x="5036153" y="3012293"/>
                  </a:lnTo>
                  <a:lnTo>
                    <a:pt x="5035504" y="3012293"/>
                  </a:lnTo>
                  <a:lnTo>
                    <a:pt x="5034854" y="3012293"/>
                  </a:lnTo>
                  <a:lnTo>
                    <a:pt x="5034204" y="3012293"/>
                  </a:lnTo>
                  <a:lnTo>
                    <a:pt x="5033554" y="3012293"/>
                  </a:lnTo>
                  <a:lnTo>
                    <a:pt x="5032904" y="3012293"/>
                  </a:lnTo>
                  <a:lnTo>
                    <a:pt x="5032254" y="3012293"/>
                  </a:lnTo>
                  <a:lnTo>
                    <a:pt x="5031604" y="3012293"/>
                  </a:lnTo>
                  <a:lnTo>
                    <a:pt x="5030954" y="3012293"/>
                  </a:lnTo>
                  <a:lnTo>
                    <a:pt x="5030304" y="3012293"/>
                  </a:lnTo>
                  <a:lnTo>
                    <a:pt x="5029654" y="3012293"/>
                  </a:lnTo>
                  <a:lnTo>
                    <a:pt x="5029004" y="3012293"/>
                  </a:lnTo>
                  <a:lnTo>
                    <a:pt x="5028354" y="3012293"/>
                  </a:lnTo>
                  <a:lnTo>
                    <a:pt x="5027704" y="3012293"/>
                  </a:lnTo>
                  <a:lnTo>
                    <a:pt x="5027054" y="3012293"/>
                  </a:lnTo>
                  <a:lnTo>
                    <a:pt x="5026404" y="3012293"/>
                  </a:lnTo>
                  <a:lnTo>
                    <a:pt x="5025754" y="3012293"/>
                  </a:lnTo>
                  <a:lnTo>
                    <a:pt x="5025105" y="3012293"/>
                  </a:lnTo>
                  <a:lnTo>
                    <a:pt x="5024455" y="3012293"/>
                  </a:lnTo>
                  <a:lnTo>
                    <a:pt x="5023805" y="3012293"/>
                  </a:lnTo>
                  <a:lnTo>
                    <a:pt x="5023155" y="3012293"/>
                  </a:lnTo>
                  <a:lnTo>
                    <a:pt x="5022505" y="3012293"/>
                  </a:lnTo>
                  <a:lnTo>
                    <a:pt x="5021855" y="3012293"/>
                  </a:lnTo>
                  <a:lnTo>
                    <a:pt x="5021205" y="3012293"/>
                  </a:lnTo>
                  <a:lnTo>
                    <a:pt x="5020555" y="3012293"/>
                  </a:lnTo>
                  <a:lnTo>
                    <a:pt x="5019905" y="3012293"/>
                  </a:lnTo>
                  <a:lnTo>
                    <a:pt x="5019255" y="3012293"/>
                  </a:lnTo>
                  <a:lnTo>
                    <a:pt x="5018605" y="3012293"/>
                  </a:lnTo>
                  <a:lnTo>
                    <a:pt x="5017955" y="3012293"/>
                  </a:lnTo>
                  <a:lnTo>
                    <a:pt x="5017305" y="3012293"/>
                  </a:lnTo>
                  <a:lnTo>
                    <a:pt x="5016655" y="3012293"/>
                  </a:lnTo>
                  <a:lnTo>
                    <a:pt x="5016005" y="3012293"/>
                  </a:lnTo>
                  <a:lnTo>
                    <a:pt x="5015356" y="3012293"/>
                  </a:lnTo>
                  <a:lnTo>
                    <a:pt x="5014706" y="3012293"/>
                  </a:lnTo>
                  <a:lnTo>
                    <a:pt x="5014056" y="3012293"/>
                  </a:lnTo>
                  <a:lnTo>
                    <a:pt x="5013406" y="3012293"/>
                  </a:lnTo>
                  <a:lnTo>
                    <a:pt x="5012756" y="3012293"/>
                  </a:lnTo>
                  <a:lnTo>
                    <a:pt x="5012106" y="3012293"/>
                  </a:lnTo>
                  <a:lnTo>
                    <a:pt x="5011456" y="3012293"/>
                  </a:lnTo>
                  <a:lnTo>
                    <a:pt x="5010806" y="3012293"/>
                  </a:lnTo>
                  <a:lnTo>
                    <a:pt x="5010156" y="3012293"/>
                  </a:lnTo>
                  <a:lnTo>
                    <a:pt x="5009506" y="3012293"/>
                  </a:lnTo>
                  <a:lnTo>
                    <a:pt x="5008856" y="3012293"/>
                  </a:lnTo>
                  <a:lnTo>
                    <a:pt x="5008206" y="3012293"/>
                  </a:lnTo>
                  <a:lnTo>
                    <a:pt x="5007556" y="3012293"/>
                  </a:lnTo>
                  <a:lnTo>
                    <a:pt x="5006906" y="3012293"/>
                  </a:lnTo>
                  <a:lnTo>
                    <a:pt x="5006256" y="3012293"/>
                  </a:lnTo>
                  <a:lnTo>
                    <a:pt x="5005607" y="3012293"/>
                  </a:lnTo>
                  <a:lnTo>
                    <a:pt x="5004957" y="3012293"/>
                  </a:lnTo>
                  <a:lnTo>
                    <a:pt x="5004307" y="3012293"/>
                  </a:lnTo>
                  <a:lnTo>
                    <a:pt x="5003657" y="3012293"/>
                  </a:lnTo>
                  <a:lnTo>
                    <a:pt x="5003007" y="3012293"/>
                  </a:lnTo>
                  <a:lnTo>
                    <a:pt x="5002357" y="3012293"/>
                  </a:lnTo>
                  <a:lnTo>
                    <a:pt x="5001707" y="3012293"/>
                  </a:lnTo>
                  <a:lnTo>
                    <a:pt x="5001057" y="3012293"/>
                  </a:lnTo>
                  <a:lnTo>
                    <a:pt x="5000407" y="3012293"/>
                  </a:lnTo>
                  <a:lnTo>
                    <a:pt x="4999757" y="3012293"/>
                  </a:lnTo>
                  <a:lnTo>
                    <a:pt x="4999107" y="3012293"/>
                  </a:lnTo>
                  <a:lnTo>
                    <a:pt x="4998457" y="3012293"/>
                  </a:lnTo>
                  <a:lnTo>
                    <a:pt x="4997807" y="3012293"/>
                  </a:lnTo>
                  <a:lnTo>
                    <a:pt x="4997157" y="3012293"/>
                  </a:lnTo>
                  <a:lnTo>
                    <a:pt x="4996507" y="3012293"/>
                  </a:lnTo>
                  <a:lnTo>
                    <a:pt x="4995857" y="3012293"/>
                  </a:lnTo>
                  <a:lnTo>
                    <a:pt x="4995208" y="3012293"/>
                  </a:lnTo>
                  <a:lnTo>
                    <a:pt x="4994558" y="3012293"/>
                  </a:lnTo>
                  <a:lnTo>
                    <a:pt x="4993908" y="3012293"/>
                  </a:lnTo>
                  <a:lnTo>
                    <a:pt x="4993258" y="3012293"/>
                  </a:lnTo>
                  <a:lnTo>
                    <a:pt x="4992608" y="3012293"/>
                  </a:lnTo>
                  <a:lnTo>
                    <a:pt x="4991958" y="3012293"/>
                  </a:lnTo>
                  <a:lnTo>
                    <a:pt x="4991308" y="3012293"/>
                  </a:lnTo>
                  <a:lnTo>
                    <a:pt x="4990658" y="3012293"/>
                  </a:lnTo>
                  <a:lnTo>
                    <a:pt x="4990008" y="3012293"/>
                  </a:lnTo>
                  <a:lnTo>
                    <a:pt x="4989358" y="3012293"/>
                  </a:lnTo>
                  <a:lnTo>
                    <a:pt x="4988708" y="3012293"/>
                  </a:lnTo>
                  <a:lnTo>
                    <a:pt x="4988058" y="3012293"/>
                  </a:lnTo>
                  <a:lnTo>
                    <a:pt x="4987408" y="3012293"/>
                  </a:lnTo>
                  <a:lnTo>
                    <a:pt x="4986758" y="3012293"/>
                  </a:lnTo>
                  <a:lnTo>
                    <a:pt x="4986108" y="3012293"/>
                  </a:lnTo>
                  <a:lnTo>
                    <a:pt x="4985459" y="3012293"/>
                  </a:lnTo>
                  <a:lnTo>
                    <a:pt x="4984809" y="3012293"/>
                  </a:lnTo>
                  <a:lnTo>
                    <a:pt x="4984159" y="3012293"/>
                  </a:lnTo>
                  <a:lnTo>
                    <a:pt x="4983509" y="3012293"/>
                  </a:lnTo>
                  <a:lnTo>
                    <a:pt x="4982859" y="3012293"/>
                  </a:lnTo>
                  <a:lnTo>
                    <a:pt x="4982209" y="3012293"/>
                  </a:lnTo>
                  <a:lnTo>
                    <a:pt x="4981559" y="3012293"/>
                  </a:lnTo>
                  <a:lnTo>
                    <a:pt x="4980909" y="3012293"/>
                  </a:lnTo>
                  <a:lnTo>
                    <a:pt x="4980259" y="3012293"/>
                  </a:lnTo>
                  <a:lnTo>
                    <a:pt x="4979609" y="3012293"/>
                  </a:lnTo>
                  <a:lnTo>
                    <a:pt x="4978959" y="3012293"/>
                  </a:lnTo>
                  <a:lnTo>
                    <a:pt x="4978309" y="3012293"/>
                  </a:lnTo>
                  <a:lnTo>
                    <a:pt x="4977659" y="3012293"/>
                  </a:lnTo>
                  <a:lnTo>
                    <a:pt x="4977009" y="3012293"/>
                  </a:lnTo>
                  <a:lnTo>
                    <a:pt x="4976359" y="3012293"/>
                  </a:lnTo>
                  <a:lnTo>
                    <a:pt x="4975709" y="3012293"/>
                  </a:lnTo>
                  <a:lnTo>
                    <a:pt x="4975060" y="3012293"/>
                  </a:lnTo>
                  <a:lnTo>
                    <a:pt x="4974410" y="3012293"/>
                  </a:lnTo>
                  <a:lnTo>
                    <a:pt x="4973760" y="3012293"/>
                  </a:lnTo>
                  <a:lnTo>
                    <a:pt x="4973110" y="3012293"/>
                  </a:lnTo>
                  <a:lnTo>
                    <a:pt x="4972460" y="3012293"/>
                  </a:lnTo>
                  <a:lnTo>
                    <a:pt x="4971810" y="3012293"/>
                  </a:lnTo>
                  <a:lnTo>
                    <a:pt x="4971160" y="3012293"/>
                  </a:lnTo>
                  <a:lnTo>
                    <a:pt x="4970510" y="3012293"/>
                  </a:lnTo>
                  <a:lnTo>
                    <a:pt x="4969860" y="3012293"/>
                  </a:lnTo>
                  <a:lnTo>
                    <a:pt x="4969210" y="3012293"/>
                  </a:lnTo>
                  <a:lnTo>
                    <a:pt x="4968560" y="3012293"/>
                  </a:lnTo>
                  <a:lnTo>
                    <a:pt x="4967910" y="3012293"/>
                  </a:lnTo>
                  <a:lnTo>
                    <a:pt x="4967260" y="3012293"/>
                  </a:lnTo>
                  <a:lnTo>
                    <a:pt x="4966610" y="3012293"/>
                  </a:lnTo>
                  <a:lnTo>
                    <a:pt x="4965960" y="3012293"/>
                  </a:lnTo>
                  <a:lnTo>
                    <a:pt x="4965311" y="3012293"/>
                  </a:lnTo>
                  <a:lnTo>
                    <a:pt x="4964661" y="3012293"/>
                  </a:lnTo>
                  <a:lnTo>
                    <a:pt x="4964011" y="3012293"/>
                  </a:lnTo>
                  <a:lnTo>
                    <a:pt x="4963361" y="3012293"/>
                  </a:lnTo>
                  <a:lnTo>
                    <a:pt x="4962711" y="3012293"/>
                  </a:lnTo>
                  <a:lnTo>
                    <a:pt x="4962061" y="3012293"/>
                  </a:lnTo>
                  <a:lnTo>
                    <a:pt x="4961411" y="3012293"/>
                  </a:lnTo>
                  <a:lnTo>
                    <a:pt x="4960761" y="3012293"/>
                  </a:lnTo>
                  <a:lnTo>
                    <a:pt x="4960111" y="3012293"/>
                  </a:lnTo>
                  <a:lnTo>
                    <a:pt x="4959461" y="3012293"/>
                  </a:lnTo>
                  <a:lnTo>
                    <a:pt x="4958811" y="3012293"/>
                  </a:lnTo>
                  <a:lnTo>
                    <a:pt x="4958161" y="3012293"/>
                  </a:lnTo>
                  <a:lnTo>
                    <a:pt x="4957511" y="3012293"/>
                  </a:lnTo>
                  <a:lnTo>
                    <a:pt x="4956861" y="3012293"/>
                  </a:lnTo>
                  <a:lnTo>
                    <a:pt x="4956211" y="3012293"/>
                  </a:lnTo>
                  <a:lnTo>
                    <a:pt x="4955561" y="3012293"/>
                  </a:lnTo>
                  <a:lnTo>
                    <a:pt x="4954912" y="3012293"/>
                  </a:lnTo>
                  <a:lnTo>
                    <a:pt x="4954262" y="3012293"/>
                  </a:lnTo>
                  <a:lnTo>
                    <a:pt x="4953612" y="3012293"/>
                  </a:lnTo>
                  <a:lnTo>
                    <a:pt x="4952962" y="3012293"/>
                  </a:lnTo>
                  <a:lnTo>
                    <a:pt x="4952312" y="3012293"/>
                  </a:lnTo>
                  <a:lnTo>
                    <a:pt x="4951662" y="3012293"/>
                  </a:lnTo>
                  <a:lnTo>
                    <a:pt x="4951012" y="3012293"/>
                  </a:lnTo>
                  <a:lnTo>
                    <a:pt x="4950362" y="3012293"/>
                  </a:lnTo>
                  <a:lnTo>
                    <a:pt x="4949712" y="3012293"/>
                  </a:lnTo>
                  <a:lnTo>
                    <a:pt x="4949062" y="3012293"/>
                  </a:lnTo>
                  <a:lnTo>
                    <a:pt x="4948412" y="3012293"/>
                  </a:lnTo>
                  <a:lnTo>
                    <a:pt x="4947762" y="3012293"/>
                  </a:lnTo>
                  <a:lnTo>
                    <a:pt x="4947112" y="3012293"/>
                  </a:lnTo>
                  <a:lnTo>
                    <a:pt x="4946462" y="3012293"/>
                  </a:lnTo>
                  <a:lnTo>
                    <a:pt x="4945812" y="3012293"/>
                  </a:lnTo>
                  <a:lnTo>
                    <a:pt x="4945163" y="3012293"/>
                  </a:lnTo>
                  <a:lnTo>
                    <a:pt x="4944513" y="3012293"/>
                  </a:lnTo>
                  <a:lnTo>
                    <a:pt x="4943863" y="3012293"/>
                  </a:lnTo>
                  <a:lnTo>
                    <a:pt x="4943213" y="3012293"/>
                  </a:lnTo>
                  <a:lnTo>
                    <a:pt x="4942563" y="3012293"/>
                  </a:lnTo>
                  <a:lnTo>
                    <a:pt x="4941913" y="3012293"/>
                  </a:lnTo>
                  <a:lnTo>
                    <a:pt x="4941263" y="3012293"/>
                  </a:lnTo>
                  <a:lnTo>
                    <a:pt x="4940613" y="3012293"/>
                  </a:lnTo>
                  <a:lnTo>
                    <a:pt x="4939963" y="3012293"/>
                  </a:lnTo>
                  <a:lnTo>
                    <a:pt x="4939313" y="3012293"/>
                  </a:lnTo>
                  <a:lnTo>
                    <a:pt x="4938663" y="3012293"/>
                  </a:lnTo>
                  <a:lnTo>
                    <a:pt x="4938013" y="3012293"/>
                  </a:lnTo>
                  <a:lnTo>
                    <a:pt x="4937363" y="3012293"/>
                  </a:lnTo>
                  <a:lnTo>
                    <a:pt x="4936713" y="3012293"/>
                  </a:lnTo>
                  <a:lnTo>
                    <a:pt x="4936063" y="3012293"/>
                  </a:lnTo>
                  <a:lnTo>
                    <a:pt x="4935413" y="3012293"/>
                  </a:lnTo>
                  <a:lnTo>
                    <a:pt x="4934764" y="3012293"/>
                  </a:lnTo>
                  <a:lnTo>
                    <a:pt x="4934114" y="3012293"/>
                  </a:lnTo>
                  <a:lnTo>
                    <a:pt x="4933464" y="3012293"/>
                  </a:lnTo>
                  <a:lnTo>
                    <a:pt x="4932814" y="3012293"/>
                  </a:lnTo>
                  <a:lnTo>
                    <a:pt x="4932164" y="3012293"/>
                  </a:lnTo>
                  <a:lnTo>
                    <a:pt x="4931514" y="3012293"/>
                  </a:lnTo>
                  <a:lnTo>
                    <a:pt x="4930864" y="3012293"/>
                  </a:lnTo>
                  <a:lnTo>
                    <a:pt x="4930214" y="3012293"/>
                  </a:lnTo>
                  <a:lnTo>
                    <a:pt x="4929564" y="3012293"/>
                  </a:lnTo>
                  <a:lnTo>
                    <a:pt x="4928914" y="3012293"/>
                  </a:lnTo>
                  <a:lnTo>
                    <a:pt x="4928264" y="3012293"/>
                  </a:lnTo>
                  <a:lnTo>
                    <a:pt x="4927614" y="3012293"/>
                  </a:lnTo>
                  <a:lnTo>
                    <a:pt x="4926964" y="3012293"/>
                  </a:lnTo>
                  <a:lnTo>
                    <a:pt x="4926314" y="3012293"/>
                  </a:lnTo>
                  <a:lnTo>
                    <a:pt x="4925664" y="3012293"/>
                  </a:lnTo>
                  <a:lnTo>
                    <a:pt x="4925015" y="3012293"/>
                  </a:lnTo>
                  <a:lnTo>
                    <a:pt x="4924365" y="3012293"/>
                  </a:lnTo>
                  <a:lnTo>
                    <a:pt x="4923715" y="3012293"/>
                  </a:lnTo>
                  <a:lnTo>
                    <a:pt x="4923065" y="3012293"/>
                  </a:lnTo>
                  <a:lnTo>
                    <a:pt x="4922415" y="3012293"/>
                  </a:lnTo>
                  <a:lnTo>
                    <a:pt x="4921765" y="3012293"/>
                  </a:lnTo>
                  <a:lnTo>
                    <a:pt x="4921115" y="3012293"/>
                  </a:lnTo>
                  <a:lnTo>
                    <a:pt x="4920465" y="3012293"/>
                  </a:lnTo>
                  <a:lnTo>
                    <a:pt x="4919815" y="3012293"/>
                  </a:lnTo>
                  <a:lnTo>
                    <a:pt x="4919165" y="3012293"/>
                  </a:lnTo>
                  <a:lnTo>
                    <a:pt x="4918515" y="3012293"/>
                  </a:lnTo>
                  <a:lnTo>
                    <a:pt x="4917865" y="3012293"/>
                  </a:lnTo>
                  <a:lnTo>
                    <a:pt x="4917215" y="3012293"/>
                  </a:lnTo>
                  <a:lnTo>
                    <a:pt x="4916565" y="3012293"/>
                  </a:lnTo>
                  <a:lnTo>
                    <a:pt x="4915915" y="3012293"/>
                  </a:lnTo>
                  <a:lnTo>
                    <a:pt x="4915265" y="3012293"/>
                  </a:lnTo>
                  <a:lnTo>
                    <a:pt x="4914616" y="3012293"/>
                  </a:lnTo>
                  <a:lnTo>
                    <a:pt x="4913966" y="3012293"/>
                  </a:lnTo>
                  <a:lnTo>
                    <a:pt x="4913316" y="3012293"/>
                  </a:lnTo>
                  <a:lnTo>
                    <a:pt x="4912666" y="3012293"/>
                  </a:lnTo>
                  <a:lnTo>
                    <a:pt x="4912016" y="3012293"/>
                  </a:lnTo>
                  <a:lnTo>
                    <a:pt x="4911366" y="3012293"/>
                  </a:lnTo>
                  <a:lnTo>
                    <a:pt x="4910716" y="3012293"/>
                  </a:lnTo>
                  <a:lnTo>
                    <a:pt x="4910066" y="3012293"/>
                  </a:lnTo>
                  <a:lnTo>
                    <a:pt x="4909416" y="3012293"/>
                  </a:lnTo>
                  <a:lnTo>
                    <a:pt x="4908766" y="3012293"/>
                  </a:lnTo>
                  <a:lnTo>
                    <a:pt x="4908116" y="3012293"/>
                  </a:lnTo>
                  <a:lnTo>
                    <a:pt x="4907466" y="3012293"/>
                  </a:lnTo>
                  <a:lnTo>
                    <a:pt x="4906816" y="3012293"/>
                  </a:lnTo>
                  <a:lnTo>
                    <a:pt x="4906166" y="3012293"/>
                  </a:lnTo>
                  <a:lnTo>
                    <a:pt x="4905516" y="3012293"/>
                  </a:lnTo>
                  <a:lnTo>
                    <a:pt x="4904867" y="3012293"/>
                  </a:lnTo>
                  <a:lnTo>
                    <a:pt x="4904217" y="3012293"/>
                  </a:lnTo>
                  <a:lnTo>
                    <a:pt x="4903567" y="3012293"/>
                  </a:lnTo>
                  <a:lnTo>
                    <a:pt x="4902917" y="3012293"/>
                  </a:lnTo>
                  <a:lnTo>
                    <a:pt x="4902267" y="3012293"/>
                  </a:lnTo>
                  <a:lnTo>
                    <a:pt x="4901617" y="3012293"/>
                  </a:lnTo>
                  <a:lnTo>
                    <a:pt x="4900967" y="3012293"/>
                  </a:lnTo>
                  <a:lnTo>
                    <a:pt x="4900317" y="3012293"/>
                  </a:lnTo>
                  <a:lnTo>
                    <a:pt x="4899667" y="3012293"/>
                  </a:lnTo>
                  <a:lnTo>
                    <a:pt x="4899017" y="3012293"/>
                  </a:lnTo>
                  <a:lnTo>
                    <a:pt x="4898367" y="3012293"/>
                  </a:lnTo>
                  <a:lnTo>
                    <a:pt x="4897717" y="3012293"/>
                  </a:lnTo>
                  <a:lnTo>
                    <a:pt x="4897067" y="3012293"/>
                  </a:lnTo>
                  <a:lnTo>
                    <a:pt x="4896417" y="3012293"/>
                  </a:lnTo>
                  <a:lnTo>
                    <a:pt x="4895767" y="3012293"/>
                  </a:lnTo>
                  <a:lnTo>
                    <a:pt x="4895117" y="3012293"/>
                  </a:lnTo>
                  <a:lnTo>
                    <a:pt x="4894468" y="3012293"/>
                  </a:lnTo>
                  <a:lnTo>
                    <a:pt x="4893818" y="3012293"/>
                  </a:lnTo>
                  <a:lnTo>
                    <a:pt x="4893168" y="3012293"/>
                  </a:lnTo>
                  <a:lnTo>
                    <a:pt x="4892518" y="3012293"/>
                  </a:lnTo>
                  <a:lnTo>
                    <a:pt x="4891868" y="3012293"/>
                  </a:lnTo>
                  <a:lnTo>
                    <a:pt x="4891218" y="3012293"/>
                  </a:lnTo>
                  <a:lnTo>
                    <a:pt x="4890568" y="3012293"/>
                  </a:lnTo>
                  <a:lnTo>
                    <a:pt x="4889918" y="3012293"/>
                  </a:lnTo>
                  <a:lnTo>
                    <a:pt x="4889268" y="3012293"/>
                  </a:lnTo>
                  <a:lnTo>
                    <a:pt x="4888618" y="3012293"/>
                  </a:lnTo>
                  <a:lnTo>
                    <a:pt x="4887968" y="3012293"/>
                  </a:lnTo>
                  <a:lnTo>
                    <a:pt x="4887318" y="3012293"/>
                  </a:lnTo>
                  <a:lnTo>
                    <a:pt x="4886668" y="3012293"/>
                  </a:lnTo>
                  <a:lnTo>
                    <a:pt x="4886018" y="3012293"/>
                  </a:lnTo>
                  <a:lnTo>
                    <a:pt x="4885368" y="3012293"/>
                  </a:lnTo>
                  <a:lnTo>
                    <a:pt x="4884719" y="3012293"/>
                  </a:lnTo>
                  <a:lnTo>
                    <a:pt x="4884069" y="3012293"/>
                  </a:lnTo>
                  <a:lnTo>
                    <a:pt x="4883419" y="3012293"/>
                  </a:lnTo>
                  <a:lnTo>
                    <a:pt x="4882769" y="3012293"/>
                  </a:lnTo>
                  <a:lnTo>
                    <a:pt x="4882119" y="3012293"/>
                  </a:lnTo>
                  <a:lnTo>
                    <a:pt x="4881469" y="3012293"/>
                  </a:lnTo>
                  <a:lnTo>
                    <a:pt x="4880819" y="3012293"/>
                  </a:lnTo>
                  <a:lnTo>
                    <a:pt x="4880169" y="3012293"/>
                  </a:lnTo>
                  <a:lnTo>
                    <a:pt x="4879519" y="3012293"/>
                  </a:lnTo>
                  <a:lnTo>
                    <a:pt x="4878869" y="3012293"/>
                  </a:lnTo>
                  <a:lnTo>
                    <a:pt x="4878219" y="3012293"/>
                  </a:lnTo>
                  <a:lnTo>
                    <a:pt x="4877569" y="3012293"/>
                  </a:lnTo>
                  <a:lnTo>
                    <a:pt x="4876919" y="3012293"/>
                  </a:lnTo>
                  <a:lnTo>
                    <a:pt x="4876269" y="3012293"/>
                  </a:lnTo>
                  <a:lnTo>
                    <a:pt x="4875619" y="3012293"/>
                  </a:lnTo>
                  <a:lnTo>
                    <a:pt x="4874970" y="3012293"/>
                  </a:lnTo>
                  <a:lnTo>
                    <a:pt x="4874320" y="3012293"/>
                  </a:lnTo>
                  <a:lnTo>
                    <a:pt x="4873670" y="3012293"/>
                  </a:lnTo>
                  <a:lnTo>
                    <a:pt x="4873020" y="3012293"/>
                  </a:lnTo>
                  <a:lnTo>
                    <a:pt x="4872370" y="3012293"/>
                  </a:lnTo>
                  <a:lnTo>
                    <a:pt x="4871720" y="3012293"/>
                  </a:lnTo>
                  <a:lnTo>
                    <a:pt x="4871070" y="3012293"/>
                  </a:lnTo>
                  <a:lnTo>
                    <a:pt x="4870420" y="3012293"/>
                  </a:lnTo>
                  <a:lnTo>
                    <a:pt x="4869770" y="3012293"/>
                  </a:lnTo>
                  <a:lnTo>
                    <a:pt x="4869120" y="3012293"/>
                  </a:lnTo>
                  <a:lnTo>
                    <a:pt x="4868470" y="3012293"/>
                  </a:lnTo>
                  <a:lnTo>
                    <a:pt x="4867820" y="3012293"/>
                  </a:lnTo>
                  <a:lnTo>
                    <a:pt x="4867170" y="3012293"/>
                  </a:lnTo>
                  <a:lnTo>
                    <a:pt x="4866520" y="3012293"/>
                  </a:lnTo>
                  <a:lnTo>
                    <a:pt x="4865870" y="3012293"/>
                  </a:lnTo>
                  <a:lnTo>
                    <a:pt x="4865220" y="3012293"/>
                  </a:lnTo>
                  <a:lnTo>
                    <a:pt x="4864571" y="3012293"/>
                  </a:lnTo>
                  <a:lnTo>
                    <a:pt x="4863921" y="3012293"/>
                  </a:lnTo>
                  <a:lnTo>
                    <a:pt x="4863271" y="3012293"/>
                  </a:lnTo>
                  <a:lnTo>
                    <a:pt x="4862621" y="3012293"/>
                  </a:lnTo>
                  <a:lnTo>
                    <a:pt x="4861971" y="3012293"/>
                  </a:lnTo>
                  <a:lnTo>
                    <a:pt x="4861321" y="3012293"/>
                  </a:lnTo>
                  <a:lnTo>
                    <a:pt x="4860671" y="3012293"/>
                  </a:lnTo>
                  <a:lnTo>
                    <a:pt x="4860021" y="3012293"/>
                  </a:lnTo>
                  <a:lnTo>
                    <a:pt x="4859371" y="3012293"/>
                  </a:lnTo>
                  <a:lnTo>
                    <a:pt x="4858721" y="3012293"/>
                  </a:lnTo>
                  <a:lnTo>
                    <a:pt x="4858071" y="3012293"/>
                  </a:lnTo>
                  <a:lnTo>
                    <a:pt x="4857421" y="3012293"/>
                  </a:lnTo>
                  <a:lnTo>
                    <a:pt x="4856771" y="3012293"/>
                  </a:lnTo>
                  <a:lnTo>
                    <a:pt x="4856121" y="3012293"/>
                  </a:lnTo>
                  <a:lnTo>
                    <a:pt x="4855471" y="3012293"/>
                  </a:lnTo>
                  <a:lnTo>
                    <a:pt x="4854822" y="3012293"/>
                  </a:lnTo>
                  <a:lnTo>
                    <a:pt x="4854172" y="3012293"/>
                  </a:lnTo>
                  <a:lnTo>
                    <a:pt x="4853522" y="3012293"/>
                  </a:lnTo>
                  <a:lnTo>
                    <a:pt x="4852872" y="3012293"/>
                  </a:lnTo>
                  <a:lnTo>
                    <a:pt x="4852222" y="3012293"/>
                  </a:lnTo>
                  <a:lnTo>
                    <a:pt x="4851572" y="3012293"/>
                  </a:lnTo>
                  <a:lnTo>
                    <a:pt x="4850922" y="3012293"/>
                  </a:lnTo>
                  <a:lnTo>
                    <a:pt x="4850272" y="3012293"/>
                  </a:lnTo>
                  <a:lnTo>
                    <a:pt x="4849622" y="3012293"/>
                  </a:lnTo>
                  <a:lnTo>
                    <a:pt x="4848972" y="3012293"/>
                  </a:lnTo>
                  <a:lnTo>
                    <a:pt x="4848322" y="3012293"/>
                  </a:lnTo>
                  <a:lnTo>
                    <a:pt x="4847672" y="3012293"/>
                  </a:lnTo>
                  <a:lnTo>
                    <a:pt x="4847022" y="3012293"/>
                  </a:lnTo>
                  <a:lnTo>
                    <a:pt x="4846372" y="3012293"/>
                  </a:lnTo>
                  <a:lnTo>
                    <a:pt x="4845722" y="3012293"/>
                  </a:lnTo>
                  <a:lnTo>
                    <a:pt x="4845072" y="3012293"/>
                  </a:lnTo>
                  <a:lnTo>
                    <a:pt x="4844423" y="3012293"/>
                  </a:lnTo>
                  <a:lnTo>
                    <a:pt x="4843773" y="3012293"/>
                  </a:lnTo>
                  <a:lnTo>
                    <a:pt x="4843123" y="3012293"/>
                  </a:lnTo>
                  <a:lnTo>
                    <a:pt x="4842473" y="3012293"/>
                  </a:lnTo>
                  <a:lnTo>
                    <a:pt x="4841823" y="3012293"/>
                  </a:lnTo>
                  <a:lnTo>
                    <a:pt x="4841173" y="3012293"/>
                  </a:lnTo>
                  <a:lnTo>
                    <a:pt x="4840523" y="3012293"/>
                  </a:lnTo>
                  <a:lnTo>
                    <a:pt x="4839873" y="3012293"/>
                  </a:lnTo>
                  <a:lnTo>
                    <a:pt x="4839223" y="3012293"/>
                  </a:lnTo>
                  <a:lnTo>
                    <a:pt x="4838573" y="3012293"/>
                  </a:lnTo>
                  <a:lnTo>
                    <a:pt x="4837923" y="3012293"/>
                  </a:lnTo>
                  <a:lnTo>
                    <a:pt x="4837273" y="3012293"/>
                  </a:lnTo>
                  <a:lnTo>
                    <a:pt x="4836623" y="3012293"/>
                  </a:lnTo>
                  <a:lnTo>
                    <a:pt x="4835973" y="3012293"/>
                  </a:lnTo>
                  <a:lnTo>
                    <a:pt x="4835323" y="3012293"/>
                  </a:lnTo>
                  <a:lnTo>
                    <a:pt x="4834674" y="3012293"/>
                  </a:lnTo>
                  <a:lnTo>
                    <a:pt x="4834024" y="3012293"/>
                  </a:lnTo>
                  <a:lnTo>
                    <a:pt x="4833374" y="3012293"/>
                  </a:lnTo>
                  <a:lnTo>
                    <a:pt x="4832724" y="3012293"/>
                  </a:lnTo>
                  <a:lnTo>
                    <a:pt x="4832074" y="3012293"/>
                  </a:lnTo>
                  <a:lnTo>
                    <a:pt x="4831424" y="3012293"/>
                  </a:lnTo>
                  <a:lnTo>
                    <a:pt x="4830774" y="3012293"/>
                  </a:lnTo>
                  <a:lnTo>
                    <a:pt x="4830124" y="3012293"/>
                  </a:lnTo>
                  <a:lnTo>
                    <a:pt x="4829474" y="3012293"/>
                  </a:lnTo>
                  <a:lnTo>
                    <a:pt x="4828824" y="3012293"/>
                  </a:lnTo>
                  <a:lnTo>
                    <a:pt x="4828174" y="3012293"/>
                  </a:lnTo>
                  <a:lnTo>
                    <a:pt x="4827524" y="3012293"/>
                  </a:lnTo>
                  <a:lnTo>
                    <a:pt x="4826874" y="3012293"/>
                  </a:lnTo>
                  <a:lnTo>
                    <a:pt x="4826224" y="3012293"/>
                  </a:lnTo>
                  <a:lnTo>
                    <a:pt x="4825574" y="3012293"/>
                  </a:lnTo>
                  <a:lnTo>
                    <a:pt x="4824924" y="3012293"/>
                  </a:lnTo>
                  <a:lnTo>
                    <a:pt x="4824275" y="3012293"/>
                  </a:lnTo>
                  <a:lnTo>
                    <a:pt x="4823625" y="3012293"/>
                  </a:lnTo>
                  <a:lnTo>
                    <a:pt x="4822975" y="3012293"/>
                  </a:lnTo>
                  <a:lnTo>
                    <a:pt x="4822325" y="3012293"/>
                  </a:lnTo>
                  <a:lnTo>
                    <a:pt x="4821675" y="3012293"/>
                  </a:lnTo>
                  <a:lnTo>
                    <a:pt x="4821025" y="3012293"/>
                  </a:lnTo>
                  <a:lnTo>
                    <a:pt x="4820375" y="3012293"/>
                  </a:lnTo>
                  <a:lnTo>
                    <a:pt x="4819725" y="3012293"/>
                  </a:lnTo>
                  <a:lnTo>
                    <a:pt x="4819075" y="3012293"/>
                  </a:lnTo>
                  <a:lnTo>
                    <a:pt x="4818425" y="3012293"/>
                  </a:lnTo>
                  <a:lnTo>
                    <a:pt x="4817775" y="3012293"/>
                  </a:lnTo>
                  <a:lnTo>
                    <a:pt x="4817125" y="3012293"/>
                  </a:lnTo>
                  <a:lnTo>
                    <a:pt x="4816475" y="3012293"/>
                  </a:lnTo>
                  <a:lnTo>
                    <a:pt x="4815825" y="3012293"/>
                  </a:lnTo>
                  <a:lnTo>
                    <a:pt x="4815175" y="3012293"/>
                  </a:lnTo>
                  <a:lnTo>
                    <a:pt x="4814526" y="3012293"/>
                  </a:lnTo>
                  <a:lnTo>
                    <a:pt x="4813876" y="3012293"/>
                  </a:lnTo>
                  <a:lnTo>
                    <a:pt x="4813226" y="3012293"/>
                  </a:lnTo>
                  <a:lnTo>
                    <a:pt x="4812576" y="3012293"/>
                  </a:lnTo>
                  <a:lnTo>
                    <a:pt x="4811926" y="3012293"/>
                  </a:lnTo>
                  <a:lnTo>
                    <a:pt x="4811276" y="3012293"/>
                  </a:lnTo>
                  <a:lnTo>
                    <a:pt x="4810626" y="3012293"/>
                  </a:lnTo>
                  <a:lnTo>
                    <a:pt x="4809976" y="3012293"/>
                  </a:lnTo>
                  <a:lnTo>
                    <a:pt x="4809326" y="3012293"/>
                  </a:lnTo>
                  <a:lnTo>
                    <a:pt x="4808676" y="3012293"/>
                  </a:lnTo>
                  <a:lnTo>
                    <a:pt x="4808026" y="3012293"/>
                  </a:lnTo>
                  <a:lnTo>
                    <a:pt x="4807376" y="3012293"/>
                  </a:lnTo>
                  <a:lnTo>
                    <a:pt x="4806726" y="3012293"/>
                  </a:lnTo>
                  <a:lnTo>
                    <a:pt x="4806076" y="3012293"/>
                  </a:lnTo>
                  <a:lnTo>
                    <a:pt x="4805426" y="3012293"/>
                  </a:lnTo>
                  <a:lnTo>
                    <a:pt x="4804776" y="3012293"/>
                  </a:lnTo>
                  <a:lnTo>
                    <a:pt x="4804127" y="3012293"/>
                  </a:lnTo>
                  <a:lnTo>
                    <a:pt x="4803477" y="3012293"/>
                  </a:lnTo>
                  <a:lnTo>
                    <a:pt x="4802827" y="3012293"/>
                  </a:lnTo>
                  <a:lnTo>
                    <a:pt x="4802177" y="3012293"/>
                  </a:lnTo>
                  <a:lnTo>
                    <a:pt x="4801527" y="3012293"/>
                  </a:lnTo>
                  <a:lnTo>
                    <a:pt x="4800877" y="3012293"/>
                  </a:lnTo>
                  <a:lnTo>
                    <a:pt x="4800227" y="3012293"/>
                  </a:lnTo>
                  <a:lnTo>
                    <a:pt x="4799577" y="3012293"/>
                  </a:lnTo>
                  <a:lnTo>
                    <a:pt x="4798927" y="3012293"/>
                  </a:lnTo>
                  <a:lnTo>
                    <a:pt x="4798277" y="3012293"/>
                  </a:lnTo>
                  <a:lnTo>
                    <a:pt x="4797627" y="3012293"/>
                  </a:lnTo>
                  <a:lnTo>
                    <a:pt x="4796977" y="3012293"/>
                  </a:lnTo>
                  <a:lnTo>
                    <a:pt x="4796327" y="3012293"/>
                  </a:lnTo>
                  <a:lnTo>
                    <a:pt x="4795677" y="3012293"/>
                  </a:lnTo>
                  <a:lnTo>
                    <a:pt x="4795027" y="3012293"/>
                  </a:lnTo>
                  <a:lnTo>
                    <a:pt x="4794378" y="3012293"/>
                  </a:lnTo>
                  <a:lnTo>
                    <a:pt x="4793728" y="3012293"/>
                  </a:lnTo>
                  <a:lnTo>
                    <a:pt x="4793078" y="3012293"/>
                  </a:lnTo>
                  <a:lnTo>
                    <a:pt x="4792428" y="3012293"/>
                  </a:lnTo>
                  <a:lnTo>
                    <a:pt x="4791778" y="3012293"/>
                  </a:lnTo>
                  <a:lnTo>
                    <a:pt x="4791128" y="3012293"/>
                  </a:lnTo>
                  <a:lnTo>
                    <a:pt x="4790478" y="3012293"/>
                  </a:lnTo>
                  <a:lnTo>
                    <a:pt x="4789828" y="3012293"/>
                  </a:lnTo>
                  <a:lnTo>
                    <a:pt x="4789178" y="3012293"/>
                  </a:lnTo>
                  <a:lnTo>
                    <a:pt x="4788528" y="3012293"/>
                  </a:lnTo>
                  <a:lnTo>
                    <a:pt x="4787878" y="3012293"/>
                  </a:lnTo>
                  <a:lnTo>
                    <a:pt x="4787228" y="3012293"/>
                  </a:lnTo>
                  <a:lnTo>
                    <a:pt x="4786578" y="3012293"/>
                  </a:lnTo>
                  <a:lnTo>
                    <a:pt x="4785928" y="3012293"/>
                  </a:lnTo>
                  <a:lnTo>
                    <a:pt x="4785278" y="3012293"/>
                  </a:lnTo>
                  <a:lnTo>
                    <a:pt x="4784628" y="3012293"/>
                  </a:lnTo>
                  <a:lnTo>
                    <a:pt x="4783979" y="3012293"/>
                  </a:lnTo>
                  <a:lnTo>
                    <a:pt x="4783329" y="3012293"/>
                  </a:lnTo>
                  <a:lnTo>
                    <a:pt x="4782679" y="3012293"/>
                  </a:lnTo>
                  <a:lnTo>
                    <a:pt x="4782029" y="3012293"/>
                  </a:lnTo>
                  <a:lnTo>
                    <a:pt x="4781379" y="3012293"/>
                  </a:lnTo>
                  <a:lnTo>
                    <a:pt x="4780729" y="3012293"/>
                  </a:lnTo>
                  <a:lnTo>
                    <a:pt x="4780079" y="3012293"/>
                  </a:lnTo>
                  <a:lnTo>
                    <a:pt x="4779429" y="3012293"/>
                  </a:lnTo>
                  <a:lnTo>
                    <a:pt x="4778779" y="3012293"/>
                  </a:lnTo>
                  <a:lnTo>
                    <a:pt x="4778129" y="3012293"/>
                  </a:lnTo>
                  <a:lnTo>
                    <a:pt x="4777479" y="3012293"/>
                  </a:lnTo>
                  <a:lnTo>
                    <a:pt x="4776829" y="3012293"/>
                  </a:lnTo>
                  <a:lnTo>
                    <a:pt x="4776179" y="3012293"/>
                  </a:lnTo>
                  <a:lnTo>
                    <a:pt x="4775529" y="3012293"/>
                  </a:lnTo>
                  <a:lnTo>
                    <a:pt x="4774879" y="3012293"/>
                  </a:lnTo>
                  <a:lnTo>
                    <a:pt x="4774230" y="3012293"/>
                  </a:lnTo>
                  <a:lnTo>
                    <a:pt x="4773580" y="3012293"/>
                  </a:lnTo>
                  <a:lnTo>
                    <a:pt x="4772930" y="3012293"/>
                  </a:lnTo>
                  <a:lnTo>
                    <a:pt x="4772280" y="3012293"/>
                  </a:lnTo>
                  <a:lnTo>
                    <a:pt x="4771630" y="3012293"/>
                  </a:lnTo>
                  <a:lnTo>
                    <a:pt x="4770980" y="3012293"/>
                  </a:lnTo>
                  <a:lnTo>
                    <a:pt x="4770330" y="3012293"/>
                  </a:lnTo>
                  <a:lnTo>
                    <a:pt x="4769680" y="3012293"/>
                  </a:lnTo>
                  <a:lnTo>
                    <a:pt x="4769030" y="3012293"/>
                  </a:lnTo>
                  <a:lnTo>
                    <a:pt x="4768380" y="3012293"/>
                  </a:lnTo>
                  <a:lnTo>
                    <a:pt x="4767730" y="3012293"/>
                  </a:lnTo>
                  <a:lnTo>
                    <a:pt x="4767080" y="3012293"/>
                  </a:lnTo>
                  <a:lnTo>
                    <a:pt x="4766430" y="3012293"/>
                  </a:lnTo>
                  <a:lnTo>
                    <a:pt x="4765780" y="3012293"/>
                  </a:lnTo>
                  <a:lnTo>
                    <a:pt x="4765130" y="3012293"/>
                  </a:lnTo>
                  <a:lnTo>
                    <a:pt x="4764480" y="3012293"/>
                  </a:lnTo>
                  <a:lnTo>
                    <a:pt x="4763831" y="3012293"/>
                  </a:lnTo>
                  <a:lnTo>
                    <a:pt x="4763181" y="3012293"/>
                  </a:lnTo>
                  <a:lnTo>
                    <a:pt x="4762531" y="3012293"/>
                  </a:lnTo>
                  <a:lnTo>
                    <a:pt x="4761881" y="3012293"/>
                  </a:lnTo>
                  <a:lnTo>
                    <a:pt x="4761231" y="3012293"/>
                  </a:lnTo>
                  <a:lnTo>
                    <a:pt x="4760581" y="3012293"/>
                  </a:lnTo>
                  <a:lnTo>
                    <a:pt x="4759931" y="3012293"/>
                  </a:lnTo>
                  <a:lnTo>
                    <a:pt x="4759281" y="3012293"/>
                  </a:lnTo>
                  <a:lnTo>
                    <a:pt x="4758631" y="3012293"/>
                  </a:lnTo>
                  <a:lnTo>
                    <a:pt x="4757981" y="3012293"/>
                  </a:lnTo>
                  <a:lnTo>
                    <a:pt x="4757331" y="3012293"/>
                  </a:lnTo>
                  <a:lnTo>
                    <a:pt x="4756681" y="3012293"/>
                  </a:lnTo>
                  <a:lnTo>
                    <a:pt x="4756031" y="3012293"/>
                  </a:lnTo>
                  <a:lnTo>
                    <a:pt x="4755381" y="3012293"/>
                  </a:lnTo>
                  <a:lnTo>
                    <a:pt x="4754731" y="3012293"/>
                  </a:lnTo>
                  <a:lnTo>
                    <a:pt x="4754082" y="3012293"/>
                  </a:lnTo>
                  <a:lnTo>
                    <a:pt x="4753432" y="3012293"/>
                  </a:lnTo>
                  <a:lnTo>
                    <a:pt x="4752782" y="3012293"/>
                  </a:lnTo>
                  <a:lnTo>
                    <a:pt x="4752132" y="3012293"/>
                  </a:lnTo>
                  <a:lnTo>
                    <a:pt x="4751482" y="3012293"/>
                  </a:lnTo>
                  <a:lnTo>
                    <a:pt x="4750832" y="3012293"/>
                  </a:lnTo>
                  <a:lnTo>
                    <a:pt x="4750182" y="3012293"/>
                  </a:lnTo>
                  <a:lnTo>
                    <a:pt x="4749532" y="3012293"/>
                  </a:lnTo>
                  <a:lnTo>
                    <a:pt x="4748882" y="3012293"/>
                  </a:lnTo>
                  <a:lnTo>
                    <a:pt x="4748232" y="3012293"/>
                  </a:lnTo>
                  <a:lnTo>
                    <a:pt x="4747582" y="3012293"/>
                  </a:lnTo>
                  <a:lnTo>
                    <a:pt x="4746932" y="3012293"/>
                  </a:lnTo>
                  <a:lnTo>
                    <a:pt x="4746282" y="3012293"/>
                  </a:lnTo>
                  <a:lnTo>
                    <a:pt x="4745632" y="3012293"/>
                  </a:lnTo>
                  <a:lnTo>
                    <a:pt x="4744982" y="3012293"/>
                  </a:lnTo>
                  <a:lnTo>
                    <a:pt x="4744332" y="3012293"/>
                  </a:lnTo>
                  <a:lnTo>
                    <a:pt x="4743683" y="3012293"/>
                  </a:lnTo>
                  <a:lnTo>
                    <a:pt x="4743033" y="3012293"/>
                  </a:lnTo>
                  <a:lnTo>
                    <a:pt x="4742383" y="3012293"/>
                  </a:lnTo>
                  <a:lnTo>
                    <a:pt x="4741733" y="3012293"/>
                  </a:lnTo>
                  <a:lnTo>
                    <a:pt x="4741083" y="3012293"/>
                  </a:lnTo>
                  <a:lnTo>
                    <a:pt x="4740433" y="3012293"/>
                  </a:lnTo>
                  <a:lnTo>
                    <a:pt x="4739783" y="3012293"/>
                  </a:lnTo>
                  <a:lnTo>
                    <a:pt x="4739133" y="3012293"/>
                  </a:lnTo>
                  <a:lnTo>
                    <a:pt x="4738483" y="3012293"/>
                  </a:lnTo>
                  <a:lnTo>
                    <a:pt x="4737833" y="3012293"/>
                  </a:lnTo>
                  <a:lnTo>
                    <a:pt x="4737183" y="3012293"/>
                  </a:lnTo>
                  <a:lnTo>
                    <a:pt x="4736533" y="3012293"/>
                  </a:lnTo>
                  <a:lnTo>
                    <a:pt x="4735883" y="3012293"/>
                  </a:lnTo>
                  <a:lnTo>
                    <a:pt x="4735233" y="3012293"/>
                  </a:lnTo>
                  <a:lnTo>
                    <a:pt x="4734583" y="3012293"/>
                  </a:lnTo>
                  <a:lnTo>
                    <a:pt x="4733934" y="3012293"/>
                  </a:lnTo>
                  <a:lnTo>
                    <a:pt x="4733284" y="3012293"/>
                  </a:lnTo>
                  <a:lnTo>
                    <a:pt x="4732634" y="3012293"/>
                  </a:lnTo>
                  <a:lnTo>
                    <a:pt x="4731984" y="3012293"/>
                  </a:lnTo>
                  <a:lnTo>
                    <a:pt x="4731334" y="3012293"/>
                  </a:lnTo>
                  <a:lnTo>
                    <a:pt x="4730684" y="3012293"/>
                  </a:lnTo>
                  <a:lnTo>
                    <a:pt x="4730034" y="3012293"/>
                  </a:lnTo>
                  <a:lnTo>
                    <a:pt x="4729384" y="3012293"/>
                  </a:lnTo>
                  <a:lnTo>
                    <a:pt x="4728734" y="3012293"/>
                  </a:lnTo>
                  <a:lnTo>
                    <a:pt x="4728084" y="3012293"/>
                  </a:lnTo>
                  <a:lnTo>
                    <a:pt x="4727434" y="3012293"/>
                  </a:lnTo>
                  <a:lnTo>
                    <a:pt x="4726784" y="3012293"/>
                  </a:lnTo>
                  <a:lnTo>
                    <a:pt x="4726134" y="3012293"/>
                  </a:lnTo>
                  <a:lnTo>
                    <a:pt x="4725484" y="3012293"/>
                  </a:lnTo>
                  <a:lnTo>
                    <a:pt x="4724834" y="3012293"/>
                  </a:lnTo>
                  <a:lnTo>
                    <a:pt x="4724185" y="3012293"/>
                  </a:lnTo>
                  <a:lnTo>
                    <a:pt x="4723535" y="3012293"/>
                  </a:lnTo>
                  <a:lnTo>
                    <a:pt x="4722885" y="3012293"/>
                  </a:lnTo>
                  <a:lnTo>
                    <a:pt x="4722235" y="3012293"/>
                  </a:lnTo>
                  <a:lnTo>
                    <a:pt x="4721585" y="3012293"/>
                  </a:lnTo>
                  <a:lnTo>
                    <a:pt x="4720935" y="3012293"/>
                  </a:lnTo>
                  <a:lnTo>
                    <a:pt x="4720285" y="3012293"/>
                  </a:lnTo>
                  <a:lnTo>
                    <a:pt x="4719635" y="3012293"/>
                  </a:lnTo>
                  <a:lnTo>
                    <a:pt x="4718985" y="3012293"/>
                  </a:lnTo>
                  <a:lnTo>
                    <a:pt x="4718335" y="3012293"/>
                  </a:lnTo>
                  <a:lnTo>
                    <a:pt x="4717685" y="3012293"/>
                  </a:lnTo>
                  <a:lnTo>
                    <a:pt x="4717035" y="3012293"/>
                  </a:lnTo>
                  <a:lnTo>
                    <a:pt x="4716385" y="3012293"/>
                  </a:lnTo>
                  <a:lnTo>
                    <a:pt x="4715735" y="3012293"/>
                  </a:lnTo>
                  <a:lnTo>
                    <a:pt x="4715085" y="3012293"/>
                  </a:lnTo>
                  <a:lnTo>
                    <a:pt x="4714435" y="3012293"/>
                  </a:lnTo>
                  <a:lnTo>
                    <a:pt x="4713786" y="3012293"/>
                  </a:lnTo>
                  <a:lnTo>
                    <a:pt x="4713136" y="3012293"/>
                  </a:lnTo>
                  <a:lnTo>
                    <a:pt x="4712486" y="3012293"/>
                  </a:lnTo>
                  <a:lnTo>
                    <a:pt x="4711836" y="3012293"/>
                  </a:lnTo>
                  <a:lnTo>
                    <a:pt x="4711186" y="3012293"/>
                  </a:lnTo>
                  <a:lnTo>
                    <a:pt x="4710536" y="3012293"/>
                  </a:lnTo>
                  <a:lnTo>
                    <a:pt x="4709886" y="3012293"/>
                  </a:lnTo>
                  <a:lnTo>
                    <a:pt x="4709236" y="3012293"/>
                  </a:lnTo>
                  <a:lnTo>
                    <a:pt x="4708586" y="3012293"/>
                  </a:lnTo>
                  <a:lnTo>
                    <a:pt x="4707936" y="3012293"/>
                  </a:lnTo>
                  <a:lnTo>
                    <a:pt x="4707286" y="3012293"/>
                  </a:lnTo>
                  <a:lnTo>
                    <a:pt x="4706636" y="3012293"/>
                  </a:lnTo>
                  <a:lnTo>
                    <a:pt x="4705986" y="3012293"/>
                  </a:lnTo>
                  <a:lnTo>
                    <a:pt x="4705336" y="3012293"/>
                  </a:lnTo>
                  <a:lnTo>
                    <a:pt x="4704686" y="3012293"/>
                  </a:lnTo>
                  <a:lnTo>
                    <a:pt x="4704037" y="3012293"/>
                  </a:lnTo>
                  <a:lnTo>
                    <a:pt x="4703387" y="3012293"/>
                  </a:lnTo>
                  <a:lnTo>
                    <a:pt x="4702737" y="3012293"/>
                  </a:lnTo>
                  <a:lnTo>
                    <a:pt x="4702087" y="3012293"/>
                  </a:lnTo>
                  <a:lnTo>
                    <a:pt x="4701437" y="3012293"/>
                  </a:lnTo>
                  <a:lnTo>
                    <a:pt x="4700787" y="3012293"/>
                  </a:lnTo>
                  <a:lnTo>
                    <a:pt x="4700137" y="3012293"/>
                  </a:lnTo>
                  <a:lnTo>
                    <a:pt x="4699487" y="3012293"/>
                  </a:lnTo>
                  <a:lnTo>
                    <a:pt x="4698837" y="3012293"/>
                  </a:lnTo>
                  <a:lnTo>
                    <a:pt x="4698187" y="3012293"/>
                  </a:lnTo>
                  <a:lnTo>
                    <a:pt x="4697537" y="3012293"/>
                  </a:lnTo>
                  <a:lnTo>
                    <a:pt x="4696887" y="3012293"/>
                  </a:lnTo>
                  <a:lnTo>
                    <a:pt x="4696237" y="3012293"/>
                  </a:lnTo>
                  <a:lnTo>
                    <a:pt x="4695587" y="3012293"/>
                  </a:lnTo>
                  <a:lnTo>
                    <a:pt x="4694937" y="3012293"/>
                  </a:lnTo>
                  <a:lnTo>
                    <a:pt x="4694287" y="3012293"/>
                  </a:lnTo>
                  <a:lnTo>
                    <a:pt x="4693638" y="3012293"/>
                  </a:lnTo>
                  <a:lnTo>
                    <a:pt x="4692988" y="3012293"/>
                  </a:lnTo>
                  <a:lnTo>
                    <a:pt x="4692338" y="3012293"/>
                  </a:lnTo>
                  <a:lnTo>
                    <a:pt x="4691688" y="3012293"/>
                  </a:lnTo>
                  <a:lnTo>
                    <a:pt x="4691038" y="3012293"/>
                  </a:lnTo>
                  <a:lnTo>
                    <a:pt x="4690388" y="3012293"/>
                  </a:lnTo>
                  <a:lnTo>
                    <a:pt x="4689738" y="3012293"/>
                  </a:lnTo>
                  <a:lnTo>
                    <a:pt x="4689088" y="3012293"/>
                  </a:lnTo>
                  <a:lnTo>
                    <a:pt x="4688438" y="3012293"/>
                  </a:lnTo>
                  <a:lnTo>
                    <a:pt x="4687788" y="3012293"/>
                  </a:lnTo>
                  <a:lnTo>
                    <a:pt x="4687138" y="3012293"/>
                  </a:lnTo>
                  <a:lnTo>
                    <a:pt x="4686488" y="3012293"/>
                  </a:lnTo>
                  <a:lnTo>
                    <a:pt x="4685838" y="3012293"/>
                  </a:lnTo>
                  <a:lnTo>
                    <a:pt x="4685188" y="3012293"/>
                  </a:lnTo>
                  <a:lnTo>
                    <a:pt x="4684538" y="3012293"/>
                  </a:lnTo>
                  <a:lnTo>
                    <a:pt x="4683889" y="3012293"/>
                  </a:lnTo>
                  <a:lnTo>
                    <a:pt x="4683239" y="3012293"/>
                  </a:lnTo>
                  <a:lnTo>
                    <a:pt x="4682589" y="3012293"/>
                  </a:lnTo>
                  <a:lnTo>
                    <a:pt x="4681939" y="3012293"/>
                  </a:lnTo>
                  <a:lnTo>
                    <a:pt x="4681289" y="3012293"/>
                  </a:lnTo>
                  <a:lnTo>
                    <a:pt x="4680639" y="3012293"/>
                  </a:lnTo>
                  <a:lnTo>
                    <a:pt x="4679989" y="3012293"/>
                  </a:lnTo>
                  <a:lnTo>
                    <a:pt x="4679339" y="3012293"/>
                  </a:lnTo>
                  <a:lnTo>
                    <a:pt x="4678689" y="3012293"/>
                  </a:lnTo>
                  <a:lnTo>
                    <a:pt x="4678039" y="3012293"/>
                  </a:lnTo>
                  <a:lnTo>
                    <a:pt x="4677389" y="3012293"/>
                  </a:lnTo>
                  <a:lnTo>
                    <a:pt x="4676739" y="3012293"/>
                  </a:lnTo>
                  <a:lnTo>
                    <a:pt x="4676089" y="3012293"/>
                  </a:lnTo>
                  <a:lnTo>
                    <a:pt x="4675439" y="3012293"/>
                  </a:lnTo>
                  <a:lnTo>
                    <a:pt x="4674789" y="3012293"/>
                  </a:lnTo>
                  <a:lnTo>
                    <a:pt x="4674139" y="3012293"/>
                  </a:lnTo>
                  <a:lnTo>
                    <a:pt x="4673490" y="3012293"/>
                  </a:lnTo>
                  <a:lnTo>
                    <a:pt x="4672840" y="3012293"/>
                  </a:lnTo>
                  <a:lnTo>
                    <a:pt x="4672190" y="3012293"/>
                  </a:lnTo>
                  <a:lnTo>
                    <a:pt x="4671540" y="3012293"/>
                  </a:lnTo>
                  <a:lnTo>
                    <a:pt x="4670890" y="3012293"/>
                  </a:lnTo>
                  <a:lnTo>
                    <a:pt x="4670240" y="3012293"/>
                  </a:lnTo>
                  <a:lnTo>
                    <a:pt x="4669590" y="3012293"/>
                  </a:lnTo>
                  <a:lnTo>
                    <a:pt x="4668940" y="3012293"/>
                  </a:lnTo>
                  <a:lnTo>
                    <a:pt x="4668290" y="3012293"/>
                  </a:lnTo>
                  <a:lnTo>
                    <a:pt x="4667640" y="3012293"/>
                  </a:lnTo>
                  <a:lnTo>
                    <a:pt x="4666990" y="3012293"/>
                  </a:lnTo>
                  <a:lnTo>
                    <a:pt x="4666340" y="3012293"/>
                  </a:lnTo>
                  <a:lnTo>
                    <a:pt x="4665690" y="3012293"/>
                  </a:lnTo>
                  <a:lnTo>
                    <a:pt x="4665040" y="3012293"/>
                  </a:lnTo>
                  <a:lnTo>
                    <a:pt x="4664390" y="3012293"/>
                  </a:lnTo>
                  <a:lnTo>
                    <a:pt x="4663741" y="3012293"/>
                  </a:lnTo>
                  <a:lnTo>
                    <a:pt x="4663091" y="3012293"/>
                  </a:lnTo>
                  <a:lnTo>
                    <a:pt x="4662441" y="3012293"/>
                  </a:lnTo>
                  <a:lnTo>
                    <a:pt x="4661791" y="3012293"/>
                  </a:lnTo>
                  <a:lnTo>
                    <a:pt x="4661141" y="3012293"/>
                  </a:lnTo>
                  <a:lnTo>
                    <a:pt x="4660491" y="3012293"/>
                  </a:lnTo>
                  <a:lnTo>
                    <a:pt x="4659841" y="3012293"/>
                  </a:lnTo>
                  <a:lnTo>
                    <a:pt x="4659191" y="3012293"/>
                  </a:lnTo>
                  <a:lnTo>
                    <a:pt x="4658541" y="3012293"/>
                  </a:lnTo>
                  <a:lnTo>
                    <a:pt x="4657891" y="3012293"/>
                  </a:lnTo>
                  <a:lnTo>
                    <a:pt x="4657241" y="3012293"/>
                  </a:lnTo>
                  <a:lnTo>
                    <a:pt x="4656591" y="3012293"/>
                  </a:lnTo>
                  <a:lnTo>
                    <a:pt x="4655941" y="3012293"/>
                  </a:lnTo>
                  <a:lnTo>
                    <a:pt x="4655291" y="3012293"/>
                  </a:lnTo>
                  <a:lnTo>
                    <a:pt x="4654641" y="3012293"/>
                  </a:lnTo>
                  <a:lnTo>
                    <a:pt x="4653991" y="3012293"/>
                  </a:lnTo>
                  <a:lnTo>
                    <a:pt x="4653342" y="3012293"/>
                  </a:lnTo>
                  <a:lnTo>
                    <a:pt x="4652692" y="3012293"/>
                  </a:lnTo>
                  <a:lnTo>
                    <a:pt x="4652042" y="3012293"/>
                  </a:lnTo>
                  <a:lnTo>
                    <a:pt x="4651392" y="3012293"/>
                  </a:lnTo>
                  <a:lnTo>
                    <a:pt x="4650742" y="3012293"/>
                  </a:lnTo>
                  <a:lnTo>
                    <a:pt x="4650092" y="3012293"/>
                  </a:lnTo>
                  <a:lnTo>
                    <a:pt x="4649442" y="3012293"/>
                  </a:lnTo>
                  <a:lnTo>
                    <a:pt x="4648792" y="3012293"/>
                  </a:lnTo>
                  <a:lnTo>
                    <a:pt x="4648142" y="3012293"/>
                  </a:lnTo>
                  <a:lnTo>
                    <a:pt x="4647492" y="3012293"/>
                  </a:lnTo>
                  <a:lnTo>
                    <a:pt x="4646842" y="3012293"/>
                  </a:lnTo>
                  <a:lnTo>
                    <a:pt x="4646192" y="3012293"/>
                  </a:lnTo>
                  <a:lnTo>
                    <a:pt x="4645542" y="3012293"/>
                  </a:lnTo>
                  <a:lnTo>
                    <a:pt x="4644892" y="3012293"/>
                  </a:lnTo>
                  <a:lnTo>
                    <a:pt x="4644242" y="3012293"/>
                  </a:lnTo>
                  <a:lnTo>
                    <a:pt x="4643593" y="3012293"/>
                  </a:lnTo>
                  <a:lnTo>
                    <a:pt x="4642943" y="3012293"/>
                  </a:lnTo>
                  <a:lnTo>
                    <a:pt x="4642293" y="3012293"/>
                  </a:lnTo>
                  <a:lnTo>
                    <a:pt x="4641643" y="3012293"/>
                  </a:lnTo>
                  <a:lnTo>
                    <a:pt x="4640993" y="3012293"/>
                  </a:lnTo>
                  <a:lnTo>
                    <a:pt x="4640343" y="3012293"/>
                  </a:lnTo>
                  <a:lnTo>
                    <a:pt x="4639693" y="3012293"/>
                  </a:lnTo>
                  <a:lnTo>
                    <a:pt x="4639043" y="3012293"/>
                  </a:lnTo>
                  <a:lnTo>
                    <a:pt x="4638393" y="3012293"/>
                  </a:lnTo>
                  <a:lnTo>
                    <a:pt x="4637743" y="3012293"/>
                  </a:lnTo>
                  <a:lnTo>
                    <a:pt x="4637093" y="3012293"/>
                  </a:lnTo>
                  <a:lnTo>
                    <a:pt x="4636443" y="3012293"/>
                  </a:lnTo>
                  <a:lnTo>
                    <a:pt x="4635793" y="3012293"/>
                  </a:lnTo>
                  <a:lnTo>
                    <a:pt x="4635143" y="3012293"/>
                  </a:lnTo>
                  <a:lnTo>
                    <a:pt x="4634493" y="3012293"/>
                  </a:lnTo>
                  <a:lnTo>
                    <a:pt x="4633843" y="3012293"/>
                  </a:lnTo>
                  <a:lnTo>
                    <a:pt x="4633194" y="3012293"/>
                  </a:lnTo>
                  <a:lnTo>
                    <a:pt x="4632544" y="3012293"/>
                  </a:lnTo>
                  <a:lnTo>
                    <a:pt x="4631894" y="3012293"/>
                  </a:lnTo>
                  <a:lnTo>
                    <a:pt x="4631244" y="3012293"/>
                  </a:lnTo>
                  <a:lnTo>
                    <a:pt x="4630594" y="3012293"/>
                  </a:lnTo>
                  <a:lnTo>
                    <a:pt x="4629944" y="3012293"/>
                  </a:lnTo>
                  <a:lnTo>
                    <a:pt x="4629294" y="3012293"/>
                  </a:lnTo>
                  <a:lnTo>
                    <a:pt x="4628644" y="3012293"/>
                  </a:lnTo>
                  <a:lnTo>
                    <a:pt x="4627994" y="3012293"/>
                  </a:lnTo>
                  <a:lnTo>
                    <a:pt x="4627344" y="3012293"/>
                  </a:lnTo>
                  <a:lnTo>
                    <a:pt x="4626694" y="3012293"/>
                  </a:lnTo>
                  <a:lnTo>
                    <a:pt x="4626044" y="3012293"/>
                  </a:lnTo>
                  <a:lnTo>
                    <a:pt x="4625394" y="3012293"/>
                  </a:lnTo>
                  <a:lnTo>
                    <a:pt x="4624744" y="3012293"/>
                  </a:lnTo>
                  <a:lnTo>
                    <a:pt x="4624094" y="3012293"/>
                  </a:lnTo>
                  <a:lnTo>
                    <a:pt x="4623445" y="3012293"/>
                  </a:lnTo>
                  <a:lnTo>
                    <a:pt x="4622795" y="3012293"/>
                  </a:lnTo>
                  <a:lnTo>
                    <a:pt x="4622145" y="3012293"/>
                  </a:lnTo>
                  <a:lnTo>
                    <a:pt x="4621495" y="3012293"/>
                  </a:lnTo>
                  <a:lnTo>
                    <a:pt x="4620845" y="3012293"/>
                  </a:lnTo>
                  <a:lnTo>
                    <a:pt x="4620195" y="3012293"/>
                  </a:lnTo>
                  <a:lnTo>
                    <a:pt x="4619545" y="3012293"/>
                  </a:lnTo>
                  <a:lnTo>
                    <a:pt x="4618895" y="3012293"/>
                  </a:lnTo>
                  <a:lnTo>
                    <a:pt x="4618245" y="3012293"/>
                  </a:lnTo>
                  <a:lnTo>
                    <a:pt x="4617595" y="3012293"/>
                  </a:lnTo>
                  <a:lnTo>
                    <a:pt x="4616945" y="3012293"/>
                  </a:lnTo>
                  <a:lnTo>
                    <a:pt x="4616295" y="3012293"/>
                  </a:lnTo>
                  <a:lnTo>
                    <a:pt x="4615645" y="3012293"/>
                  </a:lnTo>
                  <a:lnTo>
                    <a:pt x="4614995" y="3012293"/>
                  </a:lnTo>
                  <a:lnTo>
                    <a:pt x="4614345" y="3012293"/>
                  </a:lnTo>
                  <a:lnTo>
                    <a:pt x="4613695" y="3012293"/>
                  </a:lnTo>
                  <a:lnTo>
                    <a:pt x="4613046" y="3012293"/>
                  </a:lnTo>
                  <a:lnTo>
                    <a:pt x="4612396" y="3012293"/>
                  </a:lnTo>
                  <a:lnTo>
                    <a:pt x="4611746" y="3012293"/>
                  </a:lnTo>
                  <a:lnTo>
                    <a:pt x="4611096" y="3012293"/>
                  </a:lnTo>
                  <a:lnTo>
                    <a:pt x="4610446" y="3012293"/>
                  </a:lnTo>
                  <a:lnTo>
                    <a:pt x="4609796" y="3012293"/>
                  </a:lnTo>
                  <a:lnTo>
                    <a:pt x="4609146" y="3012293"/>
                  </a:lnTo>
                  <a:lnTo>
                    <a:pt x="4608496" y="3012293"/>
                  </a:lnTo>
                  <a:lnTo>
                    <a:pt x="4607846" y="3012293"/>
                  </a:lnTo>
                  <a:lnTo>
                    <a:pt x="4607196" y="3012293"/>
                  </a:lnTo>
                  <a:lnTo>
                    <a:pt x="4606546" y="3012293"/>
                  </a:lnTo>
                  <a:lnTo>
                    <a:pt x="4605896" y="3012293"/>
                  </a:lnTo>
                  <a:lnTo>
                    <a:pt x="4605246" y="3012293"/>
                  </a:lnTo>
                  <a:lnTo>
                    <a:pt x="4604596" y="3012293"/>
                  </a:lnTo>
                  <a:lnTo>
                    <a:pt x="4603946" y="3012293"/>
                  </a:lnTo>
                  <a:lnTo>
                    <a:pt x="4603297" y="3012293"/>
                  </a:lnTo>
                  <a:lnTo>
                    <a:pt x="4602647" y="3012293"/>
                  </a:lnTo>
                  <a:lnTo>
                    <a:pt x="4601997" y="3012293"/>
                  </a:lnTo>
                  <a:lnTo>
                    <a:pt x="4601347" y="3012293"/>
                  </a:lnTo>
                  <a:lnTo>
                    <a:pt x="4600697" y="3012293"/>
                  </a:lnTo>
                  <a:lnTo>
                    <a:pt x="4600047" y="3012293"/>
                  </a:lnTo>
                  <a:lnTo>
                    <a:pt x="4599397" y="3012293"/>
                  </a:lnTo>
                  <a:lnTo>
                    <a:pt x="4598747" y="3012293"/>
                  </a:lnTo>
                  <a:lnTo>
                    <a:pt x="4598097" y="3012293"/>
                  </a:lnTo>
                  <a:lnTo>
                    <a:pt x="4597447" y="3012293"/>
                  </a:lnTo>
                  <a:lnTo>
                    <a:pt x="4596797" y="3012293"/>
                  </a:lnTo>
                  <a:lnTo>
                    <a:pt x="4596147" y="3012293"/>
                  </a:lnTo>
                  <a:lnTo>
                    <a:pt x="4595497" y="3012293"/>
                  </a:lnTo>
                  <a:lnTo>
                    <a:pt x="4594847" y="3012293"/>
                  </a:lnTo>
                  <a:lnTo>
                    <a:pt x="4594197" y="3012293"/>
                  </a:lnTo>
                  <a:lnTo>
                    <a:pt x="4593547" y="3012293"/>
                  </a:lnTo>
                  <a:lnTo>
                    <a:pt x="4592898" y="3012293"/>
                  </a:lnTo>
                  <a:lnTo>
                    <a:pt x="4592248" y="3012293"/>
                  </a:lnTo>
                  <a:lnTo>
                    <a:pt x="4591598" y="3012293"/>
                  </a:lnTo>
                  <a:lnTo>
                    <a:pt x="4590948" y="3012293"/>
                  </a:lnTo>
                  <a:lnTo>
                    <a:pt x="4590298" y="3012293"/>
                  </a:lnTo>
                  <a:lnTo>
                    <a:pt x="4589648" y="3012293"/>
                  </a:lnTo>
                  <a:lnTo>
                    <a:pt x="4588998" y="3012293"/>
                  </a:lnTo>
                  <a:lnTo>
                    <a:pt x="4588348" y="3012293"/>
                  </a:lnTo>
                  <a:lnTo>
                    <a:pt x="4587698" y="3012293"/>
                  </a:lnTo>
                  <a:lnTo>
                    <a:pt x="4587048" y="3012293"/>
                  </a:lnTo>
                  <a:lnTo>
                    <a:pt x="4586398" y="3012293"/>
                  </a:lnTo>
                  <a:lnTo>
                    <a:pt x="4585748" y="3012293"/>
                  </a:lnTo>
                  <a:lnTo>
                    <a:pt x="4585098" y="3012293"/>
                  </a:lnTo>
                  <a:lnTo>
                    <a:pt x="4584448" y="3012293"/>
                  </a:lnTo>
                  <a:lnTo>
                    <a:pt x="4583798" y="3012293"/>
                  </a:lnTo>
                  <a:lnTo>
                    <a:pt x="4583149" y="3012293"/>
                  </a:lnTo>
                  <a:lnTo>
                    <a:pt x="4582499" y="3012293"/>
                  </a:lnTo>
                  <a:lnTo>
                    <a:pt x="4581849" y="3012293"/>
                  </a:lnTo>
                  <a:lnTo>
                    <a:pt x="4581199" y="3012293"/>
                  </a:lnTo>
                  <a:lnTo>
                    <a:pt x="4580549" y="3012293"/>
                  </a:lnTo>
                  <a:lnTo>
                    <a:pt x="4579899" y="3012293"/>
                  </a:lnTo>
                  <a:lnTo>
                    <a:pt x="4579249" y="3012293"/>
                  </a:lnTo>
                  <a:lnTo>
                    <a:pt x="4578599" y="3012293"/>
                  </a:lnTo>
                  <a:lnTo>
                    <a:pt x="4577949" y="3012293"/>
                  </a:lnTo>
                  <a:lnTo>
                    <a:pt x="4577299" y="3012293"/>
                  </a:lnTo>
                  <a:lnTo>
                    <a:pt x="4576649" y="3012293"/>
                  </a:lnTo>
                  <a:lnTo>
                    <a:pt x="4575999" y="3012293"/>
                  </a:lnTo>
                  <a:lnTo>
                    <a:pt x="4575349" y="3012293"/>
                  </a:lnTo>
                  <a:lnTo>
                    <a:pt x="4574699" y="3012293"/>
                  </a:lnTo>
                  <a:lnTo>
                    <a:pt x="4574049" y="3012293"/>
                  </a:lnTo>
                  <a:lnTo>
                    <a:pt x="4573400" y="3012293"/>
                  </a:lnTo>
                  <a:lnTo>
                    <a:pt x="4572750" y="3012293"/>
                  </a:lnTo>
                  <a:lnTo>
                    <a:pt x="4572100" y="3012293"/>
                  </a:lnTo>
                  <a:lnTo>
                    <a:pt x="4571450" y="3012293"/>
                  </a:lnTo>
                  <a:lnTo>
                    <a:pt x="4570800" y="3012293"/>
                  </a:lnTo>
                  <a:lnTo>
                    <a:pt x="4570150" y="3012293"/>
                  </a:lnTo>
                  <a:lnTo>
                    <a:pt x="4569500" y="3012293"/>
                  </a:lnTo>
                  <a:lnTo>
                    <a:pt x="4568850" y="3012293"/>
                  </a:lnTo>
                  <a:lnTo>
                    <a:pt x="4568200" y="3012293"/>
                  </a:lnTo>
                  <a:lnTo>
                    <a:pt x="4567550" y="3012293"/>
                  </a:lnTo>
                  <a:lnTo>
                    <a:pt x="4566900" y="3012293"/>
                  </a:lnTo>
                  <a:lnTo>
                    <a:pt x="4566250" y="3012293"/>
                  </a:lnTo>
                  <a:lnTo>
                    <a:pt x="4565600" y="3012293"/>
                  </a:lnTo>
                  <a:lnTo>
                    <a:pt x="4564950" y="3012293"/>
                  </a:lnTo>
                  <a:lnTo>
                    <a:pt x="4564300" y="3012293"/>
                  </a:lnTo>
                  <a:lnTo>
                    <a:pt x="4563650" y="3012293"/>
                  </a:lnTo>
                  <a:lnTo>
                    <a:pt x="4563001" y="3012293"/>
                  </a:lnTo>
                  <a:lnTo>
                    <a:pt x="4562351" y="3012293"/>
                  </a:lnTo>
                  <a:lnTo>
                    <a:pt x="4561701" y="3012293"/>
                  </a:lnTo>
                  <a:lnTo>
                    <a:pt x="4561051" y="3012293"/>
                  </a:lnTo>
                  <a:lnTo>
                    <a:pt x="4560401" y="3012293"/>
                  </a:lnTo>
                  <a:lnTo>
                    <a:pt x="4559751" y="3012293"/>
                  </a:lnTo>
                  <a:lnTo>
                    <a:pt x="4559101" y="3012293"/>
                  </a:lnTo>
                  <a:lnTo>
                    <a:pt x="4558451" y="3012293"/>
                  </a:lnTo>
                  <a:lnTo>
                    <a:pt x="4557801" y="3012293"/>
                  </a:lnTo>
                  <a:lnTo>
                    <a:pt x="4557151" y="3012293"/>
                  </a:lnTo>
                  <a:lnTo>
                    <a:pt x="4556501" y="3012293"/>
                  </a:lnTo>
                  <a:lnTo>
                    <a:pt x="4555851" y="3012293"/>
                  </a:lnTo>
                  <a:lnTo>
                    <a:pt x="4555201" y="3012293"/>
                  </a:lnTo>
                  <a:lnTo>
                    <a:pt x="4554551" y="3012293"/>
                  </a:lnTo>
                  <a:lnTo>
                    <a:pt x="4553901" y="3012293"/>
                  </a:lnTo>
                  <a:lnTo>
                    <a:pt x="4553252" y="3012293"/>
                  </a:lnTo>
                  <a:lnTo>
                    <a:pt x="4552602" y="3012293"/>
                  </a:lnTo>
                  <a:lnTo>
                    <a:pt x="4551952" y="3012293"/>
                  </a:lnTo>
                  <a:lnTo>
                    <a:pt x="4551302" y="3012293"/>
                  </a:lnTo>
                  <a:lnTo>
                    <a:pt x="4550652" y="3012293"/>
                  </a:lnTo>
                  <a:lnTo>
                    <a:pt x="4550002" y="3012293"/>
                  </a:lnTo>
                  <a:lnTo>
                    <a:pt x="4549352" y="3012293"/>
                  </a:lnTo>
                  <a:lnTo>
                    <a:pt x="4548702" y="3012293"/>
                  </a:lnTo>
                  <a:lnTo>
                    <a:pt x="4548052" y="3012293"/>
                  </a:lnTo>
                  <a:lnTo>
                    <a:pt x="4547402" y="3012293"/>
                  </a:lnTo>
                  <a:lnTo>
                    <a:pt x="4546752" y="3012293"/>
                  </a:lnTo>
                  <a:lnTo>
                    <a:pt x="4546102" y="3012293"/>
                  </a:lnTo>
                  <a:lnTo>
                    <a:pt x="4545452" y="3012293"/>
                  </a:lnTo>
                  <a:lnTo>
                    <a:pt x="4544802" y="3012293"/>
                  </a:lnTo>
                  <a:lnTo>
                    <a:pt x="4544152" y="3012293"/>
                  </a:lnTo>
                  <a:lnTo>
                    <a:pt x="4543502" y="3012293"/>
                  </a:lnTo>
                  <a:lnTo>
                    <a:pt x="4542853" y="3012293"/>
                  </a:lnTo>
                  <a:lnTo>
                    <a:pt x="4542203" y="3012293"/>
                  </a:lnTo>
                  <a:lnTo>
                    <a:pt x="4541553" y="3012293"/>
                  </a:lnTo>
                  <a:lnTo>
                    <a:pt x="4540903" y="3012293"/>
                  </a:lnTo>
                  <a:lnTo>
                    <a:pt x="4540253" y="3012293"/>
                  </a:lnTo>
                  <a:lnTo>
                    <a:pt x="4539603" y="3012293"/>
                  </a:lnTo>
                  <a:lnTo>
                    <a:pt x="4538953" y="3012293"/>
                  </a:lnTo>
                  <a:lnTo>
                    <a:pt x="4538303" y="3012293"/>
                  </a:lnTo>
                  <a:lnTo>
                    <a:pt x="4537653" y="3012293"/>
                  </a:lnTo>
                  <a:lnTo>
                    <a:pt x="4537003" y="3012293"/>
                  </a:lnTo>
                  <a:lnTo>
                    <a:pt x="4536353" y="3012293"/>
                  </a:lnTo>
                  <a:lnTo>
                    <a:pt x="4535703" y="3012293"/>
                  </a:lnTo>
                  <a:lnTo>
                    <a:pt x="4535053" y="3012293"/>
                  </a:lnTo>
                  <a:lnTo>
                    <a:pt x="4534403" y="3012293"/>
                  </a:lnTo>
                  <a:lnTo>
                    <a:pt x="4533753" y="3012293"/>
                  </a:lnTo>
                  <a:lnTo>
                    <a:pt x="4533104" y="3012293"/>
                  </a:lnTo>
                  <a:lnTo>
                    <a:pt x="4532454" y="3012293"/>
                  </a:lnTo>
                  <a:lnTo>
                    <a:pt x="4531804" y="3012293"/>
                  </a:lnTo>
                  <a:lnTo>
                    <a:pt x="4531154" y="3012293"/>
                  </a:lnTo>
                  <a:lnTo>
                    <a:pt x="4530504" y="3012293"/>
                  </a:lnTo>
                  <a:lnTo>
                    <a:pt x="4529854" y="3012293"/>
                  </a:lnTo>
                  <a:lnTo>
                    <a:pt x="4529204" y="3012293"/>
                  </a:lnTo>
                  <a:lnTo>
                    <a:pt x="4528554" y="3012293"/>
                  </a:lnTo>
                  <a:lnTo>
                    <a:pt x="4527904" y="3012293"/>
                  </a:lnTo>
                  <a:lnTo>
                    <a:pt x="4527254" y="3012293"/>
                  </a:lnTo>
                  <a:lnTo>
                    <a:pt x="4526604" y="3012293"/>
                  </a:lnTo>
                  <a:lnTo>
                    <a:pt x="4525954" y="3012293"/>
                  </a:lnTo>
                  <a:lnTo>
                    <a:pt x="4525304" y="3012293"/>
                  </a:lnTo>
                  <a:lnTo>
                    <a:pt x="4524654" y="3012293"/>
                  </a:lnTo>
                  <a:lnTo>
                    <a:pt x="4524004" y="3012293"/>
                  </a:lnTo>
                  <a:lnTo>
                    <a:pt x="4523354" y="3012293"/>
                  </a:lnTo>
                  <a:lnTo>
                    <a:pt x="4522705" y="3012293"/>
                  </a:lnTo>
                  <a:lnTo>
                    <a:pt x="4522055" y="3012293"/>
                  </a:lnTo>
                  <a:lnTo>
                    <a:pt x="4521405" y="3012293"/>
                  </a:lnTo>
                  <a:lnTo>
                    <a:pt x="4520755" y="3012293"/>
                  </a:lnTo>
                  <a:lnTo>
                    <a:pt x="4520105" y="3012293"/>
                  </a:lnTo>
                  <a:lnTo>
                    <a:pt x="4519455" y="3012293"/>
                  </a:lnTo>
                  <a:lnTo>
                    <a:pt x="4518805" y="3012293"/>
                  </a:lnTo>
                  <a:lnTo>
                    <a:pt x="4518155" y="3012293"/>
                  </a:lnTo>
                  <a:lnTo>
                    <a:pt x="4517505" y="3012293"/>
                  </a:lnTo>
                  <a:lnTo>
                    <a:pt x="4516855" y="3012293"/>
                  </a:lnTo>
                  <a:lnTo>
                    <a:pt x="4516205" y="3012293"/>
                  </a:lnTo>
                  <a:lnTo>
                    <a:pt x="4515555" y="3012293"/>
                  </a:lnTo>
                  <a:lnTo>
                    <a:pt x="4514905" y="3012293"/>
                  </a:lnTo>
                  <a:lnTo>
                    <a:pt x="4514255" y="3012293"/>
                  </a:lnTo>
                  <a:lnTo>
                    <a:pt x="4513605" y="3012293"/>
                  </a:lnTo>
                  <a:lnTo>
                    <a:pt x="4512956" y="3012293"/>
                  </a:lnTo>
                  <a:lnTo>
                    <a:pt x="4512306" y="3012293"/>
                  </a:lnTo>
                  <a:lnTo>
                    <a:pt x="4511656" y="3012293"/>
                  </a:lnTo>
                  <a:lnTo>
                    <a:pt x="4511006" y="3012293"/>
                  </a:lnTo>
                  <a:lnTo>
                    <a:pt x="4510356" y="3012293"/>
                  </a:lnTo>
                  <a:lnTo>
                    <a:pt x="4509706" y="3012293"/>
                  </a:lnTo>
                  <a:lnTo>
                    <a:pt x="4509056" y="3012293"/>
                  </a:lnTo>
                  <a:lnTo>
                    <a:pt x="4508406" y="3012293"/>
                  </a:lnTo>
                  <a:lnTo>
                    <a:pt x="4507756" y="3012293"/>
                  </a:lnTo>
                  <a:lnTo>
                    <a:pt x="4507106" y="3012293"/>
                  </a:lnTo>
                  <a:lnTo>
                    <a:pt x="4506456" y="3012293"/>
                  </a:lnTo>
                  <a:lnTo>
                    <a:pt x="4505806" y="3012293"/>
                  </a:lnTo>
                  <a:lnTo>
                    <a:pt x="4505156" y="3012293"/>
                  </a:lnTo>
                  <a:lnTo>
                    <a:pt x="4504506" y="3012293"/>
                  </a:lnTo>
                  <a:lnTo>
                    <a:pt x="4503856" y="3012293"/>
                  </a:lnTo>
                  <a:lnTo>
                    <a:pt x="4503206" y="3012293"/>
                  </a:lnTo>
                  <a:lnTo>
                    <a:pt x="4502557" y="3012293"/>
                  </a:lnTo>
                  <a:lnTo>
                    <a:pt x="4501907" y="3012293"/>
                  </a:lnTo>
                  <a:lnTo>
                    <a:pt x="4501257" y="3012293"/>
                  </a:lnTo>
                  <a:lnTo>
                    <a:pt x="4500607" y="3012293"/>
                  </a:lnTo>
                  <a:lnTo>
                    <a:pt x="4499957" y="3012293"/>
                  </a:lnTo>
                  <a:lnTo>
                    <a:pt x="4499307" y="3012293"/>
                  </a:lnTo>
                  <a:lnTo>
                    <a:pt x="4498657" y="3012293"/>
                  </a:lnTo>
                  <a:lnTo>
                    <a:pt x="4498007" y="3012293"/>
                  </a:lnTo>
                  <a:lnTo>
                    <a:pt x="4497357" y="3012293"/>
                  </a:lnTo>
                  <a:lnTo>
                    <a:pt x="4496707" y="3012293"/>
                  </a:lnTo>
                  <a:lnTo>
                    <a:pt x="4496057" y="3012293"/>
                  </a:lnTo>
                  <a:lnTo>
                    <a:pt x="4495407" y="3012293"/>
                  </a:lnTo>
                  <a:lnTo>
                    <a:pt x="4494757" y="3012293"/>
                  </a:lnTo>
                  <a:lnTo>
                    <a:pt x="4494107" y="3012293"/>
                  </a:lnTo>
                  <a:lnTo>
                    <a:pt x="4493457" y="3012293"/>
                  </a:lnTo>
                  <a:lnTo>
                    <a:pt x="4492808" y="3012293"/>
                  </a:lnTo>
                  <a:lnTo>
                    <a:pt x="4492158" y="3012293"/>
                  </a:lnTo>
                  <a:lnTo>
                    <a:pt x="4491508" y="3012293"/>
                  </a:lnTo>
                  <a:lnTo>
                    <a:pt x="4490858" y="3012293"/>
                  </a:lnTo>
                  <a:lnTo>
                    <a:pt x="4490208" y="3012293"/>
                  </a:lnTo>
                  <a:lnTo>
                    <a:pt x="4489558" y="3012293"/>
                  </a:lnTo>
                  <a:lnTo>
                    <a:pt x="4488908" y="3012293"/>
                  </a:lnTo>
                  <a:lnTo>
                    <a:pt x="4488258" y="3012293"/>
                  </a:lnTo>
                  <a:lnTo>
                    <a:pt x="4487608" y="3012293"/>
                  </a:lnTo>
                  <a:lnTo>
                    <a:pt x="4486958" y="3012293"/>
                  </a:lnTo>
                  <a:lnTo>
                    <a:pt x="4486308" y="3012293"/>
                  </a:lnTo>
                  <a:lnTo>
                    <a:pt x="4485658" y="3012293"/>
                  </a:lnTo>
                  <a:lnTo>
                    <a:pt x="4485008" y="3012293"/>
                  </a:lnTo>
                  <a:lnTo>
                    <a:pt x="4484358" y="3012293"/>
                  </a:lnTo>
                  <a:lnTo>
                    <a:pt x="4483708" y="3012293"/>
                  </a:lnTo>
                  <a:lnTo>
                    <a:pt x="4483058" y="3012293"/>
                  </a:lnTo>
                  <a:lnTo>
                    <a:pt x="4482409" y="3012293"/>
                  </a:lnTo>
                  <a:lnTo>
                    <a:pt x="4481759" y="3012293"/>
                  </a:lnTo>
                  <a:lnTo>
                    <a:pt x="4481109" y="3012293"/>
                  </a:lnTo>
                  <a:lnTo>
                    <a:pt x="4480459" y="3012293"/>
                  </a:lnTo>
                  <a:lnTo>
                    <a:pt x="4479809" y="3012293"/>
                  </a:lnTo>
                  <a:lnTo>
                    <a:pt x="4479159" y="3012293"/>
                  </a:lnTo>
                  <a:lnTo>
                    <a:pt x="4478509" y="3012293"/>
                  </a:lnTo>
                  <a:lnTo>
                    <a:pt x="4477859" y="3012293"/>
                  </a:lnTo>
                  <a:lnTo>
                    <a:pt x="4477209" y="3012293"/>
                  </a:lnTo>
                  <a:lnTo>
                    <a:pt x="4476559" y="3012293"/>
                  </a:lnTo>
                  <a:lnTo>
                    <a:pt x="4475909" y="3012293"/>
                  </a:lnTo>
                  <a:lnTo>
                    <a:pt x="4475259" y="3012293"/>
                  </a:lnTo>
                  <a:lnTo>
                    <a:pt x="4474609" y="3012293"/>
                  </a:lnTo>
                  <a:lnTo>
                    <a:pt x="4473959" y="3012293"/>
                  </a:lnTo>
                  <a:lnTo>
                    <a:pt x="4473309" y="3012293"/>
                  </a:lnTo>
                  <a:lnTo>
                    <a:pt x="4472660" y="3012293"/>
                  </a:lnTo>
                  <a:lnTo>
                    <a:pt x="4472010" y="3012293"/>
                  </a:lnTo>
                  <a:lnTo>
                    <a:pt x="4471360" y="3012293"/>
                  </a:lnTo>
                  <a:lnTo>
                    <a:pt x="4470710" y="3012293"/>
                  </a:lnTo>
                  <a:lnTo>
                    <a:pt x="4470060" y="3012293"/>
                  </a:lnTo>
                  <a:lnTo>
                    <a:pt x="4469410" y="3012293"/>
                  </a:lnTo>
                  <a:lnTo>
                    <a:pt x="4468760" y="3012293"/>
                  </a:lnTo>
                  <a:lnTo>
                    <a:pt x="4468110" y="3012293"/>
                  </a:lnTo>
                  <a:lnTo>
                    <a:pt x="4467460" y="3012293"/>
                  </a:lnTo>
                  <a:lnTo>
                    <a:pt x="4466810" y="3012293"/>
                  </a:lnTo>
                  <a:lnTo>
                    <a:pt x="4466160" y="3012293"/>
                  </a:lnTo>
                  <a:lnTo>
                    <a:pt x="4465510" y="3012293"/>
                  </a:lnTo>
                  <a:lnTo>
                    <a:pt x="4464860" y="3012293"/>
                  </a:lnTo>
                  <a:lnTo>
                    <a:pt x="4464210" y="3012293"/>
                  </a:lnTo>
                  <a:lnTo>
                    <a:pt x="4463560" y="3012293"/>
                  </a:lnTo>
                  <a:lnTo>
                    <a:pt x="4462910" y="3012293"/>
                  </a:lnTo>
                  <a:lnTo>
                    <a:pt x="4462261" y="3012293"/>
                  </a:lnTo>
                  <a:lnTo>
                    <a:pt x="4461611" y="3012293"/>
                  </a:lnTo>
                  <a:lnTo>
                    <a:pt x="4460961" y="3012293"/>
                  </a:lnTo>
                  <a:lnTo>
                    <a:pt x="4460311" y="3012293"/>
                  </a:lnTo>
                  <a:lnTo>
                    <a:pt x="4459661" y="3012293"/>
                  </a:lnTo>
                  <a:lnTo>
                    <a:pt x="4459011" y="3012293"/>
                  </a:lnTo>
                  <a:lnTo>
                    <a:pt x="4458361" y="3012293"/>
                  </a:lnTo>
                  <a:lnTo>
                    <a:pt x="4457711" y="3012293"/>
                  </a:lnTo>
                  <a:lnTo>
                    <a:pt x="4457061" y="3012293"/>
                  </a:lnTo>
                  <a:lnTo>
                    <a:pt x="4456411" y="3012293"/>
                  </a:lnTo>
                  <a:lnTo>
                    <a:pt x="4455761" y="3012293"/>
                  </a:lnTo>
                  <a:lnTo>
                    <a:pt x="4455111" y="3012293"/>
                  </a:lnTo>
                  <a:lnTo>
                    <a:pt x="4454461" y="3012293"/>
                  </a:lnTo>
                  <a:lnTo>
                    <a:pt x="4453811" y="3012293"/>
                  </a:lnTo>
                  <a:lnTo>
                    <a:pt x="4453161" y="3012293"/>
                  </a:lnTo>
                  <a:lnTo>
                    <a:pt x="4452512" y="3012293"/>
                  </a:lnTo>
                  <a:lnTo>
                    <a:pt x="4451862" y="3012293"/>
                  </a:lnTo>
                  <a:lnTo>
                    <a:pt x="4451212" y="3012293"/>
                  </a:lnTo>
                  <a:lnTo>
                    <a:pt x="4450562" y="3012293"/>
                  </a:lnTo>
                  <a:lnTo>
                    <a:pt x="4449912" y="3012293"/>
                  </a:lnTo>
                  <a:lnTo>
                    <a:pt x="4449262" y="3012293"/>
                  </a:lnTo>
                  <a:lnTo>
                    <a:pt x="4448612" y="3012293"/>
                  </a:lnTo>
                  <a:lnTo>
                    <a:pt x="4447962" y="3012293"/>
                  </a:lnTo>
                  <a:lnTo>
                    <a:pt x="4447312" y="3012293"/>
                  </a:lnTo>
                  <a:lnTo>
                    <a:pt x="4446662" y="3012293"/>
                  </a:lnTo>
                  <a:lnTo>
                    <a:pt x="4446012" y="3012293"/>
                  </a:lnTo>
                  <a:lnTo>
                    <a:pt x="4445362" y="3012293"/>
                  </a:lnTo>
                  <a:lnTo>
                    <a:pt x="4444712" y="3012293"/>
                  </a:lnTo>
                  <a:lnTo>
                    <a:pt x="4444062" y="3012293"/>
                  </a:lnTo>
                  <a:lnTo>
                    <a:pt x="4443412" y="3012293"/>
                  </a:lnTo>
                  <a:lnTo>
                    <a:pt x="4442762" y="3012293"/>
                  </a:lnTo>
                  <a:lnTo>
                    <a:pt x="4442113" y="3012293"/>
                  </a:lnTo>
                  <a:lnTo>
                    <a:pt x="4441463" y="3012293"/>
                  </a:lnTo>
                  <a:lnTo>
                    <a:pt x="4440813" y="3012293"/>
                  </a:lnTo>
                  <a:lnTo>
                    <a:pt x="4440163" y="3012293"/>
                  </a:lnTo>
                  <a:lnTo>
                    <a:pt x="4439513" y="3012293"/>
                  </a:lnTo>
                  <a:lnTo>
                    <a:pt x="4438863" y="3012293"/>
                  </a:lnTo>
                  <a:lnTo>
                    <a:pt x="4438213" y="3012293"/>
                  </a:lnTo>
                  <a:lnTo>
                    <a:pt x="4437563" y="3012293"/>
                  </a:lnTo>
                  <a:lnTo>
                    <a:pt x="4436913" y="3012293"/>
                  </a:lnTo>
                  <a:lnTo>
                    <a:pt x="4436263" y="3012293"/>
                  </a:lnTo>
                  <a:lnTo>
                    <a:pt x="4435613" y="3012293"/>
                  </a:lnTo>
                  <a:lnTo>
                    <a:pt x="4434963" y="3012293"/>
                  </a:lnTo>
                  <a:lnTo>
                    <a:pt x="4434313" y="3012293"/>
                  </a:lnTo>
                  <a:lnTo>
                    <a:pt x="4433663" y="3012293"/>
                  </a:lnTo>
                  <a:lnTo>
                    <a:pt x="4433013" y="3012293"/>
                  </a:lnTo>
                  <a:lnTo>
                    <a:pt x="4432364" y="3012293"/>
                  </a:lnTo>
                  <a:lnTo>
                    <a:pt x="4431714" y="3012293"/>
                  </a:lnTo>
                  <a:lnTo>
                    <a:pt x="4431064" y="3012293"/>
                  </a:lnTo>
                  <a:lnTo>
                    <a:pt x="4430414" y="3012293"/>
                  </a:lnTo>
                  <a:lnTo>
                    <a:pt x="4429764" y="3012293"/>
                  </a:lnTo>
                  <a:lnTo>
                    <a:pt x="4429114" y="3012293"/>
                  </a:lnTo>
                  <a:lnTo>
                    <a:pt x="4428464" y="3012293"/>
                  </a:lnTo>
                  <a:lnTo>
                    <a:pt x="4427814" y="3012293"/>
                  </a:lnTo>
                  <a:lnTo>
                    <a:pt x="4427164" y="3012293"/>
                  </a:lnTo>
                  <a:lnTo>
                    <a:pt x="4426514" y="3012293"/>
                  </a:lnTo>
                  <a:lnTo>
                    <a:pt x="4425864" y="3012293"/>
                  </a:lnTo>
                  <a:lnTo>
                    <a:pt x="4425214" y="3012293"/>
                  </a:lnTo>
                  <a:lnTo>
                    <a:pt x="4424564" y="3012293"/>
                  </a:lnTo>
                  <a:lnTo>
                    <a:pt x="4423914" y="3012293"/>
                  </a:lnTo>
                  <a:lnTo>
                    <a:pt x="4423264" y="3012293"/>
                  </a:lnTo>
                  <a:lnTo>
                    <a:pt x="4422615" y="3012293"/>
                  </a:lnTo>
                  <a:lnTo>
                    <a:pt x="4421965" y="3012293"/>
                  </a:lnTo>
                  <a:lnTo>
                    <a:pt x="4421315" y="3012293"/>
                  </a:lnTo>
                  <a:lnTo>
                    <a:pt x="4420665" y="3012293"/>
                  </a:lnTo>
                  <a:lnTo>
                    <a:pt x="4420015" y="3012293"/>
                  </a:lnTo>
                  <a:lnTo>
                    <a:pt x="4419365" y="3012293"/>
                  </a:lnTo>
                  <a:lnTo>
                    <a:pt x="4418715" y="3012293"/>
                  </a:lnTo>
                  <a:lnTo>
                    <a:pt x="4418065" y="3012293"/>
                  </a:lnTo>
                  <a:lnTo>
                    <a:pt x="4417415" y="3012293"/>
                  </a:lnTo>
                  <a:lnTo>
                    <a:pt x="4416765" y="3012293"/>
                  </a:lnTo>
                  <a:lnTo>
                    <a:pt x="4416115" y="3012293"/>
                  </a:lnTo>
                  <a:lnTo>
                    <a:pt x="4415465" y="3012293"/>
                  </a:lnTo>
                  <a:lnTo>
                    <a:pt x="4414815" y="3012293"/>
                  </a:lnTo>
                  <a:lnTo>
                    <a:pt x="4414165" y="3012293"/>
                  </a:lnTo>
                  <a:lnTo>
                    <a:pt x="4413515" y="3012293"/>
                  </a:lnTo>
                  <a:lnTo>
                    <a:pt x="4412865" y="3012293"/>
                  </a:lnTo>
                  <a:lnTo>
                    <a:pt x="4412216" y="3012293"/>
                  </a:lnTo>
                  <a:lnTo>
                    <a:pt x="4411566" y="3012293"/>
                  </a:lnTo>
                  <a:lnTo>
                    <a:pt x="4410916" y="3012293"/>
                  </a:lnTo>
                  <a:lnTo>
                    <a:pt x="4410266" y="3012293"/>
                  </a:lnTo>
                  <a:lnTo>
                    <a:pt x="4409616" y="3012293"/>
                  </a:lnTo>
                  <a:lnTo>
                    <a:pt x="4408966" y="3012293"/>
                  </a:lnTo>
                  <a:lnTo>
                    <a:pt x="4408316" y="3012293"/>
                  </a:lnTo>
                  <a:lnTo>
                    <a:pt x="4407666" y="3012293"/>
                  </a:lnTo>
                  <a:lnTo>
                    <a:pt x="4407016" y="3012293"/>
                  </a:lnTo>
                  <a:lnTo>
                    <a:pt x="4406366" y="3012293"/>
                  </a:lnTo>
                  <a:lnTo>
                    <a:pt x="4405716" y="3012293"/>
                  </a:lnTo>
                  <a:lnTo>
                    <a:pt x="4405066" y="3012293"/>
                  </a:lnTo>
                  <a:lnTo>
                    <a:pt x="4404416" y="3012293"/>
                  </a:lnTo>
                  <a:lnTo>
                    <a:pt x="4403766" y="3012293"/>
                  </a:lnTo>
                  <a:lnTo>
                    <a:pt x="4403116" y="3012293"/>
                  </a:lnTo>
                  <a:lnTo>
                    <a:pt x="4402467" y="3012293"/>
                  </a:lnTo>
                  <a:lnTo>
                    <a:pt x="4401817" y="3012293"/>
                  </a:lnTo>
                  <a:lnTo>
                    <a:pt x="4401167" y="3012293"/>
                  </a:lnTo>
                  <a:lnTo>
                    <a:pt x="4400517" y="3012293"/>
                  </a:lnTo>
                  <a:lnTo>
                    <a:pt x="4399867" y="3012293"/>
                  </a:lnTo>
                  <a:lnTo>
                    <a:pt x="4399217" y="3012293"/>
                  </a:lnTo>
                  <a:lnTo>
                    <a:pt x="4398567" y="3012293"/>
                  </a:lnTo>
                  <a:lnTo>
                    <a:pt x="4397917" y="3012293"/>
                  </a:lnTo>
                  <a:lnTo>
                    <a:pt x="4397267" y="3012293"/>
                  </a:lnTo>
                  <a:lnTo>
                    <a:pt x="4396617" y="3012293"/>
                  </a:lnTo>
                  <a:lnTo>
                    <a:pt x="4395967" y="3012293"/>
                  </a:lnTo>
                  <a:lnTo>
                    <a:pt x="4395317" y="3012293"/>
                  </a:lnTo>
                  <a:lnTo>
                    <a:pt x="4394667" y="3012293"/>
                  </a:lnTo>
                  <a:lnTo>
                    <a:pt x="4394017" y="3012293"/>
                  </a:lnTo>
                  <a:lnTo>
                    <a:pt x="4393367" y="3012293"/>
                  </a:lnTo>
                  <a:lnTo>
                    <a:pt x="4392717" y="3012293"/>
                  </a:lnTo>
                  <a:lnTo>
                    <a:pt x="4392068" y="3012293"/>
                  </a:lnTo>
                  <a:lnTo>
                    <a:pt x="4391418" y="3012293"/>
                  </a:lnTo>
                  <a:lnTo>
                    <a:pt x="4390768" y="3012293"/>
                  </a:lnTo>
                  <a:lnTo>
                    <a:pt x="4390118" y="3012293"/>
                  </a:lnTo>
                  <a:lnTo>
                    <a:pt x="4389468" y="3012293"/>
                  </a:lnTo>
                  <a:lnTo>
                    <a:pt x="4388818" y="3012293"/>
                  </a:lnTo>
                  <a:lnTo>
                    <a:pt x="4388168" y="3012293"/>
                  </a:lnTo>
                  <a:lnTo>
                    <a:pt x="4387518" y="3012293"/>
                  </a:lnTo>
                  <a:lnTo>
                    <a:pt x="4386868" y="3012293"/>
                  </a:lnTo>
                  <a:lnTo>
                    <a:pt x="4386218" y="3012293"/>
                  </a:lnTo>
                  <a:lnTo>
                    <a:pt x="4385568" y="3012293"/>
                  </a:lnTo>
                  <a:lnTo>
                    <a:pt x="4384918" y="3012293"/>
                  </a:lnTo>
                  <a:lnTo>
                    <a:pt x="4384268" y="3012293"/>
                  </a:lnTo>
                  <a:lnTo>
                    <a:pt x="4383618" y="3012293"/>
                  </a:lnTo>
                  <a:lnTo>
                    <a:pt x="4382968" y="3012293"/>
                  </a:lnTo>
                  <a:lnTo>
                    <a:pt x="4382319" y="3012293"/>
                  </a:lnTo>
                  <a:lnTo>
                    <a:pt x="4381669" y="3012293"/>
                  </a:lnTo>
                  <a:lnTo>
                    <a:pt x="4381019" y="3012293"/>
                  </a:lnTo>
                  <a:lnTo>
                    <a:pt x="4380369" y="3012293"/>
                  </a:lnTo>
                  <a:lnTo>
                    <a:pt x="4379719" y="3012293"/>
                  </a:lnTo>
                  <a:lnTo>
                    <a:pt x="4379069" y="3012293"/>
                  </a:lnTo>
                  <a:lnTo>
                    <a:pt x="4378419" y="3012293"/>
                  </a:lnTo>
                  <a:lnTo>
                    <a:pt x="4377769" y="3012293"/>
                  </a:lnTo>
                  <a:lnTo>
                    <a:pt x="4377119" y="3012293"/>
                  </a:lnTo>
                  <a:lnTo>
                    <a:pt x="4376469" y="3012293"/>
                  </a:lnTo>
                  <a:lnTo>
                    <a:pt x="4375819" y="3012293"/>
                  </a:lnTo>
                  <a:lnTo>
                    <a:pt x="4375169" y="3012293"/>
                  </a:lnTo>
                  <a:lnTo>
                    <a:pt x="4374519" y="3012293"/>
                  </a:lnTo>
                  <a:lnTo>
                    <a:pt x="4373869" y="3012293"/>
                  </a:lnTo>
                  <a:lnTo>
                    <a:pt x="4373219" y="3012293"/>
                  </a:lnTo>
                  <a:lnTo>
                    <a:pt x="4372569" y="3012293"/>
                  </a:lnTo>
                  <a:lnTo>
                    <a:pt x="4371920" y="3012293"/>
                  </a:lnTo>
                  <a:lnTo>
                    <a:pt x="4371270" y="3012293"/>
                  </a:lnTo>
                  <a:lnTo>
                    <a:pt x="4370620" y="3012293"/>
                  </a:lnTo>
                  <a:lnTo>
                    <a:pt x="4369970" y="3012293"/>
                  </a:lnTo>
                  <a:lnTo>
                    <a:pt x="4369320" y="3012293"/>
                  </a:lnTo>
                  <a:lnTo>
                    <a:pt x="4368670" y="3012293"/>
                  </a:lnTo>
                  <a:lnTo>
                    <a:pt x="4368020" y="3012293"/>
                  </a:lnTo>
                  <a:lnTo>
                    <a:pt x="4367370" y="3012293"/>
                  </a:lnTo>
                  <a:lnTo>
                    <a:pt x="4366720" y="3012293"/>
                  </a:lnTo>
                  <a:lnTo>
                    <a:pt x="4366070" y="3012293"/>
                  </a:lnTo>
                  <a:lnTo>
                    <a:pt x="4365420" y="3012293"/>
                  </a:lnTo>
                  <a:lnTo>
                    <a:pt x="4364770" y="3012293"/>
                  </a:lnTo>
                  <a:lnTo>
                    <a:pt x="4364120" y="3012293"/>
                  </a:lnTo>
                  <a:lnTo>
                    <a:pt x="4363470" y="3012293"/>
                  </a:lnTo>
                  <a:lnTo>
                    <a:pt x="4362820" y="3012293"/>
                  </a:lnTo>
                  <a:lnTo>
                    <a:pt x="4362171" y="3012293"/>
                  </a:lnTo>
                  <a:lnTo>
                    <a:pt x="4361521" y="3012293"/>
                  </a:lnTo>
                  <a:lnTo>
                    <a:pt x="4360871" y="3012293"/>
                  </a:lnTo>
                  <a:lnTo>
                    <a:pt x="4360221" y="3012293"/>
                  </a:lnTo>
                  <a:lnTo>
                    <a:pt x="4359571" y="3012293"/>
                  </a:lnTo>
                  <a:lnTo>
                    <a:pt x="4358921" y="3012293"/>
                  </a:lnTo>
                  <a:lnTo>
                    <a:pt x="4358271" y="3012293"/>
                  </a:lnTo>
                  <a:lnTo>
                    <a:pt x="4357621" y="3012293"/>
                  </a:lnTo>
                  <a:lnTo>
                    <a:pt x="4356971" y="3012293"/>
                  </a:lnTo>
                  <a:lnTo>
                    <a:pt x="4356321" y="3012293"/>
                  </a:lnTo>
                  <a:lnTo>
                    <a:pt x="4355671" y="3012293"/>
                  </a:lnTo>
                  <a:lnTo>
                    <a:pt x="4355021" y="3012293"/>
                  </a:lnTo>
                  <a:lnTo>
                    <a:pt x="4354371" y="3012293"/>
                  </a:lnTo>
                  <a:lnTo>
                    <a:pt x="4353721" y="3012293"/>
                  </a:lnTo>
                  <a:lnTo>
                    <a:pt x="4353071" y="3012293"/>
                  </a:lnTo>
                  <a:lnTo>
                    <a:pt x="4352421" y="3012293"/>
                  </a:lnTo>
                  <a:lnTo>
                    <a:pt x="4351772" y="3012293"/>
                  </a:lnTo>
                  <a:lnTo>
                    <a:pt x="4351122" y="3012293"/>
                  </a:lnTo>
                  <a:lnTo>
                    <a:pt x="4350472" y="3012293"/>
                  </a:lnTo>
                  <a:lnTo>
                    <a:pt x="4349822" y="3012293"/>
                  </a:lnTo>
                  <a:lnTo>
                    <a:pt x="4349172" y="3012293"/>
                  </a:lnTo>
                  <a:lnTo>
                    <a:pt x="4348522" y="3012293"/>
                  </a:lnTo>
                  <a:lnTo>
                    <a:pt x="4347872" y="3012293"/>
                  </a:lnTo>
                  <a:lnTo>
                    <a:pt x="4347222" y="3012293"/>
                  </a:lnTo>
                  <a:lnTo>
                    <a:pt x="4346572" y="3012293"/>
                  </a:lnTo>
                  <a:lnTo>
                    <a:pt x="4345922" y="3012293"/>
                  </a:lnTo>
                  <a:lnTo>
                    <a:pt x="4345272" y="3012293"/>
                  </a:lnTo>
                  <a:lnTo>
                    <a:pt x="4344622" y="3012293"/>
                  </a:lnTo>
                  <a:lnTo>
                    <a:pt x="4343972" y="3012293"/>
                  </a:lnTo>
                  <a:lnTo>
                    <a:pt x="4343322" y="3012293"/>
                  </a:lnTo>
                  <a:lnTo>
                    <a:pt x="4342672" y="3012293"/>
                  </a:lnTo>
                  <a:lnTo>
                    <a:pt x="4342023" y="3012293"/>
                  </a:lnTo>
                  <a:lnTo>
                    <a:pt x="4341373" y="3012293"/>
                  </a:lnTo>
                  <a:lnTo>
                    <a:pt x="4340723" y="3012293"/>
                  </a:lnTo>
                  <a:lnTo>
                    <a:pt x="4340073" y="3012293"/>
                  </a:lnTo>
                  <a:lnTo>
                    <a:pt x="4339423" y="3012293"/>
                  </a:lnTo>
                  <a:lnTo>
                    <a:pt x="4338773" y="3012293"/>
                  </a:lnTo>
                  <a:lnTo>
                    <a:pt x="4338123" y="3012293"/>
                  </a:lnTo>
                  <a:lnTo>
                    <a:pt x="4337473" y="3012293"/>
                  </a:lnTo>
                  <a:lnTo>
                    <a:pt x="4336823" y="3012293"/>
                  </a:lnTo>
                  <a:lnTo>
                    <a:pt x="4336173" y="3012293"/>
                  </a:lnTo>
                  <a:lnTo>
                    <a:pt x="4335523" y="3012293"/>
                  </a:lnTo>
                  <a:lnTo>
                    <a:pt x="4334873" y="3012293"/>
                  </a:lnTo>
                  <a:lnTo>
                    <a:pt x="4334223" y="3012293"/>
                  </a:lnTo>
                  <a:lnTo>
                    <a:pt x="4333573" y="3012293"/>
                  </a:lnTo>
                  <a:lnTo>
                    <a:pt x="4332923" y="3012293"/>
                  </a:lnTo>
                  <a:lnTo>
                    <a:pt x="4332273" y="3012293"/>
                  </a:lnTo>
                  <a:lnTo>
                    <a:pt x="4331624" y="3012293"/>
                  </a:lnTo>
                  <a:lnTo>
                    <a:pt x="4330974" y="3012293"/>
                  </a:lnTo>
                  <a:lnTo>
                    <a:pt x="4330324" y="3012293"/>
                  </a:lnTo>
                  <a:lnTo>
                    <a:pt x="4329674" y="3012293"/>
                  </a:lnTo>
                  <a:lnTo>
                    <a:pt x="4329024" y="3012293"/>
                  </a:lnTo>
                  <a:lnTo>
                    <a:pt x="4328374" y="3012293"/>
                  </a:lnTo>
                  <a:lnTo>
                    <a:pt x="4327724" y="3012293"/>
                  </a:lnTo>
                  <a:lnTo>
                    <a:pt x="4327074" y="3012293"/>
                  </a:lnTo>
                  <a:lnTo>
                    <a:pt x="4326424" y="3012293"/>
                  </a:lnTo>
                  <a:lnTo>
                    <a:pt x="4325774" y="3012293"/>
                  </a:lnTo>
                  <a:lnTo>
                    <a:pt x="4325124" y="3012293"/>
                  </a:lnTo>
                  <a:lnTo>
                    <a:pt x="4324474" y="3012293"/>
                  </a:lnTo>
                  <a:lnTo>
                    <a:pt x="4323824" y="3012293"/>
                  </a:lnTo>
                  <a:lnTo>
                    <a:pt x="4323174" y="3012293"/>
                  </a:lnTo>
                  <a:lnTo>
                    <a:pt x="4322524" y="3012293"/>
                  </a:lnTo>
                  <a:lnTo>
                    <a:pt x="4321875" y="3012293"/>
                  </a:lnTo>
                  <a:lnTo>
                    <a:pt x="4321225" y="3012293"/>
                  </a:lnTo>
                  <a:lnTo>
                    <a:pt x="4320575" y="3012293"/>
                  </a:lnTo>
                  <a:lnTo>
                    <a:pt x="4319925" y="3012293"/>
                  </a:lnTo>
                  <a:lnTo>
                    <a:pt x="4319275" y="3012293"/>
                  </a:lnTo>
                  <a:lnTo>
                    <a:pt x="4318625" y="3012293"/>
                  </a:lnTo>
                  <a:lnTo>
                    <a:pt x="4317975" y="3012293"/>
                  </a:lnTo>
                  <a:lnTo>
                    <a:pt x="4317325" y="3012293"/>
                  </a:lnTo>
                  <a:lnTo>
                    <a:pt x="4316675" y="3012293"/>
                  </a:lnTo>
                  <a:lnTo>
                    <a:pt x="4316025" y="3012293"/>
                  </a:lnTo>
                  <a:lnTo>
                    <a:pt x="4315375" y="3012293"/>
                  </a:lnTo>
                  <a:lnTo>
                    <a:pt x="4314725" y="3012293"/>
                  </a:lnTo>
                  <a:lnTo>
                    <a:pt x="4314075" y="3012293"/>
                  </a:lnTo>
                  <a:lnTo>
                    <a:pt x="4313425" y="3012293"/>
                  </a:lnTo>
                  <a:lnTo>
                    <a:pt x="4312775" y="3012293"/>
                  </a:lnTo>
                  <a:lnTo>
                    <a:pt x="4312125" y="3012293"/>
                  </a:lnTo>
                  <a:lnTo>
                    <a:pt x="4311476" y="3012293"/>
                  </a:lnTo>
                  <a:lnTo>
                    <a:pt x="4310826" y="3012293"/>
                  </a:lnTo>
                  <a:lnTo>
                    <a:pt x="4310176" y="3012293"/>
                  </a:lnTo>
                  <a:lnTo>
                    <a:pt x="4309526" y="3012293"/>
                  </a:lnTo>
                  <a:lnTo>
                    <a:pt x="4308876" y="3012293"/>
                  </a:lnTo>
                  <a:lnTo>
                    <a:pt x="4308226" y="3012293"/>
                  </a:lnTo>
                  <a:lnTo>
                    <a:pt x="4307576" y="3012293"/>
                  </a:lnTo>
                  <a:lnTo>
                    <a:pt x="4306926" y="3012293"/>
                  </a:lnTo>
                  <a:lnTo>
                    <a:pt x="4306276" y="3012293"/>
                  </a:lnTo>
                  <a:lnTo>
                    <a:pt x="4305626" y="3012293"/>
                  </a:lnTo>
                  <a:lnTo>
                    <a:pt x="4304976" y="3012293"/>
                  </a:lnTo>
                  <a:lnTo>
                    <a:pt x="4304326" y="3012293"/>
                  </a:lnTo>
                  <a:lnTo>
                    <a:pt x="4303676" y="3012293"/>
                  </a:lnTo>
                  <a:lnTo>
                    <a:pt x="4303026" y="3012293"/>
                  </a:lnTo>
                  <a:lnTo>
                    <a:pt x="4302376" y="3012293"/>
                  </a:lnTo>
                  <a:lnTo>
                    <a:pt x="4301727" y="3012293"/>
                  </a:lnTo>
                  <a:lnTo>
                    <a:pt x="4301077" y="3012293"/>
                  </a:lnTo>
                  <a:lnTo>
                    <a:pt x="4300427" y="3012293"/>
                  </a:lnTo>
                  <a:lnTo>
                    <a:pt x="4299777" y="3012293"/>
                  </a:lnTo>
                  <a:lnTo>
                    <a:pt x="4299127" y="3012293"/>
                  </a:lnTo>
                  <a:lnTo>
                    <a:pt x="4298477" y="3012293"/>
                  </a:lnTo>
                  <a:lnTo>
                    <a:pt x="4297827" y="3012293"/>
                  </a:lnTo>
                  <a:lnTo>
                    <a:pt x="4297177" y="3012293"/>
                  </a:lnTo>
                  <a:lnTo>
                    <a:pt x="4296527" y="3012293"/>
                  </a:lnTo>
                  <a:lnTo>
                    <a:pt x="4295877" y="3012293"/>
                  </a:lnTo>
                  <a:lnTo>
                    <a:pt x="4295227" y="3012293"/>
                  </a:lnTo>
                  <a:lnTo>
                    <a:pt x="4294577" y="3012293"/>
                  </a:lnTo>
                  <a:lnTo>
                    <a:pt x="4293927" y="3012293"/>
                  </a:lnTo>
                  <a:lnTo>
                    <a:pt x="4293277" y="3012293"/>
                  </a:lnTo>
                  <a:lnTo>
                    <a:pt x="4292627" y="3012293"/>
                  </a:lnTo>
                  <a:lnTo>
                    <a:pt x="4291978" y="3012293"/>
                  </a:lnTo>
                  <a:lnTo>
                    <a:pt x="4291328" y="3012293"/>
                  </a:lnTo>
                  <a:lnTo>
                    <a:pt x="4290678" y="3012293"/>
                  </a:lnTo>
                  <a:lnTo>
                    <a:pt x="4290028" y="3012293"/>
                  </a:lnTo>
                  <a:lnTo>
                    <a:pt x="4289378" y="3012293"/>
                  </a:lnTo>
                  <a:lnTo>
                    <a:pt x="4288728" y="3012293"/>
                  </a:lnTo>
                  <a:lnTo>
                    <a:pt x="4288078" y="3012293"/>
                  </a:lnTo>
                  <a:lnTo>
                    <a:pt x="4287428" y="3012293"/>
                  </a:lnTo>
                  <a:lnTo>
                    <a:pt x="4286778" y="3012293"/>
                  </a:lnTo>
                  <a:lnTo>
                    <a:pt x="4286128" y="3012293"/>
                  </a:lnTo>
                  <a:lnTo>
                    <a:pt x="4285478" y="3012293"/>
                  </a:lnTo>
                  <a:lnTo>
                    <a:pt x="4284828" y="3012293"/>
                  </a:lnTo>
                  <a:lnTo>
                    <a:pt x="4284178" y="3012293"/>
                  </a:lnTo>
                  <a:lnTo>
                    <a:pt x="4283528" y="3012293"/>
                  </a:lnTo>
                  <a:lnTo>
                    <a:pt x="4282878" y="3012293"/>
                  </a:lnTo>
                  <a:lnTo>
                    <a:pt x="4282228" y="3012293"/>
                  </a:lnTo>
                  <a:lnTo>
                    <a:pt x="4281579" y="3012293"/>
                  </a:lnTo>
                  <a:lnTo>
                    <a:pt x="4280929" y="3012293"/>
                  </a:lnTo>
                  <a:lnTo>
                    <a:pt x="4280279" y="3012293"/>
                  </a:lnTo>
                  <a:lnTo>
                    <a:pt x="4279629" y="3012293"/>
                  </a:lnTo>
                  <a:lnTo>
                    <a:pt x="4278979" y="3012293"/>
                  </a:lnTo>
                  <a:lnTo>
                    <a:pt x="4278329" y="3012293"/>
                  </a:lnTo>
                  <a:lnTo>
                    <a:pt x="4277679" y="3012293"/>
                  </a:lnTo>
                  <a:lnTo>
                    <a:pt x="4277029" y="3012293"/>
                  </a:lnTo>
                  <a:lnTo>
                    <a:pt x="4276379" y="3012293"/>
                  </a:lnTo>
                  <a:lnTo>
                    <a:pt x="4275729" y="3012293"/>
                  </a:lnTo>
                  <a:lnTo>
                    <a:pt x="4275079" y="3012293"/>
                  </a:lnTo>
                  <a:lnTo>
                    <a:pt x="4274429" y="3012293"/>
                  </a:lnTo>
                  <a:lnTo>
                    <a:pt x="4273779" y="3012293"/>
                  </a:lnTo>
                  <a:lnTo>
                    <a:pt x="4273129" y="3012293"/>
                  </a:lnTo>
                  <a:lnTo>
                    <a:pt x="4272479" y="3012293"/>
                  </a:lnTo>
                  <a:lnTo>
                    <a:pt x="4271830" y="3012293"/>
                  </a:lnTo>
                  <a:lnTo>
                    <a:pt x="4271180" y="3012293"/>
                  </a:lnTo>
                  <a:lnTo>
                    <a:pt x="4270530" y="3012293"/>
                  </a:lnTo>
                  <a:lnTo>
                    <a:pt x="4269880" y="3012293"/>
                  </a:lnTo>
                  <a:lnTo>
                    <a:pt x="4269230" y="3012293"/>
                  </a:lnTo>
                  <a:lnTo>
                    <a:pt x="4268580" y="3012293"/>
                  </a:lnTo>
                  <a:lnTo>
                    <a:pt x="4267930" y="3012293"/>
                  </a:lnTo>
                  <a:lnTo>
                    <a:pt x="4267280" y="3012293"/>
                  </a:lnTo>
                  <a:lnTo>
                    <a:pt x="4266630" y="3012293"/>
                  </a:lnTo>
                  <a:lnTo>
                    <a:pt x="4265980" y="3012293"/>
                  </a:lnTo>
                  <a:lnTo>
                    <a:pt x="4265330" y="3012293"/>
                  </a:lnTo>
                  <a:lnTo>
                    <a:pt x="4264680" y="3012293"/>
                  </a:lnTo>
                  <a:lnTo>
                    <a:pt x="4264030" y="3012293"/>
                  </a:lnTo>
                  <a:lnTo>
                    <a:pt x="4263380" y="3012293"/>
                  </a:lnTo>
                  <a:lnTo>
                    <a:pt x="4262730" y="3012293"/>
                  </a:lnTo>
                  <a:lnTo>
                    <a:pt x="4262080" y="3012293"/>
                  </a:lnTo>
                  <a:lnTo>
                    <a:pt x="4261431" y="3012293"/>
                  </a:lnTo>
                  <a:lnTo>
                    <a:pt x="4260781" y="3012293"/>
                  </a:lnTo>
                  <a:lnTo>
                    <a:pt x="4260131" y="3012293"/>
                  </a:lnTo>
                  <a:lnTo>
                    <a:pt x="4259481" y="3012293"/>
                  </a:lnTo>
                  <a:lnTo>
                    <a:pt x="4258831" y="3012293"/>
                  </a:lnTo>
                  <a:lnTo>
                    <a:pt x="4258181" y="3012293"/>
                  </a:lnTo>
                  <a:lnTo>
                    <a:pt x="4257531" y="3012293"/>
                  </a:lnTo>
                  <a:lnTo>
                    <a:pt x="4256881" y="3012293"/>
                  </a:lnTo>
                  <a:lnTo>
                    <a:pt x="4256231" y="3012293"/>
                  </a:lnTo>
                  <a:lnTo>
                    <a:pt x="4255581" y="3012293"/>
                  </a:lnTo>
                  <a:lnTo>
                    <a:pt x="4254931" y="3012293"/>
                  </a:lnTo>
                  <a:lnTo>
                    <a:pt x="4254281" y="3012293"/>
                  </a:lnTo>
                  <a:lnTo>
                    <a:pt x="4253631" y="3012293"/>
                  </a:lnTo>
                  <a:lnTo>
                    <a:pt x="4252981" y="3012293"/>
                  </a:lnTo>
                  <a:lnTo>
                    <a:pt x="4252331" y="3012293"/>
                  </a:lnTo>
                  <a:lnTo>
                    <a:pt x="4251682" y="3012293"/>
                  </a:lnTo>
                  <a:lnTo>
                    <a:pt x="4251032" y="3012293"/>
                  </a:lnTo>
                  <a:lnTo>
                    <a:pt x="4250382" y="3012293"/>
                  </a:lnTo>
                  <a:lnTo>
                    <a:pt x="4249732" y="3012293"/>
                  </a:lnTo>
                  <a:lnTo>
                    <a:pt x="4249082" y="3012293"/>
                  </a:lnTo>
                  <a:lnTo>
                    <a:pt x="4248432" y="3012293"/>
                  </a:lnTo>
                  <a:lnTo>
                    <a:pt x="4247782" y="3012293"/>
                  </a:lnTo>
                  <a:lnTo>
                    <a:pt x="4247132" y="3012293"/>
                  </a:lnTo>
                  <a:lnTo>
                    <a:pt x="4246482" y="3012293"/>
                  </a:lnTo>
                  <a:lnTo>
                    <a:pt x="4245832" y="3012293"/>
                  </a:lnTo>
                  <a:lnTo>
                    <a:pt x="4245182" y="3012293"/>
                  </a:lnTo>
                  <a:lnTo>
                    <a:pt x="4244532" y="3012293"/>
                  </a:lnTo>
                  <a:lnTo>
                    <a:pt x="4243882" y="3012293"/>
                  </a:lnTo>
                  <a:lnTo>
                    <a:pt x="4243232" y="3012293"/>
                  </a:lnTo>
                  <a:lnTo>
                    <a:pt x="4242582" y="3012293"/>
                  </a:lnTo>
                  <a:lnTo>
                    <a:pt x="4241932" y="3012293"/>
                  </a:lnTo>
                  <a:lnTo>
                    <a:pt x="4241283" y="3012293"/>
                  </a:lnTo>
                  <a:lnTo>
                    <a:pt x="4240633" y="3012293"/>
                  </a:lnTo>
                  <a:lnTo>
                    <a:pt x="4239983" y="3012293"/>
                  </a:lnTo>
                  <a:lnTo>
                    <a:pt x="4239333" y="3012293"/>
                  </a:lnTo>
                  <a:lnTo>
                    <a:pt x="4238683" y="3012293"/>
                  </a:lnTo>
                  <a:lnTo>
                    <a:pt x="4238033" y="3012293"/>
                  </a:lnTo>
                  <a:lnTo>
                    <a:pt x="4237383" y="3012293"/>
                  </a:lnTo>
                  <a:lnTo>
                    <a:pt x="4236733" y="3012293"/>
                  </a:lnTo>
                  <a:lnTo>
                    <a:pt x="4236083" y="3012293"/>
                  </a:lnTo>
                  <a:lnTo>
                    <a:pt x="4235433" y="3012293"/>
                  </a:lnTo>
                  <a:lnTo>
                    <a:pt x="4234783" y="3012293"/>
                  </a:lnTo>
                  <a:lnTo>
                    <a:pt x="4234133" y="3012293"/>
                  </a:lnTo>
                  <a:lnTo>
                    <a:pt x="4233483" y="3012293"/>
                  </a:lnTo>
                  <a:lnTo>
                    <a:pt x="4232833" y="3012293"/>
                  </a:lnTo>
                  <a:lnTo>
                    <a:pt x="4232183" y="3012293"/>
                  </a:lnTo>
                  <a:lnTo>
                    <a:pt x="4231534" y="3012293"/>
                  </a:lnTo>
                  <a:lnTo>
                    <a:pt x="4230884" y="3012293"/>
                  </a:lnTo>
                  <a:lnTo>
                    <a:pt x="4230234" y="3012293"/>
                  </a:lnTo>
                  <a:lnTo>
                    <a:pt x="4229584" y="3012293"/>
                  </a:lnTo>
                  <a:lnTo>
                    <a:pt x="4228934" y="3012293"/>
                  </a:lnTo>
                  <a:lnTo>
                    <a:pt x="4228284" y="3012293"/>
                  </a:lnTo>
                  <a:lnTo>
                    <a:pt x="4227634" y="3012293"/>
                  </a:lnTo>
                  <a:lnTo>
                    <a:pt x="4226984" y="3012293"/>
                  </a:lnTo>
                  <a:lnTo>
                    <a:pt x="4226334" y="3012293"/>
                  </a:lnTo>
                  <a:lnTo>
                    <a:pt x="4225684" y="3012293"/>
                  </a:lnTo>
                  <a:lnTo>
                    <a:pt x="4225034" y="3012293"/>
                  </a:lnTo>
                  <a:lnTo>
                    <a:pt x="4224384" y="3012293"/>
                  </a:lnTo>
                  <a:lnTo>
                    <a:pt x="4223734" y="3012293"/>
                  </a:lnTo>
                  <a:lnTo>
                    <a:pt x="4223084" y="3012293"/>
                  </a:lnTo>
                  <a:lnTo>
                    <a:pt x="4222434" y="3012293"/>
                  </a:lnTo>
                  <a:lnTo>
                    <a:pt x="4221784" y="3012293"/>
                  </a:lnTo>
                  <a:lnTo>
                    <a:pt x="4221135" y="3012293"/>
                  </a:lnTo>
                  <a:lnTo>
                    <a:pt x="4220485" y="3012293"/>
                  </a:lnTo>
                  <a:lnTo>
                    <a:pt x="4219835" y="3012293"/>
                  </a:lnTo>
                  <a:lnTo>
                    <a:pt x="4219185" y="3012293"/>
                  </a:lnTo>
                  <a:lnTo>
                    <a:pt x="4218535" y="3012293"/>
                  </a:lnTo>
                  <a:lnTo>
                    <a:pt x="4217885" y="3012293"/>
                  </a:lnTo>
                  <a:lnTo>
                    <a:pt x="4217235" y="3012293"/>
                  </a:lnTo>
                  <a:lnTo>
                    <a:pt x="4216585" y="3012293"/>
                  </a:lnTo>
                  <a:lnTo>
                    <a:pt x="4215935" y="3012293"/>
                  </a:lnTo>
                  <a:lnTo>
                    <a:pt x="4215285" y="3012293"/>
                  </a:lnTo>
                  <a:lnTo>
                    <a:pt x="4214635" y="3012293"/>
                  </a:lnTo>
                  <a:lnTo>
                    <a:pt x="4213985" y="3012293"/>
                  </a:lnTo>
                  <a:lnTo>
                    <a:pt x="4213335" y="3012293"/>
                  </a:lnTo>
                  <a:lnTo>
                    <a:pt x="4212685" y="3012293"/>
                  </a:lnTo>
                  <a:lnTo>
                    <a:pt x="4212035" y="3012293"/>
                  </a:lnTo>
                  <a:lnTo>
                    <a:pt x="4211386" y="3012293"/>
                  </a:lnTo>
                  <a:lnTo>
                    <a:pt x="4210736" y="3012293"/>
                  </a:lnTo>
                  <a:lnTo>
                    <a:pt x="4210086" y="3012293"/>
                  </a:lnTo>
                  <a:lnTo>
                    <a:pt x="4209436" y="3012293"/>
                  </a:lnTo>
                  <a:lnTo>
                    <a:pt x="4208786" y="3012293"/>
                  </a:lnTo>
                  <a:lnTo>
                    <a:pt x="4208136" y="3012293"/>
                  </a:lnTo>
                  <a:lnTo>
                    <a:pt x="4207486" y="3012293"/>
                  </a:lnTo>
                  <a:lnTo>
                    <a:pt x="4206836" y="3012293"/>
                  </a:lnTo>
                  <a:lnTo>
                    <a:pt x="4206186" y="3012293"/>
                  </a:lnTo>
                  <a:lnTo>
                    <a:pt x="4205536" y="3012293"/>
                  </a:lnTo>
                  <a:lnTo>
                    <a:pt x="4204886" y="3012293"/>
                  </a:lnTo>
                  <a:lnTo>
                    <a:pt x="4204236" y="3012293"/>
                  </a:lnTo>
                  <a:lnTo>
                    <a:pt x="4203586" y="3012293"/>
                  </a:lnTo>
                  <a:lnTo>
                    <a:pt x="4202936" y="3012293"/>
                  </a:lnTo>
                  <a:lnTo>
                    <a:pt x="4202286" y="3012293"/>
                  </a:lnTo>
                  <a:lnTo>
                    <a:pt x="4201636" y="3012293"/>
                  </a:lnTo>
                  <a:lnTo>
                    <a:pt x="4200987" y="3012293"/>
                  </a:lnTo>
                  <a:lnTo>
                    <a:pt x="4200337" y="3012293"/>
                  </a:lnTo>
                  <a:lnTo>
                    <a:pt x="4199687" y="3012293"/>
                  </a:lnTo>
                  <a:lnTo>
                    <a:pt x="4199037" y="3012293"/>
                  </a:lnTo>
                  <a:lnTo>
                    <a:pt x="4198387" y="3012293"/>
                  </a:lnTo>
                  <a:lnTo>
                    <a:pt x="4197737" y="3012293"/>
                  </a:lnTo>
                  <a:lnTo>
                    <a:pt x="4197087" y="3012293"/>
                  </a:lnTo>
                  <a:lnTo>
                    <a:pt x="4196437" y="3012293"/>
                  </a:lnTo>
                  <a:lnTo>
                    <a:pt x="4195787" y="3012293"/>
                  </a:lnTo>
                  <a:lnTo>
                    <a:pt x="4195137" y="3012293"/>
                  </a:lnTo>
                  <a:lnTo>
                    <a:pt x="4194487" y="3012293"/>
                  </a:lnTo>
                  <a:lnTo>
                    <a:pt x="4193837" y="3012293"/>
                  </a:lnTo>
                  <a:lnTo>
                    <a:pt x="4193187" y="3012293"/>
                  </a:lnTo>
                  <a:lnTo>
                    <a:pt x="4192537" y="3012293"/>
                  </a:lnTo>
                  <a:lnTo>
                    <a:pt x="4191887" y="3012293"/>
                  </a:lnTo>
                  <a:lnTo>
                    <a:pt x="4191238" y="3012293"/>
                  </a:lnTo>
                  <a:lnTo>
                    <a:pt x="4190588" y="3012293"/>
                  </a:lnTo>
                  <a:lnTo>
                    <a:pt x="4189938" y="3012293"/>
                  </a:lnTo>
                  <a:lnTo>
                    <a:pt x="4189288" y="3012293"/>
                  </a:lnTo>
                  <a:lnTo>
                    <a:pt x="4188638" y="3012293"/>
                  </a:lnTo>
                  <a:lnTo>
                    <a:pt x="4187988" y="3012293"/>
                  </a:lnTo>
                  <a:lnTo>
                    <a:pt x="4187338" y="3012293"/>
                  </a:lnTo>
                  <a:lnTo>
                    <a:pt x="4186688" y="3012293"/>
                  </a:lnTo>
                  <a:lnTo>
                    <a:pt x="4186038" y="3012293"/>
                  </a:lnTo>
                  <a:lnTo>
                    <a:pt x="4185388" y="3012293"/>
                  </a:lnTo>
                  <a:lnTo>
                    <a:pt x="4184738" y="3012293"/>
                  </a:lnTo>
                  <a:lnTo>
                    <a:pt x="4184088" y="3012293"/>
                  </a:lnTo>
                  <a:lnTo>
                    <a:pt x="4183438" y="3012293"/>
                  </a:lnTo>
                  <a:lnTo>
                    <a:pt x="4182788" y="3012293"/>
                  </a:lnTo>
                  <a:lnTo>
                    <a:pt x="4182138" y="3012293"/>
                  </a:lnTo>
                  <a:lnTo>
                    <a:pt x="4181488" y="3012293"/>
                  </a:lnTo>
                  <a:lnTo>
                    <a:pt x="4180839" y="3012293"/>
                  </a:lnTo>
                  <a:lnTo>
                    <a:pt x="4180189" y="3012293"/>
                  </a:lnTo>
                  <a:lnTo>
                    <a:pt x="4179539" y="3012293"/>
                  </a:lnTo>
                  <a:lnTo>
                    <a:pt x="4178889" y="3012293"/>
                  </a:lnTo>
                  <a:lnTo>
                    <a:pt x="4178239" y="3012293"/>
                  </a:lnTo>
                  <a:lnTo>
                    <a:pt x="4177589" y="3012293"/>
                  </a:lnTo>
                  <a:lnTo>
                    <a:pt x="4176939" y="3012293"/>
                  </a:lnTo>
                  <a:lnTo>
                    <a:pt x="4176289" y="3012293"/>
                  </a:lnTo>
                  <a:lnTo>
                    <a:pt x="4175639" y="3012293"/>
                  </a:lnTo>
                  <a:lnTo>
                    <a:pt x="4174989" y="3012293"/>
                  </a:lnTo>
                  <a:lnTo>
                    <a:pt x="4174339" y="3012293"/>
                  </a:lnTo>
                  <a:lnTo>
                    <a:pt x="4173689" y="3012293"/>
                  </a:lnTo>
                  <a:lnTo>
                    <a:pt x="4173039" y="3012293"/>
                  </a:lnTo>
                  <a:lnTo>
                    <a:pt x="4172389" y="3012293"/>
                  </a:lnTo>
                  <a:lnTo>
                    <a:pt x="4171739" y="3012293"/>
                  </a:lnTo>
                  <a:lnTo>
                    <a:pt x="4171090" y="3012293"/>
                  </a:lnTo>
                  <a:lnTo>
                    <a:pt x="4170440" y="3012293"/>
                  </a:lnTo>
                  <a:lnTo>
                    <a:pt x="4169790" y="3012293"/>
                  </a:lnTo>
                  <a:lnTo>
                    <a:pt x="4169140" y="3012293"/>
                  </a:lnTo>
                  <a:lnTo>
                    <a:pt x="4168490" y="3012293"/>
                  </a:lnTo>
                  <a:lnTo>
                    <a:pt x="4167840" y="3012293"/>
                  </a:lnTo>
                  <a:lnTo>
                    <a:pt x="4167190" y="3012293"/>
                  </a:lnTo>
                  <a:lnTo>
                    <a:pt x="4166540" y="3012293"/>
                  </a:lnTo>
                  <a:lnTo>
                    <a:pt x="4165890" y="3012293"/>
                  </a:lnTo>
                  <a:lnTo>
                    <a:pt x="4165240" y="3012293"/>
                  </a:lnTo>
                  <a:lnTo>
                    <a:pt x="4164590" y="3012293"/>
                  </a:lnTo>
                  <a:lnTo>
                    <a:pt x="4163940" y="3012293"/>
                  </a:lnTo>
                  <a:lnTo>
                    <a:pt x="4163290" y="3012293"/>
                  </a:lnTo>
                  <a:lnTo>
                    <a:pt x="4162640" y="3012293"/>
                  </a:lnTo>
                  <a:lnTo>
                    <a:pt x="4161990" y="3012293"/>
                  </a:lnTo>
                  <a:lnTo>
                    <a:pt x="4161340" y="3012293"/>
                  </a:lnTo>
                  <a:lnTo>
                    <a:pt x="4160691" y="3012293"/>
                  </a:lnTo>
                  <a:lnTo>
                    <a:pt x="4160041" y="3012293"/>
                  </a:lnTo>
                  <a:lnTo>
                    <a:pt x="4159391" y="3012293"/>
                  </a:lnTo>
                  <a:lnTo>
                    <a:pt x="4158741" y="3012293"/>
                  </a:lnTo>
                  <a:lnTo>
                    <a:pt x="4158091" y="3012293"/>
                  </a:lnTo>
                  <a:lnTo>
                    <a:pt x="4157441" y="3012293"/>
                  </a:lnTo>
                  <a:lnTo>
                    <a:pt x="4156791" y="3012293"/>
                  </a:lnTo>
                  <a:lnTo>
                    <a:pt x="4156141" y="3012293"/>
                  </a:lnTo>
                  <a:lnTo>
                    <a:pt x="4155491" y="3012293"/>
                  </a:lnTo>
                  <a:lnTo>
                    <a:pt x="4154841" y="3012293"/>
                  </a:lnTo>
                  <a:lnTo>
                    <a:pt x="4154191" y="3012293"/>
                  </a:lnTo>
                  <a:lnTo>
                    <a:pt x="4153541" y="3012293"/>
                  </a:lnTo>
                  <a:lnTo>
                    <a:pt x="4152891" y="3012293"/>
                  </a:lnTo>
                  <a:lnTo>
                    <a:pt x="4152241" y="3012293"/>
                  </a:lnTo>
                  <a:lnTo>
                    <a:pt x="4151591" y="3012293"/>
                  </a:lnTo>
                  <a:lnTo>
                    <a:pt x="4150942" y="3012293"/>
                  </a:lnTo>
                  <a:lnTo>
                    <a:pt x="4150292" y="3012293"/>
                  </a:lnTo>
                  <a:lnTo>
                    <a:pt x="4149642" y="3012293"/>
                  </a:lnTo>
                  <a:lnTo>
                    <a:pt x="4148992" y="3012293"/>
                  </a:lnTo>
                  <a:lnTo>
                    <a:pt x="4148342" y="3012293"/>
                  </a:lnTo>
                  <a:lnTo>
                    <a:pt x="4147692" y="3012293"/>
                  </a:lnTo>
                  <a:lnTo>
                    <a:pt x="4147042" y="3012293"/>
                  </a:lnTo>
                  <a:lnTo>
                    <a:pt x="4146392" y="3012293"/>
                  </a:lnTo>
                  <a:lnTo>
                    <a:pt x="4145742" y="3012293"/>
                  </a:lnTo>
                  <a:lnTo>
                    <a:pt x="4145092" y="3012293"/>
                  </a:lnTo>
                  <a:lnTo>
                    <a:pt x="4144442" y="3012293"/>
                  </a:lnTo>
                  <a:lnTo>
                    <a:pt x="4143792" y="3012293"/>
                  </a:lnTo>
                  <a:lnTo>
                    <a:pt x="4143142" y="3012293"/>
                  </a:lnTo>
                  <a:lnTo>
                    <a:pt x="4142492" y="3012293"/>
                  </a:lnTo>
                  <a:lnTo>
                    <a:pt x="4141842" y="3012293"/>
                  </a:lnTo>
                  <a:lnTo>
                    <a:pt x="4141193" y="3012293"/>
                  </a:lnTo>
                  <a:lnTo>
                    <a:pt x="4140543" y="3012293"/>
                  </a:lnTo>
                  <a:lnTo>
                    <a:pt x="4139893" y="3012293"/>
                  </a:lnTo>
                  <a:lnTo>
                    <a:pt x="4139243" y="3012293"/>
                  </a:lnTo>
                  <a:lnTo>
                    <a:pt x="4138593" y="3012293"/>
                  </a:lnTo>
                  <a:lnTo>
                    <a:pt x="4137943" y="3012293"/>
                  </a:lnTo>
                  <a:lnTo>
                    <a:pt x="4137293" y="3012293"/>
                  </a:lnTo>
                  <a:lnTo>
                    <a:pt x="4136643" y="3012293"/>
                  </a:lnTo>
                  <a:lnTo>
                    <a:pt x="4135993" y="3012293"/>
                  </a:lnTo>
                  <a:lnTo>
                    <a:pt x="4135343" y="3012293"/>
                  </a:lnTo>
                  <a:lnTo>
                    <a:pt x="4134693" y="3012293"/>
                  </a:lnTo>
                  <a:lnTo>
                    <a:pt x="4134043" y="3012293"/>
                  </a:lnTo>
                  <a:lnTo>
                    <a:pt x="4133393" y="3012293"/>
                  </a:lnTo>
                  <a:lnTo>
                    <a:pt x="4132743" y="3012293"/>
                  </a:lnTo>
                  <a:lnTo>
                    <a:pt x="4132093" y="3012293"/>
                  </a:lnTo>
                  <a:lnTo>
                    <a:pt x="4131443" y="3012293"/>
                  </a:lnTo>
                  <a:lnTo>
                    <a:pt x="4130794" y="3012293"/>
                  </a:lnTo>
                  <a:lnTo>
                    <a:pt x="4130144" y="3012293"/>
                  </a:lnTo>
                  <a:lnTo>
                    <a:pt x="4129494" y="3012293"/>
                  </a:lnTo>
                  <a:lnTo>
                    <a:pt x="4128844" y="3012293"/>
                  </a:lnTo>
                  <a:lnTo>
                    <a:pt x="4128194" y="3012293"/>
                  </a:lnTo>
                  <a:lnTo>
                    <a:pt x="4127544" y="3012293"/>
                  </a:lnTo>
                  <a:lnTo>
                    <a:pt x="4126894" y="3012293"/>
                  </a:lnTo>
                  <a:lnTo>
                    <a:pt x="4126244" y="3012293"/>
                  </a:lnTo>
                  <a:lnTo>
                    <a:pt x="4125594" y="3012293"/>
                  </a:lnTo>
                  <a:lnTo>
                    <a:pt x="4124944" y="3012293"/>
                  </a:lnTo>
                  <a:lnTo>
                    <a:pt x="4124294" y="3012293"/>
                  </a:lnTo>
                  <a:lnTo>
                    <a:pt x="4123644" y="3012293"/>
                  </a:lnTo>
                  <a:lnTo>
                    <a:pt x="4122994" y="3012293"/>
                  </a:lnTo>
                  <a:lnTo>
                    <a:pt x="4122344" y="3012293"/>
                  </a:lnTo>
                  <a:lnTo>
                    <a:pt x="4121694" y="3012293"/>
                  </a:lnTo>
                  <a:lnTo>
                    <a:pt x="4121045" y="3012293"/>
                  </a:lnTo>
                  <a:lnTo>
                    <a:pt x="4120395" y="3012293"/>
                  </a:lnTo>
                  <a:lnTo>
                    <a:pt x="4119745" y="3012293"/>
                  </a:lnTo>
                  <a:lnTo>
                    <a:pt x="4119095" y="3012293"/>
                  </a:lnTo>
                  <a:lnTo>
                    <a:pt x="4118445" y="3012293"/>
                  </a:lnTo>
                  <a:lnTo>
                    <a:pt x="4117795" y="3012293"/>
                  </a:lnTo>
                  <a:lnTo>
                    <a:pt x="4117145" y="3012293"/>
                  </a:lnTo>
                  <a:lnTo>
                    <a:pt x="4116495" y="3012293"/>
                  </a:lnTo>
                  <a:lnTo>
                    <a:pt x="4115845" y="3012293"/>
                  </a:lnTo>
                  <a:lnTo>
                    <a:pt x="4115195" y="3012293"/>
                  </a:lnTo>
                  <a:lnTo>
                    <a:pt x="4114545" y="3012293"/>
                  </a:lnTo>
                  <a:lnTo>
                    <a:pt x="4113895" y="3012293"/>
                  </a:lnTo>
                  <a:lnTo>
                    <a:pt x="4113245" y="3012293"/>
                  </a:lnTo>
                  <a:lnTo>
                    <a:pt x="4112595" y="3012293"/>
                  </a:lnTo>
                  <a:lnTo>
                    <a:pt x="4111945" y="3012293"/>
                  </a:lnTo>
                  <a:lnTo>
                    <a:pt x="4111295" y="3012293"/>
                  </a:lnTo>
                  <a:lnTo>
                    <a:pt x="4110646" y="3012293"/>
                  </a:lnTo>
                  <a:lnTo>
                    <a:pt x="4109996" y="3012293"/>
                  </a:lnTo>
                  <a:lnTo>
                    <a:pt x="4109346" y="3012293"/>
                  </a:lnTo>
                  <a:lnTo>
                    <a:pt x="4108696" y="3012293"/>
                  </a:lnTo>
                  <a:lnTo>
                    <a:pt x="4108046" y="3012293"/>
                  </a:lnTo>
                  <a:lnTo>
                    <a:pt x="4107396" y="3012293"/>
                  </a:lnTo>
                  <a:lnTo>
                    <a:pt x="4106746" y="3012293"/>
                  </a:lnTo>
                  <a:lnTo>
                    <a:pt x="4106096" y="3012293"/>
                  </a:lnTo>
                  <a:lnTo>
                    <a:pt x="4105446" y="3012293"/>
                  </a:lnTo>
                  <a:lnTo>
                    <a:pt x="4104796" y="3012293"/>
                  </a:lnTo>
                  <a:lnTo>
                    <a:pt x="4104146" y="3012293"/>
                  </a:lnTo>
                  <a:lnTo>
                    <a:pt x="4103496" y="3012293"/>
                  </a:lnTo>
                  <a:lnTo>
                    <a:pt x="4102846" y="3012293"/>
                  </a:lnTo>
                  <a:lnTo>
                    <a:pt x="4102196" y="3012293"/>
                  </a:lnTo>
                  <a:lnTo>
                    <a:pt x="4101546" y="3012293"/>
                  </a:lnTo>
                  <a:lnTo>
                    <a:pt x="4100897" y="3012293"/>
                  </a:lnTo>
                  <a:lnTo>
                    <a:pt x="4100247" y="3012293"/>
                  </a:lnTo>
                  <a:lnTo>
                    <a:pt x="4099597" y="3012293"/>
                  </a:lnTo>
                  <a:lnTo>
                    <a:pt x="4098947" y="3012293"/>
                  </a:lnTo>
                  <a:lnTo>
                    <a:pt x="4098297" y="3012293"/>
                  </a:lnTo>
                  <a:lnTo>
                    <a:pt x="4097647" y="3012293"/>
                  </a:lnTo>
                  <a:lnTo>
                    <a:pt x="4096997" y="3012293"/>
                  </a:lnTo>
                  <a:lnTo>
                    <a:pt x="4096347" y="3012293"/>
                  </a:lnTo>
                  <a:lnTo>
                    <a:pt x="4095697" y="3012293"/>
                  </a:lnTo>
                  <a:lnTo>
                    <a:pt x="4095047" y="3012293"/>
                  </a:lnTo>
                  <a:lnTo>
                    <a:pt x="4094397" y="3012293"/>
                  </a:lnTo>
                  <a:lnTo>
                    <a:pt x="4093747" y="3012293"/>
                  </a:lnTo>
                  <a:lnTo>
                    <a:pt x="4093097" y="3012293"/>
                  </a:lnTo>
                  <a:lnTo>
                    <a:pt x="4092447" y="3012293"/>
                  </a:lnTo>
                  <a:lnTo>
                    <a:pt x="4091797" y="3012293"/>
                  </a:lnTo>
                  <a:lnTo>
                    <a:pt x="4091147" y="3012293"/>
                  </a:lnTo>
                  <a:lnTo>
                    <a:pt x="4090498" y="3012293"/>
                  </a:lnTo>
                  <a:lnTo>
                    <a:pt x="4089848" y="3012293"/>
                  </a:lnTo>
                  <a:lnTo>
                    <a:pt x="4089198" y="3012293"/>
                  </a:lnTo>
                  <a:lnTo>
                    <a:pt x="4088548" y="3012293"/>
                  </a:lnTo>
                  <a:lnTo>
                    <a:pt x="4087898" y="3012293"/>
                  </a:lnTo>
                  <a:lnTo>
                    <a:pt x="4087248" y="3012293"/>
                  </a:lnTo>
                  <a:lnTo>
                    <a:pt x="4086598" y="3012293"/>
                  </a:lnTo>
                  <a:lnTo>
                    <a:pt x="4085948" y="3012293"/>
                  </a:lnTo>
                  <a:lnTo>
                    <a:pt x="4085298" y="3012293"/>
                  </a:lnTo>
                  <a:lnTo>
                    <a:pt x="4084648" y="3012293"/>
                  </a:lnTo>
                  <a:lnTo>
                    <a:pt x="4083998" y="3012293"/>
                  </a:lnTo>
                  <a:lnTo>
                    <a:pt x="4083348" y="3012293"/>
                  </a:lnTo>
                  <a:lnTo>
                    <a:pt x="4082698" y="3012293"/>
                  </a:lnTo>
                  <a:lnTo>
                    <a:pt x="4082048" y="3012293"/>
                  </a:lnTo>
                  <a:lnTo>
                    <a:pt x="4081398" y="3012293"/>
                  </a:lnTo>
                  <a:lnTo>
                    <a:pt x="4080749" y="3012293"/>
                  </a:lnTo>
                  <a:lnTo>
                    <a:pt x="4080099" y="3012293"/>
                  </a:lnTo>
                  <a:lnTo>
                    <a:pt x="4079449" y="3012293"/>
                  </a:lnTo>
                  <a:lnTo>
                    <a:pt x="4078799" y="3012293"/>
                  </a:lnTo>
                  <a:lnTo>
                    <a:pt x="4078149" y="3012293"/>
                  </a:lnTo>
                  <a:lnTo>
                    <a:pt x="4077499" y="3012293"/>
                  </a:lnTo>
                  <a:lnTo>
                    <a:pt x="4076849" y="3012293"/>
                  </a:lnTo>
                  <a:lnTo>
                    <a:pt x="4076199" y="3012293"/>
                  </a:lnTo>
                  <a:lnTo>
                    <a:pt x="4075549" y="3012293"/>
                  </a:lnTo>
                  <a:lnTo>
                    <a:pt x="4074899" y="3012293"/>
                  </a:lnTo>
                  <a:lnTo>
                    <a:pt x="4074249" y="3012293"/>
                  </a:lnTo>
                  <a:lnTo>
                    <a:pt x="4073599" y="3012293"/>
                  </a:lnTo>
                  <a:lnTo>
                    <a:pt x="4072949" y="3012293"/>
                  </a:lnTo>
                  <a:lnTo>
                    <a:pt x="4072299" y="3012293"/>
                  </a:lnTo>
                  <a:lnTo>
                    <a:pt x="4071649" y="3012293"/>
                  </a:lnTo>
                  <a:lnTo>
                    <a:pt x="4070999" y="3012293"/>
                  </a:lnTo>
                  <a:lnTo>
                    <a:pt x="4070350" y="3012293"/>
                  </a:lnTo>
                  <a:lnTo>
                    <a:pt x="4069700" y="3012293"/>
                  </a:lnTo>
                  <a:lnTo>
                    <a:pt x="4069050" y="3012293"/>
                  </a:lnTo>
                  <a:lnTo>
                    <a:pt x="4068400" y="3012293"/>
                  </a:lnTo>
                  <a:lnTo>
                    <a:pt x="4067750" y="3012293"/>
                  </a:lnTo>
                  <a:lnTo>
                    <a:pt x="4067100" y="3012293"/>
                  </a:lnTo>
                  <a:lnTo>
                    <a:pt x="4066450" y="3012293"/>
                  </a:lnTo>
                  <a:lnTo>
                    <a:pt x="4065800" y="3012293"/>
                  </a:lnTo>
                  <a:lnTo>
                    <a:pt x="4065150" y="3012293"/>
                  </a:lnTo>
                  <a:lnTo>
                    <a:pt x="4064500" y="3012293"/>
                  </a:lnTo>
                  <a:lnTo>
                    <a:pt x="4063850" y="3012293"/>
                  </a:lnTo>
                  <a:lnTo>
                    <a:pt x="4063200" y="3012293"/>
                  </a:lnTo>
                  <a:lnTo>
                    <a:pt x="4062550" y="3012293"/>
                  </a:lnTo>
                  <a:lnTo>
                    <a:pt x="4061900" y="3012293"/>
                  </a:lnTo>
                  <a:lnTo>
                    <a:pt x="4061250" y="3012293"/>
                  </a:lnTo>
                  <a:lnTo>
                    <a:pt x="4060601" y="3012293"/>
                  </a:lnTo>
                  <a:lnTo>
                    <a:pt x="4059951" y="3012293"/>
                  </a:lnTo>
                  <a:lnTo>
                    <a:pt x="4059301" y="3012293"/>
                  </a:lnTo>
                  <a:lnTo>
                    <a:pt x="4058651" y="3012293"/>
                  </a:lnTo>
                  <a:lnTo>
                    <a:pt x="4058001" y="3012293"/>
                  </a:lnTo>
                  <a:lnTo>
                    <a:pt x="4057351" y="3012293"/>
                  </a:lnTo>
                  <a:lnTo>
                    <a:pt x="4056701" y="3012293"/>
                  </a:lnTo>
                  <a:lnTo>
                    <a:pt x="4056051" y="3012293"/>
                  </a:lnTo>
                  <a:lnTo>
                    <a:pt x="4055401" y="3012293"/>
                  </a:lnTo>
                  <a:lnTo>
                    <a:pt x="4054751" y="3012293"/>
                  </a:lnTo>
                  <a:lnTo>
                    <a:pt x="4054101" y="3012293"/>
                  </a:lnTo>
                  <a:lnTo>
                    <a:pt x="4053451" y="3012293"/>
                  </a:lnTo>
                  <a:lnTo>
                    <a:pt x="4052801" y="3012293"/>
                  </a:lnTo>
                  <a:lnTo>
                    <a:pt x="4052151" y="3012293"/>
                  </a:lnTo>
                  <a:lnTo>
                    <a:pt x="4051501" y="3012293"/>
                  </a:lnTo>
                  <a:lnTo>
                    <a:pt x="4050851" y="3012293"/>
                  </a:lnTo>
                  <a:lnTo>
                    <a:pt x="4050202" y="3012293"/>
                  </a:lnTo>
                  <a:lnTo>
                    <a:pt x="4049552" y="3012293"/>
                  </a:lnTo>
                  <a:lnTo>
                    <a:pt x="4048902" y="3012293"/>
                  </a:lnTo>
                  <a:lnTo>
                    <a:pt x="4048252" y="3012293"/>
                  </a:lnTo>
                  <a:lnTo>
                    <a:pt x="4047602" y="3012293"/>
                  </a:lnTo>
                  <a:lnTo>
                    <a:pt x="4046952" y="3012293"/>
                  </a:lnTo>
                  <a:lnTo>
                    <a:pt x="4046302" y="3012293"/>
                  </a:lnTo>
                  <a:lnTo>
                    <a:pt x="4045652" y="3012293"/>
                  </a:lnTo>
                  <a:lnTo>
                    <a:pt x="4045002" y="3012293"/>
                  </a:lnTo>
                  <a:lnTo>
                    <a:pt x="4044352" y="3012293"/>
                  </a:lnTo>
                  <a:lnTo>
                    <a:pt x="4043702" y="3012293"/>
                  </a:lnTo>
                  <a:lnTo>
                    <a:pt x="4043052" y="3012293"/>
                  </a:lnTo>
                  <a:lnTo>
                    <a:pt x="4042402" y="3012293"/>
                  </a:lnTo>
                  <a:lnTo>
                    <a:pt x="4041752" y="3012293"/>
                  </a:lnTo>
                  <a:lnTo>
                    <a:pt x="4041102" y="3012293"/>
                  </a:lnTo>
                  <a:lnTo>
                    <a:pt x="4040453" y="3012293"/>
                  </a:lnTo>
                  <a:lnTo>
                    <a:pt x="4039803" y="3012293"/>
                  </a:lnTo>
                  <a:lnTo>
                    <a:pt x="4039153" y="3012293"/>
                  </a:lnTo>
                  <a:lnTo>
                    <a:pt x="4038503" y="3012293"/>
                  </a:lnTo>
                  <a:lnTo>
                    <a:pt x="4037853" y="3012293"/>
                  </a:lnTo>
                  <a:lnTo>
                    <a:pt x="4037203" y="3012293"/>
                  </a:lnTo>
                  <a:lnTo>
                    <a:pt x="4036553" y="3012293"/>
                  </a:lnTo>
                  <a:lnTo>
                    <a:pt x="4035903" y="3012293"/>
                  </a:lnTo>
                  <a:lnTo>
                    <a:pt x="4035253" y="3012293"/>
                  </a:lnTo>
                  <a:lnTo>
                    <a:pt x="4034603" y="3012293"/>
                  </a:lnTo>
                  <a:lnTo>
                    <a:pt x="4033953" y="3012293"/>
                  </a:lnTo>
                  <a:lnTo>
                    <a:pt x="4033303" y="3012293"/>
                  </a:lnTo>
                  <a:lnTo>
                    <a:pt x="4032653" y="3012293"/>
                  </a:lnTo>
                  <a:lnTo>
                    <a:pt x="4032003" y="3012293"/>
                  </a:lnTo>
                  <a:lnTo>
                    <a:pt x="4031353" y="3012293"/>
                  </a:lnTo>
                  <a:lnTo>
                    <a:pt x="4030703" y="3012293"/>
                  </a:lnTo>
                  <a:lnTo>
                    <a:pt x="4030054" y="3012293"/>
                  </a:lnTo>
                  <a:lnTo>
                    <a:pt x="4029404" y="3012293"/>
                  </a:lnTo>
                  <a:lnTo>
                    <a:pt x="4028754" y="3012293"/>
                  </a:lnTo>
                  <a:lnTo>
                    <a:pt x="4028104" y="3012293"/>
                  </a:lnTo>
                  <a:lnTo>
                    <a:pt x="4027454" y="3012293"/>
                  </a:lnTo>
                  <a:lnTo>
                    <a:pt x="4026804" y="3012293"/>
                  </a:lnTo>
                  <a:lnTo>
                    <a:pt x="4026154" y="3012293"/>
                  </a:lnTo>
                  <a:lnTo>
                    <a:pt x="4025504" y="3012293"/>
                  </a:lnTo>
                  <a:lnTo>
                    <a:pt x="4024854" y="3012293"/>
                  </a:lnTo>
                  <a:lnTo>
                    <a:pt x="4024204" y="3012293"/>
                  </a:lnTo>
                  <a:lnTo>
                    <a:pt x="4023554" y="3012293"/>
                  </a:lnTo>
                  <a:lnTo>
                    <a:pt x="4022904" y="3012293"/>
                  </a:lnTo>
                  <a:lnTo>
                    <a:pt x="4022254" y="3012293"/>
                  </a:lnTo>
                  <a:lnTo>
                    <a:pt x="4021604" y="3012293"/>
                  </a:lnTo>
                  <a:lnTo>
                    <a:pt x="4020954" y="3012293"/>
                  </a:lnTo>
                  <a:lnTo>
                    <a:pt x="4020305" y="3012293"/>
                  </a:lnTo>
                  <a:lnTo>
                    <a:pt x="4019655" y="3012293"/>
                  </a:lnTo>
                  <a:lnTo>
                    <a:pt x="4019005" y="3012293"/>
                  </a:lnTo>
                  <a:lnTo>
                    <a:pt x="4018355" y="3012293"/>
                  </a:lnTo>
                  <a:lnTo>
                    <a:pt x="4017705" y="3012293"/>
                  </a:lnTo>
                  <a:lnTo>
                    <a:pt x="4017055" y="3012293"/>
                  </a:lnTo>
                  <a:lnTo>
                    <a:pt x="4016405" y="3012293"/>
                  </a:lnTo>
                  <a:lnTo>
                    <a:pt x="4015755" y="3012293"/>
                  </a:lnTo>
                  <a:lnTo>
                    <a:pt x="4015105" y="3012293"/>
                  </a:lnTo>
                  <a:lnTo>
                    <a:pt x="4014455" y="3012293"/>
                  </a:lnTo>
                  <a:lnTo>
                    <a:pt x="4013805" y="3012293"/>
                  </a:lnTo>
                  <a:lnTo>
                    <a:pt x="4013155" y="3012293"/>
                  </a:lnTo>
                  <a:lnTo>
                    <a:pt x="4012505" y="3012293"/>
                  </a:lnTo>
                  <a:lnTo>
                    <a:pt x="4011855" y="3012293"/>
                  </a:lnTo>
                  <a:lnTo>
                    <a:pt x="4011205" y="3012293"/>
                  </a:lnTo>
                  <a:lnTo>
                    <a:pt x="4010555" y="3012293"/>
                  </a:lnTo>
                  <a:lnTo>
                    <a:pt x="4009906" y="3012293"/>
                  </a:lnTo>
                  <a:lnTo>
                    <a:pt x="4009256" y="3012293"/>
                  </a:lnTo>
                  <a:lnTo>
                    <a:pt x="4008606" y="3012293"/>
                  </a:lnTo>
                  <a:lnTo>
                    <a:pt x="4007956" y="3012293"/>
                  </a:lnTo>
                  <a:lnTo>
                    <a:pt x="4007306" y="3012293"/>
                  </a:lnTo>
                  <a:lnTo>
                    <a:pt x="4006656" y="3012293"/>
                  </a:lnTo>
                  <a:lnTo>
                    <a:pt x="4006006" y="3012293"/>
                  </a:lnTo>
                  <a:lnTo>
                    <a:pt x="4005356" y="3012293"/>
                  </a:lnTo>
                  <a:lnTo>
                    <a:pt x="4004706" y="3012293"/>
                  </a:lnTo>
                  <a:lnTo>
                    <a:pt x="4004056" y="3012293"/>
                  </a:lnTo>
                  <a:lnTo>
                    <a:pt x="4003406" y="3012293"/>
                  </a:lnTo>
                  <a:lnTo>
                    <a:pt x="4002756" y="3012293"/>
                  </a:lnTo>
                  <a:lnTo>
                    <a:pt x="4002106" y="3012293"/>
                  </a:lnTo>
                  <a:lnTo>
                    <a:pt x="4001456" y="3012293"/>
                  </a:lnTo>
                  <a:lnTo>
                    <a:pt x="4000806" y="3012293"/>
                  </a:lnTo>
                  <a:lnTo>
                    <a:pt x="4000157" y="3012293"/>
                  </a:lnTo>
                  <a:lnTo>
                    <a:pt x="3999507" y="3012293"/>
                  </a:lnTo>
                  <a:lnTo>
                    <a:pt x="3998857" y="3012293"/>
                  </a:lnTo>
                  <a:lnTo>
                    <a:pt x="3998207" y="3012293"/>
                  </a:lnTo>
                  <a:lnTo>
                    <a:pt x="3997557" y="3012293"/>
                  </a:lnTo>
                  <a:lnTo>
                    <a:pt x="3996907" y="3012293"/>
                  </a:lnTo>
                  <a:lnTo>
                    <a:pt x="3996257" y="3012293"/>
                  </a:lnTo>
                  <a:lnTo>
                    <a:pt x="3995607" y="3012293"/>
                  </a:lnTo>
                  <a:lnTo>
                    <a:pt x="3994957" y="3012293"/>
                  </a:lnTo>
                  <a:lnTo>
                    <a:pt x="3994307" y="3012293"/>
                  </a:lnTo>
                  <a:lnTo>
                    <a:pt x="3993657" y="3012293"/>
                  </a:lnTo>
                  <a:lnTo>
                    <a:pt x="3993007" y="3012293"/>
                  </a:lnTo>
                  <a:lnTo>
                    <a:pt x="3992357" y="3012293"/>
                  </a:lnTo>
                  <a:lnTo>
                    <a:pt x="3991707" y="3012293"/>
                  </a:lnTo>
                  <a:lnTo>
                    <a:pt x="3991057" y="3012293"/>
                  </a:lnTo>
                  <a:lnTo>
                    <a:pt x="3990408" y="3012293"/>
                  </a:lnTo>
                  <a:lnTo>
                    <a:pt x="3989758" y="3012293"/>
                  </a:lnTo>
                  <a:lnTo>
                    <a:pt x="3989108" y="3012293"/>
                  </a:lnTo>
                  <a:lnTo>
                    <a:pt x="3988458" y="3012293"/>
                  </a:lnTo>
                  <a:lnTo>
                    <a:pt x="3987808" y="3012293"/>
                  </a:lnTo>
                  <a:lnTo>
                    <a:pt x="3987158" y="3012293"/>
                  </a:lnTo>
                  <a:lnTo>
                    <a:pt x="3986508" y="3012293"/>
                  </a:lnTo>
                  <a:lnTo>
                    <a:pt x="3985858" y="3012293"/>
                  </a:lnTo>
                  <a:lnTo>
                    <a:pt x="3985208" y="3012293"/>
                  </a:lnTo>
                  <a:lnTo>
                    <a:pt x="3984558" y="3012293"/>
                  </a:lnTo>
                  <a:lnTo>
                    <a:pt x="3983908" y="3012293"/>
                  </a:lnTo>
                  <a:lnTo>
                    <a:pt x="3983258" y="3012293"/>
                  </a:lnTo>
                  <a:lnTo>
                    <a:pt x="3982608" y="3012293"/>
                  </a:lnTo>
                  <a:lnTo>
                    <a:pt x="3981958" y="3012293"/>
                  </a:lnTo>
                  <a:lnTo>
                    <a:pt x="3981308" y="3012293"/>
                  </a:lnTo>
                  <a:lnTo>
                    <a:pt x="3980658" y="3012293"/>
                  </a:lnTo>
                  <a:lnTo>
                    <a:pt x="3980009" y="3012293"/>
                  </a:lnTo>
                  <a:lnTo>
                    <a:pt x="3979359" y="3012293"/>
                  </a:lnTo>
                  <a:lnTo>
                    <a:pt x="3978709" y="3012293"/>
                  </a:lnTo>
                  <a:lnTo>
                    <a:pt x="3978059" y="3012293"/>
                  </a:lnTo>
                  <a:lnTo>
                    <a:pt x="3977409" y="3012293"/>
                  </a:lnTo>
                  <a:lnTo>
                    <a:pt x="3976759" y="3012293"/>
                  </a:lnTo>
                  <a:lnTo>
                    <a:pt x="3976109" y="3012293"/>
                  </a:lnTo>
                  <a:lnTo>
                    <a:pt x="3975459" y="3012293"/>
                  </a:lnTo>
                  <a:lnTo>
                    <a:pt x="3974809" y="3012293"/>
                  </a:lnTo>
                  <a:lnTo>
                    <a:pt x="3974159" y="3012293"/>
                  </a:lnTo>
                  <a:lnTo>
                    <a:pt x="3973509" y="3012293"/>
                  </a:lnTo>
                  <a:lnTo>
                    <a:pt x="3972859" y="3012293"/>
                  </a:lnTo>
                  <a:lnTo>
                    <a:pt x="3972209" y="3012293"/>
                  </a:lnTo>
                  <a:lnTo>
                    <a:pt x="3971559" y="3012293"/>
                  </a:lnTo>
                  <a:lnTo>
                    <a:pt x="3970909" y="3012293"/>
                  </a:lnTo>
                  <a:lnTo>
                    <a:pt x="3970260" y="3012293"/>
                  </a:lnTo>
                  <a:lnTo>
                    <a:pt x="3969610" y="3012293"/>
                  </a:lnTo>
                  <a:lnTo>
                    <a:pt x="3968960" y="3012293"/>
                  </a:lnTo>
                  <a:lnTo>
                    <a:pt x="3968310" y="3012293"/>
                  </a:lnTo>
                  <a:lnTo>
                    <a:pt x="3967660" y="3012293"/>
                  </a:lnTo>
                  <a:lnTo>
                    <a:pt x="3967010" y="3012293"/>
                  </a:lnTo>
                  <a:lnTo>
                    <a:pt x="3966360" y="3012293"/>
                  </a:lnTo>
                  <a:lnTo>
                    <a:pt x="3965710" y="3012293"/>
                  </a:lnTo>
                  <a:lnTo>
                    <a:pt x="3965060" y="3012293"/>
                  </a:lnTo>
                  <a:lnTo>
                    <a:pt x="3964410" y="3012293"/>
                  </a:lnTo>
                  <a:lnTo>
                    <a:pt x="3963760" y="3012293"/>
                  </a:lnTo>
                  <a:lnTo>
                    <a:pt x="3963110" y="3012293"/>
                  </a:lnTo>
                  <a:lnTo>
                    <a:pt x="3962460" y="3012293"/>
                  </a:lnTo>
                  <a:lnTo>
                    <a:pt x="3961810" y="3012293"/>
                  </a:lnTo>
                  <a:lnTo>
                    <a:pt x="3961160" y="3012293"/>
                  </a:lnTo>
                  <a:lnTo>
                    <a:pt x="3960510" y="3012293"/>
                  </a:lnTo>
                  <a:lnTo>
                    <a:pt x="3959861" y="3012293"/>
                  </a:lnTo>
                  <a:lnTo>
                    <a:pt x="3959211" y="3012293"/>
                  </a:lnTo>
                  <a:lnTo>
                    <a:pt x="3958561" y="3012293"/>
                  </a:lnTo>
                  <a:lnTo>
                    <a:pt x="3957911" y="3012293"/>
                  </a:lnTo>
                  <a:lnTo>
                    <a:pt x="3957261" y="3012293"/>
                  </a:lnTo>
                  <a:lnTo>
                    <a:pt x="3956611" y="3012293"/>
                  </a:lnTo>
                  <a:lnTo>
                    <a:pt x="3955961" y="3012293"/>
                  </a:lnTo>
                  <a:lnTo>
                    <a:pt x="3955311" y="3012293"/>
                  </a:lnTo>
                  <a:lnTo>
                    <a:pt x="3954661" y="3012293"/>
                  </a:lnTo>
                  <a:lnTo>
                    <a:pt x="3954011" y="3012293"/>
                  </a:lnTo>
                  <a:lnTo>
                    <a:pt x="3953361" y="3012293"/>
                  </a:lnTo>
                  <a:lnTo>
                    <a:pt x="3952711" y="3012293"/>
                  </a:lnTo>
                  <a:lnTo>
                    <a:pt x="3952061" y="3012293"/>
                  </a:lnTo>
                  <a:lnTo>
                    <a:pt x="3951411" y="3012293"/>
                  </a:lnTo>
                  <a:lnTo>
                    <a:pt x="3950761" y="3012293"/>
                  </a:lnTo>
                  <a:lnTo>
                    <a:pt x="3950112" y="3012293"/>
                  </a:lnTo>
                  <a:lnTo>
                    <a:pt x="3949462" y="3012293"/>
                  </a:lnTo>
                  <a:lnTo>
                    <a:pt x="3948812" y="3012293"/>
                  </a:lnTo>
                  <a:lnTo>
                    <a:pt x="3948162" y="3012293"/>
                  </a:lnTo>
                  <a:lnTo>
                    <a:pt x="3947512" y="3012293"/>
                  </a:lnTo>
                  <a:lnTo>
                    <a:pt x="3946862" y="3012293"/>
                  </a:lnTo>
                  <a:lnTo>
                    <a:pt x="3946212" y="3012293"/>
                  </a:lnTo>
                  <a:lnTo>
                    <a:pt x="3945562" y="3012293"/>
                  </a:lnTo>
                  <a:lnTo>
                    <a:pt x="3944912" y="3012293"/>
                  </a:lnTo>
                  <a:lnTo>
                    <a:pt x="3944262" y="3012293"/>
                  </a:lnTo>
                  <a:lnTo>
                    <a:pt x="3943612" y="3012293"/>
                  </a:lnTo>
                  <a:lnTo>
                    <a:pt x="3942962" y="3012293"/>
                  </a:lnTo>
                  <a:lnTo>
                    <a:pt x="3942312" y="3012293"/>
                  </a:lnTo>
                  <a:lnTo>
                    <a:pt x="3941662" y="3012293"/>
                  </a:lnTo>
                  <a:lnTo>
                    <a:pt x="3941012" y="3012293"/>
                  </a:lnTo>
                  <a:lnTo>
                    <a:pt x="3940362" y="3012293"/>
                  </a:lnTo>
                  <a:lnTo>
                    <a:pt x="3939713" y="3012293"/>
                  </a:lnTo>
                  <a:lnTo>
                    <a:pt x="3939063" y="3012293"/>
                  </a:lnTo>
                  <a:lnTo>
                    <a:pt x="3938413" y="3012293"/>
                  </a:lnTo>
                  <a:lnTo>
                    <a:pt x="3937763" y="3012293"/>
                  </a:lnTo>
                  <a:lnTo>
                    <a:pt x="3937113" y="3012293"/>
                  </a:lnTo>
                  <a:lnTo>
                    <a:pt x="3936463" y="3012293"/>
                  </a:lnTo>
                  <a:lnTo>
                    <a:pt x="3935813" y="3012293"/>
                  </a:lnTo>
                  <a:lnTo>
                    <a:pt x="3935163" y="3012293"/>
                  </a:lnTo>
                  <a:lnTo>
                    <a:pt x="3934513" y="3012293"/>
                  </a:lnTo>
                  <a:lnTo>
                    <a:pt x="3933863" y="3012293"/>
                  </a:lnTo>
                  <a:lnTo>
                    <a:pt x="3933213" y="3012293"/>
                  </a:lnTo>
                  <a:lnTo>
                    <a:pt x="3932563" y="3012293"/>
                  </a:lnTo>
                  <a:lnTo>
                    <a:pt x="3931913" y="3012293"/>
                  </a:lnTo>
                  <a:lnTo>
                    <a:pt x="3931263" y="3012293"/>
                  </a:lnTo>
                  <a:lnTo>
                    <a:pt x="3930613" y="3012293"/>
                  </a:lnTo>
                  <a:lnTo>
                    <a:pt x="3929964" y="3012293"/>
                  </a:lnTo>
                  <a:lnTo>
                    <a:pt x="3929314" y="3012293"/>
                  </a:lnTo>
                  <a:lnTo>
                    <a:pt x="3928664" y="3012293"/>
                  </a:lnTo>
                  <a:lnTo>
                    <a:pt x="3928014" y="3012293"/>
                  </a:lnTo>
                  <a:lnTo>
                    <a:pt x="3927364" y="3012293"/>
                  </a:lnTo>
                  <a:lnTo>
                    <a:pt x="3926714" y="3012293"/>
                  </a:lnTo>
                  <a:lnTo>
                    <a:pt x="3926064" y="3012293"/>
                  </a:lnTo>
                  <a:lnTo>
                    <a:pt x="3925414" y="3012293"/>
                  </a:lnTo>
                  <a:lnTo>
                    <a:pt x="3924764" y="3012293"/>
                  </a:lnTo>
                  <a:lnTo>
                    <a:pt x="3924114" y="3012293"/>
                  </a:lnTo>
                  <a:lnTo>
                    <a:pt x="3923464" y="3012293"/>
                  </a:lnTo>
                  <a:lnTo>
                    <a:pt x="3922814" y="3012293"/>
                  </a:lnTo>
                  <a:lnTo>
                    <a:pt x="3922164" y="3012293"/>
                  </a:lnTo>
                  <a:lnTo>
                    <a:pt x="3921514" y="3012293"/>
                  </a:lnTo>
                  <a:lnTo>
                    <a:pt x="3920864" y="3012293"/>
                  </a:lnTo>
                  <a:lnTo>
                    <a:pt x="3920214" y="3012293"/>
                  </a:lnTo>
                  <a:lnTo>
                    <a:pt x="3919565" y="3012293"/>
                  </a:lnTo>
                  <a:lnTo>
                    <a:pt x="3918915" y="3012293"/>
                  </a:lnTo>
                  <a:lnTo>
                    <a:pt x="3918265" y="3012293"/>
                  </a:lnTo>
                  <a:lnTo>
                    <a:pt x="3917615" y="3012293"/>
                  </a:lnTo>
                  <a:lnTo>
                    <a:pt x="3916965" y="3012293"/>
                  </a:lnTo>
                  <a:lnTo>
                    <a:pt x="3916315" y="3012293"/>
                  </a:lnTo>
                  <a:lnTo>
                    <a:pt x="3915665" y="3012293"/>
                  </a:lnTo>
                  <a:lnTo>
                    <a:pt x="3915015" y="3012293"/>
                  </a:lnTo>
                  <a:lnTo>
                    <a:pt x="3914365" y="3012293"/>
                  </a:lnTo>
                  <a:lnTo>
                    <a:pt x="3913715" y="3012293"/>
                  </a:lnTo>
                  <a:lnTo>
                    <a:pt x="3913065" y="3012293"/>
                  </a:lnTo>
                  <a:lnTo>
                    <a:pt x="3912415" y="3012293"/>
                  </a:lnTo>
                  <a:lnTo>
                    <a:pt x="3911765" y="3012293"/>
                  </a:lnTo>
                  <a:lnTo>
                    <a:pt x="3911115" y="3012293"/>
                  </a:lnTo>
                  <a:lnTo>
                    <a:pt x="3910465" y="3012293"/>
                  </a:lnTo>
                  <a:lnTo>
                    <a:pt x="3909816" y="3012293"/>
                  </a:lnTo>
                  <a:lnTo>
                    <a:pt x="3909166" y="3012293"/>
                  </a:lnTo>
                  <a:lnTo>
                    <a:pt x="3908516" y="3012293"/>
                  </a:lnTo>
                  <a:lnTo>
                    <a:pt x="3907866" y="3012293"/>
                  </a:lnTo>
                  <a:lnTo>
                    <a:pt x="3907216" y="3012293"/>
                  </a:lnTo>
                  <a:lnTo>
                    <a:pt x="3906566" y="3012293"/>
                  </a:lnTo>
                  <a:lnTo>
                    <a:pt x="3905916" y="3012293"/>
                  </a:lnTo>
                  <a:lnTo>
                    <a:pt x="3905266" y="3012293"/>
                  </a:lnTo>
                  <a:lnTo>
                    <a:pt x="3904616" y="3012293"/>
                  </a:lnTo>
                  <a:lnTo>
                    <a:pt x="3903966" y="3012293"/>
                  </a:lnTo>
                  <a:lnTo>
                    <a:pt x="3903316" y="3012293"/>
                  </a:lnTo>
                  <a:lnTo>
                    <a:pt x="3902666" y="3012293"/>
                  </a:lnTo>
                  <a:lnTo>
                    <a:pt x="3902016" y="3012293"/>
                  </a:lnTo>
                  <a:lnTo>
                    <a:pt x="3901366" y="3012293"/>
                  </a:lnTo>
                  <a:lnTo>
                    <a:pt x="3900716" y="3012293"/>
                  </a:lnTo>
                  <a:lnTo>
                    <a:pt x="3900066" y="3012293"/>
                  </a:lnTo>
                  <a:lnTo>
                    <a:pt x="3899417" y="3012293"/>
                  </a:lnTo>
                  <a:lnTo>
                    <a:pt x="3898767" y="3012293"/>
                  </a:lnTo>
                  <a:lnTo>
                    <a:pt x="3898117" y="3012293"/>
                  </a:lnTo>
                  <a:lnTo>
                    <a:pt x="3897467" y="3012293"/>
                  </a:lnTo>
                  <a:lnTo>
                    <a:pt x="3896817" y="3012293"/>
                  </a:lnTo>
                  <a:lnTo>
                    <a:pt x="3896167" y="3012293"/>
                  </a:lnTo>
                  <a:lnTo>
                    <a:pt x="3895517" y="3012293"/>
                  </a:lnTo>
                  <a:lnTo>
                    <a:pt x="3894867" y="3012293"/>
                  </a:lnTo>
                  <a:lnTo>
                    <a:pt x="3894217" y="3012293"/>
                  </a:lnTo>
                  <a:lnTo>
                    <a:pt x="3893567" y="3012293"/>
                  </a:lnTo>
                  <a:lnTo>
                    <a:pt x="3892917" y="3012293"/>
                  </a:lnTo>
                  <a:lnTo>
                    <a:pt x="3892267" y="3012293"/>
                  </a:lnTo>
                  <a:lnTo>
                    <a:pt x="3891617" y="3012293"/>
                  </a:lnTo>
                  <a:lnTo>
                    <a:pt x="3890967" y="3012293"/>
                  </a:lnTo>
                  <a:lnTo>
                    <a:pt x="3890317" y="3012293"/>
                  </a:lnTo>
                  <a:lnTo>
                    <a:pt x="3889668" y="3012293"/>
                  </a:lnTo>
                  <a:lnTo>
                    <a:pt x="3889018" y="3012293"/>
                  </a:lnTo>
                  <a:lnTo>
                    <a:pt x="3888368" y="3012293"/>
                  </a:lnTo>
                  <a:lnTo>
                    <a:pt x="3887718" y="3012293"/>
                  </a:lnTo>
                  <a:lnTo>
                    <a:pt x="3887068" y="3012293"/>
                  </a:lnTo>
                  <a:lnTo>
                    <a:pt x="3886418" y="3012293"/>
                  </a:lnTo>
                  <a:lnTo>
                    <a:pt x="3885768" y="3012293"/>
                  </a:lnTo>
                  <a:lnTo>
                    <a:pt x="3885118" y="3012293"/>
                  </a:lnTo>
                  <a:lnTo>
                    <a:pt x="3884468" y="3012293"/>
                  </a:lnTo>
                  <a:lnTo>
                    <a:pt x="3883818" y="3012293"/>
                  </a:lnTo>
                  <a:lnTo>
                    <a:pt x="3883168" y="3012293"/>
                  </a:lnTo>
                  <a:lnTo>
                    <a:pt x="3882518" y="3012293"/>
                  </a:lnTo>
                  <a:lnTo>
                    <a:pt x="3881868" y="3012293"/>
                  </a:lnTo>
                  <a:lnTo>
                    <a:pt x="3881218" y="3012293"/>
                  </a:lnTo>
                  <a:lnTo>
                    <a:pt x="3880568" y="3012293"/>
                  </a:lnTo>
                  <a:lnTo>
                    <a:pt x="3879918" y="3012293"/>
                  </a:lnTo>
                  <a:lnTo>
                    <a:pt x="3879269" y="3012293"/>
                  </a:lnTo>
                  <a:lnTo>
                    <a:pt x="3878619" y="3012293"/>
                  </a:lnTo>
                  <a:lnTo>
                    <a:pt x="3877969" y="3012293"/>
                  </a:lnTo>
                  <a:lnTo>
                    <a:pt x="3877319" y="3012293"/>
                  </a:lnTo>
                  <a:lnTo>
                    <a:pt x="3876669" y="3012293"/>
                  </a:lnTo>
                  <a:lnTo>
                    <a:pt x="3876019" y="3012293"/>
                  </a:lnTo>
                  <a:lnTo>
                    <a:pt x="3875369" y="3012293"/>
                  </a:lnTo>
                  <a:lnTo>
                    <a:pt x="3874719" y="3012293"/>
                  </a:lnTo>
                  <a:lnTo>
                    <a:pt x="3874069" y="3012293"/>
                  </a:lnTo>
                  <a:lnTo>
                    <a:pt x="3873419" y="3012293"/>
                  </a:lnTo>
                  <a:lnTo>
                    <a:pt x="3872769" y="3012293"/>
                  </a:lnTo>
                  <a:lnTo>
                    <a:pt x="3872119" y="3012293"/>
                  </a:lnTo>
                  <a:lnTo>
                    <a:pt x="3871469" y="3012293"/>
                  </a:lnTo>
                  <a:lnTo>
                    <a:pt x="3870819" y="3012293"/>
                  </a:lnTo>
                  <a:lnTo>
                    <a:pt x="3870169" y="3012293"/>
                  </a:lnTo>
                  <a:lnTo>
                    <a:pt x="3869520" y="3012293"/>
                  </a:lnTo>
                  <a:lnTo>
                    <a:pt x="3868870" y="3012293"/>
                  </a:lnTo>
                  <a:lnTo>
                    <a:pt x="3868220" y="3012293"/>
                  </a:lnTo>
                  <a:lnTo>
                    <a:pt x="3867570" y="3012293"/>
                  </a:lnTo>
                  <a:lnTo>
                    <a:pt x="3866920" y="3012293"/>
                  </a:lnTo>
                  <a:lnTo>
                    <a:pt x="3866270" y="3012293"/>
                  </a:lnTo>
                  <a:lnTo>
                    <a:pt x="3865620" y="3012293"/>
                  </a:lnTo>
                  <a:lnTo>
                    <a:pt x="3864970" y="3012293"/>
                  </a:lnTo>
                  <a:lnTo>
                    <a:pt x="3864320" y="3012293"/>
                  </a:lnTo>
                  <a:lnTo>
                    <a:pt x="3863670" y="3012293"/>
                  </a:lnTo>
                  <a:lnTo>
                    <a:pt x="3863020" y="3012293"/>
                  </a:lnTo>
                  <a:lnTo>
                    <a:pt x="3862370" y="3012293"/>
                  </a:lnTo>
                  <a:lnTo>
                    <a:pt x="3861720" y="3012293"/>
                  </a:lnTo>
                  <a:lnTo>
                    <a:pt x="3861070" y="3012293"/>
                  </a:lnTo>
                  <a:lnTo>
                    <a:pt x="3860420" y="3012293"/>
                  </a:lnTo>
                  <a:lnTo>
                    <a:pt x="3859771" y="3012293"/>
                  </a:lnTo>
                  <a:lnTo>
                    <a:pt x="3859121" y="3012293"/>
                  </a:lnTo>
                  <a:lnTo>
                    <a:pt x="3858471" y="3012293"/>
                  </a:lnTo>
                  <a:lnTo>
                    <a:pt x="3857821" y="3012293"/>
                  </a:lnTo>
                  <a:lnTo>
                    <a:pt x="3857171" y="3012293"/>
                  </a:lnTo>
                  <a:lnTo>
                    <a:pt x="3856521" y="3012293"/>
                  </a:lnTo>
                  <a:lnTo>
                    <a:pt x="3855871" y="3012293"/>
                  </a:lnTo>
                  <a:lnTo>
                    <a:pt x="3855221" y="3012293"/>
                  </a:lnTo>
                  <a:lnTo>
                    <a:pt x="3854571" y="3012293"/>
                  </a:lnTo>
                  <a:lnTo>
                    <a:pt x="3853921" y="3012293"/>
                  </a:lnTo>
                  <a:lnTo>
                    <a:pt x="3853271" y="3012293"/>
                  </a:lnTo>
                  <a:lnTo>
                    <a:pt x="3852621" y="3012293"/>
                  </a:lnTo>
                  <a:lnTo>
                    <a:pt x="3851971" y="3012293"/>
                  </a:lnTo>
                  <a:lnTo>
                    <a:pt x="3851321" y="3012293"/>
                  </a:lnTo>
                  <a:lnTo>
                    <a:pt x="3850671" y="3012293"/>
                  </a:lnTo>
                  <a:lnTo>
                    <a:pt x="3850021" y="3012293"/>
                  </a:lnTo>
                  <a:lnTo>
                    <a:pt x="3849372" y="3012293"/>
                  </a:lnTo>
                  <a:lnTo>
                    <a:pt x="3848722" y="3012293"/>
                  </a:lnTo>
                  <a:lnTo>
                    <a:pt x="3848072" y="3012293"/>
                  </a:lnTo>
                  <a:lnTo>
                    <a:pt x="3847422" y="3012293"/>
                  </a:lnTo>
                  <a:lnTo>
                    <a:pt x="3846772" y="3012293"/>
                  </a:lnTo>
                  <a:lnTo>
                    <a:pt x="3846122" y="3012293"/>
                  </a:lnTo>
                  <a:lnTo>
                    <a:pt x="3845472" y="3012293"/>
                  </a:lnTo>
                  <a:lnTo>
                    <a:pt x="3844822" y="3012293"/>
                  </a:lnTo>
                  <a:lnTo>
                    <a:pt x="3844172" y="3012293"/>
                  </a:lnTo>
                  <a:lnTo>
                    <a:pt x="3843522" y="3012293"/>
                  </a:lnTo>
                  <a:lnTo>
                    <a:pt x="3842872" y="3012293"/>
                  </a:lnTo>
                  <a:lnTo>
                    <a:pt x="3842222" y="3012293"/>
                  </a:lnTo>
                  <a:lnTo>
                    <a:pt x="3841572" y="3012293"/>
                  </a:lnTo>
                  <a:lnTo>
                    <a:pt x="3840922" y="3012293"/>
                  </a:lnTo>
                  <a:lnTo>
                    <a:pt x="3840272" y="3012293"/>
                  </a:lnTo>
                  <a:lnTo>
                    <a:pt x="3839623" y="3012293"/>
                  </a:lnTo>
                  <a:lnTo>
                    <a:pt x="3838973" y="3012293"/>
                  </a:lnTo>
                  <a:lnTo>
                    <a:pt x="3838323" y="3012293"/>
                  </a:lnTo>
                  <a:lnTo>
                    <a:pt x="3837673" y="3012293"/>
                  </a:lnTo>
                  <a:lnTo>
                    <a:pt x="3837023" y="3012293"/>
                  </a:lnTo>
                  <a:lnTo>
                    <a:pt x="3836373" y="3012293"/>
                  </a:lnTo>
                  <a:lnTo>
                    <a:pt x="3835723" y="3012293"/>
                  </a:lnTo>
                  <a:lnTo>
                    <a:pt x="3835073" y="3012293"/>
                  </a:lnTo>
                  <a:lnTo>
                    <a:pt x="3834423" y="3012293"/>
                  </a:lnTo>
                  <a:lnTo>
                    <a:pt x="3833773" y="3012293"/>
                  </a:lnTo>
                  <a:lnTo>
                    <a:pt x="3833123" y="3012293"/>
                  </a:lnTo>
                  <a:lnTo>
                    <a:pt x="3832473" y="3012293"/>
                  </a:lnTo>
                  <a:lnTo>
                    <a:pt x="3831823" y="3012293"/>
                  </a:lnTo>
                  <a:lnTo>
                    <a:pt x="3831173" y="3012293"/>
                  </a:lnTo>
                  <a:lnTo>
                    <a:pt x="3830523" y="3012293"/>
                  </a:lnTo>
                  <a:lnTo>
                    <a:pt x="3829873" y="3012293"/>
                  </a:lnTo>
                  <a:lnTo>
                    <a:pt x="3829224" y="3012293"/>
                  </a:lnTo>
                  <a:lnTo>
                    <a:pt x="3828574" y="3012293"/>
                  </a:lnTo>
                  <a:lnTo>
                    <a:pt x="3827924" y="3012293"/>
                  </a:lnTo>
                  <a:lnTo>
                    <a:pt x="3827274" y="3012293"/>
                  </a:lnTo>
                  <a:lnTo>
                    <a:pt x="3826624" y="3012293"/>
                  </a:lnTo>
                  <a:lnTo>
                    <a:pt x="3825974" y="3012293"/>
                  </a:lnTo>
                  <a:lnTo>
                    <a:pt x="3825324" y="3012293"/>
                  </a:lnTo>
                  <a:lnTo>
                    <a:pt x="3824674" y="3012293"/>
                  </a:lnTo>
                  <a:lnTo>
                    <a:pt x="3824024" y="3012293"/>
                  </a:lnTo>
                  <a:lnTo>
                    <a:pt x="3823374" y="3012293"/>
                  </a:lnTo>
                  <a:lnTo>
                    <a:pt x="3822724" y="3012293"/>
                  </a:lnTo>
                  <a:lnTo>
                    <a:pt x="3822074" y="3012293"/>
                  </a:lnTo>
                  <a:lnTo>
                    <a:pt x="3821424" y="3012293"/>
                  </a:lnTo>
                  <a:lnTo>
                    <a:pt x="3820774" y="3012293"/>
                  </a:lnTo>
                  <a:lnTo>
                    <a:pt x="3820124" y="3012293"/>
                  </a:lnTo>
                  <a:lnTo>
                    <a:pt x="3819475" y="3012293"/>
                  </a:lnTo>
                  <a:lnTo>
                    <a:pt x="3818825" y="3012293"/>
                  </a:lnTo>
                  <a:lnTo>
                    <a:pt x="3818175" y="3012293"/>
                  </a:lnTo>
                  <a:lnTo>
                    <a:pt x="3817525" y="3012293"/>
                  </a:lnTo>
                  <a:lnTo>
                    <a:pt x="3816875" y="3012293"/>
                  </a:lnTo>
                  <a:lnTo>
                    <a:pt x="3816225" y="3012293"/>
                  </a:lnTo>
                  <a:lnTo>
                    <a:pt x="3815575" y="3012293"/>
                  </a:lnTo>
                  <a:lnTo>
                    <a:pt x="3814925" y="3012293"/>
                  </a:lnTo>
                  <a:lnTo>
                    <a:pt x="3814275" y="3012293"/>
                  </a:lnTo>
                  <a:lnTo>
                    <a:pt x="3813625" y="3012293"/>
                  </a:lnTo>
                  <a:lnTo>
                    <a:pt x="3812975" y="3012293"/>
                  </a:lnTo>
                  <a:lnTo>
                    <a:pt x="3812325" y="3012293"/>
                  </a:lnTo>
                  <a:lnTo>
                    <a:pt x="3811675" y="3012293"/>
                  </a:lnTo>
                  <a:lnTo>
                    <a:pt x="3811025" y="3012293"/>
                  </a:lnTo>
                  <a:lnTo>
                    <a:pt x="3810375" y="3012293"/>
                  </a:lnTo>
                  <a:lnTo>
                    <a:pt x="3809725" y="3012293"/>
                  </a:lnTo>
                  <a:lnTo>
                    <a:pt x="3809076" y="3012293"/>
                  </a:lnTo>
                  <a:lnTo>
                    <a:pt x="3808426" y="3012293"/>
                  </a:lnTo>
                  <a:lnTo>
                    <a:pt x="3807776" y="3012293"/>
                  </a:lnTo>
                  <a:lnTo>
                    <a:pt x="3807126" y="3012293"/>
                  </a:lnTo>
                  <a:lnTo>
                    <a:pt x="3806476" y="3012293"/>
                  </a:lnTo>
                  <a:lnTo>
                    <a:pt x="3805826" y="3012293"/>
                  </a:lnTo>
                  <a:lnTo>
                    <a:pt x="3805176" y="3012293"/>
                  </a:lnTo>
                  <a:lnTo>
                    <a:pt x="3804526" y="3012293"/>
                  </a:lnTo>
                  <a:lnTo>
                    <a:pt x="3803876" y="3012293"/>
                  </a:lnTo>
                  <a:lnTo>
                    <a:pt x="3803226" y="3012293"/>
                  </a:lnTo>
                  <a:lnTo>
                    <a:pt x="3802576" y="3012293"/>
                  </a:lnTo>
                  <a:lnTo>
                    <a:pt x="3801926" y="3012293"/>
                  </a:lnTo>
                  <a:lnTo>
                    <a:pt x="3801276" y="3012293"/>
                  </a:lnTo>
                  <a:lnTo>
                    <a:pt x="3800626" y="3012293"/>
                  </a:lnTo>
                  <a:lnTo>
                    <a:pt x="3799976" y="3012293"/>
                  </a:lnTo>
                  <a:lnTo>
                    <a:pt x="3799327" y="3012293"/>
                  </a:lnTo>
                  <a:lnTo>
                    <a:pt x="3798677" y="3012293"/>
                  </a:lnTo>
                  <a:lnTo>
                    <a:pt x="3798027" y="3012293"/>
                  </a:lnTo>
                  <a:lnTo>
                    <a:pt x="3797377" y="3012293"/>
                  </a:lnTo>
                  <a:lnTo>
                    <a:pt x="3796727" y="3012293"/>
                  </a:lnTo>
                  <a:lnTo>
                    <a:pt x="3796077" y="3012293"/>
                  </a:lnTo>
                  <a:lnTo>
                    <a:pt x="3795427" y="3012293"/>
                  </a:lnTo>
                  <a:lnTo>
                    <a:pt x="3794777" y="3012293"/>
                  </a:lnTo>
                  <a:lnTo>
                    <a:pt x="3794127" y="3012293"/>
                  </a:lnTo>
                  <a:lnTo>
                    <a:pt x="3793477" y="3012293"/>
                  </a:lnTo>
                  <a:lnTo>
                    <a:pt x="3792827" y="3012293"/>
                  </a:lnTo>
                  <a:lnTo>
                    <a:pt x="3792177" y="3012293"/>
                  </a:lnTo>
                  <a:lnTo>
                    <a:pt x="3791527" y="3012293"/>
                  </a:lnTo>
                  <a:lnTo>
                    <a:pt x="3790877" y="3012293"/>
                  </a:lnTo>
                  <a:lnTo>
                    <a:pt x="3790227" y="3012293"/>
                  </a:lnTo>
                  <a:lnTo>
                    <a:pt x="3789577" y="3012293"/>
                  </a:lnTo>
                  <a:lnTo>
                    <a:pt x="3788928" y="3012293"/>
                  </a:lnTo>
                  <a:lnTo>
                    <a:pt x="3788278" y="3012293"/>
                  </a:lnTo>
                  <a:lnTo>
                    <a:pt x="3787628" y="3012293"/>
                  </a:lnTo>
                  <a:lnTo>
                    <a:pt x="3786978" y="3012293"/>
                  </a:lnTo>
                  <a:lnTo>
                    <a:pt x="3786328" y="3012293"/>
                  </a:lnTo>
                  <a:lnTo>
                    <a:pt x="3785678" y="3012293"/>
                  </a:lnTo>
                  <a:lnTo>
                    <a:pt x="3785028" y="3012293"/>
                  </a:lnTo>
                  <a:lnTo>
                    <a:pt x="3784378" y="3012293"/>
                  </a:lnTo>
                  <a:lnTo>
                    <a:pt x="3783728" y="3012293"/>
                  </a:lnTo>
                  <a:lnTo>
                    <a:pt x="3783078" y="3012293"/>
                  </a:lnTo>
                  <a:lnTo>
                    <a:pt x="3782428" y="3012293"/>
                  </a:lnTo>
                  <a:lnTo>
                    <a:pt x="3781778" y="3012293"/>
                  </a:lnTo>
                  <a:lnTo>
                    <a:pt x="3781128" y="3012293"/>
                  </a:lnTo>
                  <a:lnTo>
                    <a:pt x="3780478" y="3012293"/>
                  </a:lnTo>
                  <a:lnTo>
                    <a:pt x="3779828" y="3012293"/>
                  </a:lnTo>
                  <a:lnTo>
                    <a:pt x="3779179" y="3012293"/>
                  </a:lnTo>
                  <a:lnTo>
                    <a:pt x="3778529" y="3012293"/>
                  </a:lnTo>
                  <a:lnTo>
                    <a:pt x="3777879" y="3012293"/>
                  </a:lnTo>
                  <a:lnTo>
                    <a:pt x="3777229" y="3012293"/>
                  </a:lnTo>
                  <a:lnTo>
                    <a:pt x="3776579" y="3012293"/>
                  </a:lnTo>
                  <a:lnTo>
                    <a:pt x="3775929" y="3012293"/>
                  </a:lnTo>
                  <a:lnTo>
                    <a:pt x="3775279" y="3012293"/>
                  </a:lnTo>
                  <a:lnTo>
                    <a:pt x="3774629" y="3012293"/>
                  </a:lnTo>
                  <a:lnTo>
                    <a:pt x="3773979" y="3012293"/>
                  </a:lnTo>
                  <a:lnTo>
                    <a:pt x="3773329" y="3012293"/>
                  </a:lnTo>
                  <a:lnTo>
                    <a:pt x="3772679" y="3012293"/>
                  </a:lnTo>
                  <a:lnTo>
                    <a:pt x="3772029" y="3012293"/>
                  </a:lnTo>
                  <a:lnTo>
                    <a:pt x="3771379" y="3012293"/>
                  </a:lnTo>
                  <a:lnTo>
                    <a:pt x="3770729" y="3012293"/>
                  </a:lnTo>
                  <a:lnTo>
                    <a:pt x="3770079" y="3012293"/>
                  </a:lnTo>
                  <a:lnTo>
                    <a:pt x="3769429" y="3012293"/>
                  </a:lnTo>
                  <a:lnTo>
                    <a:pt x="3768780" y="3012293"/>
                  </a:lnTo>
                  <a:lnTo>
                    <a:pt x="3768130" y="3012293"/>
                  </a:lnTo>
                  <a:lnTo>
                    <a:pt x="3767480" y="3012293"/>
                  </a:lnTo>
                  <a:lnTo>
                    <a:pt x="3766830" y="3012293"/>
                  </a:lnTo>
                  <a:lnTo>
                    <a:pt x="3766180" y="3012293"/>
                  </a:lnTo>
                  <a:lnTo>
                    <a:pt x="3765530" y="3012293"/>
                  </a:lnTo>
                  <a:lnTo>
                    <a:pt x="3764880" y="3012293"/>
                  </a:lnTo>
                  <a:lnTo>
                    <a:pt x="3764230" y="3012293"/>
                  </a:lnTo>
                  <a:lnTo>
                    <a:pt x="3763580" y="3012293"/>
                  </a:lnTo>
                  <a:lnTo>
                    <a:pt x="3762930" y="3012293"/>
                  </a:lnTo>
                  <a:lnTo>
                    <a:pt x="3762280" y="3012293"/>
                  </a:lnTo>
                  <a:lnTo>
                    <a:pt x="3761630" y="3012293"/>
                  </a:lnTo>
                  <a:lnTo>
                    <a:pt x="3760980" y="3012293"/>
                  </a:lnTo>
                  <a:lnTo>
                    <a:pt x="3760330" y="3012293"/>
                  </a:lnTo>
                  <a:lnTo>
                    <a:pt x="3759680" y="3012293"/>
                  </a:lnTo>
                  <a:lnTo>
                    <a:pt x="3759031" y="3012293"/>
                  </a:lnTo>
                  <a:lnTo>
                    <a:pt x="3758381" y="3012293"/>
                  </a:lnTo>
                  <a:lnTo>
                    <a:pt x="3757731" y="3012293"/>
                  </a:lnTo>
                  <a:lnTo>
                    <a:pt x="3757081" y="3012293"/>
                  </a:lnTo>
                  <a:lnTo>
                    <a:pt x="3756431" y="3012293"/>
                  </a:lnTo>
                  <a:lnTo>
                    <a:pt x="3755781" y="3012293"/>
                  </a:lnTo>
                  <a:lnTo>
                    <a:pt x="3755131" y="3012293"/>
                  </a:lnTo>
                  <a:lnTo>
                    <a:pt x="3754481" y="3012293"/>
                  </a:lnTo>
                  <a:lnTo>
                    <a:pt x="3753831" y="3012293"/>
                  </a:lnTo>
                  <a:lnTo>
                    <a:pt x="3753181" y="3012293"/>
                  </a:lnTo>
                  <a:lnTo>
                    <a:pt x="3752531" y="3012293"/>
                  </a:lnTo>
                  <a:lnTo>
                    <a:pt x="3751881" y="3012293"/>
                  </a:lnTo>
                  <a:lnTo>
                    <a:pt x="3751231" y="3012293"/>
                  </a:lnTo>
                  <a:lnTo>
                    <a:pt x="3750581" y="3012293"/>
                  </a:lnTo>
                  <a:lnTo>
                    <a:pt x="3749931" y="3012293"/>
                  </a:lnTo>
                  <a:lnTo>
                    <a:pt x="3749281" y="3012293"/>
                  </a:lnTo>
                  <a:lnTo>
                    <a:pt x="3748632" y="3012293"/>
                  </a:lnTo>
                  <a:lnTo>
                    <a:pt x="3747982" y="3012293"/>
                  </a:lnTo>
                  <a:lnTo>
                    <a:pt x="3747332" y="3012293"/>
                  </a:lnTo>
                  <a:lnTo>
                    <a:pt x="3746682" y="3012293"/>
                  </a:lnTo>
                  <a:lnTo>
                    <a:pt x="3746032" y="3012293"/>
                  </a:lnTo>
                  <a:lnTo>
                    <a:pt x="3745382" y="3012293"/>
                  </a:lnTo>
                  <a:lnTo>
                    <a:pt x="3744732" y="3012293"/>
                  </a:lnTo>
                  <a:lnTo>
                    <a:pt x="3744082" y="3012293"/>
                  </a:lnTo>
                  <a:lnTo>
                    <a:pt x="3743432" y="3012293"/>
                  </a:lnTo>
                  <a:lnTo>
                    <a:pt x="3742782" y="3012293"/>
                  </a:lnTo>
                  <a:lnTo>
                    <a:pt x="3742132" y="3012293"/>
                  </a:lnTo>
                  <a:lnTo>
                    <a:pt x="3741482" y="3012293"/>
                  </a:lnTo>
                  <a:lnTo>
                    <a:pt x="3740832" y="3012293"/>
                  </a:lnTo>
                  <a:lnTo>
                    <a:pt x="3740182" y="3012293"/>
                  </a:lnTo>
                  <a:lnTo>
                    <a:pt x="3739532" y="3012293"/>
                  </a:lnTo>
                  <a:lnTo>
                    <a:pt x="3738883" y="3012293"/>
                  </a:lnTo>
                  <a:lnTo>
                    <a:pt x="3738233" y="3012293"/>
                  </a:lnTo>
                  <a:lnTo>
                    <a:pt x="3737583" y="3012293"/>
                  </a:lnTo>
                  <a:lnTo>
                    <a:pt x="3736933" y="3012293"/>
                  </a:lnTo>
                  <a:lnTo>
                    <a:pt x="3736283" y="3012293"/>
                  </a:lnTo>
                  <a:lnTo>
                    <a:pt x="3735633" y="3012293"/>
                  </a:lnTo>
                  <a:lnTo>
                    <a:pt x="3734983" y="3012293"/>
                  </a:lnTo>
                  <a:lnTo>
                    <a:pt x="3734333" y="3012293"/>
                  </a:lnTo>
                  <a:lnTo>
                    <a:pt x="3733683" y="3012293"/>
                  </a:lnTo>
                  <a:lnTo>
                    <a:pt x="3733033" y="3012293"/>
                  </a:lnTo>
                  <a:lnTo>
                    <a:pt x="3732383" y="3012293"/>
                  </a:lnTo>
                  <a:lnTo>
                    <a:pt x="3731733" y="3012293"/>
                  </a:lnTo>
                  <a:lnTo>
                    <a:pt x="3731083" y="3012293"/>
                  </a:lnTo>
                  <a:lnTo>
                    <a:pt x="3730433" y="3012293"/>
                  </a:lnTo>
                  <a:lnTo>
                    <a:pt x="3729783" y="3012293"/>
                  </a:lnTo>
                  <a:lnTo>
                    <a:pt x="3729133" y="3012293"/>
                  </a:lnTo>
                  <a:lnTo>
                    <a:pt x="3728484" y="3012293"/>
                  </a:lnTo>
                  <a:lnTo>
                    <a:pt x="3727834" y="3012293"/>
                  </a:lnTo>
                  <a:lnTo>
                    <a:pt x="3727184" y="3012293"/>
                  </a:lnTo>
                  <a:lnTo>
                    <a:pt x="3726534" y="3012293"/>
                  </a:lnTo>
                  <a:lnTo>
                    <a:pt x="3725884" y="3012293"/>
                  </a:lnTo>
                  <a:lnTo>
                    <a:pt x="3725234" y="3012293"/>
                  </a:lnTo>
                  <a:lnTo>
                    <a:pt x="3724584" y="3012293"/>
                  </a:lnTo>
                  <a:lnTo>
                    <a:pt x="3723934" y="3012293"/>
                  </a:lnTo>
                  <a:lnTo>
                    <a:pt x="3723284" y="3012293"/>
                  </a:lnTo>
                  <a:lnTo>
                    <a:pt x="3722634" y="3012293"/>
                  </a:lnTo>
                  <a:lnTo>
                    <a:pt x="3721984" y="3012293"/>
                  </a:lnTo>
                  <a:lnTo>
                    <a:pt x="3721334" y="3012293"/>
                  </a:lnTo>
                  <a:lnTo>
                    <a:pt x="3720684" y="3012293"/>
                  </a:lnTo>
                  <a:lnTo>
                    <a:pt x="3720034" y="3012293"/>
                  </a:lnTo>
                  <a:lnTo>
                    <a:pt x="3719384" y="3012293"/>
                  </a:lnTo>
                  <a:lnTo>
                    <a:pt x="3718735" y="3012293"/>
                  </a:lnTo>
                  <a:lnTo>
                    <a:pt x="3718085" y="3012293"/>
                  </a:lnTo>
                  <a:lnTo>
                    <a:pt x="3717435" y="3012293"/>
                  </a:lnTo>
                  <a:lnTo>
                    <a:pt x="3716785" y="3012293"/>
                  </a:lnTo>
                  <a:lnTo>
                    <a:pt x="3716135" y="3012293"/>
                  </a:lnTo>
                  <a:lnTo>
                    <a:pt x="3715485" y="3012293"/>
                  </a:lnTo>
                  <a:lnTo>
                    <a:pt x="3714835" y="3012293"/>
                  </a:lnTo>
                  <a:lnTo>
                    <a:pt x="3714185" y="3012293"/>
                  </a:lnTo>
                  <a:lnTo>
                    <a:pt x="3713535" y="3012293"/>
                  </a:lnTo>
                  <a:lnTo>
                    <a:pt x="3712885" y="3012293"/>
                  </a:lnTo>
                  <a:lnTo>
                    <a:pt x="3712235" y="3012293"/>
                  </a:lnTo>
                  <a:lnTo>
                    <a:pt x="3711585" y="3012293"/>
                  </a:lnTo>
                  <a:lnTo>
                    <a:pt x="3710935" y="3012293"/>
                  </a:lnTo>
                  <a:lnTo>
                    <a:pt x="3710285" y="3012293"/>
                  </a:lnTo>
                  <a:lnTo>
                    <a:pt x="3709635" y="3012293"/>
                  </a:lnTo>
                  <a:lnTo>
                    <a:pt x="3708986" y="3012293"/>
                  </a:lnTo>
                  <a:lnTo>
                    <a:pt x="3708336" y="3012293"/>
                  </a:lnTo>
                  <a:lnTo>
                    <a:pt x="3707686" y="3012293"/>
                  </a:lnTo>
                  <a:lnTo>
                    <a:pt x="3707036" y="3012293"/>
                  </a:lnTo>
                  <a:lnTo>
                    <a:pt x="3706386" y="3012293"/>
                  </a:lnTo>
                  <a:lnTo>
                    <a:pt x="3705736" y="3012293"/>
                  </a:lnTo>
                  <a:lnTo>
                    <a:pt x="3705086" y="3012293"/>
                  </a:lnTo>
                  <a:lnTo>
                    <a:pt x="3704436" y="3012293"/>
                  </a:lnTo>
                  <a:lnTo>
                    <a:pt x="3703786" y="3012293"/>
                  </a:lnTo>
                  <a:lnTo>
                    <a:pt x="3703136" y="3012293"/>
                  </a:lnTo>
                  <a:lnTo>
                    <a:pt x="3702486" y="3012293"/>
                  </a:lnTo>
                  <a:lnTo>
                    <a:pt x="3701836" y="3012293"/>
                  </a:lnTo>
                  <a:lnTo>
                    <a:pt x="3701186" y="3012293"/>
                  </a:lnTo>
                  <a:lnTo>
                    <a:pt x="3700536" y="3012293"/>
                  </a:lnTo>
                  <a:lnTo>
                    <a:pt x="3699886" y="3012293"/>
                  </a:lnTo>
                  <a:lnTo>
                    <a:pt x="3699236" y="3012293"/>
                  </a:lnTo>
                  <a:lnTo>
                    <a:pt x="3698587" y="3012293"/>
                  </a:lnTo>
                  <a:lnTo>
                    <a:pt x="3697937" y="3012293"/>
                  </a:lnTo>
                  <a:lnTo>
                    <a:pt x="3697287" y="3012293"/>
                  </a:lnTo>
                  <a:lnTo>
                    <a:pt x="3696637" y="3012293"/>
                  </a:lnTo>
                  <a:lnTo>
                    <a:pt x="3695987" y="3012293"/>
                  </a:lnTo>
                  <a:lnTo>
                    <a:pt x="3695337" y="3012293"/>
                  </a:lnTo>
                  <a:lnTo>
                    <a:pt x="3694687" y="3012293"/>
                  </a:lnTo>
                  <a:lnTo>
                    <a:pt x="3694037" y="3012293"/>
                  </a:lnTo>
                  <a:lnTo>
                    <a:pt x="3693387" y="3012293"/>
                  </a:lnTo>
                  <a:lnTo>
                    <a:pt x="3692737" y="3012293"/>
                  </a:lnTo>
                  <a:lnTo>
                    <a:pt x="3692087" y="3012293"/>
                  </a:lnTo>
                  <a:lnTo>
                    <a:pt x="3691437" y="3012293"/>
                  </a:lnTo>
                  <a:lnTo>
                    <a:pt x="3690787" y="3012293"/>
                  </a:lnTo>
                  <a:lnTo>
                    <a:pt x="3690137" y="3012293"/>
                  </a:lnTo>
                  <a:lnTo>
                    <a:pt x="3689487" y="3012293"/>
                  </a:lnTo>
                  <a:lnTo>
                    <a:pt x="3688838" y="3012293"/>
                  </a:lnTo>
                  <a:lnTo>
                    <a:pt x="3688188" y="3012293"/>
                  </a:lnTo>
                  <a:lnTo>
                    <a:pt x="3687538" y="3012293"/>
                  </a:lnTo>
                  <a:lnTo>
                    <a:pt x="3686888" y="3012293"/>
                  </a:lnTo>
                  <a:lnTo>
                    <a:pt x="3686238" y="3012293"/>
                  </a:lnTo>
                  <a:lnTo>
                    <a:pt x="3685588" y="3012293"/>
                  </a:lnTo>
                  <a:lnTo>
                    <a:pt x="3684938" y="3012293"/>
                  </a:lnTo>
                  <a:lnTo>
                    <a:pt x="3684288" y="3012293"/>
                  </a:lnTo>
                  <a:lnTo>
                    <a:pt x="3683638" y="3012293"/>
                  </a:lnTo>
                  <a:lnTo>
                    <a:pt x="3682988" y="3012293"/>
                  </a:lnTo>
                  <a:lnTo>
                    <a:pt x="3682338" y="3012293"/>
                  </a:lnTo>
                  <a:lnTo>
                    <a:pt x="3681688" y="3012293"/>
                  </a:lnTo>
                  <a:lnTo>
                    <a:pt x="3681038" y="3012293"/>
                  </a:lnTo>
                  <a:lnTo>
                    <a:pt x="3680388" y="3012293"/>
                  </a:lnTo>
                  <a:lnTo>
                    <a:pt x="3679738" y="3012293"/>
                  </a:lnTo>
                  <a:lnTo>
                    <a:pt x="3679088" y="3012293"/>
                  </a:lnTo>
                  <a:lnTo>
                    <a:pt x="3678439" y="3012293"/>
                  </a:lnTo>
                  <a:lnTo>
                    <a:pt x="3677789" y="3012293"/>
                  </a:lnTo>
                  <a:lnTo>
                    <a:pt x="3677139" y="3012293"/>
                  </a:lnTo>
                  <a:lnTo>
                    <a:pt x="3676489" y="3012293"/>
                  </a:lnTo>
                  <a:lnTo>
                    <a:pt x="3675839" y="3012293"/>
                  </a:lnTo>
                  <a:lnTo>
                    <a:pt x="3675189" y="3012293"/>
                  </a:lnTo>
                  <a:lnTo>
                    <a:pt x="3674539" y="3012293"/>
                  </a:lnTo>
                  <a:lnTo>
                    <a:pt x="3673889" y="3012293"/>
                  </a:lnTo>
                  <a:lnTo>
                    <a:pt x="3673239" y="3012293"/>
                  </a:lnTo>
                  <a:lnTo>
                    <a:pt x="3672589" y="3012293"/>
                  </a:lnTo>
                  <a:lnTo>
                    <a:pt x="3671939" y="3012293"/>
                  </a:lnTo>
                  <a:lnTo>
                    <a:pt x="3671289" y="3012293"/>
                  </a:lnTo>
                  <a:lnTo>
                    <a:pt x="3670639" y="3012293"/>
                  </a:lnTo>
                  <a:lnTo>
                    <a:pt x="3669989" y="3012293"/>
                  </a:lnTo>
                  <a:lnTo>
                    <a:pt x="3669339" y="3012293"/>
                  </a:lnTo>
                  <a:lnTo>
                    <a:pt x="3668690" y="3012293"/>
                  </a:lnTo>
                  <a:lnTo>
                    <a:pt x="3668040" y="3012293"/>
                  </a:lnTo>
                  <a:lnTo>
                    <a:pt x="3667390" y="3012293"/>
                  </a:lnTo>
                  <a:lnTo>
                    <a:pt x="3666740" y="3012293"/>
                  </a:lnTo>
                  <a:lnTo>
                    <a:pt x="3666090" y="3012293"/>
                  </a:lnTo>
                  <a:lnTo>
                    <a:pt x="3665440" y="3012293"/>
                  </a:lnTo>
                  <a:lnTo>
                    <a:pt x="3664790" y="3012293"/>
                  </a:lnTo>
                  <a:lnTo>
                    <a:pt x="3664140" y="3012293"/>
                  </a:lnTo>
                  <a:lnTo>
                    <a:pt x="3663490" y="3012293"/>
                  </a:lnTo>
                  <a:lnTo>
                    <a:pt x="3662840" y="3012293"/>
                  </a:lnTo>
                  <a:lnTo>
                    <a:pt x="3662190" y="3012293"/>
                  </a:lnTo>
                  <a:lnTo>
                    <a:pt x="3661540" y="3012293"/>
                  </a:lnTo>
                  <a:lnTo>
                    <a:pt x="3660890" y="3012293"/>
                  </a:lnTo>
                  <a:lnTo>
                    <a:pt x="3660240" y="3012293"/>
                  </a:lnTo>
                  <a:lnTo>
                    <a:pt x="3659590" y="3012293"/>
                  </a:lnTo>
                  <a:lnTo>
                    <a:pt x="3658940" y="3012293"/>
                  </a:lnTo>
                  <a:lnTo>
                    <a:pt x="3658291" y="3012293"/>
                  </a:lnTo>
                  <a:lnTo>
                    <a:pt x="3657641" y="3012293"/>
                  </a:lnTo>
                  <a:lnTo>
                    <a:pt x="3656991" y="3012293"/>
                  </a:lnTo>
                  <a:lnTo>
                    <a:pt x="3656341" y="3012293"/>
                  </a:lnTo>
                  <a:lnTo>
                    <a:pt x="3655691" y="3012293"/>
                  </a:lnTo>
                  <a:lnTo>
                    <a:pt x="3655041" y="3012293"/>
                  </a:lnTo>
                  <a:lnTo>
                    <a:pt x="3654391" y="3012293"/>
                  </a:lnTo>
                  <a:lnTo>
                    <a:pt x="3653741" y="3012293"/>
                  </a:lnTo>
                  <a:lnTo>
                    <a:pt x="3653091" y="3012293"/>
                  </a:lnTo>
                  <a:lnTo>
                    <a:pt x="3652441" y="3012293"/>
                  </a:lnTo>
                  <a:lnTo>
                    <a:pt x="3651791" y="3012293"/>
                  </a:lnTo>
                  <a:lnTo>
                    <a:pt x="3651141" y="3012293"/>
                  </a:lnTo>
                  <a:lnTo>
                    <a:pt x="3650491" y="3012293"/>
                  </a:lnTo>
                  <a:lnTo>
                    <a:pt x="3649841" y="3012293"/>
                  </a:lnTo>
                  <a:lnTo>
                    <a:pt x="3649191" y="3012293"/>
                  </a:lnTo>
                  <a:lnTo>
                    <a:pt x="3648542" y="3012293"/>
                  </a:lnTo>
                  <a:lnTo>
                    <a:pt x="3647892" y="3012293"/>
                  </a:lnTo>
                  <a:lnTo>
                    <a:pt x="3647242" y="3012293"/>
                  </a:lnTo>
                  <a:lnTo>
                    <a:pt x="3646592" y="3012293"/>
                  </a:lnTo>
                  <a:lnTo>
                    <a:pt x="3645942" y="3012293"/>
                  </a:lnTo>
                  <a:lnTo>
                    <a:pt x="3645292" y="3012293"/>
                  </a:lnTo>
                  <a:lnTo>
                    <a:pt x="3644642" y="3012293"/>
                  </a:lnTo>
                  <a:lnTo>
                    <a:pt x="3643992" y="3012293"/>
                  </a:lnTo>
                  <a:lnTo>
                    <a:pt x="3643342" y="3012293"/>
                  </a:lnTo>
                  <a:lnTo>
                    <a:pt x="3642692" y="3012293"/>
                  </a:lnTo>
                  <a:lnTo>
                    <a:pt x="3642042" y="3012293"/>
                  </a:lnTo>
                  <a:lnTo>
                    <a:pt x="3641392" y="3012293"/>
                  </a:lnTo>
                  <a:lnTo>
                    <a:pt x="3640742" y="3012293"/>
                  </a:lnTo>
                  <a:lnTo>
                    <a:pt x="3640092" y="3012293"/>
                  </a:lnTo>
                  <a:lnTo>
                    <a:pt x="3639442" y="3012293"/>
                  </a:lnTo>
                  <a:lnTo>
                    <a:pt x="3638792" y="3012293"/>
                  </a:lnTo>
                  <a:lnTo>
                    <a:pt x="3638143" y="3012293"/>
                  </a:lnTo>
                  <a:lnTo>
                    <a:pt x="3637493" y="3012293"/>
                  </a:lnTo>
                  <a:lnTo>
                    <a:pt x="3636843" y="3012293"/>
                  </a:lnTo>
                  <a:lnTo>
                    <a:pt x="3636193" y="3012293"/>
                  </a:lnTo>
                  <a:lnTo>
                    <a:pt x="3635543" y="3012293"/>
                  </a:lnTo>
                  <a:lnTo>
                    <a:pt x="3634893" y="3012293"/>
                  </a:lnTo>
                  <a:lnTo>
                    <a:pt x="3634243" y="3012293"/>
                  </a:lnTo>
                  <a:lnTo>
                    <a:pt x="3633593" y="3012293"/>
                  </a:lnTo>
                  <a:lnTo>
                    <a:pt x="3632943" y="3012293"/>
                  </a:lnTo>
                  <a:lnTo>
                    <a:pt x="3632293" y="3012293"/>
                  </a:lnTo>
                  <a:lnTo>
                    <a:pt x="3631643" y="3012293"/>
                  </a:lnTo>
                  <a:lnTo>
                    <a:pt x="3630993" y="3012293"/>
                  </a:lnTo>
                  <a:lnTo>
                    <a:pt x="3630343" y="3012293"/>
                  </a:lnTo>
                  <a:lnTo>
                    <a:pt x="3629693" y="3012293"/>
                  </a:lnTo>
                  <a:lnTo>
                    <a:pt x="3629043" y="3012293"/>
                  </a:lnTo>
                  <a:lnTo>
                    <a:pt x="3628394" y="3012293"/>
                  </a:lnTo>
                  <a:lnTo>
                    <a:pt x="3627744" y="3012293"/>
                  </a:lnTo>
                  <a:lnTo>
                    <a:pt x="3627094" y="3012293"/>
                  </a:lnTo>
                  <a:lnTo>
                    <a:pt x="3626444" y="3012293"/>
                  </a:lnTo>
                  <a:lnTo>
                    <a:pt x="3625794" y="3012293"/>
                  </a:lnTo>
                  <a:lnTo>
                    <a:pt x="3625144" y="3012293"/>
                  </a:lnTo>
                  <a:lnTo>
                    <a:pt x="3624494" y="3012293"/>
                  </a:lnTo>
                  <a:lnTo>
                    <a:pt x="3623844" y="3012293"/>
                  </a:lnTo>
                  <a:lnTo>
                    <a:pt x="3623194" y="3012293"/>
                  </a:lnTo>
                  <a:lnTo>
                    <a:pt x="3622544" y="3012293"/>
                  </a:lnTo>
                  <a:lnTo>
                    <a:pt x="3621894" y="3012293"/>
                  </a:lnTo>
                  <a:lnTo>
                    <a:pt x="3621244" y="3012293"/>
                  </a:lnTo>
                  <a:lnTo>
                    <a:pt x="3620594" y="3012293"/>
                  </a:lnTo>
                  <a:lnTo>
                    <a:pt x="3619944" y="3012293"/>
                  </a:lnTo>
                  <a:lnTo>
                    <a:pt x="3619294" y="3012293"/>
                  </a:lnTo>
                  <a:lnTo>
                    <a:pt x="3618644" y="3012293"/>
                  </a:lnTo>
                  <a:lnTo>
                    <a:pt x="3617995" y="3012293"/>
                  </a:lnTo>
                  <a:lnTo>
                    <a:pt x="3617345" y="3012293"/>
                  </a:lnTo>
                  <a:lnTo>
                    <a:pt x="3616695" y="3012293"/>
                  </a:lnTo>
                  <a:lnTo>
                    <a:pt x="3616045" y="3012293"/>
                  </a:lnTo>
                  <a:lnTo>
                    <a:pt x="3615395" y="3012293"/>
                  </a:lnTo>
                  <a:lnTo>
                    <a:pt x="3614745" y="3012293"/>
                  </a:lnTo>
                  <a:lnTo>
                    <a:pt x="3614095" y="3012293"/>
                  </a:lnTo>
                  <a:lnTo>
                    <a:pt x="3613445" y="3012293"/>
                  </a:lnTo>
                  <a:lnTo>
                    <a:pt x="3612795" y="3012293"/>
                  </a:lnTo>
                  <a:lnTo>
                    <a:pt x="3612145" y="3012293"/>
                  </a:lnTo>
                  <a:lnTo>
                    <a:pt x="3611495" y="3012293"/>
                  </a:lnTo>
                  <a:lnTo>
                    <a:pt x="3610845" y="3012293"/>
                  </a:lnTo>
                  <a:lnTo>
                    <a:pt x="3610195" y="3012293"/>
                  </a:lnTo>
                  <a:lnTo>
                    <a:pt x="3609545" y="3012293"/>
                  </a:lnTo>
                  <a:lnTo>
                    <a:pt x="3608895" y="3012293"/>
                  </a:lnTo>
                  <a:lnTo>
                    <a:pt x="3608246" y="3012293"/>
                  </a:lnTo>
                  <a:lnTo>
                    <a:pt x="3607596" y="3012293"/>
                  </a:lnTo>
                  <a:lnTo>
                    <a:pt x="3606946" y="3012293"/>
                  </a:lnTo>
                  <a:lnTo>
                    <a:pt x="3606296" y="3012293"/>
                  </a:lnTo>
                  <a:lnTo>
                    <a:pt x="3605646" y="3012293"/>
                  </a:lnTo>
                  <a:lnTo>
                    <a:pt x="3604996" y="3012293"/>
                  </a:lnTo>
                  <a:lnTo>
                    <a:pt x="3604346" y="3012293"/>
                  </a:lnTo>
                  <a:lnTo>
                    <a:pt x="3603696" y="3012293"/>
                  </a:lnTo>
                  <a:lnTo>
                    <a:pt x="3603046" y="3012293"/>
                  </a:lnTo>
                  <a:lnTo>
                    <a:pt x="3602396" y="3012293"/>
                  </a:lnTo>
                  <a:lnTo>
                    <a:pt x="3601746" y="3012293"/>
                  </a:lnTo>
                  <a:lnTo>
                    <a:pt x="3601096" y="3012293"/>
                  </a:lnTo>
                  <a:lnTo>
                    <a:pt x="3600446" y="3012293"/>
                  </a:lnTo>
                  <a:lnTo>
                    <a:pt x="3599796" y="3012293"/>
                  </a:lnTo>
                  <a:lnTo>
                    <a:pt x="3599146" y="3012293"/>
                  </a:lnTo>
                  <a:lnTo>
                    <a:pt x="3598496" y="3012293"/>
                  </a:lnTo>
                  <a:lnTo>
                    <a:pt x="3597847" y="3012293"/>
                  </a:lnTo>
                  <a:lnTo>
                    <a:pt x="3597197" y="3012293"/>
                  </a:lnTo>
                  <a:lnTo>
                    <a:pt x="3596547" y="3012293"/>
                  </a:lnTo>
                  <a:lnTo>
                    <a:pt x="3595897" y="3012293"/>
                  </a:lnTo>
                  <a:lnTo>
                    <a:pt x="3595247" y="3012293"/>
                  </a:lnTo>
                  <a:lnTo>
                    <a:pt x="3594597" y="3012293"/>
                  </a:lnTo>
                  <a:lnTo>
                    <a:pt x="3593947" y="3012293"/>
                  </a:lnTo>
                  <a:lnTo>
                    <a:pt x="3593297" y="3012293"/>
                  </a:lnTo>
                  <a:lnTo>
                    <a:pt x="3592647" y="3012293"/>
                  </a:lnTo>
                  <a:lnTo>
                    <a:pt x="3591997" y="3012293"/>
                  </a:lnTo>
                  <a:lnTo>
                    <a:pt x="3591347" y="3012293"/>
                  </a:lnTo>
                  <a:lnTo>
                    <a:pt x="3590697" y="3012293"/>
                  </a:lnTo>
                  <a:lnTo>
                    <a:pt x="3590047" y="3012293"/>
                  </a:lnTo>
                  <a:lnTo>
                    <a:pt x="3589397" y="3012293"/>
                  </a:lnTo>
                  <a:lnTo>
                    <a:pt x="3588747" y="3012293"/>
                  </a:lnTo>
                  <a:lnTo>
                    <a:pt x="3588098" y="3012293"/>
                  </a:lnTo>
                  <a:lnTo>
                    <a:pt x="3587448" y="3012293"/>
                  </a:lnTo>
                  <a:lnTo>
                    <a:pt x="3586798" y="3012293"/>
                  </a:lnTo>
                  <a:lnTo>
                    <a:pt x="3586148" y="3012293"/>
                  </a:lnTo>
                  <a:lnTo>
                    <a:pt x="3585498" y="3012293"/>
                  </a:lnTo>
                  <a:lnTo>
                    <a:pt x="3584848" y="3012293"/>
                  </a:lnTo>
                  <a:lnTo>
                    <a:pt x="3584198" y="3012293"/>
                  </a:lnTo>
                  <a:lnTo>
                    <a:pt x="3583548" y="3012293"/>
                  </a:lnTo>
                  <a:lnTo>
                    <a:pt x="3582898" y="3012293"/>
                  </a:lnTo>
                  <a:lnTo>
                    <a:pt x="3582248" y="3012293"/>
                  </a:lnTo>
                  <a:lnTo>
                    <a:pt x="3581598" y="3012293"/>
                  </a:lnTo>
                  <a:lnTo>
                    <a:pt x="3580948" y="3012293"/>
                  </a:lnTo>
                  <a:lnTo>
                    <a:pt x="3580298" y="3012293"/>
                  </a:lnTo>
                  <a:lnTo>
                    <a:pt x="3579648" y="3012293"/>
                  </a:lnTo>
                  <a:lnTo>
                    <a:pt x="3578998" y="3012293"/>
                  </a:lnTo>
                  <a:lnTo>
                    <a:pt x="3578348" y="3012293"/>
                  </a:lnTo>
                  <a:lnTo>
                    <a:pt x="3577699" y="3012293"/>
                  </a:lnTo>
                  <a:lnTo>
                    <a:pt x="3577049" y="3012293"/>
                  </a:lnTo>
                  <a:lnTo>
                    <a:pt x="3576399" y="3012293"/>
                  </a:lnTo>
                  <a:lnTo>
                    <a:pt x="3575749" y="3012293"/>
                  </a:lnTo>
                  <a:lnTo>
                    <a:pt x="3575099" y="3012293"/>
                  </a:lnTo>
                  <a:lnTo>
                    <a:pt x="3574449" y="3012293"/>
                  </a:lnTo>
                  <a:lnTo>
                    <a:pt x="3573799" y="3012293"/>
                  </a:lnTo>
                  <a:lnTo>
                    <a:pt x="3573149" y="3012293"/>
                  </a:lnTo>
                  <a:lnTo>
                    <a:pt x="3572499" y="3012293"/>
                  </a:lnTo>
                  <a:lnTo>
                    <a:pt x="3571849" y="3012293"/>
                  </a:lnTo>
                  <a:lnTo>
                    <a:pt x="3571199" y="3012293"/>
                  </a:lnTo>
                  <a:lnTo>
                    <a:pt x="3570549" y="3012293"/>
                  </a:lnTo>
                  <a:lnTo>
                    <a:pt x="3569899" y="3012293"/>
                  </a:lnTo>
                  <a:lnTo>
                    <a:pt x="3569249" y="3012293"/>
                  </a:lnTo>
                  <a:lnTo>
                    <a:pt x="3568599" y="3012293"/>
                  </a:lnTo>
                  <a:lnTo>
                    <a:pt x="3567950" y="3012293"/>
                  </a:lnTo>
                  <a:lnTo>
                    <a:pt x="3567300" y="3012293"/>
                  </a:lnTo>
                  <a:lnTo>
                    <a:pt x="3566650" y="3012293"/>
                  </a:lnTo>
                  <a:lnTo>
                    <a:pt x="3566000" y="3012293"/>
                  </a:lnTo>
                  <a:lnTo>
                    <a:pt x="3565350" y="3012293"/>
                  </a:lnTo>
                  <a:lnTo>
                    <a:pt x="3564700" y="3012293"/>
                  </a:lnTo>
                  <a:lnTo>
                    <a:pt x="3564050" y="3012293"/>
                  </a:lnTo>
                  <a:lnTo>
                    <a:pt x="3563400" y="3012293"/>
                  </a:lnTo>
                  <a:lnTo>
                    <a:pt x="3562750" y="3012293"/>
                  </a:lnTo>
                  <a:lnTo>
                    <a:pt x="3562100" y="3012293"/>
                  </a:lnTo>
                  <a:lnTo>
                    <a:pt x="3561450" y="3012293"/>
                  </a:lnTo>
                  <a:lnTo>
                    <a:pt x="3560800" y="3012293"/>
                  </a:lnTo>
                  <a:lnTo>
                    <a:pt x="3560150" y="3012293"/>
                  </a:lnTo>
                  <a:lnTo>
                    <a:pt x="3559500" y="3012293"/>
                  </a:lnTo>
                  <a:lnTo>
                    <a:pt x="3558850" y="3012293"/>
                  </a:lnTo>
                  <a:lnTo>
                    <a:pt x="3558201" y="3012293"/>
                  </a:lnTo>
                  <a:lnTo>
                    <a:pt x="3557551" y="3012293"/>
                  </a:lnTo>
                  <a:lnTo>
                    <a:pt x="3556901" y="3012293"/>
                  </a:lnTo>
                  <a:lnTo>
                    <a:pt x="3556251" y="3012293"/>
                  </a:lnTo>
                  <a:lnTo>
                    <a:pt x="3555601" y="3012293"/>
                  </a:lnTo>
                  <a:lnTo>
                    <a:pt x="3554951" y="3012293"/>
                  </a:lnTo>
                  <a:lnTo>
                    <a:pt x="3554301" y="3012293"/>
                  </a:lnTo>
                  <a:lnTo>
                    <a:pt x="3553651" y="3012293"/>
                  </a:lnTo>
                  <a:lnTo>
                    <a:pt x="3553001" y="3012293"/>
                  </a:lnTo>
                  <a:lnTo>
                    <a:pt x="3552351" y="3012293"/>
                  </a:lnTo>
                  <a:lnTo>
                    <a:pt x="3551701" y="3012293"/>
                  </a:lnTo>
                  <a:lnTo>
                    <a:pt x="3551051" y="3012293"/>
                  </a:lnTo>
                  <a:lnTo>
                    <a:pt x="3550401" y="3012293"/>
                  </a:lnTo>
                  <a:lnTo>
                    <a:pt x="3549751" y="3012293"/>
                  </a:lnTo>
                  <a:lnTo>
                    <a:pt x="3549101" y="3012293"/>
                  </a:lnTo>
                  <a:lnTo>
                    <a:pt x="3548451" y="3012293"/>
                  </a:lnTo>
                  <a:lnTo>
                    <a:pt x="3547802" y="3012293"/>
                  </a:lnTo>
                  <a:lnTo>
                    <a:pt x="3547152" y="3012293"/>
                  </a:lnTo>
                  <a:lnTo>
                    <a:pt x="3546502" y="3012293"/>
                  </a:lnTo>
                  <a:lnTo>
                    <a:pt x="3545852" y="3012293"/>
                  </a:lnTo>
                  <a:lnTo>
                    <a:pt x="3545202" y="3012293"/>
                  </a:lnTo>
                  <a:lnTo>
                    <a:pt x="3544552" y="3012293"/>
                  </a:lnTo>
                  <a:lnTo>
                    <a:pt x="3543902" y="3012293"/>
                  </a:lnTo>
                  <a:lnTo>
                    <a:pt x="3543252" y="3012293"/>
                  </a:lnTo>
                  <a:lnTo>
                    <a:pt x="3542602" y="3012293"/>
                  </a:lnTo>
                  <a:lnTo>
                    <a:pt x="3541952" y="3012293"/>
                  </a:lnTo>
                  <a:lnTo>
                    <a:pt x="3541302" y="3012293"/>
                  </a:lnTo>
                  <a:lnTo>
                    <a:pt x="3540652" y="3012293"/>
                  </a:lnTo>
                  <a:lnTo>
                    <a:pt x="3540002" y="3012293"/>
                  </a:lnTo>
                  <a:lnTo>
                    <a:pt x="3539352" y="3012293"/>
                  </a:lnTo>
                  <a:lnTo>
                    <a:pt x="3538702" y="3012293"/>
                  </a:lnTo>
                  <a:lnTo>
                    <a:pt x="3538053" y="3012293"/>
                  </a:lnTo>
                  <a:lnTo>
                    <a:pt x="3537403" y="3012293"/>
                  </a:lnTo>
                  <a:lnTo>
                    <a:pt x="3536753" y="3012293"/>
                  </a:lnTo>
                  <a:lnTo>
                    <a:pt x="3536103" y="3012293"/>
                  </a:lnTo>
                  <a:lnTo>
                    <a:pt x="3535453" y="3012293"/>
                  </a:lnTo>
                  <a:lnTo>
                    <a:pt x="3534803" y="3012293"/>
                  </a:lnTo>
                  <a:lnTo>
                    <a:pt x="3534153" y="3012293"/>
                  </a:lnTo>
                  <a:lnTo>
                    <a:pt x="3533503" y="3012293"/>
                  </a:lnTo>
                  <a:lnTo>
                    <a:pt x="3532853" y="3012293"/>
                  </a:lnTo>
                  <a:lnTo>
                    <a:pt x="3532203" y="3012293"/>
                  </a:lnTo>
                  <a:lnTo>
                    <a:pt x="3531553" y="3012293"/>
                  </a:lnTo>
                  <a:lnTo>
                    <a:pt x="3530903" y="3012293"/>
                  </a:lnTo>
                  <a:lnTo>
                    <a:pt x="3530253" y="3012293"/>
                  </a:lnTo>
                  <a:lnTo>
                    <a:pt x="3529603" y="3012293"/>
                  </a:lnTo>
                  <a:lnTo>
                    <a:pt x="3528953" y="3012293"/>
                  </a:lnTo>
                  <a:lnTo>
                    <a:pt x="3528303" y="3012293"/>
                  </a:lnTo>
                  <a:lnTo>
                    <a:pt x="3527654" y="3012293"/>
                  </a:lnTo>
                  <a:lnTo>
                    <a:pt x="3527004" y="3012293"/>
                  </a:lnTo>
                  <a:lnTo>
                    <a:pt x="3526354" y="3012293"/>
                  </a:lnTo>
                  <a:lnTo>
                    <a:pt x="3525704" y="3012293"/>
                  </a:lnTo>
                  <a:lnTo>
                    <a:pt x="3525054" y="3012293"/>
                  </a:lnTo>
                  <a:lnTo>
                    <a:pt x="3524404" y="3012293"/>
                  </a:lnTo>
                  <a:lnTo>
                    <a:pt x="3523754" y="3012293"/>
                  </a:lnTo>
                  <a:lnTo>
                    <a:pt x="3523104" y="3012293"/>
                  </a:lnTo>
                  <a:lnTo>
                    <a:pt x="3522454" y="3012293"/>
                  </a:lnTo>
                  <a:lnTo>
                    <a:pt x="3521804" y="3012293"/>
                  </a:lnTo>
                  <a:lnTo>
                    <a:pt x="3521154" y="3012293"/>
                  </a:lnTo>
                  <a:lnTo>
                    <a:pt x="3520504" y="3012293"/>
                  </a:lnTo>
                  <a:lnTo>
                    <a:pt x="3519854" y="3012293"/>
                  </a:lnTo>
                  <a:lnTo>
                    <a:pt x="3519204" y="3012293"/>
                  </a:lnTo>
                  <a:lnTo>
                    <a:pt x="3518554" y="3012293"/>
                  </a:lnTo>
                  <a:lnTo>
                    <a:pt x="3517905" y="3012293"/>
                  </a:lnTo>
                  <a:lnTo>
                    <a:pt x="3517255" y="3012293"/>
                  </a:lnTo>
                  <a:lnTo>
                    <a:pt x="3516605" y="3012293"/>
                  </a:lnTo>
                  <a:lnTo>
                    <a:pt x="3515955" y="3012293"/>
                  </a:lnTo>
                  <a:lnTo>
                    <a:pt x="3515305" y="3012293"/>
                  </a:lnTo>
                  <a:lnTo>
                    <a:pt x="3514655" y="3012293"/>
                  </a:lnTo>
                  <a:lnTo>
                    <a:pt x="3514005" y="3012293"/>
                  </a:lnTo>
                  <a:lnTo>
                    <a:pt x="3513355" y="3012293"/>
                  </a:lnTo>
                  <a:lnTo>
                    <a:pt x="3512705" y="3012293"/>
                  </a:lnTo>
                  <a:lnTo>
                    <a:pt x="3512055" y="3012293"/>
                  </a:lnTo>
                  <a:lnTo>
                    <a:pt x="3511405" y="3012293"/>
                  </a:lnTo>
                  <a:lnTo>
                    <a:pt x="3510755" y="3012293"/>
                  </a:lnTo>
                  <a:lnTo>
                    <a:pt x="3510105" y="3012293"/>
                  </a:lnTo>
                  <a:lnTo>
                    <a:pt x="3509455" y="3012293"/>
                  </a:lnTo>
                  <a:lnTo>
                    <a:pt x="3508805" y="3012293"/>
                  </a:lnTo>
                  <a:lnTo>
                    <a:pt x="3508155" y="3012293"/>
                  </a:lnTo>
                  <a:lnTo>
                    <a:pt x="3507506" y="3012293"/>
                  </a:lnTo>
                  <a:lnTo>
                    <a:pt x="3506856" y="3012293"/>
                  </a:lnTo>
                  <a:lnTo>
                    <a:pt x="3506206" y="3012293"/>
                  </a:lnTo>
                  <a:lnTo>
                    <a:pt x="3505556" y="3012293"/>
                  </a:lnTo>
                  <a:lnTo>
                    <a:pt x="3504906" y="3012293"/>
                  </a:lnTo>
                  <a:lnTo>
                    <a:pt x="3504256" y="3012293"/>
                  </a:lnTo>
                  <a:lnTo>
                    <a:pt x="3503606" y="3012293"/>
                  </a:lnTo>
                  <a:lnTo>
                    <a:pt x="3502956" y="3012293"/>
                  </a:lnTo>
                  <a:lnTo>
                    <a:pt x="3502306" y="3012293"/>
                  </a:lnTo>
                  <a:lnTo>
                    <a:pt x="3501656" y="3012293"/>
                  </a:lnTo>
                  <a:lnTo>
                    <a:pt x="3501006" y="3012293"/>
                  </a:lnTo>
                  <a:lnTo>
                    <a:pt x="3500356" y="3012293"/>
                  </a:lnTo>
                  <a:lnTo>
                    <a:pt x="3499706" y="3012293"/>
                  </a:lnTo>
                  <a:lnTo>
                    <a:pt x="3499056" y="3012293"/>
                  </a:lnTo>
                  <a:lnTo>
                    <a:pt x="3498406" y="3012293"/>
                  </a:lnTo>
                  <a:lnTo>
                    <a:pt x="3497757" y="3012293"/>
                  </a:lnTo>
                  <a:lnTo>
                    <a:pt x="3497107" y="3012293"/>
                  </a:lnTo>
                  <a:lnTo>
                    <a:pt x="3496457" y="3012293"/>
                  </a:lnTo>
                  <a:lnTo>
                    <a:pt x="3495807" y="3012293"/>
                  </a:lnTo>
                  <a:lnTo>
                    <a:pt x="3495157" y="3012293"/>
                  </a:lnTo>
                  <a:lnTo>
                    <a:pt x="3494507" y="3012293"/>
                  </a:lnTo>
                  <a:lnTo>
                    <a:pt x="3493857" y="3012293"/>
                  </a:lnTo>
                  <a:lnTo>
                    <a:pt x="3493207" y="3012293"/>
                  </a:lnTo>
                  <a:lnTo>
                    <a:pt x="3492557" y="3012293"/>
                  </a:lnTo>
                  <a:lnTo>
                    <a:pt x="3491907" y="3012293"/>
                  </a:lnTo>
                  <a:lnTo>
                    <a:pt x="3491257" y="3012293"/>
                  </a:lnTo>
                  <a:lnTo>
                    <a:pt x="3490607" y="3012293"/>
                  </a:lnTo>
                  <a:lnTo>
                    <a:pt x="3489957" y="3012293"/>
                  </a:lnTo>
                  <a:lnTo>
                    <a:pt x="3489307" y="3012293"/>
                  </a:lnTo>
                  <a:lnTo>
                    <a:pt x="3488657" y="3012293"/>
                  </a:lnTo>
                  <a:lnTo>
                    <a:pt x="3488007" y="3012293"/>
                  </a:lnTo>
                  <a:lnTo>
                    <a:pt x="3487358" y="3012293"/>
                  </a:lnTo>
                  <a:lnTo>
                    <a:pt x="3486708" y="3012293"/>
                  </a:lnTo>
                  <a:lnTo>
                    <a:pt x="3486058" y="3012293"/>
                  </a:lnTo>
                  <a:lnTo>
                    <a:pt x="3485408" y="3012293"/>
                  </a:lnTo>
                  <a:lnTo>
                    <a:pt x="3484758" y="3012293"/>
                  </a:lnTo>
                  <a:lnTo>
                    <a:pt x="3484108" y="3012293"/>
                  </a:lnTo>
                  <a:lnTo>
                    <a:pt x="3483458" y="3012293"/>
                  </a:lnTo>
                  <a:lnTo>
                    <a:pt x="3482808" y="3012293"/>
                  </a:lnTo>
                  <a:lnTo>
                    <a:pt x="3482158" y="3012293"/>
                  </a:lnTo>
                  <a:lnTo>
                    <a:pt x="3481508" y="3012293"/>
                  </a:lnTo>
                  <a:lnTo>
                    <a:pt x="3480858" y="3012293"/>
                  </a:lnTo>
                  <a:lnTo>
                    <a:pt x="3480208" y="3012293"/>
                  </a:lnTo>
                  <a:lnTo>
                    <a:pt x="3479558" y="3012293"/>
                  </a:lnTo>
                  <a:lnTo>
                    <a:pt x="3478908" y="3012293"/>
                  </a:lnTo>
                  <a:lnTo>
                    <a:pt x="3478258" y="3012293"/>
                  </a:lnTo>
                  <a:lnTo>
                    <a:pt x="3477609" y="3012293"/>
                  </a:lnTo>
                  <a:lnTo>
                    <a:pt x="3476959" y="3012293"/>
                  </a:lnTo>
                  <a:lnTo>
                    <a:pt x="3476309" y="3012293"/>
                  </a:lnTo>
                  <a:lnTo>
                    <a:pt x="3475659" y="3012293"/>
                  </a:lnTo>
                  <a:lnTo>
                    <a:pt x="3475009" y="3012293"/>
                  </a:lnTo>
                  <a:lnTo>
                    <a:pt x="3474359" y="3012293"/>
                  </a:lnTo>
                  <a:lnTo>
                    <a:pt x="3473709" y="3012293"/>
                  </a:lnTo>
                  <a:lnTo>
                    <a:pt x="3473059" y="3012293"/>
                  </a:lnTo>
                  <a:lnTo>
                    <a:pt x="3472409" y="3012293"/>
                  </a:lnTo>
                  <a:lnTo>
                    <a:pt x="3471759" y="3012293"/>
                  </a:lnTo>
                  <a:lnTo>
                    <a:pt x="3471109" y="3012293"/>
                  </a:lnTo>
                  <a:lnTo>
                    <a:pt x="3470459" y="3012293"/>
                  </a:lnTo>
                  <a:lnTo>
                    <a:pt x="3469809" y="3012293"/>
                  </a:lnTo>
                  <a:lnTo>
                    <a:pt x="3469159" y="3012293"/>
                  </a:lnTo>
                  <a:lnTo>
                    <a:pt x="3468509" y="3012293"/>
                  </a:lnTo>
                  <a:lnTo>
                    <a:pt x="3467859" y="3012293"/>
                  </a:lnTo>
                  <a:lnTo>
                    <a:pt x="3467210" y="3012293"/>
                  </a:lnTo>
                  <a:lnTo>
                    <a:pt x="3466560" y="3012293"/>
                  </a:lnTo>
                  <a:lnTo>
                    <a:pt x="3465910" y="3012293"/>
                  </a:lnTo>
                  <a:lnTo>
                    <a:pt x="3465260" y="3012293"/>
                  </a:lnTo>
                  <a:lnTo>
                    <a:pt x="3464610" y="3012293"/>
                  </a:lnTo>
                  <a:lnTo>
                    <a:pt x="3463960" y="3012293"/>
                  </a:lnTo>
                  <a:lnTo>
                    <a:pt x="3463310" y="3012293"/>
                  </a:lnTo>
                  <a:lnTo>
                    <a:pt x="3462660" y="3012293"/>
                  </a:lnTo>
                  <a:lnTo>
                    <a:pt x="3462010" y="3012293"/>
                  </a:lnTo>
                  <a:lnTo>
                    <a:pt x="3461360" y="3012293"/>
                  </a:lnTo>
                  <a:lnTo>
                    <a:pt x="3460710" y="3012293"/>
                  </a:lnTo>
                  <a:lnTo>
                    <a:pt x="3460060" y="3012293"/>
                  </a:lnTo>
                  <a:lnTo>
                    <a:pt x="3459410" y="3012293"/>
                  </a:lnTo>
                  <a:lnTo>
                    <a:pt x="3458760" y="3012293"/>
                  </a:lnTo>
                  <a:lnTo>
                    <a:pt x="3458110" y="3012293"/>
                  </a:lnTo>
                  <a:lnTo>
                    <a:pt x="3457461" y="3012293"/>
                  </a:lnTo>
                  <a:lnTo>
                    <a:pt x="3456811" y="3012293"/>
                  </a:lnTo>
                  <a:lnTo>
                    <a:pt x="3456161" y="3012293"/>
                  </a:lnTo>
                  <a:lnTo>
                    <a:pt x="3455511" y="3012293"/>
                  </a:lnTo>
                  <a:lnTo>
                    <a:pt x="3454861" y="3012293"/>
                  </a:lnTo>
                  <a:lnTo>
                    <a:pt x="3454211" y="3012293"/>
                  </a:lnTo>
                  <a:lnTo>
                    <a:pt x="3453561" y="3012293"/>
                  </a:lnTo>
                  <a:lnTo>
                    <a:pt x="3452911" y="3012293"/>
                  </a:lnTo>
                  <a:lnTo>
                    <a:pt x="3452261" y="3012293"/>
                  </a:lnTo>
                  <a:lnTo>
                    <a:pt x="3451611" y="3012293"/>
                  </a:lnTo>
                  <a:lnTo>
                    <a:pt x="3450961" y="3012293"/>
                  </a:lnTo>
                  <a:lnTo>
                    <a:pt x="3450311" y="3012293"/>
                  </a:lnTo>
                  <a:lnTo>
                    <a:pt x="3449661" y="3012293"/>
                  </a:lnTo>
                  <a:lnTo>
                    <a:pt x="3449011" y="3012293"/>
                  </a:lnTo>
                  <a:lnTo>
                    <a:pt x="3448361" y="3012293"/>
                  </a:lnTo>
                  <a:lnTo>
                    <a:pt x="3447711" y="3012293"/>
                  </a:lnTo>
                  <a:lnTo>
                    <a:pt x="3447062" y="3012293"/>
                  </a:lnTo>
                  <a:lnTo>
                    <a:pt x="3446412" y="3012293"/>
                  </a:lnTo>
                  <a:lnTo>
                    <a:pt x="3445762" y="3012293"/>
                  </a:lnTo>
                  <a:lnTo>
                    <a:pt x="3445112" y="3012293"/>
                  </a:lnTo>
                  <a:lnTo>
                    <a:pt x="3444462" y="3012293"/>
                  </a:lnTo>
                  <a:lnTo>
                    <a:pt x="3443812" y="3012293"/>
                  </a:lnTo>
                  <a:lnTo>
                    <a:pt x="3443162" y="3012293"/>
                  </a:lnTo>
                  <a:lnTo>
                    <a:pt x="3442512" y="3012293"/>
                  </a:lnTo>
                  <a:lnTo>
                    <a:pt x="3441862" y="3012293"/>
                  </a:lnTo>
                  <a:lnTo>
                    <a:pt x="3441212" y="3012293"/>
                  </a:lnTo>
                  <a:lnTo>
                    <a:pt x="3440562" y="3012293"/>
                  </a:lnTo>
                  <a:lnTo>
                    <a:pt x="3439912" y="3012293"/>
                  </a:lnTo>
                  <a:lnTo>
                    <a:pt x="3439262" y="3012293"/>
                  </a:lnTo>
                  <a:lnTo>
                    <a:pt x="3438612" y="3012293"/>
                  </a:lnTo>
                  <a:lnTo>
                    <a:pt x="3437962" y="3012293"/>
                  </a:lnTo>
                  <a:lnTo>
                    <a:pt x="3437313" y="3012293"/>
                  </a:lnTo>
                  <a:lnTo>
                    <a:pt x="3436663" y="3012293"/>
                  </a:lnTo>
                  <a:lnTo>
                    <a:pt x="3436013" y="3012293"/>
                  </a:lnTo>
                  <a:lnTo>
                    <a:pt x="3435363" y="3012293"/>
                  </a:lnTo>
                  <a:lnTo>
                    <a:pt x="3434713" y="3012293"/>
                  </a:lnTo>
                  <a:lnTo>
                    <a:pt x="3434063" y="3012293"/>
                  </a:lnTo>
                  <a:lnTo>
                    <a:pt x="3433413" y="3012293"/>
                  </a:lnTo>
                  <a:lnTo>
                    <a:pt x="3432763" y="3012293"/>
                  </a:lnTo>
                  <a:lnTo>
                    <a:pt x="3432113" y="3012293"/>
                  </a:lnTo>
                  <a:lnTo>
                    <a:pt x="3431463" y="3012293"/>
                  </a:lnTo>
                  <a:lnTo>
                    <a:pt x="3430813" y="3012293"/>
                  </a:lnTo>
                  <a:lnTo>
                    <a:pt x="3430163" y="3012293"/>
                  </a:lnTo>
                  <a:lnTo>
                    <a:pt x="3429513" y="3012293"/>
                  </a:lnTo>
                  <a:lnTo>
                    <a:pt x="3428863" y="3012293"/>
                  </a:lnTo>
                  <a:lnTo>
                    <a:pt x="3428213" y="3012293"/>
                  </a:lnTo>
                  <a:lnTo>
                    <a:pt x="3427563" y="3012293"/>
                  </a:lnTo>
                  <a:lnTo>
                    <a:pt x="3426914" y="3012293"/>
                  </a:lnTo>
                  <a:lnTo>
                    <a:pt x="3426264" y="3012293"/>
                  </a:lnTo>
                  <a:lnTo>
                    <a:pt x="3425614" y="3012293"/>
                  </a:lnTo>
                  <a:lnTo>
                    <a:pt x="3424964" y="3012293"/>
                  </a:lnTo>
                  <a:lnTo>
                    <a:pt x="3424314" y="3012293"/>
                  </a:lnTo>
                  <a:lnTo>
                    <a:pt x="3423664" y="3012293"/>
                  </a:lnTo>
                  <a:lnTo>
                    <a:pt x="3423014" y="3012293"/>
                  </a:lnTo>
                  <a:lnTo>
                    <a:pt x="3422364" y="3012293"/>
                  </a:lnTo>
                  <a:lnTo>
                    <a:pt x="3421714" y="3012293"/>
                  </a:lnTo>
                  <a:lnTo>
                    <a:pt x="3421064" y="3012293"/>
                  </a:lnTo>
                  <a:lnTo>
                    <a:pt x="3420414" y="3012293"/>
                  </a:lnTo>
                  <a:lnTo>
                    <a:pt x="3419764" y="3012293"/>
                  </a:lnTo>
                  <a:lnTo>
                    <a:pt x="3419114" y="3012293"/>
                  </a:lnTo>
                  <a:lnTo>
                    <a:pt x="3418464" y="3012293"/>
                  </a:lnTo>
                  <a:lnTo>
                    <a:pt x="3417814" y="3012293"/>
                  </a:lnTo>
                  <a:lnTo>
                    <a:pt x="3417165" y="3012293"/>
                  </a:lnTo>
                  <a:lnTo>
                    <a:pt x="3416515" y="3012293"/>
                  </a:lnTo>
                  <a:lnTo>
                    <a:pt x="3415865" y="3012293"/>
                  </a:lnTo>
                  <a:lnTo>
                    <a:pt x="3415215" y="3012293"/>
                  </a:lnTo>
                  <a:lnTo>
                    <a:pt x="3414565" y="3012293"/>
                  </a:lnTo>
                  <a:lnTo>
                    <a:pt x="3413915" y="3012293"/>
                  </a:lnTo>
                  <a:lnTo>
                    <a:pt x="3413265" y="3012293"/>
                  </a:lnTo>
                  <a:lnTo>
                    <a:pt x="3412615" y="3012293"/>
                  </a:lnTo>
                  <a:lnTo>
                    <a:pt x="3411965" y="3012293"/>
                  </a:lnTo>
                  <a:lnTo>
                    <a:pt x="3411315" y="3012293"/>
                  </a:lnTo>
                  <a:lnTo>
                    <a:pt x="3410665" y="3012293"/>
                  </a:lnTo>
                  <a:lnTo>
                    <a:pt x="3410015" y="3012293"/>
                  </a:lnTo>
                  <a:lnTo>
                    <a:pt x="3409365" y="3012293"/>
                  </a:lnTo>
                  <a:lnTo>
                    <a:pt x="3408715" y="3012293"/>
                  </a:lnTo>
                  <a:lnTo>
                    <a:pt x="3408065" y="3012293"/>
                  </a:lnTo>
                  <a:lnTo>
                    <a:pt x="3407416" y="3012293"/>
                  </a:lnTo>
                  <a:lnTo>
                    <a:pt x="3406766" y="3012293"/>
                  </a:lnTo>
                  <a:lnTo>
                    <a:pt x="3406116" y="3012293"/>
                  </a:lnTo>
                  <a:lnTo>
                    <a:pt x="3405466" y="3012293"/>
                  </a:lnTo>
                  <a:lnTo>
                    <a:pt x="3404816" y="3012293"/>
                  </a:lnTo>
                  <a:lnTo>
                    <a:pt x="3404166" y="3012293"/>
                  </a:lnTo>
                  <a:lnTo>
                    <a:pt x="3403516" y="3012293"/>
                  </a:lnTo>
                  <a:lnTo>
                    <a:pt x="3402866" y="3012293"/>
                  </a:lnTo>
                  <a:lnTo>
                    <a:pt x="3402216" y="3012293"/>
                  </a:lnTo>
                  <a:lnTo>
                    <a:pt x="3401566" y="3012293"/>
                  </a:lnTo>
                  <a:lnTo>
                    <a:pt x="3400916" y="3012293"/>
                  </a:lnTo>
                  <a:lnTo>
                    <a:pt x="3400266" y="3012293"/>
                  </a:lnTo>
                  <a:lnTo>
                    <a:pt x="3399616" y="3012293"/>
                  </a:lnTo>
                  <a:lnTo>
                    <a:pt x="3398966" y="3012293"/>
                  </a:lnTo>
                  <a:lnTo>
                    <a:pt x="3398316" y="3012293"/>
                  </a:lnTo>
                  <a:lnTo>
                    <a:pt x="3397666" y="3012293"/>
                  </a:lnTo>
                  <a:lnTo>
                    <a:pt x="3397017" y="3012293"/>
                  </a:lnTo>
                  <a:lnTo>
                    <a:pt x="3396367" y="3012293"/>
                  </a:lnTo>
                  <a:lnTo>
                    <a:pt x="3395717" y="3012293"/>
                  </a:lnTo>
                  <a:lnTo>
                    <a:pt x="3395067" y="3012293"/>
                  </a:lnTo>
                  <a:lnTo>
                    <a:pt x="3394417" y="3012293"/>
                  </a:lnTo>
                  <a:lnTo>
                    <a:pt x="3393767" y="3012293"/>
                  </a:lnTo>
                  <a:lnTo>
                    <a:pt x="3393117" y="3012293"/>
                  </a:lnTo>
                  <a:lnTo>
                    <a:pt x="3392467" y="3012293"/>
                  </a:lnTo>
                  <a:lnTo>
                    <a:pt x="3391817" y="3012293"/>
                  </a:lnTo>
                  <a:lnTo>
                    <a:pt x="3391167" y="3012293"/>
                  </a:lnTo>
                  <a:lnTo>
                    <a:pt x="3390517" y="3012293"/>
                  </a:lnTo>
                  <a:lnTo>
                    <a:pt x="3389867" y="3012293"/>
                  </a:lnTo>
                  <a:lnTo>
                    <a:pt x="3389217" y="3012293"/>
                  </a:lnTo>
                  <a:lnTo>
                    <a:pt x="3388567" y="3012293"/>
                  </a:lnTo>
                  <a:lnTo>
                    <a:pt x="3387917" y="3012293"/>
                  </a:lnTo>
                  <a:lnTo>
                    <a:pt x="3387268" y="3012293"/>
                  </a:lnTo>
                  <a:lnTo>
                    <a:pt x="3386618" y="3012293"/>
                  </a:lnTo>
                  <a:lnTo>
                    <a:pt x="3385968" y="3012293"/>
                  </a:lnTo>
                  <a:lnTo>
                    <a:pt x="3385318" y="3012293"/>
                  </a:lnTo>
                  <a:lnTo>
                    <a:pt x="3384668" y="3012293"/>
                  </a:lnTo>
                  <a:lnTo>
                    <a:pt x="3384018" y="3012293"/>
                  </a:lnTo>
                  <a:lnTo>
                    <a:pt x="3383368" y="3012293"/>
                  </a:lnTo>
                  <a:lnTo>
                    <a:pt x="3382718" y="3012293"/>
                  </a:lnTo>
                  <a:lnTo>
                    <a:pt x="3382068" y="3012293"/>
                  </a:lnTo>
                  <a:lnTo>
                    <a:pt x="3381418" y="3012293"/>
                  </a:lnTo>
                  <a:lnTo>
                    <a:pt x="3380768" y="3012293"/>
                  </a:lnTo>
                  <a:lnTo>
                    <a:pt x="3380118" y="3012293"/>
                  </a:lnTo>
                  <a:lnTo>
                    <a:pt x="3379468" y="3012293"/>
                  </a:lnTo>
                  <a:lnTo>
                    <a:pt x="3378818" y="3012293"/>
                  </a:lnTo>
                  <a:lnTo>
                    <a:pt x="3378168" y="3012293"/>
                  </a:lnTo>
                  <a:lnTo>
                    <a:pt x="3377518" y="3012293"/>
                  </a:lnTo>
                  <a:lnTo>
                    <a:pt x="3376869" y="3012293"/>
                  </a:lnTo>
                  <a:lnTo>
                    <a:pt x="3376219" y="3012293"/>
                  </a:lnTo>
                  <a:lnTo>
                    <a:pt x="3375569" y="3012293"/>
                  </a:lnTo>
                  <a:lnTo>
                    <a:pt x="3374919" y="3012293"/>
                  </a:lnTo>
                  <a:lnTo>
                    <a:pt x="3374269" y="3012293"/>
                  </a:lnTo>
                  <a:lnTo>
                    <a:pt x="3373619" y="3012293"/>
                  </a:lnTo>
                  <a:lnTo>
                    <a:pt x="3372969" y="3012293"/>
                  </a:lnTo>
                  <a:lnTo>
                    <a:pt x="3372319" y="3012293"/>
                  </a:lnTo>
                  <a:lnTo>
                    <a:pt x="3371669" y="3012293"/>
                  </a:lnTo>
                  <a:lnTo>
                    <a:pt x="3371019" y="3012293"/>
                  </a:lnTo>
                  <a:lnTo>
                    <a:pt x="3370369" y="3012293"/>
                  </a:lnTo>
                  <a:lnTo>
                    <a:pt x="3369719" y="3012293"/>
                  </a:lnTo>
                  <a:lnTo>
                    <a:pt x="3369069" y="3012293"/>
                  </a:lnTo>
                  <a:lnTo>
                    <a:pt x="3368419" y="3012293"/>
                  </a:lnTo>
                  <a:lnTo>
                    <a:pt x="3367769" y="3012293"/>
                  </a:lnTo>
                  <a:lnTo>
                    <a:pt x="3367120" y="3012293"/>
                  </a:lnTo>
                  <a:lnTo>
                    <a:pt x="3366470" y="3012293"/>
                  </a:lnTo>
                  <a:lnTo>
                    <a:pt x="3365820" y="3012293"/>
                  </a:lnTo>
                  <a:lnTo>
                    <a:pt x="3365170" y="3012293"/>
                  </a:lnTo>
                  <a:lnTo>
                    <a:pt x="3364520" y="3012293"/>
                  </a:lnTo>
                  <a:lnTo>
                    <a:pt x="3363870" y="3012293"/>
                  </a:lnTo>
                  <a:lnTo>
                    <a:pt x="3363220" y="3012293"/>
                  </a:lnTo>
                  <a:lnTo>
                    <a:pt x="3362570" y="3012293"/>
                  </a:lnTo>
                  <a:lnTo>
                    <a:pt x="3361920" y="3012293"/>
                  </a:lnTo>
                  <a:lnTo>
                    <a:pt x="3361270" y="3012293"/>
                  </a:lnTo>
                  <a:lnTo>
                    <a:pt x="3360620" y="3012293"/>
                  </a:lnTo>
                  <a:lnTo>
                    <a:pt x="3359970" y="3012293"/>
                  </a:lnTo>
                  <a:lnTo>
                    <a:pt x="3359320" y="3012293"/>
                  </a:lnTo>
                  <a:lnTo>
                    <a:pt x="3358670" y="3012293"/>
                  </a:lnTo>
                  <a:lnTo>
                    <a:pt x="3358020" y="3012293"/>
                  </a:lnTo>
                  <a:lnTo>
                    <a:pt x="3357370" y="3012293"/>
                  </a:lnTo>
                  <a:lnTo>
                    <a:pt x="3356721" y="3012293"/>
                  </a:lnTo>
                  <a:lnTo>
                    <a:pt x="3356071" y="3012293"/>
                  </a:lnTo>
                  <a:lnTo>
                    <a:pt x="3355421" y="3012293"/>
                  </a:lnTo>
                  <a:lnTo>
                    <a:pt x="3354771" y="3012293"/>
                  </a:lnTo>
                  <a:lnTo>
                    <a:pt x="3354121" y="3012293"/>
                  </a:lnTo>
                  <a:lnTo>
                    <a:pt x="3353471" y="3012293"/>
                  </a:lnTo>
                  <a:lnTo>
                    <a:pt x="3352821" y="3012293"/>
                  </a:lnTo>
                  <a:lnTo>
                    <a:pt x="3352171" y="3012293"/>
                  </a:lnTo>
                  <a:lnTo>
                    <a:pt x="3351521" y="3012293"/>
                  </a:lnTo>
                  <a:lnTo>
                    <a:pt x="3350871" y="3012293"/>
                  </a:lnTo>
                  <a:lnTo>
                    <a:pt x="3350221" y="3012293"/>
                  </a:lnTo>
                  <a:lnTo>
                    <a:pt x="3349571" y="3012293"/>
                  </a:lnTo>
                  <a:lnTo>
                    <a:pt x="3348921" y="3012293"/>
                  </a:lnTo>
                  <a:lnTo>
                    <a:pt x="3348271" y="3012293"/>
                  </a:lnTo>
                  <a:lnTo>
                    <a:pt x="3347621" y="3012293"/>
                  </a:lnTo>
                  <a:lnTo>
                    <a:pt x="3346972" y="3012293"/>
                  </a:lnTo>
                  <a:lnTo>
                    <a:pt x="3346322" y="3012293"/>
                  </a:lnTo>
                  <a:lnTo>
                    <a:pt x="3345672" y="3012293"/>
                  </a:lnTo>
                  <a:lnTo>
                    <a:pt x="3345022" y="3012293"/>
                  </a:lnTo>
                  <a:lnTo>
                    <a:pt x="3344372" y="3012293"/>
                  </a:lnTo>
                  <a:lnTo>
                    <a:pt x="3343722" y="3012293"/>
                  </a:lnTo>
                  <a:lnTo>
                    <a:pt x="3343072" y="3012293"/>
                  </a:lnTo>
                  <a:lnTo>
                    <a:pt x="3342422" y="3012293"/>
                  </a:lnTo>
                  <a:lnTo>
                    <a:pt x="3341772" y="3012293"/>
                  </a:lnTo>
                  <a:lnTo>
                    <a:pt x="3341122" y="3012293"/>
                  </a:lnTo>
                  <a:lnTo>
                    <a:pt x="3340472" y="3012293"/>
                  </a:lnTo>
                  <a:lnTo>
                    <a:pt x="3339822" y="3012293"/>
                  </a:lnTo>
                  <a:lnTo>
                    <a:pt x="3339172" y="3012293"/>
                  </a:lnTo>
                  <a:lnTo>
                    <a:pt x="3338522" y="3012293"/>
                  </a:lnTo>
                  <a:lnTo>
                    <a:pt x="3337872" y="3012293"/>
                  </a:lnTo>
                  <a:lnTo>
                    <a:pt x="3337222" y="3012293"/>
                  </a:lnTo>
                  <a:lnTo>
                    <a:pt x="3336573" y="3012293"/>
                  </a:lnTo>
                  <a:lnTo>
                    <a:pt x="3335923" y="3012293"/>
                  </a:lnTo>
                  <a:lnTo>
                    <a:pt x="3335273" y="3012293"/>
                  </a:lnTo>
                  <a:lnTo>
                    <a:pt x="3334623" y="3012293"/>
                  </a:lnTo>
                  <a:lnTo>
                    <a:pt x="3333973" y="3012293"/>
                  </a:lnTo>
                  <a:lnTo>
                    <a:pt x="3333323" y="3012293"/>
                  </a:lnTo>
                  <a:lnTo>
                    <a:pt x="3332673" y="3012293"/>
                  </a:lnTo>
                  <a:lnTo>
                    <a:pt x="3332023" y="3012293"/>
                  </a:lnTo>
                  <a:lnTo>
                    <a:pt x="3331373" y="3012293"/>
                  </a:lnTo>
                  <a:lnTo>
                    <a:pt x="3330723" y="3012293"/>
                  </a:lnTo>
                  <a:lnTo>
                    <a:pt x="3330073" y="3012293"/>
                  </a:lnTo>
                  <a:lnTo>
                    <a:pt x="3329423" y="3012293"/>
                  </a:lnTo>
                  <a:lnTo>
                    <a:pt x="3328773" y="3012293"/>
                  </a:lnTo>
                  <a:lnTo>
                    <a:pt x="3328123" y="3012293"/>
                  </a:lnTo>
                  <a:lnTo>
                    <a:pt x="3327473" y="3012293"/>
                  </a:lnTo>
                  <a:lnTo>
                    <a:pt x="3326824" y="3012293"/>
                  </a:lnTo>
                  <a:lnTo>
                    <a:pt x="3326174" y="3012293"/>
                  </a:lnTo>
                  <a:lnTo>
                    <a:pt x="3325524" y="3012293"/>
                  </a:lnTo>
                  <a:lnTo>
                    <a:pt x="3324874" y="3012293"/>
                  </a:lnTo>
                  <a:lnTo>
                    <a:pt x="3324224" y="3012293"/>
                  </a:lnTo>
                  <a:lnTo>
                    <a:pt x="3323574" y="3012293"/>
                  </a:lnTo>
                  <a:lnTo>
                    <a:pt x="3322924" y="3012293"/>
                  </a:lnTo>
                  <a:lnTo>
                    <a:pt x="3322274" y="3012293"/>
                  </a:lnTo>
                  <a:lnTo>
                    <a:pt x="3321624" y="3012293"/>
                  </a:lnTo>
                  <a:lnTo>
                    <a:pt x="3320974" y="3012293"/>
                  </a:lnTo>
                  <a:lnTo>
                    <a:pt x="3320324" y="3012293"/>
                  </a:lnTo>
                  <a:lnTo>
                    <a:pt x="3319674" y="3012293"/>
                  </a:lnTo>
                  <a:lnTo>
                    <a:pt x="3319024" y="3012293"/>
                  </a:lnTo>
                  <a:lnTo>
                    <a:pt x="3318374" y="3012293"/>
                  </a:lnTo>
                  <a:lnTo>
                    <a:pt x="3317724" y="3012293"/>
                  </a:lnTo>
                  <a:lnTo>
                    <a:pt x="3317074" y="3012293"/>
                  </a:lnTo>
                  <a:lnTo>
                    <a:pt x="3316425" y="3012293"/>
                  </a:lnTo>
                  <a:lnTo>
                    <a:pt x="3315775" y="3012293"/>
                  </a:lnTo>
                  <a:lnTo>
                    <a:pt x="3315125" y="3012293"/>
                  </a:lnTo>
                  <a:lnTo>
                    <a:pt x="3314475" y="3012293"/>
                  </a:lnTo>
                  <a:lnTo>
                    <a:pt x="3313825" y="3012293"/>
                  </a:lnTo>
                  <a:lnTo>
                    <a:pt x="3313175" y="3012293"/>
                  </a:lnTo>
                  <a:lnTo>
                    <a:pt x="3312525" y="3012293"/>
                  </a:lnTo>
                  <a:lnTo>
                    <a:pt x="3311875" y="3012293"/>
                  </a:lnTo>
                  <a:lnTo>
                    <a:pt x="3311225" y="3012293"/>
                  </a:lnTo>
                  <a:lnTo>
                    <a:pt x="3310575" y="3012293"/>
                  </a:lnTo>
                  <a:lnTo>
                    <a:pt x="3309925" y="3012293"/>
                  </a:lnTo>
                  <a:lnTo>
                    <a:pt x="3309275" y="3012293"/>
                  </a:lnTo>
                  <a:lnTo>
                    <a:pt x="3308625" y="3012293"/>
                  </a:lnTo>
                  <a:lnTo>
                    <a:pt x="3307975" y="3012293"/>
                  </a:lnTo>
                  <a:lnTo>
                    <a:pt x="3307325" y="3012293"/>
                  </a:lnTo>
                  <a:lnTo>
                    <a:pt x="3306676" y="3012293"/>
                  </a:lnTo>
                  <a:lnTo>
                    <a:pt x="3306026" y="3012293"/>
                  </a:lnTo>
                  <a:lnTo>
                    <a:pt x="3305376" y="3012293"/>
                  </a:lnTo>
                  <a:lnTo>
                    <a:pt x="3304726" y="3012293"/>
                  </a:lnTo>
                  <a:lnTo>
                    <a:pt x="3304076" y="3012293"/>
                  </a:lnTo>
                  <a:lnTo>
                    <a:pt x="3303426" y="3012293"/>
                  </a:lnTo>
                  <a:lnTo>
                    <a:pt x="3302776" y="3012293"/>
                  </a:lnTo>
                  <a:lnTo>
                    <a:pt x="3302126" y="3012293"/>
                  </a:lnTo>
                  <a:lnTo>
                    <a:pt x="3301476" y="3012293"/>
                  </a:lnTo>
                  <a:lnTo>
                    <a:pt x="3300826" y="3012293"/>
                  </a:lnTo>
                  <a:lnTo>
                    <a:pt x="3300176" y="3012293"/>
                  </a:lnTo>
                  <a:lnTo>
                    <a:pt x="3299526" y="3012293"/>
                  </a:lnTo>
                  <a:lnTo>
                    <a:pt x="3298876" y="3012293"/>
                  </a:lnTo>
                  <a:lnTo>
                    <a:pt x="3298226" y="3012293"/>
                  </a:lnTo>
                  <a:lnTo>
                    <a:pt x="3297576" y="3012293"/>
                  </a:lnTo>
                  <a:lnTo>
                    <a:pt x="3296926" y="3012293"/>
                  </a:lnTo>
                  <a:lnTo>
                    <a:pt x="3296277" y="3012293"/>
                  </a:lnTo>
                  <a:lnTo>
                    <a:pt x="3295627" y="3012293"/>
                  </a:lnTo>
                  <a:lnTo>
                    <a:pt x="3294977" y="3012293"/>
                  </a:lnTo>
                  <a:lnTo>
                    <a:pt x="3294327" y="3012293"/>
                  </a:lnTo>
                  <a:lnTo>
                    <a:pt x="3293677" y="3012293"/>
                  </a:lnTo>
                  <a:lnTo>
                    <a:pt x="3293027" y="3012293"/>
                  </a:lnTo>
                  <a:lnTo>
                    <a:pt x="3292377" y="3012293"/>
                  </a:lnTo>
                  <a:lnTo>
                    <a:pt x="3291727" y="3012293"/>
                  </a:lnTo>
                  <a:lnTo>
                    <a:pt x="3291077" y="3012293"/>
                  </a:lnTo>
                  <a:lnTo>
                    <a:pt x="3290427" y="3012293"/>
                  </a:lnTo>
                  <a:lnTo>
                    <a:pt x="3289777" y="3012293"/>
                  </a:lnTo>
                  <a:lnTo>
                    <a:pt x="3289127" y="3012293"/>
                  </a:lnTo>
                  <a:lnTo>
                    <a:pt x="3288477" y="3012293"/>
                  </a:lnTo>
                  <a:lnTo>
                    <a:pt x="3287827" y="3012293"/>
                  </a:lnTo>
                  <a:lnTo>
                    <a:pt x="3287177" y="3012293"/>
                  </a:lnTo>
                  <a:lnTo>
                    <a:pt x="3286528" y="3012293"/>
                  </a:lnTo>
                  <a:lnTo>
                    <a:pt x="3285878" y="3012293"/>
                  </a:lnTo>
                  <a:lnTo>
                    <a:pt x="3285228" y="3012293"/>
                  </a:lnTo>
                  <a:lnTo>
                    <a:pt x="3284578" y="3012293"/>
                  </a:lnTo>
                  <a:lnTo>
                    <a:pt x="3283928" y="3012293"/>
                  </a:lnTo>
                  <a:lnTo>
                    <a:pt x="3283278" y="3012293"/>
                  </a:lnTo>
                  <a:lnTo>
                    <a:pt x="3282628" y="3012293"/>
                  </a:lnTo>
                  <a:lnTo>
                    <a:pt x="3281978" y="3012293"/>
                  </a:lnTo>
                  <a:lnTo>
                    <a:pt x="3281328" y="3012293"/>
                  </a:lnTo>
                  <a:lnTo>
                    <a:pt x="3280678" y="3012293"/>
                  </a:lnTo>
                  <a:lnTo>
                    <a:pt x="3280028" y="3012293"/>
                  </a:lnTo>
                  <a:lnTo>
                    <a:pt x="3279378" y="3012293"/>
                  </a:lnTo>
                  <a:lnTo>
                    <a:pt x="3278728" y="3012293"/>
                  </a:lnTo>
                  <a:lnTo>
                    <a:pt x="3278078" y="3012293"/>
                  </a:lnTo>
                  <a:lnTo>
                    <a:pt x="3277428" y="3012293"/>
                  </a:lnTo>
                  <a:lnTo>
                    <a:pt x="3276779" y="3012293"/>
                  </a:lnTo>
                  <a:lnTo>
                    <a:pt x="3276129" y="3012293"/>
                  </a:lnTo>
                  <a:lnTo>
                    <a:pt x="3275479" y="3012293"/>
                  </a:lnTo>
                  <a:lnTo>
                    <a:pt x="3274829" y="3012293"/>
                  </a:lnTo>
                  <a:lnTo>
                    <a:pt x="3274179" y="3012293"/>
                  </a:lnTo>
                  <a:lnTo>
                    <a:pt x="3273529" y="3012293"/>
                  </a:lnTo>
                  <a:lnTo>
                    <a:pt x="3272879" y="3012293"/>
                  </a:lnTo>
                  <a:lnTo>
                    <a:pt x="3272229" y="3012293"/>
                  </a:lnTo>
                  <a:lnTo>
                    <a:pt x="3271579" y="3012293"/>
                  </a:lnTo>
                  <a:lnTo>
                    <a:pt x="3270929" y="3012293"/>
                  </a:lnTo>
                  <a:lnTo>
                    <a:pt x="3270279" y="3012293"/>
                  </a:lnTo>
                  <a:lnTo>
                    <a:pt x="3269629" y="3012293"/>
                  </a:lnTo>
                  <a:lnTo>
                    <a:pt x="3268979" y="3012293"/>
                  </a:lnTo>
                  <a:lnTo>
                    <a:pt x="3268329" y="3012293"/>
                  </a:lnTo>
                  <a:lnTo>
                    <a:pt x="3267679" y="3012293"/>
                  </a:lnTo>
                  <a:lnTo>
                    <a:pt x="3267029" y="3012293"/>
                  </a:lnTo>
                  <a:lnTo>
                    <a:pt x="3266380" y="3012293"/>
                  </a:lnTo>
                  <a:lnTo>
                    <a:pt x="3265730" y="3012293"/>
                  </a:lnTo>
                  <a:lnTo>
                    <a:pt x="3265080" y="3012293"/>
                  </a:lnTo>
                  <a:lnTo>
                    <a:pt x="3264430" y="3012293"/>
                  </a:lnTo>
                  <a:lnTo>
                    <a:pt x="3263780" y="3012293"/>
                  </a:lnTo>
                  <a:lnTo>
                    <a:pt x="3263130" y="3012293"/>
                  </a:lnTo>
                  <a:lnTo>
                    <a:pt x="3262480" y="3012293"/>
                  </a:lnTo>
                  <a:lnTo>
                    <a:pt x="3261830" y="3012293"/>
                  </a:lnTo>
                  <a:lnTo>
                    <a:pt x="3261180" y="3012293"/>
                  </a:lnTo>
                  <a:lnTo>
                    <a:pt x="3260530" y="3012293"/>
                  </a:lnTo>
                  <a:lnTo>
                    <a:pt x="3259880" y="3012293"/>
                  </a:lnTo>
                  <a:lnTo>
                    <a:pt x="3259230" y="3012293"/>
                  </a:lnTo>
                  <a:lnTo>
                    <a:pt x="3258580" y="3012293"/>
                  </a:lnTo>
                  <a:lnTo>
                    <a:pt x="3257930" y="3012293"/>
                  </a:lnTo>
                  <a:lnTo>
                    <a:pt x="3257280" y="3012293"/>
                  </a:lnTo>
                  <a:lnTo>
                    <a:pt x="3256631" y="3012293"/>
                  </a:lnTo>
                  <a:lnTo>
                    <a:pt x="3255981" y="3012293"/>
                  </a:lnTo>
                  <a:lnTo>
                    <a:pt x="3255331" y="3012293"/>
                  </a:lnTo>
                  <a:lnTo>
                    <a:pt x="3254681" y="3012293"/>
                  </a:lnTo>
                  <a:lnTo>
                    <a:pt x="3254031" y="3012293"/>
                  </a:lnTo>
                  <a:lnTo>
                    <a:pt x="3253381" y="3012293"/>
                  </a:lnTo>
                  <a:lnTo>
                    <a:pt x="3252731" y="3012293"/>
                  </a:lnTo>
                  <a:lnTo>
                    <a:pt x="3252081" y="3012293"/>
                  </a:lnTo>
                  <a:lnTo>
                    <a:pt x="3251431" y="3012293"/>
                  </a:lnTo>
                  <a:lnTo>
                    <a:pt x="3250781" y="3012293"/>
                  </a:lnTo>
                  <a:lnTo>
                    <a:pt x="3250131" y="3012293"/>
                  </a:lnTo>
                  <a:lnTo>
                    <a:pt x="3249481" y="3012293"/>
                  </a:lnTo>
                  <a:lnTo>
                    <a:pt x="3248831" y="3012293"/>
                  </a:lnTo>
                  <a:lnTo>
                    <a:pt x="3248181" y="3012293"/>
                  </a:lnTo>
                  <a:lnTo>
                    <a:pt x="3247531" y="3012293"/>
                  </a:lnTo>
                  <a:lnTo>
                    <a:pt x="3246881" y="3012293"/>
                  </a:lnTo>
                  <a:lnTo>
                    <a:pt x="3246232" y="3012293"/>
                  </a:lnTo>
                  <a:lnTo>
                    <a:pt x="3245582" y="3012293"/>
                  </a:lnTo>
                  <a:lnTo>
                    <a:pt x="3244932" y="3012293"/>
                  </a:lnTo>
                  <a:lnTo>
                    <a:pt x="3244282" y="3012293"/>
                  </a:lnTo>
                  <a:lnTo>
                    <a:pt x="3243632" y="3012293"/>
                  </a:lnTo>
                  <a:lnTo>
                    <a:pt x="3242982" y="3012293"/>
                  </a:lnTo>
                  <a:lnTo>
                    <a:pt x="3242332" y="3012293"/>
                  </a:lnTo>
                  <a:lnTo>
                    <a:pt x="3241682" y="3012293"/>
                  </a:lnTo>
                  <a:lnTo>
                    <a:pt x="3241032" y="3012293"/>
                  </a:lnTo>
                  <a:lnTo>
                    <a:pt x="3240382" y="3012293"/>
                  </a:lnTo>
                  <a:lnTo>
                    <a:pt x="3239732" y="3012293"/>
                  </a:lnTo>
                  <a:lnTo>
                    <a:pt x="3239082" y="3012293"/>
                  </a:lnTo>
                  <a:lnTo>
                    <a:pt x="3238432" y="3012293"/>
                  </a:lnTo>
                  <a:lnTo>
                    <a:pt x="3237782" y="3012293"/>
                  </a:lnTo>
                  <a:lnTo>
                    <a:pt x="3237132" y="3012293"/>
                  </a:lnTo>
                  <a:lnTo>
                    <a:pt x="3236483" y="3012293"/>
                  </a:lnTo>
                  <a:lnTo>
                    <a:pt x="3235833" y="3012293"/>
                  </a:lnTo>
                  <a:lnTo>
                    <a:pt x="3235183" y="3012293"/>
                  </a:lnTo>
                  <a:lnTo>
                    <a:pt x="3234533" y="3012293"/>
                  </a:lnTo>
                  <a:lnTo>
                    <a:pt x="3233883" y="3012293"/>
                  </a:lnTo>
                  <a:lnTo>
                    <a:pt x="3233233" y="3012293"/>
                  </a:lnTo>
                  <a:lnTo>
                    <a:pt x="3232583" y="3012293"/>
                  </a:lnTo>
                  <a:lnTo>
                    <a:pt x="3231933" y="3012293"/>
                  </a:lnTo>
                  <a:lnTo>
                    <a:pt x="3231283" y="3012293"/>
                  </a:lnTo>
                  <a:lnTo>
                    <a:pt x="3230633" y="3012293"/>
                  </a:lnTo>
                  <a:lnTo>
                    <a:pt x="3229983" y="3012293"/>
                  </a:lnTo>
                  <a:lnTo>
                    <a:pt x="3229333" y="3012293"/>
                  </a:lnTo>
                  <a:lnTo>
                    <a:pt x="3228683" y="3012293"/>
                  </a:lnTo>
                  <a:lnTo>
                    <a:pt x="3228033" y="3012293"/>
                  </a:lnTo>
                  <a:lnTo>
                    <a:pt x="3227383" y="3012293"/>
                  </a:lnTo>
                  <a:lnTo>
                    <a:pt x="3226733" y="3012293"/>
                  </a:lnTo>
                  <a:lnTo>
                    <a:pt x="3226084" y="3012293"/>
                  </a:lnTo>
                  <a:lnTo>
                    <a:pt x="3225434" y="3012293"/>
                  </a:lnTo>
                  <a:lnTo>
                    <a:pt x="3224784" y="3012293"/>
                  </a:lnTo>
                  <a:lnTo>
                    <a:pt x="3224134" y="3012293"/>
                  </a:lnTo>
                  <a:lnTo>
                    <a:pt x="3223484" y="3012293"/>
                  </a:lnTo>
                  <a:lnTo>
                    <a:pt x="3222834" y="3012293"/>
                  </a:lnTo>
                  <a:lnTo>
                    <a:pt x="3222184" y="3012293"/>
                  </a:lnTo>
                  <a:lnTo>
                    <a:pt x="3221534" y="3012293"/>
                  </a:lnTo>
                  <a:lnTo>
                    <a:pt x="3220884" y="3012293"/>
                  </a:lnTo>
                  <a:lnTo>
                    <a:pt x="3220234" y="3012293"/>
                  </a:lnTo>
                  <a:lnTo>
                    <a:pt x="3219584" y="3012293"/>
                  </a:lnTo>
                  <a:lnTo>
                    <a:pt x="3218934" y="3012293"/>
                  </a:lnTo>
                  <a:lnTo>
                    <a:pt x="3218284" y="3012293"/>
                  </a:lnTo>
                  <a:lnTo>
                    <a:pt x="3217634" y="3012293"/>
                  </a:lnTo>
                  <a:lnTo>
                    <a:pt x="3216984" y="3012293"/>
                  </a:lnTo>
                  <a:lnTo>
                    <a:pt x="3216335" y="3012293"/>
                  </a:lnTo>
                  <a:lnTo>
                    <a:pt x="3215685" y="3012293"/>
                  </a:lnTo>
                  <a:lnTo>
                    <a:pt x="3215035" y="3012293"/>
                  </a:lnTo>
                  <a:lnTo>
                    <a:pt x="3214385" y="3012293"/>
                  </a:lnTo>
                  <a:lnTo>
                    <a:pt x="3213735" y="3012293"/>
                  </a:lnTo>
                  <a:lnTo>
                    <a:pt x="3213085" y="3012293"/>
                  </a:lnTo>
                  <a:lnTo>
                    <a:pt x="3212435" y="3012293"/>
                  </a:lnTo>
                  <a:lnTo>
                    <a:pt x="3211785" y="3012293"/>
                  </a:lnTo>
                  <a:lnTo>
                    <a:pt x="3211135" y="3012293"/>
                  </a:lnTo>
                  <a:lnTo>
                    <a:pt x="3210485" y="3012293"/>
                  </a:lnTo>
                  <a:lnTo>
                    <a:pt x="3209835" y="3012293"/>
                  </a:lnTo>
                  <a:lnTo>
                    <a:pt x="3209185" y="3012293"/>
                  </a:lnTo>
                  <a:lnTo>
                    <a:pt x="3208535" y="3012293"/>
                  </a:lnTo>
                  <a:lnTo>
                    <a:pt x="3207885" y="3012293"/>
                  </a:lnTo>
                  <a:lnTo>
                    <a:pt x="3207235" y="3012293"/>
                  </a:lnTo>
                  <a:lnTo>
                    <a:pt x="3206585" y="3012293"/>
                  </a:lnTo>
                  <a:lnTo>
                    <a:pt x="3205936" y="3012293"/>
                  </a:lnTo>
                  <a:lnTo>
                    <a:pt x="3205286" y="3012293"/>
                  </a:lnTo>
                  <a:lnTo>
                    <a:pt x="3204636" y="3012293"/>
                  </a:lnTo>
                  <a:lnTo>
                    <a:pt x="3203986" y="3012293"/>
                  </a:lnTo>
                  <a:lnTo>
                    <a:pt x="3203336" y="3012293"/>
                  </a:lnTo>
                  <a:lnTo>
                    <a:pt x="3202686" y="3012293"/>
                  </a:lnTo>
                  <a:lnTo>
                    <a:pt x="3202036" y="3012293"/>
                  </a:lnTo>
                  <a:lnTo>
                    <a:pt x="3201386" y="3012293"/>
                  </a:lnTo>
                  <a:lnTo>
                    <a:pt x="3200736" y="3012293"/>
                  </a:lnTo>
                  <a:lnTo>
                    <a:pt x="3200086" y="3012293"/>
                  </a:lnTo>
                  <a:lnTo>
                    <a:pt x="3199436" y="3012293"/>
                  </a:lnTo>
                  <a:lnTo>
                    <a:pt x="3198786" y="3012293"/>
                  </a:lnTo>
                  <a:lnTo>
                    <a:pt x="3198136" y="3012293"/>
                  </a:lnTo>
                  <a:lnTo>
                    <a:pt x="3197486" y="3012293"/>
                  </a:lnTo>
                  <a:lnTo>
                    <a:pt x="3196836" y="3012293"/>
                  </a:lnTo>
                  <a:lnTo>
                    <a:pt x="3196187" y="3012293"/>
                  </a:lnTo>
                  <a:lnTo>
                    <a:pt x="3195537" y="3012293"/>
                  </a:lnTo>
                  <a:lnTo>
                    <a:pt x="3194887" y="3012293"/>
                  </a:lnTo>
                  <a:lnTo>
                    <a:pt x="3194237" y="3012293"/>
                  </a:lnTo>
                  <a:lnTo>
                    <a:pt x="3193587" y="3012293"/>
                  </a:lnTo>
                  <a:lnTo>
                    <a:pt x="3192937" y="3012293"/>
                  </a:lnTo>
                  <a:lnTo>
                    <a:pt x="3192287" y="3012293"/>
                  </a:lnTo>
                  <a:lnTo>
                    <a:pt x="3191637" y="3012293"/>
                  </a:lnTo>
                  <a:lnTo>
                    <a:pt x="3190987" y="3012293"/>
                  </a:lnTo>
                  <a:lnTo>
                    <a:pt x="3190337" y="3012293"/>
                  </a:lnTo>
                  <a:lnTo>
                    <a:pt x="3189687" y="3012293"/>
                  </a:lnTo>
                  <a:lnTo>
                    <a:pt x="3189037" y="3012293"/>
                  </a:lnTo>
                  <a:lnTo>
                    <a:pt x="3188387" y="3012293"/>
                  </a:lnTo>
                  <a:lnTo>
                    <a:pt x="3187737" y="3012293"/>
                  </a:lnTo>
                  <a:lnTo>
                    <a:pt x="3187087" y="3012293"/>
                  </a:lnTo>
                  <a:lnTo>
                    <a:pt x="3186437" y="3012293"/>
                  </a:lnTo>
                  <a:lnTo>
                    <a:pt x="3185788" y="3012293"/>
                  </a:lnTo>
                  <a:lnTo>
                    <a:pt x="3185138" y="3012293"/>
                  </a:lnTo>
                  <a:lnTo>
                    <a:pt x="3184488" y="3012293"/>
                  </a:lnTo>
                  <a:lnTo>
                    <a:pt x="3183838" y="3012293"/>
                  </a:lnTo>
                  <a:lnTo>
                    <a:pt x="3183188" y="3012293"/>
                  </a:lnTo>
                  <a:lnTo>
                    <a:pt x="3182538" y="3012293"/>
                  </a:lnTo>
                  <a:lnTo>
                    <a:pt x="3181888" y="3012293"/>
                  </a:lnTo>
                  <a:lnTo>
                    <a:pt x="3181238" y="3012293"/>
                  </a:lnTo>
                  <a:lnTo>
                    <a:pt x="3180588" y="3012293"/>
                  </a:lnTo>
                  <a:lnTo>
                    <a:pt x="3179938" y="3012293"/>
                  </a:lnTo>
                  <a:lnTo>
                    <a:pt x="3179288" y="3012293"/>
                  </a:lnTo>
                  <a:lnTo>
                    <a:pt x="3178638" y="3012293"/>
                  </a:lnTo>
                  <a:lnTo>
                    <a:pt x="3177988" y="3012293"/>
                  </a:lnTo>
                  <a:lnTo>
                    <a:pt x="3177338" y="3012293"/>
                  </a:lnTo>
                  <a:lnTo>
                    <a:pt x="3176688" y="3012293"/>
                  </a:lnTo>
                  <a:lnTo>
                    <a:pt x="3176039" y="3012293"/>
                  </a:lnTo>
                  <a:lnTo>
                    <a:pt x="3175389" y="3012293"/>
                  </a:lnTo>
                  <a:lnTo>
                    <a:pt x="3174739" y="3012293"/>
                  </a:lnTo>
                  <a:lnTo>
                    <a:pt x="3174089" y="3012293"/>
                  </a:lnTo>
                  <a:lnTo>
                    <a:pt x="3173439" y="3012293"/>
                  </a:lnTo>
                  <a:lnTo>
                    <a:pt x="3172789" y="3012293"/>
                  </a:lnTo>
                  <a:lnTo>
                    <a:pt x="3172139" y="3012293"/>
                  </a:lnTo>
                  <a:lnTo>
                    <a:pt x="3171489" y="3012293"/>
                  </a:lnTo>
                  <a:lnTo>
                    <a:pt x="3170839" y="3012293"/>
                  </a:lnTo>
                  <a:lnTo>
                    <a:pt x="3170189" y="3012293"/>
                  </a:lnTo>
                  <a:lnTo>
                    <a:pt x="3169539" y="3012293"/>
                  </a:lnTo>
                  <a:lnTo>
                    <a:pt x="3168889" y="3012293"/>
                  </a:lnTo>
                  <a:lnTo>
                    <a:pt x="3168239" y="3012293"/>
                  </a:lnTo>
                  <a:lnTo>
                    <a:pt x="3167589" y="3012293"/>
                  </a:lnTo>
                  <a:lnTo>
                    <a:pt x="3166939" y="3012293"/>
                  </a:lnTo>
                  <a:lnTo>
                    <a:pt x="3166289" y="3012293"/>
                  </a:lnTo>
                  <a:lnTo>
                    <a:pt x="3165640" y="3012293"/>
                  </a:lnTo>
                  <a:lnTo>
                    <a:pt x="3164990" y="3012293"/>
                  </a:lnTo>
                  <a:lnTo>
                    <a:pt x="3164340" y="3012293"/>
                  </a:lnTo>
                  <a:lnTo>
                    <a:pt x="3163690" y="3012293"/>
                  </a:lnTo>
                  <a:lnTo>
                    <a:pt x="3163040" y="3012293"/>
                  </a:lnTo>
                  <a:lnTo>
                    <a:pt x="3162390" y="3012293"/>
                  </a:lnTo>
                  <a:lnTo>
                    <a:pt x="3161740" y="3012293"/>
                  </a:lnTo>
                  <a:lnTo>
                    <a:pt x="3161090" y="3012293"/>
                  </a:lnTo>
                  <a:lnTo>
                    <a:pt x="3160440" y="3012293"/>
                  </a:lnTo>
                  <a:lnTo>
                    <a:pt x="3159790" y="3012293"/>
                  </a:lnTo>
                  <a:lnTo>
                    <a:pt x="3159140" y="3012293"/>
                  </a:lnTo>
                  <a:lnTo>
                    <a:pt x="3158490" y="3012293"/>
                  </a:lnTo>
                  <a:lnTo>
                    <a:pt x="3157840" y="3012293"/>
                  </a:lnTo>
                  <a:lnTo>
                    <a:pt x="3157190" y="3012293"/>
                  </a:lnTo>
                  <a:lnTo>
                    <a:pt x="3156540" y="3012293"/>
                  </a:lnTo>
                  <a:lnTo>
                    <a:pt x="3155891" y="3012293"/>
                  </a:lnTo>
                  <a:lnTo>
                    <a:pt x="3155241" y="3012293"/>
                  </a:lnTo>
                  <a:lnTo>
                    <a:pt x="3154591" y="3012293"/>
                  </a:lnTo>
                  <a:lnTo>
                    <a:pt x="3153941" y="3012293"/>
                  </a:lnTo>
                  <a:lnTo>
                    <a:pt x="3153291" y="3012293"/>
                  </a:lnTo>
                  <a:lnTo>
                    <a:pt x="3152641" y="3012293"/>
                  </a:lnTo>
                  <a:lnTo>
                    <a:pt x="3151991" y="3012293"/>
                  </a:lnTo>
                  <a:lnTo>
                    <a:pt x="3151341" y="3012293"/>
                  </a:lnTo>
                  <a:lnTo>
                    <a:pt x="3150691" y="3012293"/>
                  </a:lnTo>
                  <a:lnTo>
                    <a:pt x="3150041" y="3012293"/>
                  </a:lnTo>
                  <a:lnTo>
                    <a:pt x="3149391" y="3012293"/>
                  </a:lnTo>
                  <a:lnTo>
                    <a:pt x="3148741" y="3012293"/>
                  </a:lnTo>
                  <a:lnTo>
                    <a:pt x="3148091" y="3012293"/>
                  </a:lnTo>
                  <a:lnTo>
                    <a:pt x="3147441" y="3012293"/>
                  </a:lnTo>
                  <a:lnTo>
                    <a:pt x="3146791" y="3012293"/>
                  </a:lnTo>
                  <a:lnTo>
                    <a:pt x="3146141" y="3012293"/>
                  </a:lnTo>
                  <a:lnTo>
                    <a:pt x="3145492" y="3012293"/>
                  </a:lnTo>
                  <a:lnTo>
                    <a:pt x="3144842" y="3012293"/>
                  </a:lnTo>
                  <a:lnTo>
                    <a:pt x="3144192" y="3012293"/>
                  </a:lnTo>
                  <a:lnTo>
                    <a:pt x="3143542" y="3012293"/>
                  </a:lnTo>
                  <a:lnTo>
                    <a:pt x="3142892" y="3012293"/>
                  </a:lnTo>
                  <a:lnTo>
                    <a:pt x="3142242" y="3012293"/>
                  </a:lnTo>
                  <a:lnTo>
                    <a:pt x="3141592" y="3012293"/>
                  </a:lnTo>
                  <a:lnTo>
                    <a:pt x="3140942" y="3012293"/>
                  </a:lnTo>
                  <a:lnTo>
                    <a:pt x="3140292" y="3012293"/>
                  </a:lnTo>
                  <a:lnTo>
                    <a:pt x="3139642" y="3012293"/>
                  </a:lnTo>
                  <a:lnTo>
                    <a:pt x="3138992" y="3012293"/>
                  </a:lnTo>
                  <a:lnTo>
                    <a:pt x="3138342" y="3012293"/>
                  </a:lnTo>
                  <a:lnTo>
                    <a:pt x="3137692" y="3012293"/>
                  </a:lnTo>
                  <a:lnTo>
                    <a:pt x="3137042" y="3012293"/>
                  </a:lnTo>
                  <a:lnTo>
                    <a:pt x="3136392" y="3012293"/>
                  </a:lnTo>
                  <a:lnTo>
                    <a:pt x="3135743" y="3012293"/>
                  </a:lnTo>
                  <a:lnTo>
                    <a:pt x="3135093" y="3012293"/>
                  </a:lnTo>
                  <a:lnTo>
                    <a:pt x="3134443" y="3012293"/>
                  </a:lnTo>
                  <a:lnTo>
                    <a:pt x="3133793" y="3012293"/>
                  </a:lnTo>
                  <a:lnTo>
                    <a:pt x="3133143" y="3012293"/>
                  </a:lnTo>
                  <a:lnTo>
                    <a:pt x="3132493" y="3012293"/>
                  </a:lnTo>
                  <a:lnTo>
                    <a:pt x="3131843" y="3012293"/>
                  </a:lnTo>
                  <a:lnTo>
                    <a:pt x="3131193" y="3012293"/>
                  </a:lnTo>
                  <a:lnTo>
                    <a:pt x="3130543" y="3012293"/>
                  </a:lnTo>
                  <a:lnTo>
                    <a:pt x="3129893" y="3012293"/>
                  </a:lnTo>
                  <a:lnTo>
                    <a:pt x="3129243" y="3012293"/>
                  </a:lnTo>
                  <a:lnTo>
                    <a:pt x="3128593" y="3012293"/>
                  </a:lnTo>
                  <a:lnTo>
                    <a:pt x="3127943" y="3012293"/>
                  </a:lnTo>
                  <a:lnTo>
                    <a:pt x="3127293" y="3012293"/>
                  </a:lnTo>
                  <a:lnTo>
                    <a:pt x="3126643" y="3012293"/>
                  </a:lnTo>
                  <a:lnTo>
                    <a:pt x="3125994" y="3012293"/>
                  </a:lnTo>
                  <a:lnTo>
                    <a:pt x="3125344" y="3012293"/>
                  </a:lnTo>
                  <a:lnTo>
                    <a:pt x="3124694" y="3012293"/>
                  </a:lnTo>
                  <a:lnTo>
                    <a:pt x="3124044" y="3012293"/>
                  </a:lnTo>
                  <a:lnTo>
                    <a:pt x="3123394" y="3012293"/>
                  </a:lnTo>
                  <a:lnTo>
                    <a:pt x="3122744" y="3012293"/>
                  </a:lnTo>
                  <a:lnTo>
                    <a:pt x="3122094" y="3012293"/>
                  </a:lnTo>
                  <a:lnTo>
                    <a:pt x="3121444" y="3012293"/>
                  </a:lnTo>
                  <a:lnTo>
                    <a:pt x="3120794" y="3012293"/>
                  </a:lnTo>
                  <a:lnTo>
                    <a:pt x="3120144" y="3012293"/>
                  </a:lnTo>
                  <a:lnTo>
                    <a:pt x="3119494" y="3012293"/>
                  </a:lnTo>
                  <a:lnTo>
                    <a:pt x="3118844" y="3012293"/>
                  </a:lnTo>
                  <a:lnTo>
                    <a:pt x="3118194" y="3012293"/>
                  </a:lnTo>
                  <a:lnTo>
                    <a:pt x="3117544" y="3012293"/>
                  </a:lnTo>
                  <a:lnTo>
                    <a:pt x="3116894" y="3012293"/>
                  </a:lnTo>
                  <a:lnTo>
                    <a:pt x="3116244" y="3012293"/>
                  </a:lnTo>
                  <a:lnTo>
                    <a:pt x="3115595" y="3012293"/>
                  </a:lnTo>
                  <a:lnTo>
                    <a:pt x="3114945" y="3012293"/>
                  </a:lnTo>
                  <a:lnTo>
                    <a:pt x="3114295" y="3012293"/>
                  </a:lnTo>
                  <a:lnTo>
                    <a:pt x="3113645" y="3012293"/>
                  </a:lnTo>
                  <a:lnTo>
                    <a:pt x="3112995" y="3012293"/>
                  </a:lnTo>
                  <a:lnTo>
                    <a:pt x="3112345" y="3012293"/>
                  </a:lnTo>
                  <a:lnTo>
                    <a:pt x="3111695" y="3012293"/>
                  </a:lnTo>
                  <a:lnTo>
                    <a:pt x="3111045" y="3012293"/>
                  </a:lnTo>
                  <a:lnTo>
                    <a:pt x="3110395" y="3012293"/>
                  </a:lnTo>
                  <a:lnTo>
                    <a:pt x="3109745" y="3012293"/>
                  </a:lnTo>
                  <a:lnTo>
                    <a:pt x="3109095" y="3012293"/>
                  </a:lnTo>
                  <a:lnTo>
                    <a:pt x="3108445" y="3012293"/>
                  </a:lnTo>
                  <a:lnTo>
                    <a:pt x="3107795" y="3012293"/>
                  </a:lnTo>
                  <a:lnTo>
                    <a:pt x="3107145" y="3012293"/>
                  </a:lnTo>
                  <a:lnTo>
                    <a:pt x="3106495" y="3012293"/>
                  </a:lnTo>
                  <a:lnTo>
                    <a:pt x="3105846" y="3012293"/>
                  </a:lnTo>
                  <a:lnTo>
                    <a:pt x="3105196" y="3012293"/>
                  </a:lnTo>
                  <a:lnTo>
                    <a:pt x="3104546" y="3012293"/>
                  </a:lnTo>
                  <a:lnTo>
                    <a:pt x="3103896" y="3012293"/>
                  </a:lnTo>
                  <a:lnTo>
                    <a:pt x="3103246" y="3012293"/>
                  </a:lnTo>
                  <a:lnTo>
                    <a:pt x="3102596" y="3012293"/>
                  </a:lnTo>
                  <a:lnTo>
                    <a:pt x="3101946" y="3012293"/>
                  </a:lnTo>
                  <a:lnTo>
                    <a:pt x="3101296" y="3012293"/>
                  </a:lnTo>
                  <a:lnTo>
                    <a:pt x="3100646" y="3012293"/>
                  </a:lnTo>
                  <a:lnTo>
                    <a:pt x="3099996" y="3012293"/>
                  </a:lnTo>
                  <a:lnTo>
                    <a:pt x="3099346" y="3012293"/>
                  </a:lnTo>
                  <a:lnTo>
                    <a:pt x="3098696" y="3012293"/>
                  </a:lnTo>
                  <a:lnTo>
                    <a:pt x="3098046" y="3012293"/>
                  </a:lnTo>
                  <a:lnTo>
                    <a:pt x="3097396" y="3012293"/>
                  </a:lnTo>
                  <a:lnTo>
                    <a:pt x="3096746" y="3012293"/>
                  </a:lnTo>
                  <a:lnTo>
                    <a:pt x="3096096" y="3012293"/>
                  </a:lnTo>
                  <a:lnTo>
                    <a:pt x="3095447" y="3012293"/>
                  </a:lnTo>
                  <a:lnTo>
                    <a:pt x="3094797" y="3012293"/>
                  </a:lnTo>
                  <a:lnTo>
                    <a:pt x="3094147" y="3012293"/>
                  </a:lnTo>
                  <a:lnTo>
                    <a:pt x="3093497" y="3012293"/>
                  </a:lnTo>
                  <a:lnTo>
                    <a:pt x="3092847" y="3012293"/>
                  </a:lnTo>
                  <a:lnTo>
                    <a:pt x="3092197" y="3012293"/>
                  </a:lnTo>
                  <a:lnTo>
                    <a:pt x="3091547" y="3012293"/>
                  </a:lnTo>
                  <a:lnTo>
                    <a:pt x="3090897" y="3012293"/>
                  </a:lnTo>
                  <a:lnTo>
                    <a:pt x="3090247" y="3012293"/>
                  </a:lnTo>
                  <a:lnTo>
                    <a:pt x="3089597" y="3012293"/>
                  </a:lnTo>
                  <a:lnTo>
                    <a:pt x="3088947" y="3012293"/>
                  </a:lnTo>
                  <a:lnTo>
                    <a:pt x="3088297" y="3012293"/>
                  </a:lnTo>
                  <a:lnTo>
                    <a:pt x="3087647" y="3012293"/>
                  </a:lnTo>
                  <a:lnTo>
                    <a:pt x="3086997" y="3012293"/>
                  </a:lnTo>
                  <a:lnTo>
                    <a:pt x="3086347" y="3012293"/>
                  </a:lnTo>
                  <a:lnTo>
                    <a:pt x="3085698" y="3012293"/>
                  </a:lnTo>
                  <a:lnTo>
                    <a:pt x="3085048" y="3012293"/>
                  </a:lnTo>
                  <a:lnTo>
                    <a:pt x="3084398" y="3012293"/>
                  </a:lnTo>
                  <a:lnTo>
                    <a:pt x="3083748" y="3012293"/>
                  </a:lnTo>
                  <a:lnTo>
                    <a:pt x="3083098" y="3012293"/>
                  </a:lnTo>
                  <a:lnTo>
                    <a:pt x="3082448" y="3012293"/>
                  </a:lnTo>
                  <a:lnTo>
                    <a:pt x="3081798" y="3012293"/>
                  </a:lnTo>
                  <a:lnTo>
                    <a:pt x="3081148" y="3012293"/>
                  </a:lnTo>
                  <a:lnTo>
                    <a:pt x="3080498" y="3012293"/>
                  </a:lnTo>
                  <a:lnTo>
                    <a:pt x="3079848" y="3012293"/>
                  </a:lnTo>
                  <a:lnTo>
                    <a:pt x="3079198" y="3012293"/>
                  </a:lnTo>
                  <a:lnTo>
                    <a:pt x="3078548" y="3012293"/>
                  </a:lnTo>
                  <a:lnTo>
                    <a:pt x="3077898" y="3012293"/>
                  </a:lnTo>
                  <a:lnTo>
                    <a:pt x="3077248" y="3012293"/>
                  </a:lnTo>
                  <a:lnTo>
                    <a:pt x="3076598" y="3012293"/>
                  </a:lnTo>
                  <a:lnTo>
                    <a:pt x="3075948" y="3012293"/>
                  </a:lnTo>
                  <a:lnTo>
                    <a:pt x="3075299" y="3012293"/>
                  </a:lnTo>
                  <a:lnTo>
                    <a:pt x="3074649" y="3012293"/>
                  </a:lnTo>
                  <a:lnTo>
                    <a:pt x="3073999" y="3012293"/>
                  </a:lnTo>
                  <a:lnTo>
                    <a:pt x="3073349" y="3012293"/>
                  </a:lnTo>
                  <a:lnTo>
                    <a:pt x="3072699" y="3012293"/>
                  </a:lnTo>
                  <a:lnTo>
                    <a:pt x="3072049" y="3012293"/>
                  </a:lnTo>
                  <a:lnTo>
                    <a:pt x="3071399" y="3012293"/>
                  </a:lnTo>
                  <a:lnTo>
                    <a:pt x="3070749" y="3012293"/>
                  </a:lnTo>
                  <a:lnTo>
                    <a:pt x="3070099" y="3012293"/>
                  </a:lnTo>
                  <a:lnTo>
                    <a:pt x="3069449" y="3012293"/>
                  </a:lnTo>
                  <a:lnTo>
                    <a:pt x="3068799" y="3012293"/>
                  </a:lnTo>
                  <a:lnTo>
                    <a:pt x="3068149" y="3012293"/>
                  </a:lnTo>
                  <a:lnTo>
                    <a:pt x="3067499" y="3012293"/>
                  </a:lnTo>
                  <a:lnTo>
                    <a:pt x="3066849" y="3012293"/>
                  </a:lnTo>
                  <a:lnTo>
                    <a:pt x="3066199" y="3012293"/>
                  </a:lnTo>
                  <a:lnTo>
                    <a:pt x="3065550" y="3012293"/>
                  </a:lnTo>
                  <a:lnTo>
                    <a:pt x="3064900" y="3012293"/>
                  </a:lnTo>
                  <a:lnTo>
                    <a:pt x="3064250" y="3012293"/>
                  </a:lnTo>
                  <a:lnTo>
                    <a:pt x="3063600" y="3012293"/>
                  </a:lnTo>
                  <a:lnTo>
                    <a:pt x="3062950" y="3012293"/>
                  </a:lnTo>
                  <a:lnTo>
                    <a:pt x="3062300" y="3012293"/>
                  </a:lnTo>
                  <a:lnTo>
                    <a:pt x="3061650" y="3012293"/>
                  </a:lnTo>
                  <a:lnTo>
                    <a:pt x="3061000" y="3012293"/>
                  </a:lnTo>
                  <a:lnTo>
                    <a:pt x="3060350" y="3012293"/>
                  </a:lnTo>
                  <a:lnTo>
                    <a:pt x="3059700" y="3012293"/>
                  </a:lnTo>
                  <a:lnTo>
                    <a:pt x="3059050" y="3012293"/>
                  </a:lnTo>
                  <a:lnTo>
                    <a:pt x="3058400" y="3012293"/>
                  </a:lnTo>
                  <a:lnTo>
                    <a:pt x="3057750" y="3012293"/>
                  </a:lnTo>
                  <a:lnTo>
                    <a:pt x="3057100" y="3012293"/>
                  </a:lnTo>
                  <a:lnTo>
                    <a:pt x="3056450" y="3012293"/>
                  </a:lnTo>
                  <a:lnTo>
                    <a:pt x="3055800" y="3012293"/>
                  </a:lnTo>
                  <a:lnTo>
                    <a:pt x="3055151" y="3012293"/>
                  </a:lnTo>
                  <a:lnTo>
                    <a:pt x="3054501" y="3012293"/>
                  </a:lnTo>
                  <a:lnTo>
                    <a:pt x="3053851" y="3012293"/>
                  </a:lnTo>
                  <a:lnTo>
                    <a:pt x="3053201" y="3012293"/>
                  </a:lnTo>
                  <a:lnTo>
                    <a:pt x="3052551" y="3012293"/>
                  </a:lnTo>
                  <a:lnTo>
                    <a:pt x="3051901" y="3012293"/>
                  </a:lnTo>
                  <a:lnTo>
                    <a:pt x="3051251" y="3012293"/>
                  </a:lnTo>
                  <a:lnTo>
                    <a:pt x="3050601" y="3012293"/>
                  </a:lnTo>
                  <a:lnTo>
                    <a:pt x="3049951" y="3012293"/>
                  </a:lnTo>
                  <a:lnTo>
                    <a:pt x="3049301" y="3012293"/>
                  </a:lnTo>
                  <a:lnTo>
                    <a:pt x="3048651" y="3012293"/>
                  </a:lnTo>
                  <a:lnTo>
                    <a:pt x="3048001" y="3012293"/>
                  </a:lnTo>
                  <a:lnTo>
                    <a:pt x="3047351" y="3012293"/>
                  </a:lnTo>
                  <a:lnTo>
                    <a:pt x="3046701" y="3012293"/>
                  </a:lnTo>
                  <a:lnTo>
                    <a:pt x="3046051" y="3012293"/>
                  </a:lnTo>
                  <a:lnTo>
                    <a:pt x="3045402" y="3012293"/>
                  </a:lnTo>
                  <a:lnTo>
                    <a:pt x="3044752" y="3012293"/>
                  </a:lnTo>
                  <a:lnTo>
                    <a:pt x="3044102" y="3012293"/>
                  </a:lnTo>
                  <a:lnTo>
                    <a:pt x="3043452" y="3012293"/>
                  </a:lnTo>
                  <a:lnTo>
                    <a:pt x="3042802" y="3012293"/>
                  </a:lnTo>
                  <a:lnTo>
                    <a:pt x="3042152" y="3012293"/>
                  </a:lnTo>
                  <a:lnTo>
                    <a:pt x="3041502" y="3012293"/>
                  </a:lnTo>
                  <a:lnTo>
                    <a:pt x="3040852" y="3012293"/>
                  </a:lnTo>
                  <a:lnTo>
                    <a:pt x="3040202" y="3012293"/>
                  </a:lnTo>
                  <a:lnTo>
                    <a:pt x="3039552" y="3012293"/>
                  </a:lnTo>
                  <a:lnTo>
                    <a:pt x="3038902" y="3012293"/>
                  </a:lnTo>
                  <a:lnTo>
                    <a:pt x="3038252" y="3012293"/>
                  </a:lnTo>
                  <a:lnTo>
                    <a:pt x="3037602" y="3012293"/>
                  </a:lnTo>
                  <a:lnTo>
                    <a:pt x="3036952" y="3012293"/>
                  </a:lnTo>
                  <a:lnTo>
                    <a:pt x="3036302" y="3012293"/>
                  </a:lnTo>
                  <a:lnTo>
                    <a:pt x="3035652" y="3012293"/>
                  </a:lnTo>
                  <a:lnTo>
                    <a:pt x="3035003" y="3012293"/>
                  </a:lnTo>
                  <a:lnTo>
                    <a:pt x="3034353" y="3012293"/>
                  </a:lnTo>
                  <a:lnTo>
                    <a:pt x="3033703" y="3012293"/>
                  </a:lnTo>
                  <a:lnTo>
                    <a:pt x="3033053" y="3012293"/>
                  </a:lnTo>
                  <a:lnTo>
                    <a:pt x="3032403" y="3012293"/>
                  </a:lnTo>
                  <a:lnTo>
                    <a:pt x="3031753" y="3012293"/>
                  </a:lnTo>
                  <a:lnTo>
                    <a:pt x="3031103" y="3012293"/>
                  </a:lnTo>
                  <a:lnTo>
                    <a:pt x="3030453" y="3012293"/>
                  </a:lnTo>
                  <a:lnTo>
                    <a:pt x="3029803" y="3012293"/>
                  </a:lnTo>
                  <a:lnTo>
                    <a:pt x="3029153" y="3012293"/>
                  </a:lnTo>
                  <a:lnTo>
                    <a:pt x="3028503" y="3012293"/>
                  </a:lnTo>
                  <a:lnTo>
                    <a:pt x="3027853" y="3012293"/>
                  </a:lnTo>
                  <a:lnTo>
                    <a:pt x="3027203" y="3012293"/>
                  </a:lnTo>
                  <a:lnTo>
                    <a:pt x="3026553" y="3012293"/>
                  </a:lnTo>
                  <a:lnTo>
                    <a:pt x="3025903" y="3012293"/>
                  </a:lnTo>
                  <a:lnTo>
                    <a:pt x="3025254" y="3012293"/>
                  </a:lnTo>
                  <a:lnTo>
                    <a:pt x="3024604" y="3012293"/>
                  </a:lnTo>
                  <a:lnTo>
                    <a:pt x="3023954" y="3012293"/>
                  </a:lnTo>
                  <a:lnTo>
                    <a:pt x="3023304" y="3012293"/>
                  </a:lnTo>
                  <a:lnTo>
                    <a:pt x="3022654" y="3012293"/>
                  </a:lnTo>
                  <a:lnTo>
                    <a:pt x="3022004" y="3012293"/>
                  </a:lnTo>
                  <a:lnTo>
                    <a:pt x="3021354" y="3012293"/>
                  </a:lnTo>
                  <a:lnTo>
                    <a:pt x="3020704" y="3012293"/>
                  </a:lnTo>
                  <a:lnTo>
                    <a:pt x="3020054" y="3012293"/>
                  </a:lnTo>
                  <a:lnTo>
                    <a:pt x="3019404" y="3012293"/>
                  </a:lnTo>
                  <a:lnTo>
                    <a:pt x="3018754" y="3012293"/>
                  </a:lnTo>
                  <a:lnTo>
                    <a:pt x="3018104" y="3012293"/>
                  </a:lnTo>
                  <a:lnTo>
                    <a:pt x="3017454" y="3012293"/>
                  </a:lnTo>
                  <a:lnTo>
                    <a:pt x="3016804" y="3012293"/>
                  </a:lnTo>
                  <a:lnTo>
                    <a:pt x="3016154" y="3012293"/>
                  </a:lnTo>
                  <a:lnTo>
                    <a:pt x="3015504" y="3012293"/>
                  </a:lnTo>
                  <a:lnTo>
                    <a:pt x="3014855" y="3012293"/>
                  </a:lnTo>
                  <a:lnTo>
                    <a:pt x="3014205" y="3012293"/>
                  </a:lnTo>
                  <a:lnTo>
                    <a:pt x="3013555" y="3012293"/>
                  </a:lnTo>
                  <a:lnTo>
                    <a:pt x="3012905" y="3012293"/>
                  </a:lnTo>
                  <a:lnTo>
                    <a:pt x="3012255" y="3012293"/>
                  </a:lnTo>
                  <a:lnTo>
                    <a:pt x="3011605" y="3012293"/>
                  </a:lnTo>
                  <a:lnTo>
                    <a:pt x="3010955" y="3012293"/>
                  </a:lnTo>
                  <a:lnTo>
                    <a:pt x="3010305" y="3012293"/>
                  </a:lnTo>
                  <a:lnTo>
                    <a:pt x="3009655" y="3012293"/>
                  </a:lnTo>
                  <a:lnTo>
                    <a:pt x="3009005" y="3012293"/>
                  </a:lnTo>
                  <a:lnTo>
                    <a:pt x="3008355" y="3012293"/>
                  </a:lnTo>
                  <a:lnTo>
                    <a:pt x="3007705" y="3012293"/>
                  </a:lnTo>
                  <a:lnTo>
                    <a:pt x="3007055" y="3012293"/>
                  </a:lnTo>
                  <a:lnTo>
                    <a:pt x="3006405" y="3012293"/>
                  </a:lnTo>
                  <a:lnTo>
                    <a:pt x="3005755" y="3012293"/>
                  </a:lnTo>
                  <a:lnTo>
                    <a:pt x="3005106" y="3012293"/>
                  </a:lnTo>
                  <a:lnTo>
                    <a:pt x="3004456" y="3012293"/>
                  </a:lnTo>
                  <a:lnTo>
                    <a:pt x="3003806" y="3012293"/>
                  </a:lnTo>
                  <a:lnTo>
                    <a:pt x="3003156" y="3012293"/>
                  </a:lnTo>
                  <a:lnTo>
                    <a:pt x="3002506" y="3012293"/>
                  </a:lnTo>
                  <a:lnTo>
                    <a:pt x="3001856" y="3012293"/>
                  </a:lnTo>
                  <a:lnTo>
                    <a:pt x="3001206" y="3012293"/>
                  </a:lnTo>
                  <a:lnTo>
                    <a:pt x="3000556" y="3012293"/>
                  </a:lnTo>
                  <a:lnTo>
                    <a:pt x="2999906" y="3012293"/>
                  </a:lnTo>
                  <a:lnTo>
                    <a:pt x="2999256" y="3012293"/>
                  </a:lnTo>
                  <a:lnTo>
                    <a:pt x="2998606" y="3012293"/>
                  </a:lnTo>
                  <a:lnTo>
                    <a:pt x="2997956" y="3012293"/>
                  </a:lnTo>
                  <a:lnTo>
                    <a:pt x="2997306" y="3012293"/>
                  </a:lnTo>
                  <a:lnTo>
                    <a:pt x="2996656" y="3012293"/>
                  </a:lnTo>
                  <a:lnTo>
                    <a:pt x="2996006" y="3012293"/>
                  </a:lnTo>
                  <a:lnTo>
                    <a:pt x="2995356" y="3012293"/>
                  </a:lnTo>
                  <a:lnTo>
                    <a:pt x="2994707" y="3012293"/>
                  </a:lnTo>
                  <a:lnTo>
                    <a:pt x="2994057" y="3012293"/>
                  </a:lnTo>
                  <a:lnTo>
                    <a:pt x="2993407" y="3012293"/>
                  </a:lnTo>
                  <a:lnTo>
                    <a:pt x="2992757" y="3012293"/>
                  </a:lnTo>
                  <a:lnTo>
                    <a:pt x="2992107" y="3012293"/>
                  </a:lnTo>
                  <a:lnTo>
                    <a:pt x="2991457" y="3012293"/>
                  </a:lnTo>
                  <a:lnTo>
                    <a:pt x="2990807" y="3012293"/>
                  </a:lnTo>
                  <a:lnTo>
                    <a:pt x="2990157" y="3012293"/>
                  </a:lnTo>
                  <a:lnTo>
                    <a:pt x="2989507" y="3012293"/>
                  </a:lnTo>
                  <a:lnTo>
                    <a:pt x="2988857" y="3012293"/>
                  </a:lnTo>
                  <a:lnTo>
                    <a:pt x="2988207" y="3012293"/>
                  </a:lnTo>
                  <a:lnTo>
                    <a:pt x="2987557" y="3012293"/>
                  </a:lnTo>
                  <a:lnTo>
                    <a:pt x="2986907" y="3012293"/>
                  </a:lnTo>
                  <a:lnTo>
                    <a:pt x="2986257" y="3012293"/>
                  </a:lnTo>
                  <a:lnTo>
                    <a:pt x="2985607" y="3012293"/>
                  </a:lnTo>
                  <a:lnTo>
                    <a:pt x="2984958" y="3012293"/>
                  </a:lnTo>
                  <a:lnTo>
                    <a:pt x="2984308" y="3012293"/>
                  </a:lnTo>
                  <a:lnTo>
                    <a:pt x="2983658" y="3012293"/>
                  </a:lnTo>
                  <a:lnTo>
                    <a:pt x="2983008" y="3012293"/>
                  </a:lnTo>
                  <a:lnTo>
                    <a:pt x="2982358" y="3012293"/>
                  </a:lnTo>
                  <a:lnTo>
                    <a:pt x="2981708" y="3012293"/>
                  </a:lnTo>
                  <a:lnTo>
                    <a:pt x="2981058" y="3012293"/>
                  </a:lnTo>
                  <a:lnTo>
                    <a:pt x="2980408" y="3012293"/>
                  </a:lnTo>
                  <a:lnTo>
                    <a:pt x="2979758" y="3012293"/>
                  </a:lnTo>
                  <a:lnTo>
                    <a:pt x="2979108" y="3012293"/>
                  </a:lnTo>
                  <a:lnTo>
                    <a:pt x="2978458" y="3012293"/>
                  </a:lnTo>
                  <a:lnTo>
                    <a:pt x="2977808" y="3012293"/>
                  </a:lnTo>
                  <a:lnTo>
                    <a:pt x="2977158" y="3012293"/>
                  </a:lnTo>
                  <a:lnTo>
                    <a:pt x="2976508" y="3012293"/>
                  </a:lnTo>
                  <a:lnTo>
                    <a:pt x="2975858" y="3012293"/>
                  </a:lnTo>
                  <a:lnTo>
                    <a:pt x="2975209" y="3012293"/>
                  </a:lnTo>
                  <a:lnTo>
                    <a:pt x="2974559" y="3012293"/>
                  </a:lnTo>
                  <a:lnTo>
                    <a:pt x="2973909" y="3012293"/>
                  </a:lnTo>
                  <a:lnTo>
                    <a:pt x="2973259" y="3012293"/>
                  </a:lnTo>
                  <a:lnTo>
                    <a:pt x="2972609" y="3012293"/>
                  </a:lnTo>
                  <a:lnTo>
                    <a:pt x="2971959" y="3012293"/>
                  </a:lnTo>
                  <a:lnTo>
                    <a:pt x="2971309" y="3012293"/>
                  </a:lnTo>
                  <a:lnTo>
                    <a:pt x="2970659" y="3012293"/>
                  </a:lnTo>
                  <a:lnTo>
                    <a:pt x="2970009" y="3012293"/>
                  </a:lnTo>
                  <a:lnTo>
                    <a:pt x="2969359" y="3012293"/>
                  </a:lnTo>
                  <a:lnTo>
                    <a:pt x="2968709" y="3012293"/>
                  </a:lnTo>
                  <a:lnTo>
                    <a:pt x="2968059" y="3012293"/>
                  </a:lnTo>
                  <a:lnTo>
                    <a:pt x="2967409" y="3012293"/>
                  </a:lnTo>
                  <a:lnTo>
                    <a:pt x="2966759" y="3012293"/>
                  </a:lnTo>
                  <a:lnTo>
                    <a:pt x="2966109" y="3012293"/>
                  </a:lnTo>
                  <a:lnTo>
                    <a:pt x="2965459" y="3012293"/>
                  </a:lnTo>
                  <a:lnTo>
                    <a:pt x="2964810" y="3012293"/>
                  </a:lnTo>
                  <a:lnTo>
                    <a:pt x="2964160" y="3012293"/>
                  </a:lnTo>
                  <a:lnTo>
                    <a:pt x="2963510" y="3012293"/>
                  </a:lnTo>
                  <a:lnTo>
                    <a:pt x="2962860" y="3012293"/>
                  </a:lnTo>
                  <a:lnTo>
                    <a:pt x="2962210" y="3012293"/>
                  </a:lnTo>
                  <a:lnTo>
                    <a:pt x="2961560" y="3012293"/>
                  </a:lnTo>
                  <a:lnTo>
                    <a:pt x="2960910" y="3012293"/>
                  </a:lnTo>
                  <a:lnTo>
                    <a:pt x="2960260" y="3012293"/>
                  </a:lnTo>
                  <a:lnTo>
                    <a:pt x="2959610" y="3012293"/>
                  </a:lnTo>
                  <a:lnTo>
                    <a:pt x="2958960" y="3012293"/>
                  </a:lnTo>
                  <a:lnTo>
                    <a:pt x="2958310" y="3012293"/>
                  </a:lnTo>
                  <a:lnTo>
                    <a:pt x="2957660" y="3012293"/>
                  </a:lnTo>
                  <a:lnTo>
                    <a:pt x="2957010" y="3012293"/>
                  </a:lnTo>
                  <a:lnTo>
                    <a:pt x="2956360" y="3012293"/>
                  </a:lnTo>
                  <a:lnTo>
                    <a:pt x="2955710" y="3012293"/>
                  </a:lnTo>
                  <a:lnTo>
                    <a:pt x="2955061" y="3012293"/>
                  </a:lnTo>
                  <a:lnTo>
                    <a:pt x="2954411" y="3012293"/>
                  </a:lnTo>
                  <a:lnTo>
                    <a:pt x="2953761" y="3012293"/>
                  </a:lnTo>
                  <a:lnTo>
                    <a:pt x="2953111" y="3012293"/>
                  </a:lnTo>
                  <a:lnTo>
                    <a:pt x="2952461" y="3012293"/>
                  </a:lnTo>
                  <a:lnTo>
                    <a:pt x="2951811" y="3012293"/>
                  </a:lnTo>
                  <a:lnTo>
                    <a:pt x="2951161" y="3012293"/>
                  </a:lnTo>
                  <a:lnTo>
                    <a:pt x="2950511" y="3012293"/>
                  </a:lnTo>
                  <a:lnTo>
                    <a:pt x="2949861" y="3012293"/>
                  </a:lnTo>
                  <a:lnTo>
                    <a:pt x="2949211" y="3012293"/>
                  </a:lnTo>
                  <a:lnTo>
                    <a:pt x="2948561" y="3012293"/>
                  </a:lnTo>
                  <a:lnTo>
                    <a:pt x="2947911" y="3012293"/>
                  </a:lnTo>
                  <a:lnTo>
                    <a:pt x="2947261" y="3012293"/>
                  </a:lnTo>
                  <a:lnTo>
                    <a:pt x="2946611" y="3012293"/>
                  </a:lnTo>
                  <a:lnTo>
                    <a:pt x="2945961" y="3012293"/>
                  </a:lnTo>
                  <a:lnTo>
                    <a:pt x="2945311" y="3012293"/>
                  </a:lnTo>
                  <a:lnTo>
                    <a:pt x="2944662" y="3012293"/>
                  </a:lnTo>
                  <a:lnTo>
                    <a:pt x="2944012" y="3012293"/>
                  </a:lnTo>
                  <a:lnTo>
                    <a:pt x="2943362" y="3012293"/>
                  </a:lnTo>
                  <a:lnTo>
                    <a:pt x="2942712" y="3012293"/>
                  </a:lnTo>
                  <a:lnTo>
                    <a:pt x="2942062" y="3012293"/>
                  </a:lnTo>
                  <a:lnTo>
                    <a:pt x="2941412" y="3012293"/>
                  </a:lnTo>
                  <a:lnTo>
                    <a:pt x="2940762" y="3012293"/>
                  </a:lnTo>
                  <a:lnTo>
                    <a:pt x="2940112" y="3012293"/>
                  </a:lnTo>
                  <a:lnTo>
                    <a:pt x="2939462" y="3012293"/>
                  </a:lnTo>
                  <a:lnTo>
                    <a:pt x="2938812" y="3012293"/>
                  </a:lnTo>
                  <a:lnTo>
                    <a:pt x="2938162" y="3012293"/>
                  </a:lnTo>
                  <a:lnTo>
                    <a:pt x="2937512" y="3012293"/>
                  </a:lnTo>
                  <a:lnTo>
                    <a:pt x="2936862" y="3012293"/>
                  </a:lnTo>
                  <a:lnTo>
                    <a:pt x="2936212" y="3012293"/>
                  </a:lnTo>
                  <a:lnTo>
                    <a:pt x="2935562" y="3012293"/>
                  </a:lnTo>
                  <a:lnTo>
                    <a:pt x="2934913" y="3012293"/>
                  </a:lnTo>
                  <a:lnTo>
                    <a:pt x="2934263" y="3012293"/>
                  </a:lnTo>
                  <a:lnTo>
                    <a:pt x="2933613" y="3012293"/>
                  </a:lnTo>
                  <a:lnTo>
                    <a:pt x="2932963" y="3012293"/>
                  </a:lnTo>
                  <a:lnTo>
                    <a:pt x="2932313" y="3012293"/>
                  </a:lnTo>
                  <a:lnTo>
                    <a:pt x="2931663" y="3012293"/>
                  </a:lnTo>
                  <a:lnTo>
                    <a:pt x="2931013" y="3012293"/>
                  </a:lnTo>
                  <a:lnTo>
                    <a:pt x="2930363" y="3012293"/>
                  </a:lnTo>
                  <a:lnTo>
                    <a:pt x="2929713" y="3012293"/>
                  </a:lnTo>
                  <a:lnTo>
                    <a:pt x="2929063" y="3012293"/>
                  </a:lnTo>
                  <a:lnTo>
                    <a:pt x="2928413" y="3012293"/>
                  </a:lnTo>
                  <a:lnTo>
                    <a:pt x="2927763" y="3012293"/>
                  </a:lnTo>
                  <a:lnTo>
                    <a:pt x="2927113" y="3012293"/>
                  </a:lnTo>
                  <a:lnTo>
                    <a:pt x="2926463" y="3012293"/>
                  </a:lnTo>
                  <a:lnTo>
                    <a:pt x="2925813" y="3012293"/>
                  </a:lnTo>
                  <a:lnTo>
                    <a:pt x="2925163" y="3012293"/>
                  </a:lnTo>
                  <a:lnTo>
                    <a:pt x="2924514" y="3012293"/>
                  </a:lnTo>
                  <a:lnTo>
                    <a:pt x="2923864" y="3012293"/>
                  </a:lnTo>
                  <a:lnTo>
                    <a:pt x="2923214" y="3012293"/>
                  </a:lnTo>
                  <a:lnTo>
                    <a:pt x="2922564" y="3012293"/>
                  </a:lnTo>
                  <a:lnTo>
                    <a:pt x="2921914" y="3012293"/>
                  </a:lnTo>
                  <a:lnTo>
                    <a:pt x="2921264" y="3012293"/>
                  </a:lnTo>
                  <a:lnTo>
                    <a:pt x="2920614" y="3012293"/>
                  </a:lnTo>
                  <a:lnTo>
                    <a:pt x="2919964" y="3012293"/>
                  </a:lnTo>
                  <a:lnTo>
                    <a:pt x="2919314" y="3012293"/>
                  </a:lnTo>
                  <a:lnTo>
                    <a:pt x="2918664" y="3012293"/>
                  </a:lnTo>
                  <a:lnTo>
                    <a:pt x="2918014" y="3012293"/>
                  </a:lnTo>
                  <a:lnTo>
                    <a:pt x="2917364" y="3012293"/>
                  </a:lnTo>
                  <a:lnTo>
                    <a:pt x="2916714" y="3012293"/>
                  </a:lnTo>
                  <a:lnTo>
                    <a:pt x="2916064" y="3012293"/>
                  </a:lnTo>
                  <a:lnTo>
                    <a:pt x="2915414" y="3012293"/>
                  </a:lnTo>
                  <a:lnTo>
                    <a:pt x="2914765" y="3012293"/>
                  </a:lnTo>
                  <a:lnTo>
                    <a:pt x="2914115" y="3012293"/>
                  </a:lnTo>
                  <a:lnTo>
                    <a:pt x="2913465" y="3012293"/>
                  </a:lnTo>
                  <a:lnTo>
                    <a:pt x="2912815" y="3012293"/>
                  </a:lnTo>
                  <a:lnTo>
                    <a:pt x="2912165" y="3012293"/>
                  </a:lnTo>
                  <a:lnTo>
                    <a:pt x="2911515" y="3012293"/>
                  </a:lnTo>
                  <a:lnTo>
                    <a:pt x="2910865" y="3012293"/>
                  </a:lnTo>
                  <a:lnTo>
                    <a:pt x="2910215" y="3012293"/>
                  </a:lnTo>
                  <a:lnTo>
                    <a:pt x="2909565" y="3012293"/>
                  </a:lnTo>
                  <a:lnTo>
                    <a:pt x="2908915" y="3012293"/>
                  </a:lnTo>
                  <a:lnTo>
                    <a:pt x="2908265" y="3012293"/>
                  </a:lnTo>
                  <a:lnTo>
                    <a:pt x="2907615" y="3012293"/>
                  </a:lnTo>
                  <a:lnTo>
                    <a:pt x="2906965" y="3012293"/>
                  </a:lnTo>
                  <a:lnTo>
                    <a:pt x="2906315" y="3012293"/>
                  </a:lnTo>
                  <a:lnTo>
                    <a:pt x="2905665" y="3012293"/>
                  </a:lnTo>
                  <a:lnTo>
                    <a:pt x="2905015" y="3012293"/>
                  </a:lnTo>
                  <a:lnTo>
                    <a:pt x="2904366" y="3012293"/>
                  </a:lnTo>
                  <a:lnTo>
                    <a:pt x="2903716" y="3012293"/>
                  </a:lnTo>
                  <a:lnTo>
                    <a:pt x="2903066" y="3012293"/>
                  </a:lnTo>
                  <a:lnTo>
                    <a:pt x="2902416" y="3012293"/>
                  </a:lnTo>
                  <a:lnTo>
                    <a:pt x="2901766" y="3012293"/>
                  </a:lnTo>
                  <a:lnTo>
                    <a:pt x="2901116" y="3012293"/>
                  </a:lnTo>
                  <a:lnTo>
                    <a:pt x="2900466" y="3012293"/>
                  </a:lnTo>
                  <a:lnTo>
                    <a:pt x="2899816" y="3012293"/>
                  </a:lnTo>
                  <a:lnTo>
                    <a:pt x="2899166" y="3012293"/>
                  </a:lnTo>
                  <a:lnTo>
                    <a:pt x="2898516" y="3012293"/>
                  </a:lnTo>
                  <a:lnTo>
                    <a:pt x="2897866" y="3012293"/>
                  </a:lnTo>
                  <a:lnTo>
                    <a:pt x="2897216" y="3012293"/>
                  </a:lnTo>
                  <a:lnTo>
                    <a:pt x="2896566" y="3012293"/>
                  </a:lnTo>
                  <a:lnTo>
                    <a:pt x="2895916" y="3012293"/>
                  </a:lnTo>
                  <a:lnTo>
                    <a:pt x="2895266" y="3012293"/>
                  </a:lnTo>
                  <a:lnTo>
                    <a:pt x="2894617" y="3012293"/>
                  </a:lnTo>
                  <a:lnTo>
                    <a:pt x="2893967" y="3012293"/>
                  </a:lnTo>
                  <a:lnTo>
                    <a:pt x="2893317" y="3012293"/>
                  </a:lnTo>
                  <a:lnTo>
                    <a:pt x="2892667" y="3012293"/>
                  </a:lnTo>
                  <a:lnTo>
                    <a:pt x="2892017" y="3012293"/>
                  </a:lnTo>
                  <a:lnTo>
                    <a:pt x="2891367" y="3012293"/>
                  </a:lnTo>
                  <a:lnTo>
                    <a:pt x="2890717" y="3012293"/>
                  </a:lnTo>
                  <a:lnTo>
                    <a:pt x="2890067" y="3012293"/>
                  </a:lnTo>
                  <a:lnTo>
                    <a:pt x="2889417" y="3012293"/>
                  </a:lnTo>
                  <a:lnTo>
                    <a:pt x="2888767" y="3012293"/>
                  </a:lnTo>
                  <a:lnTo>
                    <a:pt x="2888117" y="3012293"/>
                  </a:lnTo>
                  <a:lnTo>
                    <a:pt x="2887467" y="3012293"/>
                  </a:lnTo>
                  <a:lnTo>
                    <a:pt x="2886817" y="3012293"/>
                  </a:lnTo>
                  <a:lnTo>
                    <a:pt x="2886167" y="3012293"/>
                  </a:lnTo>
                  <a:lnTo>
                    <a:pt x="2885517" y="3012293"/>
                  </a:lnTo>
                  <a:lnTo>
                    <a:pt x="2884867" y="3012293"/>
                  </a:lnTo>
                  <a:lnTo>
                    <a:pt x="2884218" y="3012293"/>
                  </a:lnTo>
                  <a:lnTo>
                    <a:pt x="2883568" y="3012293"/>
                  </a:lnTo>
                  <a:lnTo>
                    <a:pt x="2882918" y="3012293"/>
                  </a:lnTo>
                  <a:lnTo>
                    <a:pt x="2882268" y="3012293"/>
                  </a:lnTo>
                  <a:lnTo>
                    <a:pt x="2881618" y="3012293"/>
                  </a:lnTo>
                  <a:lnTo>
                    <a:pt x="2880968" y="3012293"/>
                  </a:lnTo>
                  <a:lnTo>
                    <a:pt x="2880318" y="3012293"/>
                  </a:lnTo>
                  <a:lnTo>
                    <a:pt x="2879668" y="3012293"/>
                  </a:lnTo>
                  <a:lnTo>
                    <a:pt x="2879018" y="3012293"/>
                  </a:lnTo>
                  <a:lnTo>
                    <a:pt x="2878368" y="3012293"/>
                  </a:lnTo>
                  <a:lnTo>
                    <a:pt x="2877718" y="3012293"/>
                  </a:lnTo>
                  <a:lnTo>
                    <a:pt x="2877068" y="3012293"/>
                  </a:lnTo>
                  <a:lnTo>
                    <a:pt x="2876418" y="3012293"/>
                  </a:lnTo>
                  <a:lnTo>
                    <a:pt x="2875768" y="3012293"/>
                  </a:lnTo>
                  <a:lnTo>
                    <a:pt x="2875118" y="3012293"/>
                  </a:lnTo>
                  <a:lnTo>
                    <a:pt x="2874469" y="3012293"/>
                  </a:lnTo>
                  <a:lnTo>
                    <a:pt x="2873819" y="3012293"/>
                  </a:lnTo>
                  <a:lnTo>
                    <a:pt x="2873169" y="3012293"/>
                  </a:lnTo>
                  <a:lnTo>
                    <a:pt x="2872519" y="3012293"/>
                  </a:lnTo>
                  <a:lnTo>
                    <a:pt x="2871869" y="3012293"/>
                  </a:lnTo>
                  <a:lnTo>
                    <a:pt x="2871219" y="3012293"/>
                  </a:lnTo>
                  <a:lnTo>
                    <a:pt x="2870569" y="3012293"/>
                  </a:lnTo>
                  <a:lnTo>
                    <a:pt x="2869919" y="3012293"/>
                  </a:lnTo>
                  <a:lnTo>
                    <a:pt x="2869269" y="3012293"/>
                  </a:lnTo>
                  <a:lnTo>
                    <a:pt x="2868619" y="3012293"/>
                  </a:lnTo>
                  <a:lnTo>
                    <a:pt x="2867969" y="3012293"/>
                  </a:lnTo>
                  <a:lnTo>
                    <a:pt x="2867319" y="3012293"/>
                  </a:lnTo>
                  <a:lnTo>
                    <a:pt x="2866669" y="3012293"/>
                  </a:lnTo>
                  <a:lnTo>
                    <a:pt x="2866019" y="3012293"/>
                  </a:lnTo>
                  <a:lnTo>
                    <a:pt x="2865369" y="3012293"/>
                  </a:lnTo>
                  <a:lnTo>
                    <a:pt x="2864719" y="3012293"/>
                  </a:lnTo>
                  <a:lnTo>
                    <a:pt x="2864070" y="3012293"/>
                  </a:lnTo>
                  <a:lnTo>
                    <a:pt x="2863420" y="3012293"/>
                  </a:lnTo>
                  <a:lnTo>
                    <a:pt x="2862770" y="3012293"/>
                  </a:lnTo>
                  <a:lnTo>
                    <a:pt x="2862120" y="3012293"/>
                  </a:lnTo>
                  <a:lnTo>
                    <a:pt x="2861470" y="3012293"/>
                  </a:lnTo>
                  <a:lnTo>
                    <a:pt x="2860820" y="3012293"/>
                  </a:lnTo>
                  <a:lnTo>
                    <a:pt x="2860170" y="3012293"/>
                  </a:lnTo>
                  <a:lnTo>
                    <a:pt x="2859520" y="3012293"/>
                  </a:lnTo>
                  <a:lnTo>
                    <a:pt x="2858870" y="3012293"/>
                  </a:lnTo>
                  <a:lnTo>
                    <a:pt x="2858220" y="3012293"/>
                  </a:lnTo>
                  <a:lnTo>
                    <a:pt x="2857570" y="3012293"/>
                  </a:lnTo>
                  <a:lnTo>
                    <a:pt x="2856920" y="3012293"/>
                  </a:lnTo>
                  <a:lnTo>
                    <a:pt x="2856270" y="3012293"/>
                  </a:lnTo>
                  <a:lnTo>
                    <a:pt x="2855620" y="3012293"/>
                  </a:lnTo>
                  <a:lnTo>
                    <a:pt x="2854970" y="3012293"/>
                  </a:lnTo>
                  <a:lnTo>
                    <a:pt x="2854321" y="3012293"/>
                  </a:lnTo>
                  <a:lnTo>
                    <a:pt x="2853671" y="3012293"/>
                  </a:lnTo>
                  <a:lnTo>
                    <a:pt x="2853021" y="3012293"/>
                  </a:lnTo>
                  <a:lnTo>
                    <a:pt x="2852371" y="3012293"/>
                  </a:lnTo>
                  <a:lnTo>
                    <a:pt x="2851721" y="3012293"/>
                  </a:lnTo>
                  <a:lnTo>
                    <a:pt x="2851071" y="3012293"/>
                  </a:lnTo>
                  <a:lnTo>
                    <a:pt x="2850421" y="3012293"/>
                  </a:lnTo>
                  <a:lnTo>
                    <a:pt x="2849771" y="3012293"/>
                  </a:lnTo>
                  <a:lnTo>
                    <a:pt x="2849121" y="3012293"/>
                  </a:lnTo>
                  <a:lnTo>
                    <a:pt x="2848471" y="3012293"/>
                  </a:lnTo>
                  <a:lnTo>
                    <a:pt x="2847821" y="3012293"/>
                  </a:lnTo>
                  <a:lnTo>
                    <a:pt x="2847171" y="3012293"/>
                  </a:lnTo>
                  <a:lnTo>
                    <a:pt x="2846521" y="3012293"/>
                  </a:lnTo>
                  <a:lnTo>
                    <a:pt x="2845871" y="3012293"/>
                  </a:lnTo>
                  <a:lnTo>
                    <a:pt x="2845221" y="3012293"/>
                  </a:lnTo>
                  <a:lnTo>
                    <a:pt x="2844572" y="3012293"/>
                  </a:lnTo>
                  <a:lnTo>
                    <a:pt x="2843922" y="3012293"/>
                  </a:lnTo>
                  <a:lnTo>
                    <a:pt x="2843272" y="3012293"/>
                  </a:lnTo>
                  <a:lnTo>
                    <a:pt x="2842622" y="3012293"/>
                  </a:lnTo>
                  <a:lnTo>
                    <a:pt x="2841972" y="3012293"/>
                  </a:lnTo>
                  <a:lnTo>
                    <a:pt x="2841322" y="3012293"/>
                  </a:lnTo>
                  <a:lnTo>
                    <a:pt x="2840672" y="3012293"/>
                  </a:lnTo>
                  <a:lnTo>
                    <a:pt x="2840022" y="3012293"/>
                  </a:lnTo>
                  <a:lnTo>
                    <a:pt x="2839372" y="3012293"/>
                  </a:lnTo>
                  <a:lnTo>
                    <a:pt x="2838722" y="3012293"/>
                  </a:lnTo>
                  <a:lnTo>
                    <a:pt x="2838072" y="3012293"/>
                  </a:lnTo>
                  <a:lnTo>
                    <a:pt x="2837422" y="3012293"/>
                  </a:lnTo>
                  <a:lnTo>
                    <a:pt x="2836772" y="3012293"/>
                  </a:lnTo>
                  <a:lnTo>
                    <a:pt x="2836122" y="3012293"/>
                  </a:lnTo>
                  <a:lnTo>
                    <a:pt x="2835472" y="3012293"/>
                  </a:lnTo>
                  <a:lnTo>
                    <a:pt x="2834822" y="3012293"/>
                  </a:lnTo>
                  <a:lnTo>
                    <a:pt x="2834173" y="3012293"/>
                  </a:lnTo>
                  <a:lnTo>
                    <a:pt x="2833523" y="3012293"/>
                  </a:lnTo>
                  <a:lnTo>
                    <a:pt x="2832873" y="3012293"/>
                  </a:lnTo>
                  <a:lnTo>
                    <a:pt x="2832223" y="3012293"/>
                  </a:lnTo>
                  <a:lnTo>
                    <a:pt x="2831573" y="3012293"/>
                  </a:lnTo>
                  <a:lnTo>
                    <a:pt x="2830923" y="3012293"/>
                  </a:lnTo>
                  <a:lnTo>
                    <a:pt x="2830273" y="3012293"/>
                  </a:lnTo>
                  <a:lnTo>
                    <a:pt x="2829623" y="3012293"/>
                  </a:lnTo>
                  <a:lnTo>
                    <a:pt x="2828973" y="3012293"/>
                  </a:lnTo>
                  <a:lnTo>
                    <a:pt x="2828323" y="3012293"/>
                  </a:lnTo>
                  <a:lnTo>
                    <a:pt x="2827673" y="3012293"/>
                  </a:lnTo>
                  <a:lnTo>
                    <a:pt x="2827023" y="3012293"/>
                  </a:lnTo>
                  <a:lnTo>
                    <a:pt x="2826373" y="3012293"/>
                  </a:lnTo>
                  <a:lnTo>
                    <a:pt x="2825723" y="3012293"/>
                  </a:lnTo>
                  <a:lnTo>
                    <a:pt x="2825073" y="3012293"/>
                  </a:lnTo>
                  <a:lnTo>
                    <a:pt x="2824424" y="3012293"/>
                  </a:lnTo>
                  <a:lnTo>
                    <a:pt x="2823774" y="3012293"/>
                  </a:lnTo>
                  <a:lnTo>
                    <a:pt x="2823124" y="3012293"/>
                  </a:lnTo>
                  <a:lnTo>
                    <a:pt x="2822474" y="3012293"/>
                  </a:lnTo>
                  <a:lnTo>
                    <a:pt x="2821824" y="3012293"/>
                  </a:lnTo>
                  <a:lnTo>
                    <a:pt x="2821174" y="3012293"/>
                  </a:lnTo>
                  <a:lnTo>
                    <a:pt x="2820524" y="3012293"/>
                  </a:lnTo>
                  <a:lnTo>
                    <a:pt x="2819874" y="3012293"/>
                  </a:lnTo>
                  <a:lnTo>
                    <a:pt x="2819224" y="3012293"/>
                  </a:lnTo>
                  <a:lnTo>
                    <a:pt x="2818574" y="3012293"/>
                  </a:lnTo>
                  <a:lnTo>
                    <a:pt x="2817924" y="3012293"/>
                  </a:lnTo>
                  <a:lnTo>
                    <a:pt x="2817274" y="3012293"/>
                  </a:lnTo>
                  <a:lnTo>
                    <a:pt x="2816624" y="3012293"/>
                  </a:lnTo>
                  <a:lnTo>
                    <a:pt x="2815974" y="3012293"/>
                  </a:lnTo>
                  <a:lnTo>
                    <a:pt x="2815324" y="3012293"/>
                  </a:lnTo>
                  <a:lnTo>
                    <a:pt x="2814674" y="3012293"/>
                  </a:lnTo>
                  <a:lnTo>
                    <a:pt x="2814025" y="3012293"/>
                  </a:lnTo>
                  <a:lnTo>
                    <a:pt x="2813375" y="3012293"/>
                  </a:lnTo>
                  <a:lnTo>
                    <a:pt x="2812725" y="3012293"/>
                  </a:lnTo>
                  <a:lnTo>
                    <a:pt x="2812075" y="3012293"/>
                  </a:lnTo>
                  <a:lnTo>
                    <a:pt x="2811425" y="3012293"/>
                  </a:lnTo>
                  <a:lnTo>
                    <a:pt x="2810775" y="3012293"/>
                  </a:lnTo>
                  <a:lnTo>
                    <a:pt x="2810125" y="3012293"/>
                  </a:lnTo>
                  <a:lnTo>
                    <a:pt x="2809475" y="3012293"/>
                  </a:lnTo>
                  <a:lnTo>
                    <a:pt x="2808825" y="3012293"/>
                  </a:lnTo>
                  <a:lnTo>
                    <a:pt x="2808175" y="3012293"/>
                  </a:lnTo>
                  <a:lnTo>
                    <a:pt x="2807525" y="3012293"/>
                  </a:lnTo>
                  <a:lnTo>
                    <a:pt x="2806875" y="3012293"/>
                  </a:lnTo>
                  <a:lnTo>
                    <a:pt x="2806225" y="3012293"/>
                  </a:lnTo>
                  <a:lnTo>
                    <a:pt x="2805575" y="3012293"/>
                  </a:lnTo>
                  <a:lnTo>
                    <a:pt x="2804925" y="3012293"/>
                  </a:lnTo>
                  <a:lnTo>
                    <a:pt x="2804276" y="3012293"/>
                  </a:lnTo>
                  <a:lnTo>
                    <a:pt x="2803626" y="3012293"/>
                  </a:lnTo>
                  <a:lnTo>
                    <a:pt x="2802976" y="3012293"/>
                  </a:lnTo>
                  <a:lnTo>
                    <a:pt x="2802326" y="3012293"/>
                  </a:lnTo>
                  <a:lnTo>
                    <a:pt x="2801676" y="3012293"/>
                  </a:lnTo>
                  <a:lnTo>
                    <a:pt x="2801026" y="3012293"/>
                  </a:lnTo>
                  <a:lnTo>
                    <a:pt x="2800376" y="3012293"/>
                  </a:lnTo>
                  <a:lnTo>
                    <a:pt x="2799726" y="3012293"/>
                  </a:lnTo>
                  <a:lnTo>
                    <a:pt x="2799076" y="3012293"/>
                  </a:lnTo>
                  <a:lnTo>
                    <a:pt x="2798426" y="3012293"/>
                  </a:lnTo>
                  <a:lnTo>
                    <a:pt x="2797776" y="3012293"/>
                  </a:lnTo>
                  <a:lnTo>
                    <a:pt x="2797126" y="3012293"/>
                  </a:lnTo>
                  <a:lnTo>
                    <a:pt x="2796476" y="3012293"/>
                  </a:lnTo>
                  <a:lnTo>
                    <a:pt x="2795826" y="3012293"/>
                  </a:lnTo>
                  <a:lnTo>
                    <a:pt x="2795176" y="3012293"/>
                  </a:lnTo>
                  <a:lnTo>
                    <a:pt x="2794526" y="3012293"/>
                  </a:lnTo>
                  <a:lnTo>
                    <a:pt x="2793877" y="3012293"/>
                  </a:lnTo>
                  <a:lnTo>
                    <a:pt x="2793227" y="3012293"/>
                  </a:lnTo>
                  <a:lnTo>
                    <a:pt x="2792577" y="3012293"/>
                  </a:lnTo>
                  <a:lnTo>
                    <a:pt x="2791927" y="3012293"/>
                  </a:lnTo>
                  <a:lnTo>
                    <a:pt x="2791277" y="3012293"/>
                  </a:lnTo>
                  <a:lnTo>
                    <a:pt x="2790627" y="3012293"/>
                  </a:lnTo>
                  <a:lnTo>
                    <a:pt x="2789977" y="3012293"/>
                  </a:lnTo>
                  <a:lnTo>
                    <a:pt x="2789327" y="3012293"/>
                  </a:lnTo>
                  <a:lnTo>
                    <a:pt x="2788677" y="3012293"/>
                  </a:lnTo>
                  <a:lnTo>
                    <a:pt x="2788027" y="3012293"/>
                  </a:lnTo>
                  <a:lnTo>
                    <a:pt x="2787377" y="3012293"/>
                  </a:lnTo>
                  <a:lnTo>
                    <a:pt x="2786727" y="3012293"/>
                  </a:lnTo>
                  <a:lnTo>
                    <a:pt x="2786077" y="3012293"/>
                  </a:lnTo>
                  <a:lnTo>
                    <a:pt x="2785427" y="3012293"/>
                  </a:lnTo>
                  <a:lnTo>
                    <a:pt x="2784777" y="3012293"/>
                  </a:lnTo>
                  <a:lnTo>
                    <a:pt x="2784128" y="3012293"/>
                  </a:lnTo>
                  <a:lnTo>
                    <a:pt x="2783478" y="3012293"/>
                  </a:lnTo>
                  <a:lnTo>
                    <a:pt x="2782828" y="3012293"/>
                  </a:lnTo>
                  <a:lnTo>
                    <a:pt x="2782178" y="3012293"/>
                  </a:lnTo>
                  <a:lnTo>
                    <a:pt x="2781528" y="3012293"/>
                  </a:lnTo>
                  <a:lnTo>
                    <a:pt x="2780878" y="3012293"/>
                  </a:lnTo>
                  <a:lnTo>
                    <a:pt x="2780228" y="3012293"/>
                  </a:lnTo>
                  <a:lnTo>
                    <a:pt x="2779578" y="3012293"/>
                  </a:lnTo>
                  <a:lnTo>
                    <a:pt x="2778928" y="3012293"/>
                  </a:lnTo>
                  <a:lnTo>
                    <a:pt x="2778278" y="3012293"/>
                  </a:lnTo>
                  <a:lnTo>
                    <a:pt x="2777628" y="3012293"/>
                  </a:lnTo>
                  <a:lnTo>
                    <a:pt x="2776978" y="3012293"/>
                  </a:lnTo>
                  <a:lnTo>
                    <a:pt x="2776328" y="3012293"/>
                  </a:lnTo>
                  <a:lnTo>
                    <a:pt x="2775678" y="3012293"/>
                  </a:lnTo>
                  <a:lnTo>
                    <a:pt x="2775028" y="3012293"/>
                  </a:lnTo>
                  <a:lnTo>
                    <a:pt x="2774378" y="3012293"/>
                  </a:lnTo>
                  <a:lnTo>
                    <a:pt x="2773729" y="3012293"/>
                  </a:lnTo>
                  <a:lnTo>
                    <a:pt x="2773079" y="3012293"/>
                  </a:lnTo>
                  <a:lnTo>
                    <a:pt x="2772429" y="3012293"/>
                  </a:lnTo>
                  <a:lnTo>
                    <a:pt x="2771779" y="3012293"/>
                  </a:lnTo>
                  <a:lnTo>
                    <a:pt x="2771129" y="3012293"/>
                  </a:lnTo>
                  <a:lnTo>
                    <a:pt x="2770479" y="3012293"/>
                  </a:lnTo>
                  <a:lnTo>
                    <a:pt x="2769829" y="3012293"/>
                  </a:lnTo>
                  <a:lnTo>
                    <a:pt x="2769179" y="3012293"/>
                  </a:lnTo>
                  <a:lnTo>
                    <a:pt x="2768529" y="3012293"/>
                  </a:lnTo>
                  <a:lnTo>
                    <a:pt x="2767879" y="3012293"/>
                  </a:lnTo>
                  <a:lnTo>
                    <a:pt x="2767229" y="3012293"/>
                  </a:lnTo>
                  <a:lnTo>
                    <a:pt x="2766579" y="3012293"/>
                  </a:lnTo>
                  <a:lnTo>
                    <a:pt x="2765929" y="3012293"/>
                  </a:lnTo>
                  <a:lnTo>
                    <a:pt x="2765279" y="3012293"/>
                  </a:lnTo>
                  <a:lnTo>
                    <a:pt x="2764629" y="3012293"/>
                  </a:lnTo>
                  <a:lnTo>
                    <a:pt x="2763980" y="3012293"/>
                  </a:lnTo>
                  <a:lnTo>
                    <a:pt x="2763330" y="3012293"/>
                  </a:lnTo>
                  <a:lnTo>
                    <a:pt x="2762680" y="3012293"/>
                  </a:lnTo>
                  <a:lnTo>
                    <a:pt x="2762030" y="3012293"/>
                  </a:lnTo>
                  <a:lnTo>
                    <a:pt x="2761380" y="3012293"/>
                  </a:lnTo>
                  <a:lnTo>
                    <a:pt x="2760730" y="3012293"/>
                  </a:lnTo>
                  <a:lnTo>
                    <a:pt x="2760080" y="3012293"/>
                  </a:lnTo>
                  <a:lnTo>
                    <a:pt x="2759430" y="3012293"/>
                  </a:lnTo>
                  <a:lnTo>
                    <a:pt x="2758780" y="3012293"/>
                  </a:lnTo>
                  <a:lnTo>
                    <a:pt x="2758130" y="3012293"/>
                  </a:lnTo>
                  <a:lnTo>
                    <a:pt x="2757480" y="3012293"/>
                  </a:lnTo>
                  <a:lnTo>
                    <a:pt x="2756830" y="3012293"/>
                  </a:lnTo>
                  <a:lnTo>
                    <a:pt x="2756180" y="3012293"/>
                  </a:lnTo>
                  <a:lnTo>
                    <a:pt x="2755530" y="3012293"/>
                  </a:lnTo>
                  <a:lnTo>
                    <a:pt x="2754880" y="3012293"/>
                  </a:lnTo>
                  <a:lnTo>
                    <a:pt x="2754230" y="3012293"/>
                  </a:lnTo>
                  <a:lnTo>
                    <a:pt x="2753581" y="3012293"/>
                  </a:lnTo>
                  <a:lnTo>
                    <a:pt x="2752931" y="3012293"/>
                  </a:lnTo>
                  <a:lnTo>
                    <a:pt x="2752281" y="3012293"/>
                  </a:lnTo>
                  <a:lnTo>
                    <a:pt x="2751631" y="3012293"/>
                  </a:lnTo>
                  <a:lnTo>
                    <a:pt x="2750981" y="3012293"/>
                  </a:lnTo>
                  <a:lnTo>
                    <a:pt x="2750331" y="3012293"/>
                  </a:lnTo>
                  <a:lnTo>
                    <a:pt x="2749681" y="3012293"/>
                  </a:lnTo>
                  <a:lnTo>
                    <a:pt x="2749031" y="3012293"/>
                  </a:lnTo>
                  <a:lnTo>
                    <a:pt x="2748381" y="3012293"/>
                  </a:lnTo>
                  <a:lnTo>
                    <a:pt x="2747731" y="3012293"/>
                  </a:lnTo>
                  <a:lnTo>
                    <a:pt x="2747081" y="3012293"/>
                  </a:lnTo>
                  <a:lnTo>
                    <a:pt x="2746431" y="3012293"/>
                  </a:lnTo>
                  <a:lnTo>
                    <a:pt x="2745781" y="3012293"/>
                  </a:lnTo>
                  <a:lnTo>
                    <a:pt x="2745131" y="3012293"/>
                  </a:lnTo>
                  <a:lnTo>
                    <a:pt x="2744481" y="3012293"/>
                  </a:lnTo>
                  <a:lnTo>
                    <a:pt x="2743832" y="3012293"/>
                  </a:lnTo>
                  <a:lnTo>
                    <a:pt x="2743182" y="3012293"/>
                  </a:lnTo>
                  <a:lnTo>
                    <a:pt x="2742532" y="3012293"/>
                  </a:lnTo>
                  <a:lnTo>
                    <a:pt x="2741882" y="3012293"/>
                  </a:lnTo>
                  <a:lnTo>
                    <a:pt x="2741232" y="3012293"/>
                  </a:lnTo>
                  <a:lnTo>
                    <a:pt x="2740582" y="3012293"/>
                  </a:lnTo>
                  <a:lnTo>
                    <a:pt x="2739932" y="3012293"/>
                  </a:lnTo>
                  <a:lnTo>
                    <a:pt x="2739282" y="3012293"/>
                  </a:lnTo>
                  <a:lnTo>
                    <a:pt x="2738632" y="3012293"/>
                  </a:lnTo>
                  <a:lnTo>
                    <a:pt x="2737982" y="3012293"/>
                  </a:lnTo>
                  <a:lnTo>
                    <a:pt x="2737332" y="3012293"/>
                  </a:lnTo>
                  <a:lnTo>
                    <a:pt x="2736682" y="3012293"/>
                  </a:lnTo>
                  <a:lnTo>
                    <a:pt x="2736032" y="3012293"/>
                  </a:lnTo>
                  <a:lnTo>
                    <a:pt x="2735382" y="3012293"/>
                  </a:lnTo>
                  <a:lnTo>
                    <a:pt x="2734732" y="3012293"/>
                  </a:lnTo>
                  <a:lnTo>
                    <a:pt x="2734082" y="3012293"/>
                  </a:lnTo>
                  <a:lnTo>
                    <a:pt x="2733433" y="3012293"/>
                  </a:lnTo>
                  <a:lnTo>
                    <a:pt x="2732783" y="3012293"/>
                  </a:lnTo>
                  <a:lnTo>
                    <a:pt x="2732133" y="3012293"/>
                  </a:lnTo>
                  <a:lnTo>
                    <a:pt x="2731483" y="3012293"/>
                  </a:lnTo>
                  <a:lnTo>
                    <a:pt x="2730833" y="3012293"/>
                  </a:lnTo>
                  <a:lnTo>
                    <a:pt x="2730183" y="3012293"/>
                  </a:lnTo>
                  <a:lnTo>
                    <a:pt x="2729533" y="3012293"/>
                  </a:lnTo>
                  <a:lnTo>
                    <a:pt x="2728883" y="3012293"/>
                  </a:lnTo>
                  <a:lnTo>
                    <a:pt x="2728233" y="3012293"/>
                  </a:lnTo>
                  <a:lnTo>
                    <a:pt x="2727583" y="3012293"/>
                  </a:lnTo>
                  <a:lnTo>
                    <a:pt x="2726933" y="3012293"/>
                  </a:lnTo>
                  <a:lnTo>
                    <a:pt x="2726283" y="3012293"/>
                  </a:lnTo>
                  <a:lnTo>
                    <a:pt x="2725633" y="3012293"/>
                  </a:lnTo>
                  <a:lnTo>
                    <a:pt x="2724983" y="3012293"/>
                  </a:lnTo>
                  <a:lnTo>
                    <a:pt x="2724333" y="3012293"/>
                  </a:lnTo>
                  <a:lnTo>
                    <a:pt x="2723684" y="3012293"/>
                  </a:lnTo>
                  <a:lnTo>
                    <a:pt x="2723034" y="3012293"/>
                  </a:lnTo>
                  <a:lnTo>
                    <a:pt x="2722384" y="3012293"/>
                  </a:lnTo>
                  <a:lnTo>
                    <a:pt x="2721734" y="3012293"/>
                  </a:lnTo>
                  <a:lnTo>
                    <a:pt x="2721084" y="3012293"/>
                  </a:lnTo>
                  <a:lnTo>
                    <a:pt x="2720434" y="3012293"/>
                  </a:lnTo>
                  <a:lnTo>
                    <a:pt x="2719784" y="3012293"/>
                  </a:lnTo>
                  <a:lnTo>
                    <a:pt x="2719134" y="3012293"/>
                  </a:lnTo>
                  <a:lnTo>
                    <a:pt x="2718484" y="3012293"/>
                  </a:lnTo>
                  <a:lnTo>
                    <a:pt x="2717834" y="3012293"/>
                  </a:lnTo>
                  <a:lnTo>
                    <a:pt x="2717184" y="3012293"/>
                  </a:lnTo>
                  <a:lnTo>
                    <a:pt x="2716534" y="3012293"/>
                  </a:lnTo>
                  <a:lnTo>
                    <a:pt x="2715884" y="3012293"/>
                  </a:lnTo>
                  <a:lnTo>
                    <a:pt x="2715234" y="3012293"/>
                  </a:lnTo>
                  <a:lnTo>
                    <a:pt x="2714584" y="3012293"/>
                  </a:lnTo>
                  <a:lnTo>
                    <a:pt x="2713934" y="3012293"/>
                  </a:lnTo>
                  <a:lnTo>
                    <a:pt x="2713285" y="3012293"/>
                  </a:lnTo>
                  <a:lnTo>
                    <a:pt x="2712635" y="3012293"/>
                  </a:lnTo>
                  <a:lnTo>
                    <a:pt x="2711985" y="3012293"/>
                  </a:lnTo>
                  <a:lnTo>
                    <a:pt x="2711335" y="3012293"/>
                  </a:lnTo>
                  <a:lnTo>
                    <a:pt x="2710685" y="3012293"/>
                  </a:lnTo>
                  <a:lnTo>
                    <a:pt x="2710035" y="3012293"/>
                  </a:lnTo>
                  <a:lnTo>
                    <a:pt x="2709385" y="3012293"/>
                  </a:lnTo>
                  <a:lnTo>
                    <a:pt x="2708735" y="3012293"/>
                  </a:lnTo>
                  <a:lnTo>
                    <a:pt x="2708085" y="3012293"/>
                  </a:lnTo>
                  <a:lnTo>
                    <a:pt x="2707435" y="3012293"/>
                  </a:lnTo>
                  <a:lnTo>
                    <a:pt x="2706785" y="3012293"/>
                  </a:lnTo>
                  <a:lnTo>
                    <a:pt x="2706135" y="3012293"/>
                  </a:lnTo>
                  <a:lnTo>
                    <a:pt x="2705485" y="3012293"/>
                  </a:lnTo>
                  <a:lnTo>
                    <a:pt x="2704835" y="3012293"/>
                  </a:lnTo>
                  <a:lnTo>
                    <a:pt x="2704185" y="3012293"/>
                  </a:lnTo>
                  <a:lnTo>
                    <a:pt x="2703536" y="3012293"/>
                  </a:lnTo>
                  <a:lnTo>
                    <a:pt x="2702886" y="3012293"/>
                  </a:lnTo>
                  <a:lnTo>
                    <a:pt x="2702236" y="3012293"/>
                  </a:lnTo>
                  <a:lnTo>
                    <a:pt x="2701586" y="3012293"/>
                  </a:lnTo>
                  <a:lnTo>
                    <a:pt x="2700936" y="3012293"/>
                  </a:lnTo>
                  <a:lnTo>
                    <a:pt x="2700286" y="3012293"/>
                  </a:lnTo>
                  <a:lnTo>
                    <a:pt x="2699636" y="3012293"/>
                  </a:lnTo>
                  <a:lnTo>
                    <a:pt x="2698986" y="3012293"/>
                  </a:lnTo>
                  <a:lnTo>
                    <a:pt x="2698336" y="3012293"/>
                  </a:lnTo>
                  <a:lnTo>
                    <a:pt x="2697686" y="3012293"/>
                  </a:lnTo>
                  <a:lnTo>
                    <a:pt x="2697036" y="3012293"/>
                  </a:lnTo>
                  <a:lnTo>
                    <a:pt x="2696386" y="3012293"/>
                  </a:lnTo>
                  <a:lnTo>
                    <a:pt x="2695736" y="3012293"/>
                  </a:lnTo>
                  <a:lnTo>
                    <a:pt x="2695086" y="3012293"/>
                  </a:lnTo>
                  <a:lnTo>
                    <a:pt x="2694436" y="3012293"/>
                  </a:lnTo>
                  <a:lnTo>
                    <a:pt x="2693787" y="3012293"/>
                  </a:lnTo>
                  <a:lnTo>
                    <a:pt x="2693137" y="3012293"/>
                  </a:lnTo>
                  <a:lnTo>
                    <a:pt x="2692487" y="3012293"/>
                  </a:lnTo>
                  <a:lnTo>
                    <a:pt x="2691837" y="3012293"/>
                  </a:lnTo>
                  <a:lnTo>
                    <a:pt x="2691187" y="3012293"/>
                  </a:lnTo>
                  <a:lnTo>
                    <a:pt x="2690537" y="3012293"/>
                  </a:lnTo>
                  <a:lnTo>
                    <a:pt x="2689887" y="3012293"/>
                  </a:lnTo>
                  <a:lnTo>
                    <a:pt x="2689237" y="3012293"/>
                  </a:lnTo>
                  <a:lnTo>
                    <a:pt x="2688587" y="3012293"/>
                  </a:lnTo>
                  <a:lnTo>
                    <a:pt x="2687937" y="3012293"/>
                  </a:lnTo>
                  <a:lnTo>
                    <a:pt x="2687287" y="3012293"/>
                  </a:lnTo>
                  <a:lnTo>
                    <a:pt x="2686637" y="3012293"/>
                  </a:lnTo>
                  <a:lnTo>
                    <a:pt x="2685987" y="3012293"/>
                  </a:lnTo>
                  <a:lnTo>
                    <a:pt x="2685337" y="3012293"/>
                  </a:lnTo>
                  <a:lnTo>
                    <a:pt x="2684687" y="3012293"/>
                  </a:lnTo>
                  <a:lnTo>
                    <a:pt x="2684037" y="3012293"/>
                  </a:lnTo>
                  <a:lnTo>
                    <a:pt x="2683388" y="3012293"/>
                  </a:lnTo>
                  <a:lnTo>
                    <a:pt x="2682738" y="3012293"/>
                  </a:lnTo>
                  <a:lnTo>
                    <a:pt x="2682088" y="3012293"/>
                  </a:lnTo>
                  <a:lnTo>
                    <a:pt x="2681438" y="3012293"/>
                  </a:lnTo>
                  <a:lnTo>
                    <a:pt x="2680788" y="3012293"/>
                  </a:lnTo>
                  <a:lnTo>
                    <a:pt x="2680138" y="3012293"/>
                  </a:lnTo>
                  <a:lnTo>
                    <a:pt x="2679488" y="3012293"/>
                  </a:lnTo>
                  <a:lnTo>
                    <a:pt x="2678838" y="3012293"/>
                  </a:lnTo>
                  <a:lnTo>
                    <a:pt x="2678188" y="3012293"/>
                  </a:lnTo>
                  <a:lnTo>
                    <a:pt x="2677538" y="3012293"/>
                  </a:lnTo>
                  <a:lnTo>
                    <a:pt x="2676888" y="3012293"/>
                  </a:lnTo>
                  <a:lnTo>
                    <a:pt x="2676238" y="3012293"/>
                  </a:lnTo>
                  <a:lnTo>
                    <a:pt x="2675588" y="3012293"/>
                  </a:lnTo>
                  <a:lnTo>
                    <a:pt x="2674938" y="3012293"/>
                  </a:lnTo>
                  <a:lnTo>
                    <a:pt x="2674288" y="3012293"/>
                  </a:lnTo>
                  <a:lnTo>
                    <a:pt x="2673639" y="3012293"/>
                  </a:lnTo>
                  <a:lnTo>
                    <a:pt x="2672989" y="3012293"/>
                  </a:lnTo>
                  <a:lnTo>
                    <a:pt x="2672339" y="3012293"/>
                  </a:lnTo>
                  <a:lnTo>
                    <a:pt x="2671689" y="3012293"/>
                  </a:lnTo>
                  <a:lnTo>
                    <a:pt x="2671039" y="3012293"/>
                  </a:lnTo>
                  <a:lnTo>
                    <a:pt x="2670389" y="3012293"/>
                  </a:lnTo>
                  <a:lnTo>
                    <a:pt x="2669739" y="3012293"/>
                  </a:lnTo>
                  <a:lnTo>
                    <a:pt x="2669089" y="3012293"/>
                  </a:lnTo>
                  <a:lnTo>
                    <a:pt x="2668439" y="3012293"/>
                  </a:lnTo>
                  <a:lnTo>
                    <a:pt x="2667789" y="3012293"/>
                  </a:lnTo>
                  <a:lnTo>
                    <a:pt x="2667139" y="3012293"/>
                  </a:lnTo>
                  <a:lnTo>
                    <a:pt x="2666489" y="3012293"/>
                  </a:lnTo>
                  <a:lnTo>
                    <a:pt x="2665839" y="3012293"/>
                  </a:lnTo>
                  <a:lnTo>
                    <a:pt x="2665189" y="3012293"/>
                  </a:lnTo>
                  <a:lnTo>
                    <a:pt x="2664539" y="3012293"/>
                  </a:lnTo>
                  <a:lnTo>
                    <a:pt x="2663889" y="3012293"/>
                  </a:lnTo>
                  <a:lnTo>
                    <a:pt x="2663240" y="3012293"/>
                  </a:lnTo>
                  <a:lnTo>
                    <a:pt x="2662590" y="3012293"/>
                  </a:lnTo>
                  <a:lnTo>
                    <a:pt x="2661940" y="3012293"/>
                  </a:lnTo>
                  <a:lnTo>
                    <a:pt x="2661290" y="3012293"/>
                  </a:lnTo>
                  <a:lnTo>
                    <a:pt x="2660640" y="3012293"/>
                  </a:lnTo>
                  <a:lnTo>
                    <a:pt x="2659990" y="3012293"/>
                  </a:lnTo>
                  <a:lnTo>
                    <a:pt x="2659340" y="3012293"/>
                  </a:lnTo>
                  <a:lnTo>
                    <a:pt x="2658690" y="3012293"/>
                  </a:lnTo>
                  <a:lnTo>
                    <a:pt x="2658040" y="3012293"/>
                  </a:lnTo>
                  <a:lnTo>
                    <a:pt x="2657390" y="3012293"/>
                  </a:lnTo>
                  <a:lnTo>
                    <a:pt x="2656740" y="3012293"/>
                  </a:lnTo>
                  <a:lnTo>
                    <a:pt x="2656090" y="3012293"/>
                  </a:lnTo>
                  <a:lnTo>
                    <a:pt x="2655440" y="3012293"/>
                  </a:lnTo>
                  <a:lnTo>
                    <a:pt x="2654790" y="3012293"/>
                  </a:lnTo>
                  <a:lnTo>
                    <a:pt x="2654140" y="3012293"/>
                  </a:lnTo>
                  <a:lnTo>
                    <a:pt x="2653491" y="3012293"/>
                  </a:lnTo>
                  <a:lnTo>
                    <a:pt x="2652841" y="3012293"/>
                  </a:lnTo>
                  <a:lnTo>
                    <a:pt x="2652191" y="3012293"/>
                  </a:lnTo>
                  <a:lnTo>
                    <a:pt x="2651541" y="3012293"/>
                  </a:lnTo>
                  <a:lnTo>
                    <a:pt x="2650891" y="3012293"/>
                  </a:lnTo>
                  <a:lnTo>
                    <a:pt x="2650241" y="3012293"/>
                  </a:lnTo>
                  <a:lnTo>
                    <a:pt x="2649591" y="3012293"/>
                  </a:lnTo>
                  <a:lnTo>
                    <a:pt x="2648941" y="3012293"/>
                  </a:lnTo>
                  <a:lnTo>
                    <a:pt x="2648291" y="3012293"/>
                  </a:lnTo>
                  <a:lnTo>
                    <a:pt x="2647641" y="3012293"/>
                  </a:lnTo>
                  <a:lnTo>
                    <a:pt x="2646991" y="3012293"/>
                  </a:lnTo>
                  <a:lnTo>
                    <a:pt x="2646341" y="3012293"/>
                  </a:lnTo>
                  <a:lnTo>
                    <a:pt x="2645691" y="3012293"/>
                  </a:lnTo>
                  <a:lnTo>
                    <a:pt x="2645041" y="3012293"/>
                  </a:lnTo>
                  <a:lnTo>
                    <a:pt x="2644391" y="3012293"/>
                  </a:lnTo>
                  <a:lnTo>
                    <a:pt x="2643741" y="3012293"/>
                  </a:lnTo>
                  <a:lnTo>
                    <a:pt x="2643092" y="3012293"/>
                  </a:lnTo>
                  <a:lnTo>
                    <a:pt x="2642442" y="3012293"/>
                  </a:lnTo>
                  <a:lnTo>
                    <a:pt x="2641792" y="3012293"/>
                  </a:lnTo>
                  <a:lnTo>
                    <a:pt x="2641142" y="3012293"/>
                  </a:lnTo>
                  <a:lnTo>
                    <a:pt x="2640492" y="3012293"/>
                  </a:lnTo>
                  <a:lnTo>
                    <a:pt x="2639842" y="3012293"/>
                  </a:lnTo>
                  <a:lnTo>
                    <a:pt x="2639192" y="3012293"/>
                  </a:lnTo>
                  <a:lnTo>
                    <a:pt x="2638542" y="3012293"/>
                  </a:lnTo>
                  <a:lnTo>
                    <a:pt x="2637892" y="3012293"/>
                  </a:lnTo>
                  <a:lnTo>
                    <a:pt x="2637242" y="3012293"/>
                  </a:lnTo>
                  <a:lnTo>
                    <a:pt x="2636592" y="3012293"/>
                  </a:lnTo>
                  <a:lnTo>
                    <a:pt x="2635942" y="3012293"/>
                  </a:lnTo>
                  <a:lnTo>
                    <a:pt x="2635292" y="3012293"/>
                  </a:lnTo>
                  <a:lnTo>
                    <a:pt x="2634642" y="3012293"/>
                  </a:lnTo>
                  <a:lnTo>
                    <a:pt x="2633992" y="3012293"/>
                  </a:lnTo>
                  <a:lnTo>
                    <a:pt x="2633343" y="3012293"/>
                  </a:lnTo>
                  <a:lnTo>
                    <a:pt x="2632693" y="3012293"/>
                  </a:lnTo>
                  <a:lnTo>
                    <a:pt x="2632043" y="3012293"/>
                  </a:lnTo>
                  <a:lnTo>
                    <a:pt x="2631393" y="3012293"/>
                  </a:lnTo>
                  <a:lnTo>
                    <a:pt x="2630743" y="3012293"/>
                  </a:lnTo>
                  <a:lnTo>
                    <a:pt x="2630093" y="3012293"/>
                  </a:lnTo>
                  <a:lnTo>
                    <a:pt x="2629443" y="3012293"/>
                  </a:lnTo>
                  <a:lnTo>
                    <a:pt x="2628793" y="3012293"/>
                  </a:lnTo>
                  <a:lnTo>
                    <a:pt x="2628143" y="3012293"/>
                  </a:lnTo>
                  <a:lnTo>
                    <a:pt x="2627493" y="3012293"/>
                  </a:lnTo>
                  <a:lnTo>
                    <a:pt x="2626843" y="3012293"/>
                  </a:lnTo>
                  <a:lnTo>
                    <a:pt x="2626193" y="3012293"/>
                  </a:lnTo>
                  <a:lnTo>
                    <a:pt x="2625543" y="3012293"/>
                  </a:lnTo>
                  <a:lnTo>
                    <a:pt x="2624893" y="3012293"/>
                  </a:lnTo>
                  <a:lnTo>
                    <a:pt x="2624243" y="3012293"/>
                  </a:lnTo>
                  <a:lnTo>
                    <a:pt x="2623593" y="3012293"/>
                  </a:lnTo>
                  <a:lnTo>
                    <a:pt x="2622944" y="3012293"/>
                  </a:lnTo>
                  <a:lnTo>
                    <a:pt x="2622294" y="3012293"/>
                  </a:lnTo>
                  <a:lnTo>
                    <a:pt x="2621644" y="3012293"/>
                  </a:lnTo>
                  <a:lnTo>
                    <a:pt x="2620994" y="3012293"/>
                  </a:lnTo>
                  <a:lnTo>
                    <a:pt x="2620344" y="3012293"/>
                  </a:lnTo>
                  <a:lnTo>
                    <a:pt x="2619694" y="3012293"/>
                  </a:lnTo>
                  <a:lnTo>
                    <a:pt x="2619044" y="3012293"/>
                  </a:lnTo>
                  <a:lnTo>
                    <a:pt x="2618394" y="3012293"/>
                  </a:lnTo>
                  <a:lnTo>
                    <a:pt x="2617744" y="3012293"/>
                  </a:lnTo>
                  <a:lnTo>
                    <a:pt x="2617094" y="3012293"/>
                  </a:lnTo>
                  <a:lnTo>
                    <a:pt x="2616444" y="3012293"/>
                  </a:lnTo>
                  <a:lnTo>
                    <a:pt x="2615794" y="3012293"/>
                  </a:lnTo>
                  <a:lnTo>
                    <a:pt x="2615144" y="3012293"/>
                  </a:lnTo>
                  <a:lnTo>
                    <a:pt x="2614494" y="3012293"/>
                  </a:lnTo>
                  <a:lnTo>
                    <a:pt x="2613844" y="3012293"/>
                  </a:lnTo>
                  <a:lnTo>
                    <a:pt x="2613195" y="3012293"/>
                  </a:lnTo>
                  <a:lnTo>
                    <a:pt x="2612545" y="3012293"/>
                  </a:lnTo>
                  <a:lnTo>
                    <a:pt x="2611895" y="3012293"/>
                  </a:lnTo>
                  <a:lnTo>
                    <a:pt x="2611245" y="3012293"/>
                  </a:lnTo>
                  <a:lnTo>
                    <a:pt x="2610595" y="3012293"/>
                  </a:lnTo>
                  <a:lnTo>
                    <a:pt x="2609945" y="3012293"/>
                  </a:lnTo>
                  <a:lnTo>
                    <a:pt x="2609295" y="3012293"/>
                  </a:lnTo>
                  <a:lnTo>
                    <a:pt x="2608645" y="3012293"/>
                  </a:lnTo>
                  <a:lnTo>
                    <a:pt x="2607995" y="3012293"/>
                  </a:lnTo>
                  <a:lnTo>
                    <a:pt x="2607345" y="3012293"/>
                  </a:lnTo>
                  <a:lnTo>
                    <a:pt x="2606695" y="3012293"/>
                  </a:lnTo>
                  <a:lnTo>
                    <a:pt x="2606045" y="3012293"/>
                  </a:lnTo>
                  <a:lnTo>
                    <a:pt x="2605395" y="3012293"/>
                  </a:lnTo>
                  <a:lnTo>
                    <a:pt x="2604745" y="3012293"/>
                  </a:lnTo>
                  <a:lnTo>
                    <a:pt x="2604095" y="3012293"/>
                  </a:lnTo>
                  <a:lnTo>
                    <a:pt x="2603445" y="3012293"/>
                  </a:lnTo>
                  <a:lnTo>
                    <a:pt x="2602796" y="3012293"/>
                  </a:lnTo>
                  <a:lnTo>
                    <a:pt x="2602146" y="3012293"/>
                  </a:lnTo>
                  <a:lnTo>
                    <a:pt x="2601496" y="3012293"/>
                  </a:lnTo>
                  <a:lnTo>
                    <a:pt x="2600846" y="3012293"/>
                  </a:lnTo>
                  <a:lnTo>
                    <a:pt x="2600196" y="3012293"/>
                  </a:lnTo>
                  <a:lnTo>
                    <a:pt x="2599546" y="3012293"/>
                  </a:lnTo>
                  <a:lnTo>
                    <a:pt x="2598896" y="3012293"/>
                  </a:lnTo>
                  <a:lnTo>
                    <a:pt x="2598246" y="3012293"/>
                  </a:lnTo>
                  <a:lnTo>
                    <a:pt x="2597596" y="3012293"/>
                  </a:lnTo>
                  <a:lnTo>
                    <a:pt x="2596946" y="3012293"/>
                  </a:lnTo>
                  <a:lnTo>
                    <a:pt x="2596296" y="3012293"/>
                  </a:lnTo>
                  <a:lnTo>
                    <a:pt x="2595646" y="3012293"/>
                  </a:lnTo>
                  <a:lnTo>
                    <a:pt x="2594996" y="3012293"/>
                  </a:lnTo>
                  <a:lnTo>
                    <a:pt x="2594346" y="3012293"/>
                  </a:lnTo>
                  <a:lnTo>
                    <a:pt x="2593696" y="3012293"/>
                  </a:lnTo>
                  <a:lnTo>
                    <a:pt x="2593047" y="3012293"/>
                  </a:lnTo>
                  <a:lnTo>
                    <a:pt x="2592397" y="3012293"/>
                  </a:lnTo>
                  <a:lnTo>
                    <a:pt x="2591747" y="3012293"/>
                  </a:lnTo>
                  <a:lnTo>
                    <a:pt x="2591097" y="3012293"/>
                  </a:lnTo>
                  <a:lnTo>
                    <a:pt x="2590447" y="3012293"/>
                  </a:lnTo>
                  <a:lnTo>
                    <a:pt x="2589797" y="3012293"/>
                  </a:lnTo>
                  <a:lnTo>
                    <a:pt x="2589147" y="3012293"/>
                  </a:lnTo>
                  <a:lnTo>
                    <a:pt x="2588497" y="3012293"/>
                  </a:lnTo>
                  <a:lnTo>
                    <a:pt x="2587847" y="3012293"/>
                  </a:lnTo>
                  <a:lnTo>
                    <a:pt x="2587197" y="3012293"/>
                  </a:lnTo>
                  <a:lnTo>
                    <a:pt x="2586547" y="3012293"/>
                  </a:lnTo>
                  <a:lnTo>
                    <a:pt x="2585897" y="3012293"/>
                  </a:lnTo>
                  <a:lnTo>
                    <a:pt x="2585247" y="3012293"/>
                  </a:lnTo>
                  <a:lnTo>
                    <a:pt x="2584597" y="3012293"/>
                  </a:lnTo>
                  <a:lnTo>
                    <a:pt x="2583947" y="3012293"/>
                  </a:lnTo>
                  <a:lnTo>
                    <a:pt x="2583297" y="3012293"/>
                  </a:lnTo>
                  <a:lnTo>
                    <a:pt x="2582648" y="3012293"/>
                  </a:lnTo>
                  <a:lnTo>
                    <a:pt x="2581998" y="3012293"/>
                  </a:lnTo>
                  <a:lnTo>
                    <a:pt x="2581348" y="3012293"/>
                  </a:lnTo>
                  <a:lnTo>
                    <a:pt x="2580698" y="3012293"/>
                  </a:lnTo>
                  <a:lnTo>
                    <a:pt x="2580048" y="3012293"/>
                  </a:lnTo>
                  <a:lnTo>
                    <a:pt x="2579398" y="3012293"/>
                  </a:lnTo>
                  <a:lnTo>
                    <a:pt x="2578748" y="3012293"/>
                  </a:lnTo>
                  <a:lnTo>
                    <a:pt x="2578098" y="3012293"/>
                  </a:lnTo>
                  <a:lnTo>
                    <a:pt x="2577448" y="3012293"/>
                  </a:lnTo>
                  <a:lnTo>
                    <a:pt x="2576798" y="3012293"/>
                  </a:lnTo>
                  <a:lnTo>
                    <a:pt x="2576148" y="3012293"/>
                  </a:lnTo>
                  <a:lnTo>
                    <a:pt x="2575498" y="3012293"/>
                  </a:lnTo>
                  <a:lnTo>
                    <a:pt x="2574848" y="3012293"/>
                  </a:lnTo>
                  <a:lnTo>
                    <a:pt x="2574198" y="3012293"/>
                  </a:lnTo>
                  <a:lnTo>
                    <a:pt x="2573548" y="3012293"/>
                  </a:lnTo>
                  <a:lnTo>
                    <a:pt x="2572899" y="3012293"/>
                  </a:lnTo>
                  <a:lnTo>
                    <a:pt x="2572249" y="3012293"/>
                  </a:lnTo>
                  <a:lnTo>
                    <a:pt x="2571599" y="3012293"/>
                  </a:lnTo>
                  <a:lnTo>
                    <a:pt x="2570949" y="3012293"/>
                  </a:lnTo>
                  <a:lnTo>
                    <a:pt x="2570299" y="3012293"/>
                  </a:lnTo>
                  <a:lnTo>
                    <a:pt x="2569649" y="3012293"/>
                  </a:lnTo>
                  <a:lnTo>
                    <a:pt x="2568999" y="3012293"/>
                  </a:lnTo>
                  <a:lnTo>
                    <a:pt x="2568349" y="3012293"/>
                  </a:lnTo>
                  <a:lnTo>
                    <a:pt x="2567699" y="3012293"/>
                  </a:lnTo>
                  <a:lnTo>
                    <a:pt x="2567049" y="3012293"/>
                  </a:lnTo>
                  <a:lnTo>
                    <a:pt x="2566399" y="3012293"/>
                  </a:lnTo>
                  <a:lnTo>
                    <a:pt x="2565749" y="3012293"/>
                  </a:lnTo>
                  <a:lnTo>
                    <a:pt x="2565099" y="3012293"/>
                  </a:lnTo>
                  <a:lnTo>
                    <a:pt x="2564449" y="3012293"/>
                  </a:lnTo>
                  <a:lnTo>
                    <a:pt x="2563799" y="3012293"/>
                  </a:lnTo>
                  <a:lnTo>
                    <a:pt x="2563149" y="3012293"/>
                  </a:lnTo>
                  <a:lnTo>
                    <a:pt x="2562500" y="3012293"/>
                  </a:lnTo>
                  <a:lnTo>
                    <a:pt x="2561850" y="3012293"/>
                  </a:lnTo>
                  <a:lnTo>
                    <a:pt x="2561200" y="3012293"/>
                  </a:lnTo>
                  <a:lnTo>
                    <a:pt x="2560550" y="3012293"/>
                  </a:lnTo>
                  <a:lnTo>
                    <a:pt x="2559900" y="3012293"/>
                  </a:lnTo>
                  <a:lnTo>
                    <a:pt x="2559250" y="3012293"/>
                  </a:lnTo>
                  <a:lnTo>
                    <a:pt x="2558600" y="3012293"/>
                  </a:lnTo>
                  <a:lnTo>
                    <a:pt x="2557950" y="3012293"/>
                  </a:lnTo>
                  <a:lnTo>
                    <a:pt x="2557300" y="3012293"/>
                  </a:lnTo>
                  <a:lnTo>
                    <a:pt x="2556650" y="3012293"/>
                  </a:lnTo>
                  <a:lnTo>
                    <a:pt x="2556000" y="3012293"/>
                  </a:lnTo>
                  <a:lnTo>
                    <a:pt x="2555350" y="3012293"/>
                  </a:lnTo>
                  <a:lnTo>
                    <a:pt x="2554700" y="3012293"/>
                  </a:lnTo>
                  <a:lnTo>
                    <a:pt x="2554050" y="3012293"/>
                  </a:lnTo>
                  <a:lnTo>
                    <a:pt x="2553400" y="3012293"/>
                  </a:lnTo>
                  <a:lnTo>
                    <a:pt x="2552751" y="3012293"/>
                  </a:lnTo>
                  <a:lnTo>
                    <a:pt x="2552101" y="3012293"/>
                  </a:lnTo>
                  <a:lnTo>
                    <a:pt x="2551451" y="3012293"/>
                  </a:lnTo>
                  <a:lnTo>
                    <a:pt x="2550801" y="3012293"/>
                  </a:lnTo>
                  <a:lnTo>
                    <a:pt x="2550151" y="3012293"/>
                  </a:lnTo>
                  <a:lnTo>
                    <a:pt x="2549501" y="3012293"/>
                  </a:lnTo>
                  <a:lnTo>
                    <a:pt x="2548851" y="3012293"/>
                  </a:lnTo>
                  <a:lnTo>
                    <a:pt x="2548201" y="3012293"/>
                  </a:lnTo>
                  <a:lnTo>
                    <a:pt x="2547551" y="3012293"/>
                  </a:lnTo>
                  <a:lnTo>
                    <a:pt x="2546901" y="3012293"/>
                  </a:lnTo>
                  <a:lnTo>
                    <a:pt x="2546251" y="3012293"/>
                  </a:lnTo>
                  <a:lnTo>
                    <a:pt x="2545601" y="3012293"/>
                  </a:lnTo>
                  <a:lnTo>
                    <a:pt x="2544951" y="3012293"/>
                  </a:lnTo>
                  <a:lnTo>
                    <a:pt x="2544301" y="3012293"/>
                  </a:lnTo>
                  <a:lnTo>
                    <a:pt x="2543651" y="3012293"/>
                  </a:lnTo>
                  <a:lnTo>
                    <a:pt x="2543002" y="3012293"/>
                  </a:lnTo>
                  <a:lnTo>
                    <a:pt x="2542352" y="3012293"/>
                  </a:lnTo>
                  <a:lnTo>
                    <a:pt x="2541702" y="3012293"/>
                  </a:lnTo>
                  <a:lnTo>
                    <a:pt x="2541052" y="3012293"/>
                  </a:lnTo>
                  <a:lnTo>
                    <a:pt x="2540402" y="3012293"/>
                  </a:lnTo>
                  <a:lnTo>
                    <a:pt x="2539752" y="3012293"/>
                  </a:lnTo>
                  <a:lnTo>
                    <a:pt x="2539102" y="3012293"/>
                  </a:lnTo>
                  <a:lnTo>
                    <a:pt x="2538452" y="3012293"/>
                  </a:lnTo>
                  <a:lnTo>
                    <a:pt x="2537802" y="3012293"/>
                  </a:lnTo>
                  <a:lnTo>
                    <a:pt x="2537152" y="3012293"/>
                  </a:lnTo>
                  <a:lnTo>
                    <a:pt x="2536502" y="3012293"/>
                  </a:lnTo>
                  <a:lnTo>
                    <a:pt x="2535852" y="3012293"/>
                  </a:lnTo>
                  <a:lnTo>
                    <a:pt x="2535202" y="3012293"/>
                  </a:lnTo>
                  <a:lnTo>
                    <a:pt x="2534552" y="3012293"/>
                  </a:lnTo>
                  <a:lnTo>
                    <a:pt x="2533902" y="3012293"/>
                  </a:lnTo>
                  <a:lnTo>
                    <a:pt x="2533252" y="3012293"/>
                  </a:lnTo>
                  <a:lnTo>
                    <a:pt x="2532603" y="3012293"/>
                  </a:lnTo>
                  <a:lnTo>
                    <a:pt x="2531953" y="3012293"/>
                  </a:lnTo>
                  <a:lnTo>
                    <a:pt x="2531303" y="3012293"/>
                  </a:lnTo>
                  <a:lnTo>
                    <a:pt x="2530653" y="3012293"/>
                  </a:lnTo>
                  <a:lnTo>
                    <a:pt x="2530003" y="3012293"/>
                  </a:lnTo>
                  <a:lnTo>
                    <a:pt x="2529353" y="3012293"/>
                  </a:lnTo>
                  <a:lnTo>
                    <a:pt x="2528703" y="3012293"/>
                  </a:lnTo>
                  <a:lnTo>
                    <a:pt x="2528053" y="3012293"/>
                  </a:lnTo>
                  <a:lnTo>
                    <a:pt x="2527403" y="3012293"/>
                  </a:lnTo>
                  <a:lnTo>
                    <a:pt x="2526753" y="3012293"/>
                  </a:lnTo>
                  <a:lnTo>
                    <a:pt x="2526103" y="3012293"/>
                  </a:lnTo>
                  <a:lnTo>
                    <a:pt x="2525453" y="3012293"/>
                  </a:lnTo>
                  <a:lnTo>
                    <a:pt x="2524803" y="3012293"/>
                  </a:lnTo>
                  <a:lnTo>
                    <a:pt x="2524153" y="3012293"/>
                  </a:lnTo>
                  <a:lnTo>
                    <a:pt x="2523503" y="3012293"/>
                  </a:lnTo>
                  <a:lnTo>
                    <a:pt x="2522854" y="3012293"/>
                  </a:lnTo>
                  <a:lnTo>
                    <a:pt x="2522204" y="3012293"/>
                  </a:lnTo>
                  <a:lnTo>
                    <a:pt x="2521554" y="3012293"/>
                  </a:lnTo>
                  <a:lnTo>
                    <a:pt x="2520904" y="3012293"/>
                  </a:lnTo>
                  <a:lnTo>
                    <a:pt x="2520254" y="3012293"/>
                  </a:lnTo>
                  <a:lnTo>
                    <a:pt x="2519604" y="3012293"/>
                  </a:lnTo>
                  <a:lnTo>
                    <a:pt x="2518954" y="3012293"/>
                  </a:lnTo>
                  <a:lnTo>
                    <a:pt x="2518304" y="3012293"/>
                  </a:lnTo>
                  <a:lnTo>
                    <a:pt x="2517654" y="3012293"/>
                  </a:lnTo>
                  <a:lnTo>
                    <a:pt x="2517004" y="3012293"/>
                  </a:lnTo>
                  <a:lnTo>
                    <a:pt x="2516354" y="3012293"/>
                  </a:lnTo>
                  <a:lnTo>
                    <a:pt x="2515704" y="3012293"/>
                  </a:lnTo>
                  <a:lnTo>
                    <a:pt x="2515054" y="3012293"/>
                  </a:lnTo>
                  <a:lnTo>
                    <a:pt x="2514404" y="3012293"/>
                  </a:lnTo>
                  <a:lnTo>
                    <a:pt x="2513754" y="3012293"/>
                  </a:lnTo>
                  <a:lnTo>
                    <a:pt x="2513104" y="3012293"/>
                  </a:lnTo>
                  <a:lnTo>
                    <a:pt x="2512455" y="3012293"/>
                  </a:lnTo>
                  <a:lnTo>
                    <a:pt x="2511805" y="3012293"/>
                  </a:lnTo>
                  <a:lnTo>
                    <a:pt x="2511155" y="3012293"/>
                  </a:lnTo>
                  <a:lnTo>
                    <a:pt x="2510505" y="3012293"/>
                  </a:lnTo>
                  <a:lnTo>
                    <a:pt x="2509855" y="3012293"/>
                  </a:lnTo>
                  <a:lnTo>
                    <a:pt x="2509205" y="3012293"/>
                  </a:lnTo>
                  <a:lnTo>
                    <a:pt x="2508555" y="3012293"/>
                  </a:lnTo>
                  <a:lnTo>
                    <a:pt x="2507905" y="3012293"/>
                  </a:lnTo>
                  <a:lnTo>
                    <a:pt x="2507255" y="3012293"/>
                  </a:lnTo>
                  <a:lnTo>
                    <a:pt x="2506605" y="3012293"/>
                  </a:lnTo>
                  <a:lnTo>
                    <a:pt x="2505955" y="3012293"/>
                  </a:lnTo>
                  <a:lnTo>
                    <a:pt x="2505305" y="3012293"/>
                  </a:lnTo>
                  <a:lnTo>
                    <a:pt x="2504655" y="3012293"/>
                  </a:lnTo>
                  <a:lnTo>
                    <a:pt x="2504005" y="3012293"/>
                  </a:lnTo>
                  <a:lnTo>
                    <a:pt x="2503355" y="3012293"/>
                  </a:lnTo>
                  <a:lnTo>
                    <a:pt x="2502706" y="3012293"/>
                  </a:lnTo>
                  <a:lnTo>
                    <a:pt x="2502056" y="3012293"/>
                  </a:lnTo>
                  <a:lnTo>
                    <a:pt x="2501406" y="3012293"/>
                  </a:lnTo>
                  <a:lnTo>
                    <a:pt x="2500756" y="3012293"/>
                  </a:lnTo>
                  <a:lnTo>
                    <a:pt x="2500106" y="3012293"/>
                  </a:lnTo>
                  <a:lnTo>
                    <a:pt x="2499456" y="3012293"/>
                  </a:lnTo>
                  <a:lnTo>
                    <a:pt x="2498806" y="3012293"/>
                  </a:lnTo>
                  <a:lnTo>
                    <a:pt x="2498156" y="3012293"/>
                  </a:lnTo>
                  <a:lnTo>
                    <a:pt x="2497506" y="3012293"/>
                  </a:lnTo>
                  <a:lnTo>
                    <a:pt x="2496856" y="3012293"/>
                  </a:lnTo>
                  <a:lnTo>
                    <a:pt x="2496206" y="3012293"/>
                  </a:lnTo>
                  <a:lnTo>
                    <a:pt x="2495556" y="3012293"/>
                  </a:lnTo>
                  <a:lnTo>
                    <a:pt x="2494906" y="3012293"/>
                  </a:lnTo>
                  <a:lnTo>
                    <a:pt x="2494256" y="3012293"/>
                  </a:lnTo>
                  <a:lnTo>
                    <a:pt x="2493606" y="3012293"/>
                  </a:lnTo>
                  <a:lnTo>
                    <a:pt x="2492956" y="3012293"/>
                  </a:lnTo>
                  <a:lnTo>
                    <a:pt x="2492307" y="3012293"/>
                  </a:lnTo>
                  <a:lnTo>
                    <a:pt x="2491657" y="3012293"/>
                  </a:lnTo>
                  <a:lnTo>
                    <a:pt x="2491007" y="3012293"/>
                  </a:lnTo>
                  <a:lnTo>
                    <a:pt x="2490357" y="3012293"/>
                  </a:lnTo>
                  <a:lnTo>
                    <a:pt x="2489707" y="3012293"/>
                  </a:lnTo>
                  <a:lnTo>
                    <a:pt x="2489057" y="3012293"/>
                  </a:lnTo>
                  <a:lnTo>
                    <a:pt x="2488407" y="3012293"/>
                  </a:lnTo>
                  <a:lnTo>
                    <a:pt x="2487757" y="3012293"/>
                  </a:lnTo>
                  <a:lnTo>
                    <a:pt x="2487107" y="3012293"/>
                  </a:lnTo>
                  <a:lnTo>
                    <a:pt x="2486457" y="3012293"/>
                  </a:lnTo>
                  <a:lnTo>
                    <a:pt x="2485807" y="3012293"/>
                  </a:lnTo>
                  <a:lnTo>
                    <a:pt x="2485157" y="3012293"/>
                  </a:lnTo>
                  <a:lnTo>
                    <a:pt x="2484507" y="3012293"/>
                  </a:lnTo>
                  <a:lnTo>
                    <a:pt x="2483857" y="3012293"/>
                  </a:lnTo>
                  <a:lnTo>
                    <a:pt x="2483207" y="3012293"/>
                  </a:lnTo>
                  <a:lnTo>
                    <a:pt x="2482558" y="3012293"/>
                  </a:lnTo>
                  <a:lnTo>
                    <a:pt x="2481908" y="3012293"/>
                  </a:lnTo>
                  <a:lnTo>
                    <a:pt x="2481258" y="3012293"/>
                  </a:lnTo>
                  <a:lnTo>
                    <a:pt x="2480608" y="3012293"/>
                  </a:lnTo>
                  <a:lnTo>
                    <a:pt x="2479958" y="3012293"/>
                  </a:lnTo>
                  <a:lnTo>
                    <a:pt x="2479308" y="3012293"/>
                  </a:lnTo>
                  <a:lnTo>
                    <a:pt x="2478658" y="3012293"/>
                  </a:lnTo>
                  <a:lnTo>
                    <a:pt x="2478008" y="3012293"/>
                  </a:lnTo>
                  <a:lnTo>
                    <a:pt x="2477358" y="3012293"/>
                  </a:lnTo>
                  <a:lnTo>
                    <a:pt x="2476708" y="3012293"/>
                  </a:lnTo>
                  <a:lnTo>
                    <a:pt x="2476058" y="3012293"/>
                  </a:lnTo>
                  <a:lnTo>
                    <a:pt x="2475408" y="3012293"/>
                  </a:lnTo>
                  <a:lnTo>
                    <a:pt x="2474758" y="3012293"/>
                  </a:lnTo>
                  <a:lnTo>
                    <a:pt x="2474108" y="3012293"/>
                  </a:lnTo>
                  <a:lnTo>
                    <a:pt x="2473458" y="3012293"/>
                  </a:lnTo>
                  <a:lnTo>
                    <a:pt x="2472808" y="3012293"/>
                  </a:lnTo>
                  <a:lnTo>
                    <a:pt x="2472159" y="3012293"/>
                  </a:lnTo>
                  <a:lnTo>
                    <a:pt x="2471509" y="3012293"/>
                  </a:lnTo>
                  <a:lnTo>
                    <a:pt x="2470859" y="3012293"/>
                  </a:lnTo>
                  <a:lnTo>
                    <a:pt x="2470209" y="3012293"/>
                  </a:lnTo>
                  <a:lnTo>
                    <a:pt x="2469559" y="3012293"/>
                  </a:lnTo>
                  <a:lnTo>
                    <a:pt x="2468909" y="3012293"/>
                  </a:lnTo>
                  <a:lnTo>
                    <a:pt x="2468259" y="3012293"/>
                  </a:lnTo>
                  <a:lnTo>
                    <a:pt x="2467609" y="3012293"/>
                  </a:lnTo>
                  <a:lnTo>
                    <a:pt x="2466959" y="3012293"/>
                  </a:lnTo>
                  <a:lnTo>
                    <a:pt x="2466309" y="3012293"/>
                  </a:lnTo>
                  <a:lnTo>
                    <a:pt x="2465659" y="3012293"/>
                  </a:lnTo>
                  <a:lnTo>
                    <a:pt x="2465009" y="3012293"/>
                  </a:lnTo>
                  <a:lnTo>
                    <a:pt x="2464359" y="3012293"/>
                  </a:lnTo>
                  <a:lnTo>
                    <a:pt x="2463709" y="3012293"/>
                  </a:lnTo>
                  <a:lnTo>
                    <a:pt x="2463059" y="3012293"/>
                  </a:lnTo>
                  <a:lnTo>
                    <a:pt x="2462410" y="3012293"/>
                  </a:lnTo>
                  <a:lnTo>
                    <a:pt x="2461760" y="3012293"/>
                  </a:lnTo>
                  <a:lnTo>
                    <a:pt x="2461110" y="3012293"/>
                  </a:lnTo>
                  <a:lnTo>
                    <a:pt x="2460460" y="3012293"/>
                  </a:lnTo>
                  <a:lnTo>
                    <a:pt x="2459810" y="3012293"/>
                  </a:lnTo>
                  <a:lnTo>
                    <a:pt x="2459160" y="3012293"/>
                  </a:lnTo>
                  <a:lnTo>
                    <a:pt x="2458510" y="3012293"/>
                  </a:lnTo>
                  <a:lnTo>
                    <a:pt x="2457860" y="3012293"/>
                  </a:lnTo>
                  <a:lnTo>
                    <a:pt x="2457210" y="3012293"/>
                  </a:lnTo>
                  <a:lnTo>
                    <a:pt x="2456560" y="3012293"/>
                  </a:lnTo>
                  <a:lnTo>
                    <a:pt x="2455910" y="3012293"/>
                  </a:lnTo>
                  <a:lnTo>
                    <a:pt x="2455260" y="3012293"/>
                  </a:lnTo>
                  <a:lnTo>
                    <a:pt x="2454610" y="3012293"/>
                  </a:lnTo>
                  <a:lnTo>
                    <a:pt x="2453960" y="3012293"/>
                  </a:lnTo>
                  <a:lnTo>
                    <a:pt x="2453310" y="3012293"/>
                  </a:lnTo>
                  <a:lnTo>
                    <a:pt x="2452660" y="3012293"/>
                  </a:lnTo>
                  <a:lnTo>
                    <a:pt x="2452011" y="3012293"/>
                  </a:lnTo>
                  <a:lnTo>
                    <a:pt x="2451361" y="3012293"/>
                  </a:lnTo>
                  <a:lnTo>
                    <a:pt x="2450711" y="3012293"/>
                  </a:lnTo>
                  <a:lnTo>
                    <a:pt x="2450061" y="3012293"/>
                  </a:lnTo>
                  <a:lnTo>
                    <a:pt x="2449411" y="3012293"/>
                  </a:lnTo>
                  <a:lnTo>
                    <a:pt x="2448761" y="3012293"/>
                  </a:lnTo>
                  <a:lnTo>
                    <a:pt x="2448111" y="3012293"/>
                  </a:lnTo>
                  <a:lnTo>
                    <a:pt x="2447461" y="3012293"/>
                  </a:lnTo>
                  <a:lnTo>
                    <a:pt x="2446811" y="3012293"/>
                  </a:lnTo>
                  <a:lnTo>
                    <a:pt x="2446161" y="3012293"/>
                  </a:lnTo>
                  <a:lnTo>
                    <a:pt x="2445511" y="3012293"/>
                  </a:lnTo>
                  <a:lnTo>
                    <a:pt x="2444861" y="3012293"/>
                  </a:lnTo>
                  <a:lnTo>
                    <a:pt x="2444211" y="3012293"/>
                  </a:lnTo>
                  <a:lnTo>
                    <a:pt x="2443561" y="3012293"/>
                  </a:lnTo>
                  <a:lnTo>
                    <a:pt x="2442911" y="3012293"/>
                  </a:lnTo>
                  <a:lnTo>
                    <a:pt x="2442262" y="3012293"/>
                  </a:lnTo>
                  <a:lnTo>
                    <a:pt x="2441612" y="3012293"/>
                  </a:lnTo>
                  <a:lnTo>
                    <a:pt x="2440962" y="3012293"/>
                  </a:lnTo>
                  <a:lnTo>
                    <a:pt x="2440312" y="3012293"/>
                  </a:lnTo>
                  <a:lnTo>
                    <a:pt x="2439662" y="3012293"/>
                  </a:lnTo>
                  <a:lnTo>
                    <a:pt x="2439012" y="3012293"/>
                  </a:lnTo>
                  <a:lnTo>
                    <a:pt x="2438362" y="3012293"/>
                  </a:lnTo>
                  <a:lnTo>
                    <a:pt x="2437712" y="3012293"/>
                  </a:lnTo>
                  <a:lnTo>
                    <a:pt x="2437062" y="3012293"/>
                  </a:lnTo>
                  <a:lnTo>
                    <a:pt x="2436412" y="3012293"/>
                  </a:lnTo>
                  <a:lnTo>
                    <a:pt x="2435762" y="3012293"/>
                  </a:lnTo>
                  <a:lnTo>
                    <a:pt x="2435112" y="3012293"/>
                  </a:lnTo>
                  <a:lnTo>
                    <a:pt x="2434462" y="3012293"/>
                  </a:lnTo>
                  <a:lnTo>
                    <a:pt x="2433812" y="3012293"/>
                  </a:lnTo>
                  <a:lnTo>
                    <a:pt x="2433162" y="3012293"/>
                  </a:lnTo>
                  <a:lnTo>
                    <a:pt x="2432512" y="3012293"/>
                  </a:lnTo>
                  <a:lnTo>
                    <a:pt x="2431863" y="3012293"/>
                  </a:lnTo>
                  <a:lnTo>
                    <a:pt x="2431213" y="3012293"/>
                  </a:lnTo>
                  <a:lnTo>
                    <a:pt x="2430563" y="3012293"/>
                  </a:lnTo>
                  <a:lnTo>
                    <a:pt x="2429913" y="3012293"/>
                  </a:lnTo>
                  <a:lnTo>
                    <a:pt x="2429263" y="3012293"/>
                  </a:lnTo>
                  <a:lnTo>
                    <a:pt x="2428613" y="3012293"/>
                  </a:lnTo>
                  <a:lnTo>
                    <a:pt x="2427963" y="3012293"/>
                  </a:lnTo>
                  <a:lnTo>
                    <a:pt x="2427313" y="3012293"/>
                  </a:lnTo>
                  <a:lnTo>
                    <a:pt x="2426663" y="3012293"/>
                  </a:lnTo>
                  <a:lnTo>
                    <a:pt x="2426013" y="3012293"/>
                  </a:lnTo>
                  <a:lnTo>
                    <a:pt x="2425363" y="3012293"/>
                  </a:lnTo>
                  <a:lnTo>
                    <a:pt x="2424713" y="3012293"/>
                  </a:lnTo>
                  <a:lnTo>
                    <a:pt x="2424063" y="3012293"/>
                  </a:lnTo>
                  <a:lnTo>
                    <a:pt x="2423413" y="3012293"/>
                  </a:lnTo>
                  <a:lnTo>
                    <a:pt x="2422763" y="3012293"/>
                  </a:lnTo>
                  <a:lnTo>
                    <a:pt x="2422114" y="3012293"/>
                  </a:lnTo>
                  <a:lnTo>
                    <a:pt x="2421464" y="3012293"/>
                  </a:lnTo>
                  <a:lnTo>
                    <a:pt x="2420814" y="3012293"/>
                  </a:lnTo>
                  <a:lnTo>
                    <a:pt x="2420164" y="3012293"/>
                  </a:lnTo>
                  <a:lnTo>
                    <a:pt x="2419514" y="3012293"/>
                  </a:lnTo>
                  <a:lnTo>
                    <a:pt x="2418864" y="3012293"/>
                  </a:lnTo>
                  <a:lnTo>
                    <a:pt x="2418214" y="3012293"/>
                  </a:lnTo>
                  <a:lnTo>
                    <a:pt x="2417564" y="3012293"/>
                  </a:lnTo>
                  <a:lnTo>
                    <a:pt x="2416914" y="3012293"/>
                  </a:lnTo>
                  <a:lnTo>
                    <a:pt x="2416264" y="3012293"/>
                  </a:lnTo>
                  <a:lnTo>
                    <a:pt x="2415614" y="3012293"/>
                  </a:lnTo>
                  <a:lnTo>
                    <a:pt x="2414964" y="3012293"/>
                  </a:lnTo>
                  <a:lnTo>
                    <a:pt x="2414314" y="3012293"/>
                  </a:lnTo>
                  <a:lnTo>
                    <a:pt x="2413664" y="3012293"/>
                  </a:lnTo>
                  <a:lnTo>
                    <a:pt x="2413014" y="3012293"/>
                  </a:lnTo>
                  <a:lnTo>
                    <a:pt x="2412364" y="3012293"/>
                  </a:lnTo>
                  <a:lnTo>
                    <a:pt x="2411715" y="3012293"/>
                  </a:lnTo>
                  <a:lnTo>
                    <a:pt x="2411065" y="3012293"/>
                  </a:lnTo>
                  <a:lnTo>
                    <a:pt x="2410415" y="3012293"/>
                  </a:lnTo>
                  <a:lnTo>
                    <a:pt x="2409765" y="3012293"/>
                  </a:lnTo>
                  <a:lnTo>
                    <a:pt x="2409115" y="3012293"/>
                  </a:lnTo>
                  <a:lnTo>
                    <a:pt x="2408465" y="3012293"/>
                  </a:lnTo>
                  <a:lnTo>
                    <a:pt x="2407815" y="3012293"/>
                  </a:lnTo>
                  <a:lnTo>
                    <a:pt x="2407165" y="3012293"/>
                  </a:lnTo>
                  <a:lnTo>
                    <a:pt x="2406515" y="3012293"/>
                  </a:lnTo>
                  <a:lnTo>
                    <a:pt x="2405865" y="3012293"/>
                  </a:lnTo>
                  <a:lnTo>
                    <a:pt x="2405215" y="3012293"/>
                  </a:lnTo>
                  <a:lnTo>
                    <a:pt x="2404565" y="3012293"/>
                  </a:lnTo>
                  <a:lnTo>
                    <a:pt x="2403915" y="3012293"/>
                  </a:lnTo>
                  <a:lnTo>
                    <a:pt x="2403265" y="3012293"/>
                  </a:lnTo>
                  <a:lnTo>
                    <a:pt x="2402615" y="3012293"/>
                  </a:lnTo>
                  <a:lnTo>
                    <a:pt x="2401966" y="3012293"/>
                  </a:lnTo>
                  <a:lnTo>
                    <a:pt x="2401316" y="3012293"/>
                  </a:lnTo>
                  <a:lnTo>
                    <a:pt x="2400666" y="3012293"/>
                  </a:lnTo>
                  <a:lnTo>
                    <a:pt x="2400016" y="3012293"/>
                  </a:lnTo>
                  <a:lnTo>
                    <a:pt x="2399366" y="3012293"/>
                  </a:lnTo>
                  <a:lnTo>
                    <a:pt x="2398716" y="3012293"/>
                  </a:lnTo>
                  <a:lnTo>
                    <a:pt x="2398066" y="3012293"/>
                  </a:lnTo>
                  <a:lnTo>
                    <a:pt x="2397416" y="3012293"/>
                  </a:lnTo>
                  <a:lnTo>
                    <a:pt x="2396766" y="3012293"/>
                  </a:lnTo>
                  <a:lnTo>
                    <a:pt x="2396116" y="3012293"/>
                  </a:lnTo>
                  <a:lnTo>
                    <a:pt x="2395466" y="3012293"/>
                  </a:lnTo>
                  <a:lnTo>
                    <a:pt x="2394816" y="3012293"/>
                  </a:lnTo>
                  <a:lnTo>
                    <a:pt x="2394166" y="3012293"/>
                  </a:lnTo>
                  <a:lnTo>
                    <a:pt x="2393516" y="3012293"/>
                  </a:lnTo>
                  <a:lnTo>
                    <a:pt x="2392866" y="3012293"/>
                  </a:lnTo>
                  <a:lnTo>
                    <a:pt x="2392217" y="3012293"/>
                  </a:lnTo>
                  <a:lnTo>
                    <a:pt x="2391567" y="3012293"/>
                  </a:lnTo>
                  <a:lnTo>
                    <a:pt x="2390917" y="3012293"/>
                  </a:lnTo>
                  <a:lnTo>
                    <a:pt x="2390267" y="3012293"/>
                  </a:lnTo>
                  <a:lnTo>
                    <a:pt x="2389617" y="3012293"/>
                  </a:lnTo>
                  <a:lnTo>
                    <a:pt x="2388967" y="3012293"/>
                  </a:lnTo>
                  <a:lnTo>
                    <a:pt x="2388317" y="3012293"/>
                  </a:lnTo>
                  <a:lnTo>
                    <a:pt x="2387667" y="3012293"/>
                  </a:lnTo>
                  <a:lnTo>
                    <a:pt x="2387017" y="3012293"/>
                  </a:lnTo>
                  <a:lnTo>
                    <a:pt x="2386367" y="3012293"/>
                  </a:lnTo>
                  <a:lnTo>
                    <a:pt x="2385717" y="3012293"/>
                  </a:lnTo>
                  <a:lnTo>
                    <a:pt x="2385067" y="3012293"/>
                  </a:lnTo>
                  <a:lnTo>
                    <a:pt x="2384417" y="3012293"/>
                  </a:lnTo>
                  <a:lnTo>
                    <a:pt x="2383767" y="3012293"/>
                  </a:lnTo>
                  <a:lnTo>
                    <a:pt x="2383117" y="3012293"/>
                  </a:lnTo>
                  <a:lnTo>
                    <a:pt x="2382467" y="3012293"/>
                  </a:lnTo>
                  <a:lnTo>
                    <a:pt x="2381818" y="3012293"/>
                  </a:lnTo>
                  <a:lnTo>
                    <a:pt x="2381168" y="3012293"/>
                  </a:lnTo>
                  <a:lnTo>
                    <a:pt x="2380518" y="3012293"/>
                  </a:lnTo>
                  <a:lnTo>
                    <a:pt x="2379868" y="3012293"/>
                  </a:lnTo>
                  <a:lnTo>
                    <a:pt x="2379218" y="3012293"/>
                  </a:lnTo>
                  <a:lnTo>
                    <a:pt x="2378568" y="3012293"/>
                  </a:lnTo>
                  <a:lnTo>
                    <a:pt x="2377918" y="3012293"/>
                  </a:lnTo>
                  <a:lnTo>
                    <a:pt x="2377268" y="3012293"/>
                  </a:lnTo>
                  <a:lnTo>
                    <a:pt x="2376618" y="3012293"/>
                  </a:lnTo>
                  <a:lnTo>
                    <a:pt x="2375968" y="3012293"/>
                  </a:lnTo>
                  <a:lnTo>
                    <a:pt x="2375318" y="3012293"/>
                  </a:lnTo>
                  <a:lnTo>
                    <a:pt x="2374668" y="3012293"/>
                  </a:lnTo>
                  <a:lnTo>
                    <a:pt x="2374018" y="3012293"/>
                  </a:lnTo>
                  <a:lnTo>
                    <a:pt x="2373368" y="3012293"/>
                  </a:lnTo>
                  <a:lnTo>
                    <a:pt x="2372718" y="3012293"/>
                  </a:lnTo>
                  <a:lnTo>
                    <a:pt x="2372069" y="3012293"/>
                  </a:lnTo>
                  <a:lnTo>
                    <a:pt x="2371419" y="3012293"/>
                  </a:lnTo>
                  <a:lnTo>
                    <a:pt x="2370769" y="3012293"/>
                  </a:lnTo>
                  <a:lnTo>
                    <a:pt x="2370119" y="3012293"/>
                  </a:lnTo>
                  <a:lnTo>
                    <a:pt x="2369469" y="3012293"/>
                  </a:lnTo>
                  <a:lnTo>
                    <a:pt x="2368819" y="3012293"/>
                  </a:lnTo>
                  <a:lnTo>
                    <a:pt x="2368169" y="3012293"/>
                  </a:lnTo>
                  <a:lnTo>
                    <a:pt x="2367519" y="3012293"/>
                  </a:lnTo>
                  <a:lnTo>
                    <a:pt x="2366869" y="3012293"/>
                  </a:lnTo>
                  <a:lnTo>
                    <a:pt x="2366219" y="3012293"/>
                  </a:lnTo>
                  <a:lnTo>
                    <a:pt x="2365569" y="3012293"/>
                  </a:lnTo>
                  <a:lnTo>
                    <a:pt x="2364919" y="3012293"/>
                  </a:lnTo>
                  <a:lnTo>
                    <a:pt x="2364269" y="3012293"/>
                  </a:lnTo>
                  <a:lnTo>
                    <a:pt x="2363619" y="3012293"/>
                  </a:lnTo>
                  <a:lnTo>
                    <a:pt x="2362969" y="3012293"/>
                  </a:lnTo>
                  <a:lnTo>
                    <a:pt x="2362319" y="3012293"/>
                  </a:lnTo>
                  <a:lnTo>
                    <a:pt x="2361670" y="3012293"/>
                  </a:lnTo>
                  <a:lnTo>
                    <a:pt x="2361020" y="3012293"/>
                  </a:lnTo>
                  <a:lnTo>
                    <a:pt x="2360370" y="3012293"/>
                  </a:lnTo>
                  <a:lnTo>
                    <a:pt x="2359720" y="3012293"/>
                  </a:lnTo>
                  <a:lnTo>
                    <a:pt x="2359070" y="3012293"/>
                  </a:lnTo>
                  <a:lnTo>
                    <a:pt x="2358420" y="3012293"/>
                  </a:lnTo>
                  <a:lnTo>
                    <a:pt x="2357770" y="3012293"/>
                  </a:lnTo>
                  <a:lnTo>
                    <a:pt x="2357120" y="3012293"/>
                  </a:lnTo>
                  <a:lnTo>
                    <a:pt x="2356470" y="3012293"/>
                  </a:lnTo>
                  <a:lnTo>
                    <a:pt x="2355820" y="3012293"/>
                  </a:lnTo>
                  <a:lnTo>
                    <a:pt x="2355170" y="3012293"/>
                  </a:lnTo>
                  <a:lnTo>
                    <a:pt x="2354520" y="3012293"/>
                  </a:lnTo>
                  <a:lnTo>
                    <a:pt x="2353870" y="3012293"/>
                  </a:lnTo>
                  <a:lnTo>
                    <a:pt x="2353220" y="3012293"/>
                  </a:lnTo>
                  <a:lnTo>
                    <a:pt x="2352570" y="3012293"/>
                  </a:lnTo>
                  <a:lnTo>
                    <a:pt x="2351921" y="3012293"/>
                  </a:lnTo>
                  <a:lnTo>
                    <a:pt x="2351271" y="3012293"/>
                  </a:lnTo>
                  <a:lnTo>
                    <a:pt x="2350621" y="3012293"/>
                  </a:lnTo>
                  <a:lnTo>
                    <a:pt x="2349971" y="3012293"/>
                  </a:lnTo>
                  <a:lnTo>
                    <a:pt x="2349321" y="3012293"/>
                  </a:lnTo>
                  <a:lnTo>
                    <a:pt x="2348671" y="3012293"/>
                  </a:lnTo>
                  <a:lnTo>
                    <a:pt x="2348021" y="3012293"/>
                  </a:lnTo>
                  <a:lnTo>
                    <a:pt x="2347371" y="3012293"/>
                  </a:lnTo>
                  <a:lnTo>
                    <a:pt x="2346721" y="3012293"/>
                  </a:lnTo>
                  <a:lnTo>
                    <a:pt x="2346071" y="3012293"/>
                  </a:lnTo>
                  <a:lnTo>
                    <a:pt x="2345421" y="3012293"/>
                  </a:lnTo>
                  <a:lnTo>
                    <a:pt x="2344771" y="3012293"/>
                  </a:lnTo>
                  <a:lnTo>
                    <a:pt x="2344121" y="3012293"/>
                  </a:lnTo>
                  <a:lnTo>
                    <a:pt x="2343471" y="3012293"/>
                  </a:lnTo>
                  <a:lnTo>
                    <a:pt x="2342821" y="3012293"/>
                  </a:lnTo>
                  <a:lnTo>
                    <a:pt x="2342171" y="3012293"/>
                  </a:lnTo>
                  <a:lnTo>
                    <a:pt x="2341522" y="3012293"/>
                  </a:lnTo>
                  <a:lnTo>
                    <a:pt x="2340872" y="3012293"/>
                  </a:lnTo>
                  <a:lnTo>
                    <a:pt x="2340222" y="3012293"/>
                  </a:lnTo>
                  <a:lnTo>
                    <a:pt x="2339572" y="3012293"/>
                  </a:lnTo>
                  <a:lnTo>
                    <a:pt x="2338922" y="3012293"/>
                  </a:lnTo>
                  <a:lnTo>
                    <a:pt x="2338272" y="3012293"/>
                  </a:lnTo>
                  <a:lnTo>
                    <a:pt x="2337622" y="3012293"/>
                  </a:lnTo>
                  <a:lnTo>
                    <a:pt x="2336972" y="3012293"/>
                  </a:lnTo>
                  <a:lnTo>
                    <a:pt x="2336322" y="3012293"/>
                  </a:lnTo>
                  <a:lnTo>
                    <a:pt x="2335672" y="3012293"/>
                  </a:lnTo>
                  <a:lnTo>
                    <a:pt x="2335022" y="3012293"/>
                  </a:lnTo>
                  <a:lnTo>
                    <a:pt x="2334372" y="3012293"/>
                  </a:lnTo>
                  <a:lnTo>
                    <a:pt x="2333722" y="3012293"/>
                  </a:lnTo>
                  <a:lnTo>
                    <a:pt x="2333072" y="3012293"/>
                  </a:lnTo>
                  <a:lnTo>
                    <a:pt x="2332422" y="3012293"/>
                  </a:lnTo>
                  <a:lnTo>
                    <a:pt x="2331773" y="3012293"/>
                  </a:lnTo>
                  <a:lnTo>
                    <a:pt x="2331123" y="3012293"/>
                  </a:lnTo>
                  <a:lnTo>
                    <a:pt x="2330473" y="3012293"/>
                  </a:lnTo>
                  <a:lnTo>
                    <a:pt x="2329823" y="3012293"/>
                  </a:lnTo>
                  <a:lnTo>
                    <a:pt x="2329173" y="3012293"/>
                  </a:lnTo>
                  <a:lnTo>
                    <a:pt x="2328523" y="3012293"/>
                  </a:lnTo>
                  <a:lnTo>
                    <a:pt x="2327873" y="3012293"/>
                  </a:lnTo>
                  <a:lnTo>
                    <a:pt x="2327223" y="3012293"/>
                  </a:lnTo>
                  <a:lnTo>
                    <a:pt x="2326573" y="3012293"/>
                  </a:lnTo>
                  <a:lnTo>
                    <a:pt x="2325923" y="3012293"/>
                  </a:lnTo>
                  <a:lnTo>
                    <a:pt x="2325273" y="3012293"/>
                  </a:lnTo>
                  <a:lnTo>
                    <a:pt x="2324623" y="3012293"/>
                  </a:lnTo>
                  <a:lnTo>
                    <a:pt x="2323973" y="3012293"/>
                  </a:lnTo>
                  <a:lnTo>
                    <a:pt x="2323323" y="3012293"/>
                  </a:lnTo>
                  <a:lnTo>
                    <a:pt x="2322673" y="3012293"/>
                  </a:lnTo>
                  <a:lnTo>
                    <a:pt x="2322023" y="3012293"/>
                  </a:lnTo>
                  <a:lnTo>
                    <a:pt x="2321374" y="3012293"/>
                  </a:lnTo>
                  <a:lnTo>
                    <a:pt x="2320724" y="3012293"/>
                  </a:lnTo>
                  <a:lnTo>
                    <a:pt x="2320074" y="3012293"/>
                  </a:lnTo>
                  <a:lnTo>
                    <a:pt x="2319424" y="3012293"/>
                  </a:lnTo>
                  <a:lnTo>
                    <a:pt x="2318774" y="3012293"/>
                  </a:lnTo>
                  <a:lnTo>
                    <a:pt x="2318124" y="3012293"/>
                  </a:lnTo>
                  <a:lnTo>
                    <a:pt x="2317474" y="3012293"/>
                  </a:lnTo>
                  <a:lnTo>
                    <a:pt x="2316824" y="3012293"/>
                  </a:lnTo>
                  <a:lnTo>
                    <a:pt x="2316174" y="3012293"/>
                  </a:lnTo>
                  <a:lnTo>
                    <a:pt x="2315524" y="3012293"/>
                  </a:lnTo>
                  <a:lnTo>
                    <a:pt x="2314874" y="3012293"/>
                  </a:lnTo>
                  <a:lnTo>
                    <a:pt x="2314224" y="3012293"/>
                  </a:lnTo>
                  <a:lnTo>
                    <a:pt x="2313574" y="3012293"/>
                  </a:lnTo>
                  <a:lnTo>
                    <a:pt x="2312924" y="3012293"/>
                  </a:lnTo>
                  <a:lnTo>
                    <a:pt x="2312274" y="3012293"/>
                  </a:lnTo>
                  <a:lnTo>
                    <a:pt x="2311625" y="3012293"/>
                  </a:lnTo>
                  <a:lnTo>
                    <a:pt x="2310975" y="3012293"/>
                  </a:lnTo>
                  <a:lnTo>
                    <a:pt x="2310325" y="3012293"/>
                  </a:lnTo>
                  <a:lnTo>
                    <a:pt x="2309675" y="3012293"/>
                  </a:lnTo>
                  <a:lnTo>
                    <a:pt x="2309025" y="3012293"/>
                  </a:lnTo>
                  <a:lnTo>
                    <a:pt x="2308375" y="3012293"/>
                  </a:lnTo>
                  <a:lnTo>
                    <a:pt x="2307725" y="3012293"/>
                  </a:lnTo>
                  <a:lnTo>
                    <a:pt x="2307075" y="3012293"/>
                  </a:lnTo>
                  <a:lnTo>
                    <a:pt x="2306425" y="3012293"/>
                  </a:lnTo>
                  <a:lnTo>
                    <a:pt x="2305775" y="3012293"/>
                  </a:lnTo>
                  <a:lnTo>
                    <a:pt x="2305125" y="3012293"/>
                  </a:lnTo>
                  <a:lnTo>
                    <a:pt x="2304475" y="3012293"/>
                  </a:lnTo>
                  <a:lnTo>
                    <a:pt x="2303825" y="3012293"/>
                  </a:lnTo>
                  <a:lnTo>
                    <a:pt x="2303175" y="3012293"/>
                  </a:lnTo>
                  <a:lnTo>
                    <a:pt x="2302525" y="3012293"/>
                  </a:lnTo>
                  <a:lnTo>
                    <a:pt x="2301875" y="3012293"/>
                  </a:lnTo>
                  <a:lnTo>
                    <a:pt x="2301226" y="3012293"/>
                  </a:lnTo>
                  <a:lnTo>
                    <a:pt x="2300576" y="3012293"/>
                  </a:lnTo>
                  <a:lnTo>
                    <a:pt x="2299926" y="3012293"/>
                  </a:lnTo>
                  <a:lnTo>
                    <a:pt x="2299276" y="3012293"/>
                  </a:lnTo>
                  <a:lnTo>
                    <a:pt x="2298626" y="3012293"/>
                  </a:lnTo>
                  <a:lnTo>
                    <a:pt x="2297976" y="3012293"/>
                  </a:lnTo>
                  <a:lnTo>
                    <a:pt x="2297326" y="3012293"/>
                  </a:lnTo>
                  <a:lnTo>
                    <a:pt x="2296676" y="3012293"/>
                  </a:lnTo>
                  <a:lnTo>
                    <a:pt x="2296026" y="3012293"/>
                  </a:lnTo>
                  <a:lnTo>
                    <a:pt x="2295376" y="3012293"/>
                  </a:lnTo>
                  <a:lnTo>
                    <a:pt x="2294726" y="3012293"/>
                  </a:lnTo>
                  <a:lnTo>
                    <a:pt x="2294076" y="3012293"/>
                  </a:lnTo>
                  <a:lnTo>
                    <a:pt x="2293426" y="3012293"/>
                  </a:lnTo>
                  <a:lnTo>
                    <a:pt x="2292776" y="3012293"/>
                  </a:lnTo>
                  <a:lnTo>
                    <a:pt x="2292126" y="3012293"/>
                  </a:lnTo>
                  <a:lnTo>
                    <a:pt x="2291477" y="3012293"/>
                  </a:lnTo>
                  <a:lnTo>
                    <a:pt x="2290827" y="3012293"/>
                  </a:lnTo>
                  <a:lnTo>
                    <a:pt x="2290177" y="3012293"/>
                  </a:lnTo>
                  <a:lnTo>
                    <a:pt x="2289527" y="3012293"/>
                  </a:lnTo>
                  <a:lnTo>
                    <a:pt x="2288877" y="3012293"/>
                  </a:lnTo>
                  <a:lnTo>
                    <a:pt x="2288227" y="3012293"/>
                  </a:lnTo>
                  <a:lnTo>
                    <a:pt x="2287577" y="3012293"/>
                  </a:lnTo>
                  <a:lnTo>
                    <a:pt x="2286927" y="3012293"/>
                  </a:lnTo>
                  <a:lnTo>
                    <a:pt x="2286277" y="3012293"/>
                  </a:lnTo>
                  <a:lnTo>
                    <a:pt x="2285627" y="3012293"/>
                  </a:lnTo>
                  <a:lnTo>
                    <a:pt x="2284977" y="3012293"/>
                  </a:lnTo>
                  <a:lnTo>
                    <a:pt x="2284327" y="3012293"/>
                  </a:lnTo>
                  <a:lnTo>
                    <a:pt x="2283677" y="3012293"/>
                  </a:lnTo>
                  <a:lnTo>
                    <a:pt x="2283027" y="3012293"/>
                  </a:lnTo>
                  <a:lnTo>
                    <a:pt x="2282377" y="3012293"/>
                  </a:lnTo>
                  <a:lnTo>
                    <a:pt x="2281727" y="3012293"/>
                  </a:lnTo>
                  <a:lnTo>
                    <a:pt x="2281078" y="3012293"/>
                  </a:lnTo>
                  <a:lnTo>
                    <a:pt x="2280428" y="3012293"/>
                  </a:lnTo>
                  <a:lnTo>
                    <a:pt x="2279778" y="3012293"/>
                  </a:lnTo>
                  <a:lnTo>
                    <a:pt x="2279128" y="3012293"/>
                  </a:lnTo>
                  <a:lnTo>
                    <a:pt x="2278478" y="3012293"/>
                  </a:lnTo>
                  <a:lnTo>
                    <a:pt x="2277828" y="3012293"/>
                  </a:lnTo>
                  <a:lnTo>
                    <a:pt x="2277178" y="3012293"/>
                  </a:lnTo>
                  <a:lnTo>
                    <a:pt x="2276528" y="3012293"/>
                  </a:lnTo>
                  <a:lnTo>
                    <a:pt x="2275878" y="3012293"/>
                  </a:lnTo>
                  <a:lnTo>
                    <a:pt x="2275228" y="3012293"/>
                  </a:lnTo>
                  <a:lnTo>
                    <a:pt x="2274578" y="3012293"/>
                  </a:lnTo>
                  <a:lnTo>
                    <a:pt x="2273928" y="3012293"/>
                  </a:lnTo>
                  <a:lnTo>
                    <a:pt x="2273278" y="3012293"/>
                  </a:lnTo>
                  <a:lnTo>
                    <a:pt x="2272628" y="3012293"/>
                  </a:lnTo>
                  <a:lnTo>
                    <a:pt x="2271978" y="3012293"/>
                  </a:lnTo>
                  <a:lnTo>
                    <a:pt x="2271329" y="3012293"/>
                  </a:lnTo>
                  <a:lnTo>
                    <a:pt x="2270679" y="3012293"/>
                  </a:lnTo>
                  <a:lnTo>
                    <a:pt x="2270029" y="3012293"/>
                  </a:lnTo>
                  <a:lnTo>
                    <a:pt x="2269379" y="3012293"/>
                  </a:lnTo>
                  <a:lnTo>
                    <a:pt x="2268729" y="3012293"/>
                  </a:lnTo>
                  <a:lnTo>
                    <a:pt x="2268079" y="3012293"/>
                  </a:lnTo>
                  <a:lnTo>
                    <a:pt x="2267429" y="3012293"/>
                  </a:lnTo>
                  <a:lnTo>
                    <a:pt x="2266779" y="3012293"/>
                  </a:lnTo>
                  <a:lnTo>
                    <a:pt x="2266129" y="3012293"/>
                  </a:lnTo>
                  <a:lnTo>
                    <a:pt x="2265479" y="3012293"/>
                  </a:lnTo>
                  <a:lnTo>
                    <a:pt x="2264829" y="3012293"/>
                  </a:lnTo>
                  <a:lnTo>
                    <a:pt x="2264179" y="3012293"/>
                  </a:lnTo>
                  <a:lnTo>
                    <a:pt x="2263529" y="3012293"/>
                  </a:lnTo>
                  <a:lnTo>
                    <a:pt x="2262879" y="3012293"/>
                  </a:lnTo>
                  <a:lnTo>
                    <a:pt x="2262229" y="3012293"/>
                  </a:lnTo>
                  <a:lnTo>
                    <a:pt x="2261580" y="3012293"/>
                  </a:lnTo>
                  <a:lnTo>
                    <a:pt x="2260930" y="3012293"/>
                  </a:lnTo>
                  <a:lnTo>
                    <a:pt x="2260280" y="3012293"/>
                  </a:lnTo>
                  <a:lnTo>
                    <a:pt x="2259630" y="3012293"/>
                  </a:lnTo>
                  <a:lnTo>
                    <a:pt x="2258980" y="3012293"/>
                  </a:lnTo>
                  <a:lnTo>
                    <a:pt x="2258330" y="3012293"/>
                  </a:lnTo>
                  <a:lnTo>
                    <a:pt x="2257680" y="3012293"/>
                  </a:lnTo>
                  <a:lnTo>
                    <a:pt x="2257030" y="3012293"/>
                  </a:lnTo>
                  <a:lnTo>
                    <a:pt x="2256380" y="3012293"/>
                  </a:lnTo>
                  <a:lnTo>
                    <a:pt x="2255730" y="3012293"/>
                  </a:lnTo>
                  <a:lnTo>
                    <a:pt x="2255080" y="3012293"/>
                  </a:lnTo>
                  <a:lnTo>
                    <a:pt x="2254430" y="3012293"/>
                  </a:lnTo>
                  <a:lnTo>
                    <a:pt x="2253780" y="3012293"/>
                  </a:lnTo>
                  <a:lnTo>
                    <a:pt x="2253130" y="3012293"/>
                  </a:lnTo>
                  <a:lnTo>
                    <a:pt x="2252480" y="3012293"/>
                  </a:lnTo>
                  <a:lnTo>
                    <a:pt x="2251830" y="3012293"/>
                  </a:lnTo>
                  <a:lnTo>
                    <a:pt x="2251181" y="3012293"/>
                  </a:lnTo>
                  <a:lnTo>
                    <a:pt x="2250531" y="3012293"/>
                  </a:lnTo>
                  <a:lnTo>
                    <a:pt x="2249881" y="3012293"/>
                  </a:lnTo>
                  <a:lnTo>
                    <a:pt x="2249231" y="3012293"/>
                  </a:lnTo>
                  <a:lnTo>
                    <a:pt x="2248581" y="3012293"/>
                  </a:lnTo>
                  <a:lnTo>
                    <a:pt x="2247931" y="3012293"/>
                  </a:lnTo>
                  <a:lnTo>
                    <a:pt x="2247281" y="3012293"/>
                  </a:lnTo>
                  <a:lnTo>
                    <a:pt x="2246631" y="3012293"/>
                  </a:lnTo>
                  <a:lnTo>
                    <a:pt x="2245981" y="3012293"/>
                  </a:lnTo>
                  <a:lnTo>
                    <a:pt x="2245331" y="3012293"/>
                  </a:lnTo>
                  <a:lnTo>
                    <a:pt x="2244681" y="3012293"/>
                  </a:lnTo>
                  <a:lnTo>
                    <a:pt x="2244031" y="3012293"/>
                  </a:lnTo>
                  <a:lnTo>
                    <a:pt x="2243381" y="3012293"/>
                  </a:lnTo>
                  <a:lnTo>
                    <a:pt x="2242731" y="3012293"/>
                  </a:lnTo>
                  <a:lnTo>
                    <a:pt x="2242081" y="3012293"/>
                  </a:lnTo>
                  <a:lnTo>
                    <a:pt x="2241432" y="3012293"/>
                  </a:lnTo>
                  <a:lnTo>
                    <a:pt x="2240782" y="3012293"/>
                  </a:lnTo>
                  <a:lnTo>
                    <a:pt x="2240132" y="3012293"/>
                  </a:lnTo>
                  <a:lnTo>
                    <a:pt x="2239482" y="3012293"/>
                  </a:lnTo>
                  <a:lnTo>
                    <a:pt x="2238832" y="3012293"/>
                  </a:lnTo>
                  <a:lnTo>
                    <a:pt x="2238182" y="3012293"/>
                  </a:lnTo>
                  <a:lnTo>
                    <a:pt x="2237532" y="3012293"/>
                  </a:lnTo>
                  <a:lnTo>
                    <a:pt x="2236882" y="3012293"/>
                  </a:lnTo>
                  <a:lnTo>
                    <a:pt x="2236232" y="3012293"/>
                  </a:lnTo>
                  <a:lnTo>
                    <a:pt x="2235582" y="3012293"/>
                  </a:lnTo>
                  <a:lnTo>
                    <a:pt x="2234932" y="3012293"/>
                  </a:lnTo>
                  <a:lnTo>
                    <a:pt x="2234282" y="3012293"/>
                  </a:lnTo>
                  <a:lnTo>
                    <a:pt x="2233632" y="3012293"/>
                  </a:lnTo>
                  <a:lnTo>
                    <a:pt x="2232982" y="3012293"/>
                  </a:lnTo>
                  <a:lnTo>
                    <a:pt x="2232332" y="3012293"/>
                  </a:lnTo>
                  <a:lnTo>
                    <a:pt x="2231682" y="3012293"/>
                  </a:lnTo>
                  <a:lnTo>
                    <a:pt x="2231033" y="3012293"/>
                  </a:lnTo>
                  <a:lnTo>
                    <a:pt x="2230383" y="3012293"/>
                  </a:lnTo>
                  <a:lnTo>
                    <a:pt x="2229733" y="3012293"/>
                  </a:lnTo>
                  <a:lnTo>
                    <a:pt x="2229083" y="3012293"/>
                  </a:lnTo>
                  <a:lnTo>
                    <a:pt x="2228433" y="3012293"/>
                  </a:lnTo>
                  <a:lnTo>
                    <a:pt x="2227783" y="3012293"/>
                  </a:lnTo>
                  <a:lnTo>
                    <a:pt x="2227133" y="3012293"/>
                  </a:lnTo>
                  <a:lnTo>
                    <a:pt x="2226483" y="3012293"/>
                  </a:lnTo>
                  <a:lnTo>
                    <a:pt x="2225833" y="3012293"/>
                  </a:lnTo>
                  <a:lnTo>
                    <a:pt x="2225183" y="3012293"/>
                  </a:lnTo>
                  <a:lnTo>
                    <a:pt x="2224533" y="3012293"/>
                  </a:lnTo>
                  <a:lnTo>
                    <a:pt x="2223883" y="3012293"/>
                  </a:lnTo>
                  <a:lnTo>
                    <a:pt x="2223233" y="3012293"/>
                  </a:lnTo>
                  <a:lnTo>
                    <a:pt x="2222583" y="3012293"/>
                  </a:lnTo>
                  <a:lnTo>
                    <a:pt x="2221933" y="3012293"/>
                  </a:lnTo>
                  <a:lnTo>
                    <a:pt x="2221284" y="3012293"/>
                  </a:lnTo>
                  <a:lnTo>
                    <a:pt x="2220634" y="3012293"/>
                  </a:lnTo>
                  <a:lnTo>
                    <a:pt x="2219984" y="3012293"/>
                  </a:lnTo>
                  <a:lnTo>
                    <a:pt x="2219334" y="3012293"/>
                  </a:lnTo>
                  <a:lnTo>
                    <a:pt x="2218684" y="3012293"/>
                  </a:lnTo>
                  <a:lnTo>
                    <a:pt x="2218034" y="3012293"/>
                  </a:lnTo>
                  <a:lnTo>
                    <a:pt x="2217384" y="3012293"/>
                  </a:lnTo>
                  <a:lnTo>
                    <a:pt x="2216734" y="3012293"/>
                  </a:lnTo>
                  <a:lnTo>
                    <a:pt x="2216084" y="3012293"/>
                  </a:lnTo>
                  <a:lnTo>
                    <a:pt x="2215434" y="3012293"/>
                  </a:lnTo>
                  <a:lnTo>
                    <a:pt x="2214784" y="3012293"/>
                  </a:lnTo>
                  <a:lnTo>
                    <a:pt x="2214134" y="3012293"/>
                  </a:lnTo>
                  <a:lnTo>
                    <a:pt x="2213484" y="3012293"/>
                  </a:lnTo>
                  <a:lnTo>
                    <a:pt x="2212834" y="3012293"/>
                  </a:lnTo>
                  <a:lnTo>
                    <a:pt x="2212184" y="3012293"/>
                  </a:lnTo>
                  <a:lnTo>
                    <a:pt x="2211534" y="3012293"/>
                  </a:lnTo>
                  <a:lnTo>
                    <a:pt x="2210885" y="3012293"/>
                  </a:lnTo>
                  <a:lnTo>
                    <a:pt x="2210235" y="3012293"/>
                  </a:lnTo>
                  <a:lnTo>
                    <a:pt x="2209585" y="3012293"/>
                  </a:lnTo>
                  <a:lnTo>
                    <a:pt x="2208935" y="3012293"/>
                  </a:lnTo>
                  <a:lnTo>
                    <a:pt x="2208285" y="3012293"/>
                  </a:lnTo>
                  <a:lnTo>
                    <a:pt x="2207635" y="3012293"/>
                  </a:lnTo>
                  <a:lnTo>
                    <a:pt x="2206985" y="3012293"/>
                  </a:lnTo>
                  <a:lnTo>
                    <a:pt x="2206335" y="3012293"/>
                  </a:lnTo>
                  <a:lnTo>
                    <a:pt x="2205685" y="3012293"/>
                  </a:lnTo>
                  <a:lnTo>
                    <a:pt x="2205035" y="3012293"/>
                  </a:lnTo>
                  <a:lnTo>
                    <a:pt x="2204385" y="3012293"/>
                  </a:lnTo>
                  <a:lnTo>
                    <a:pt x="2203735" y="3012293"/>
                  </a:lnTo>
                  <a:lnTo>
                    <a:pt x="2203085" y="3012293"/>
                  </a:lnTo>
                  <a:lnTo>
                    <a:pt x="2202435" y="3012293"/>
                  </a:lnTo>
                  <a:lnTo>
                    <a:pt x="2201785" y="3012293"/>
                  </a:lnTo>
                  <a:lnTo>
                    <a:pt x="2201136" y="3012293"/>
                  </a:lnTo>
                  <a:lnTo>
                    <a:pt x="2200486" y="3012293"/>
                  </a:lnTo>
                  <a:lnTo>
                    <a:pt x="2199836" y="3012293"/>
                  </a:lnTo>
                  <a:lnTo>
                    <a:pt x="2199186" y="3012293"/>
                  </a:lnTo>
                  <a:lnTo>
                    <a:pt x="2198536" y="3012293"/>
                  </a:lnTo>
                  <a:lnTo>
                    <a:pt x="2197886" y="3012293"/>
                  </a:lnTo>
                  <a:lnTo>
                    <a:pt x="2197236" y="3012293"/>
                  </a:lnTo>
                  <a:lnTo>
                    <a:pt x="2196586" y="3012293"/>
                  </a:lnTo>
                  <a:lnTo>
                    <a:pt x="2195936" y="3012293"/>
                  </a:lnTo>
                  <a:lnTo>
                    <a:pt x="2195286" y="3012293"/>
                  </a:lnTo>
                  <a:lnTo>
                    <a:pt x="2194636" y="3012293"/>
                  </a:lnTo>
                  <a:lnTo>
                    <a:pt x="2193986" y="3012293"/>
                  </a:lnTo>
                  <a:lnTo>
                    <a:pt x="2193336" y="3012293"/>
                  </a:lnTo>
                  <a:lnTo>
                    <a:pt x="2192686" y="3012293"/>
                  </a:lnTo>
                  <a:lnTo>
                    <a:pt x="2192036" y="3012293"/>
                  </a:lnTo>
                  <a:lnTo>
                    <a:pt x="2191386" y="3012293"/>
                  </a:lnTo>
                  <a:lnTo>
                    <a:pt x="2190737" y="3012293"/>
                  </a:lnTo>
                  <a:lnTo>
                    <a:pt x="2190087" y="3012293"/>
                  </a:lnTo>
                  <a:lnTo>
                    <a:pt x="2189437" y="3012293"/>
                  </a:lnTo>
                  <a:lnTo>
                    <a:pt x="2188787" y="3012293"/>
                  </a:lnTo>
                  <a:lnTo>
                    <a:pt x="2188137" y="3012293"/>
                  </a:lnTo>
                  <a:lnTo>
                    <a:pt x="2187487" y="3012293"/>
                  </a:lnTo>
                  <a:lnTo>
                    <a:pt x="2186837" y="3012293"/>
                  </a:lnTo>
                  <a:lnTo>
                    <a:pt x="2186187" y="3012293"/>
                  </a:lnTo>
                  <a:lnTo>
                    <a:pt x="2185537" y="3012293"/>
                  </a:lnTo>
                  <a:lnTo>
                    <a:pt x="2184887" y="3012293"/>
                  </a:lnTo>
                  <a:lnTo>
                    <a:pt x="2184237" y="3012293"/>
                  </a:lnTo>
                  <a:lnTo>
                    <a:pt x="2183587" y="3012293"/>
                  </a:lnTo>
                  <a:lnTo>
                    <a:pt x="2182937" y="3012293"/>
                  </a:lnTo>
                  <a:lnTo>
                    <a:pt x="2182287" y="3012293"/>
                  </a:lnTo>
                  <a:lnTo>
                    <a:pt x="2181637" y="3012293"/>
                  </a:lnTo>
                  <a:lnTo>
                    <a:pt x="2180988" y="3012293"/>
                  </a:lnTo>
                  <a:lnTo>
                    <a:pt x="2180338" y="3012293"/>
                  </a:lnTo>
                  <a:lnTo>
                    <a:pt x="2179688" y="3012293"/>
                  </a:lnTo>
                  <a:lnTo>
                    <a:pt x="2179038" y="3012293"/>
                  </a:lnTo>
                  <a:lnTo>
                    <a:pt x="2178388" y="3012293"/>
                  </a:lnTo>
                  <a:lnTo>
                    <a:pt x="2177738" y="3012293"/>
                  </a:lnTo>
                  <a:lnTo>
                    <a:pt x="2177088" y="3012293"/>
                  </a:lnTo>
                  <a:lnTo>
                    <a:pt x="2176438" y="3012293"/>
                  </a:lnTo>
                  <a:lnTo>
                    <a:pt x="2175788" y="3012293"/>
                  </a:lnTo>
                  <a:lnTo>
                    <a:pt x="2175138" y="3012293"/>
                  </a:lnTo>
                  <a:lnTo>
                    <a:pt x="2174488" y="3012293"/>
                  </a:lnTo>
                  <a:lnTo>
                    <a:pt x="2173838" y="3012293"/>
                  </a:lnTo>
                  <a:lnTo>
                    <a:pt x="2173188" y="3012293"/>
                  </a:lnTo>
                  <a:lnTo>
                    <a:pt x="2172538" y="3012293"/>
                  </a:lnTo>
                  <a:lnTo>
                    <a:pt x="2171888" y="3012293"/>
                  </a:lnTo>
                  <a:lnTo>
                    <a:pt x="2171238" y="3012293"/>
                  </a:lnTo>
                  <a:lnTo>
                    <a:pt x="2170589" y="3012293"/>
                  </a:lnTo>
                  <a:lnTo>
                    <a:pt x="2169939" y="3012293"/>
                  </a:lnTo>
                  <a:lnTo>
                    <a:pt x="2169289" y="3012293"/>
                  </a:lnTo>
                  <a:lnTo>
                    <a:pt x="2168639" y="3012293"/>
                  </a:lnTo>
                  <a:lnTo>
                    <a:pt x="2167989" y="3012293"/>
                  </a:lnTo>
                  <a:lnTo>
                    <a:pt x="2167339" y="3012293"/>
                  </a:lnTo>
                  <a:lnTo>
                    <a:pt x="2166689" y="3012293"/>
                  </a:lnTo>
                  <a:lnTo>
                    <a:pt x="2166039" y="3012293"/>
                  </a:lnTo>
                  <a:lnTo>
                    <a:pt x="2165389" y="3012293"/>
                  </a:lnTo>
                  <a:lnTo>
                    <a:pt x="2164739" y="3012293"/>
                  </a:lnTo>
                  <a:lnTo>
                    <a:pt x="2164089" y="3012293"/>
                  </a:lnTo>
                  <a:lnTo>
                    <a:pt x="2163439" y="3012293"/>
                  </a:lnTo>
                  <a:lnTo>
                    <a:pt x="2162789" y="3012293"/>
                  </a:lnTo>
                  <a:lnTo>
                    <a:pt x="2162139" y="3012293"/>
                  </a:lnTo>
                  <a:lnTo>
                    <a:pt x="2161489" y="3012293"/>
                  </a:lnTo>
                  <a:lnTo>
                    <a:pt x="2160840" y="3012293"/>
                  </a:lnTo>
                  <a:lnTo>
                    <a:pt x="2160190" y="3012293"/>
                  </a:lnTo>
                  <a:lnTo>
                    <a:pt x="2159540" y="3012293"/>
                  </a:lnTo>
                  <a:lnTo>
                    <a:pt x="2158890" y="3012293"/>
                  </a:lnTo>
                  <a:lnTo>
                    <a:pt x="2158240" y="3012293"/>
                  </a:lnTo>
                  <a:lnTo>
                    <a:pt x="2157590" y="3012293"/>
                  </a:lnTo>
                  <a:lnTo>
                    <a:pt x="2156940" y="3012293"/>
                  </a:lnTo>
                  <a:lnTo>
                    <a:pt x="2156290" y="3012293"/>
                  </a:lnTo>
                  <a:lnTo>
                    <a:pt x="2155640" y="3012293"/>
                  </a:lnTo>
                  <a:lnTo>
                    <a:pt x="2154990" y="3012293"/>
                  </a:lnTo>
                  <a:lnTo>
                    <a:pt x="2154340" y="3012293"/>
                  </a:lnTo>
                  <a:lnTo>
                    <a:pt x="2153690" y="3012293"/>
                  </a:lnTo>
                  <a:lnTo>
                    <a:pt x="2153040" y="3012293"/>
                  </a:lnTo>
                  <a:lnTo>
                    <a:pt x="2152390" y="3012293"/>
                  </a:lnTo>
                  <a:lnTo>
                    <a:pt x="2151740" y="3012293"/>
                  </a:lnTo>
                  <a:lnTo>
                    <a:pt x="2151090" y="3012293"/>
                  </a:lnTo>
                  <a:lnTo>
                    <a:pt x="2150441" y="3012293"/>
                  </a:lnTo>
                  <a:lnTo>
                    <a:pt x="2149791" y="3012293"/>
                  </a:lnTo>
                  <a:lnTo>
                    <a:pt x="2149141" y="3012293"/>
                  </a:lnTo>
                  <a:lnTo>
                    <a:pt x="2148491" y="3012293"/>
                  </a:lnTo>
                  <a:lnTo>
                    <a:pt x="2147841" y="3012293"/>
                  </a:lnTo>
                  <a:lnTo>
                    <a:pt x="2147191" y="3012293"/>
                  </a:lnTo>
                  <a:lnTo>
                    <a:pt x="2146541" y="3012293"/>
                  </a:lnTo>
                  <a:lnTo>
                    <a:pt x="2145891" y="3012293"/>
                  </a:lnTo>
                  <a:lnTo>
                    <a:pt x="2145241" y="3012293"/>
                  </a:lnTo>
                  <a:lnTo>
                    <a:pt x="2144591" y="3012293"/>
                  </a:lnTo>
                  <a:lnTo>
                    <a:pt x="2143941" y="3012293"/>
                  </a:lnTo>
                  <a:lnTo>
                    <a:pt x="2143291" y="3012293"/>
                  </a:lnTo>
                  <a:lnTo>
                    <a:pt x="2142641" y="3012293"/>
                  </a:lnTo>
                  <a:lnTo>
                    <a:pt x="2141991" y="3012293"/>
                  </a:lnTo>
                  <a:lnTo>
                    <a:pt x="2141341" y="3012293"/>
                  </a:lnTo>
                  <a:lnTo>
                    <a:pt x="2140692" y="3012293"/>
                  </a:lnTo>
                  <a:lnTo>
                    <a:pt x="2140042" y="3012293"/>
                  </a:lnTo>
                  <a:lnTo>
                    <a:pt x="2139392" y="3012293"/>
                  </a:lnTo>
                  <a:lnTo>
                    <a:pt x="2138742" y="3012293"/>
                  </a:lnTo>
                  <a:lnTo>
                    <a:pt x="2138092" y="3012293"/>
                  </a:lnTo>
                  <a:lnTo>
                    <a:pt x="2137442" y="3012293"/>
                  </a:lnTo>
                  <a:lnTo>
                    <a:pt x="2136792" y="3012293"/>
                  </a:lnTo>
                  <a:lnTo>
                    <a:pt x="2136142" y="3012293"/>
                  </a:lnTo>
                  <a:lnTo>
                    <a:pt x="2135492" y="3012293"/>
                  </a:lnTo>
                  <a:lnTo>
                    <a:pt x="2134842" y="3012293"/>
                  </a:lnTo>
                  <a:lnTo>
                    <a:pt x="2134192" y="3012293"/>
                  </a:lnTo>
                  <a:lnTo>
                    <a:pt x="2133542" y="3012293"/>
                  </a:lnTo>
                  <a:lnTo>
                    <a:pt x="2132892" y="3012293"/>
                  </a:lnTo>
                  <a:lnTo>
                    <a:pt x="2132242" y="3012293"/>
                  </a:lnTo>
                  <a:lnTo>
                    <a:pt x="2131592" y="3012293"/>
                  </a:lnTo>
                  <a:lnTo>
                    <a:pt x="2130942" y="3012293"/>
                  </a:lnTo>
                  <a:lnTo>
                    <a:pt x="2130293" y="3012293"/>
                  </a:lnTo>
                  <a:lnTo>
                    <a:pt x="2129643" y="3012293"/>
                  </a:lnTo>
                  <a:lnTo>
                    <a:pt x="2128993" y="3012293"/>
                  </a:lnTo>
                  <a:lnTo>
                    <a:pt x="2128343" y="3012293"/>
                  </a:lnTo>
                  <a:lnTo>
                    <a:pt x="2127693" y="3012293"/>
                  </a:lnTo>
                  <a:lnTo>
                    <a:pt x="2127043" y="3012293"/>
                  </a:lnTo>
                  <a:lnTo>
                    <a:pt x="2126393" y="3012293"/>
                  </a:lnTo>
                  <a:lnTo>
                    <a:pt x="2125743" y="3012293"/>
                  </a:lnTo>
                  <a:lnTo>
                    <a:pt x="2125093" y="3012293"/>
                  </a:lnTo>
                  <a:lnTo>
                    <a:pt x="2124443" y="3012293"/>
                  </a:lnTo>
                  <a:lnTo>
                    <a:pt x="2123793" y="3012293"/>
                  </a:lnTo>
                  <a:lnTo>
                    <a:pt x="2123143" y="3012293"/>
                  </a:lnTo>
                  <a:lnTo>
                    <a:pt x="2122493" y="3012293"/>
                  </a:lnTo>
                  <a:lnTo>
                    <a:pt x="2121843" y="3012293"/>
                  </a:lnTo>
                  <a:lnTo>
                    <a:pt x="2121193" y="3012293"/>
                  </a:lnTo>
                  <a:lnTo>
                    <a:pt x="2120544" y="3012293"/>
                  </a:lnTo>
                  <a:lnTo>
                    <a:pt x="2119894" y="3012293"/>
                  </a:lnTo>
                  <a:lnTo>
                    <a:pt x="2119244" y="3012293"/>
                  </a:lnTo>
                  <a:lnTo>
                    <a:pt x="2118594" y="3012293"/>
                  </a:lnTo>
                  <a:lnTo>
                    <a:pt x="2117944" y="3012293"/>
                  </a:lnTo>
                  <a:lnTo>
                    <a:pt x="2117294" y="3012293"/>
                  </a:lnTo>
                  <a:lnTo>
                    <a:pt x="2116644" y="3012293"/>
                  </a:lnTo>
                  <a:lnTo>
                    <a:pt x="2115994" y="3012293"/>
                  </a:lnTo>
                  <a:lnTo>
                    <a:pt x="2115344" y="3012293"/>
                  </a:lnTo>
                  <a:lnTo>
                    <a:pt x="2114694" y="3012293"/>
                  </a:lnTo>
                  <a:lnTo>
                    <a:pt x="2114044" y="3012293"/>
                  </a:lnTo>
                  <a:lnTo>
                    <a:pt x="2113394" y="3012293"/>
                  </a:lnTo>
                  <a:lnTo>
                    <a:pt x="2112744" y="3012293"/>
                  </a:lnTo>
                  <a:lnTo>
                    <a:pt x="2112094" y="3012293"/>
                  </a:lnTo>
                  <a:lnTo>
                    <a:pt x="2111444" y="3012293"/>
                  </a:lnTo>
                  <a:lnTo>
                    <a:pt x="2110795" y="3012293"/>
                  </a:lnTo>
                  <a:lnTo>
                    <a:pt x="2110145" y="3012293"/>
                  </a:lnTo>
                  <a:lnTo>
                    <a:pt x="2109495" y="3012293"/>
                  </a:lnTo>
                  <a:lnTo>
                    <a:pt x="2108845" y="3012293"/>
                  </a:lnTo>
                  <a:lnTo>
                    <a:pt x="2108195" y="3012293"/>
                  </a:lnTo>
                  <a:lnTo>
                    <a:pt x="2107545" y="3012293"/>
                  </a:lnTo>
                  <a:lnTo>
                    <a:pt x="2106895" y="3012293"/>
                  </a:lnTo>
                  <a:lnTo>
                    <a:pt x="2106245" y="3012293"/>
                  </a:lnTo>
                  <a:lnTo>
                    <a:pt x="2105595" y="3012293"/>
                  </a:lnTo>
                  <a:lnTo>
                    <a:pt x="2104945" y="3012293"/>
                  </a:lnTo>
                  <a:lnTo>
                    <a:pt x="2104295" y="3012293"/>
                  </a:lnTo>
                  <a:lnTo>
                    <a:pt x="2103645" y="3012293"/>
                  </a:lnTo>
                  <a:lnTo>
                    <a:pt x="2102995" y="3012293"/>
                  </a:lnTo>
                  <a:lnTo>
                    <a:pt x="2102345" y="3012293"/>
                  </a:lnTo>
                  <a:lnTo>
                    <a:pt x="2101695" y="3012293"/>
                  </a:lnTo>
                  <a:lnTo>
                    <a:pt x="2101045" y="3012293"/>
                  </a:lnTo>
                  <a:lnTo>
                    <a:pt x="2100396" y="3012293"/>
                  </a:lnTo>
                  <a:lnTo>
                    <a:pt x="2099746" y="3012293"/>
                  </a:lnTo>
                  <a:lnTo>
                    <a:pt x="2099096" y="3012293"/>
                  </a:lnTo>
                  <a:lnTo>
                    <a:pt x="2098446" y="3012293"/>
                  </a:lnTo>
                  <a:lnTo>
                    <a:pt x="2097796" y="3012293"/>
                  </a:lnTo>
                  <a:lnTo>
                    <a:pt x="2097146" y="3012293"/>
                  </a:lnTo>
                  <a:lnTo>
                    <a:pt x="2096496" y="3012293"/>
                  </a:lnTo>
                  <a:lnTo>
                    <a:pt x="2095846" y="3012293"/>
                  </a:lnTo>
                  <a:lnTo>
                    <a:pt x="2095196" y="3012293"/>
                  </a:lnTo>
                  <a:lnTo>
                    <a:pt x="2094546" y="3012293"/>
                  </a:lnTo>
                  <a:lnTo>
                    <a:pt x="2093896" y="3012293"/>
                  </a:lnTo>
                  <a:lnTo>
                    <a:pt x="2093246" y="3012293"/>
                  </a:lnTo>
                  <a:lnTo>
                    <a:pt x="2092596" y="3012293"/>
                  </a:lnTo>
                  <a:lnTo>
                    <a:pt x="2091946" y="3012293"/>
                  </a:lnTo>
                  <a:lnTo>
                    <a:pt x="2091296" y="3012293"/>
                  </a:lnTo>
                  <a:lnTo>
                    <a:pt x="2090647" y="3012293"/>
                  </a:lnTo>
                  <a:lnTo>
                    <a:pt x="2089997" y="3012293"/>
                  </a:lnTo>
                  <a:lnTo>
                    <a:pt x="2089347" y="3012293"/>
                  </a:lnTo>
                  <a:lnTo>
                    <a:pt x="2088697" y="3012293"/>
                  </a:lnTo>
                  <a:lnTo>
                    <a:pt x="2088047" y="3012293"/>
                  </a:lnTo>
                  <a:lnTo>
                    <a:pt x="2087397" y="3012293"/>
                  </a:lnTo>
                  <a:lnTo>
                    <a:pt x="2086747" y="3012293"/>
                  </a:lnTo>
                  <a:lnTo>
                    <a:pt x="2086097" y="3012293"/>
                  </a:lnTo>
                  <a:lnTo>
                    <a:pt x="2085447" y="3012293"/>
                  </a:lnTo>
                  <a:lnTo>
                    <a:pt x="2084797" y="3012293"/>
                  </a:lnTo>
                  <a:lnTo>
                    <a:pt x="2084147" y="3012293"/>
                  </a:lnTo>
                  <a:lnTo>
                    <a:pt x="2083497" y="3012293"/>
                  </a:lnTo>
                  <a:lnTo>
                    <a:pt x="2082847" y="3012293"/>
                  </a:lnTo>
                  <a:lnTo>
                    <a:pt x="2082197" y="3012293"/>
                  </a:lnTo>
                  <a:lnTo>
                    <a:pt x="2081547" y="3012293"/>
                  </a:lnTo>
                  <a:lnTo>
                    <a:pt x="2080897" y="3012293"/>
                  </a:lnTo>
                  <a:lnTo>
                    <a:pt x="2080248" y="3012293"/>
                  </a:lnTo>
                  <a:lnTo>
                    <a:pt x="2079598" y="3012293"/>
                  </a:lnTo>
                  <a:lnTo>
                    <a:pt x="2078948" y="3012293"/>
                  </a:lnTo>
                  <a:lnTo>
                    <a:pt x="2078298" y="3012293"/>
                  </a:lnTo>
                  <a:lnTo>
                    <a:pt x="2077648" y="3012293"/>
                  </a:lnTo>
                  <a:lnTo>
                    <a:pt x="2076998" y="3012293"/>
                  </a:lnTo>
                  <a:lnTo>
                    <a:pt x="2076348" y="3012293"/>
                  </a:lnTo>
                  <a:lnTo>
                    <a:pt x="2075698" y="3012293"/>
                  </a:lnTo>
                  <a:lnTo>
                    <a:pt x="2075048" y="3012293"/>
                  </a:lnTo>
                  <a:lnTo>
                    <a:pt x="2074398" y="3012293"/>
                  </a:lnTo>
                  <a:lnTo>
                    <a:pt x="2073748" y="3012293"/>
                  </a:lnTo>
                  <a:lnTo>
                    <a:pt x="2073098" y="3012293"/>
                  </a:lnTo>
                  <a:lnTo>
                    <a:pt x="2072448" y="3012293"/>
                  </a:lnTo>
                  <a:lnTo>
                    <a:pt x="2071798" y="3012293"/>
                  </a:lnTo>
                  <a:lnTo>
                    <a:pt x="2071148" y="3012293"/>
                  </a:lnTo>
                  <a:lnTo>
                    <a:pt x="2070499" y="3012293"/>
                  </a:lnTo>
                  <a:lnTo>
                    <a:pt x="2069849" y="3012293"/>
                  </a:lnTo>
                  <a:lnTo>
                    <a:pt x="2069199" y="3012293"/>
                  </a:lnTo>
                  <a:lnTo>
                    <a:pt x="2068549" y="3012293"/>
                  </a:lnTo>
                  <a:lnTo>
                    <a:pt x="2067899" y="3012293"/>
                  </a:lnTo>
                  <a:lnTo>
                    <a:pt x="2067249" y="3012293"/>
                  </a:lnTo>
                  <a:lnTo>
                    <a:pt x="2066599" y="3012293"/>
                  </a:lnTo>
                  <a:lnTo>
                    <a:pt x="2065949" y="3012293"/>
                  </a:lnTo>
                  <a:lnTo>
                    <a:pt x="2065299" y="3012293"/>
                  </a:lnTo>
                  <a:lnTo>
                    <a:pt x="2064649" y="3012293"/>
                  </a:lnTo>
                  <a:lnTo>
                    <a:pt x="2063999" y="3012293"/>
                  </a:lnTo>
                  <a:lnTo>
                    <a:pt x="2063349" y="3012293"/>
                  </a:lnTo>
                  <a:lnTo>
                    <a:pt x="2062699" y="3012293"/>
                  </a:lnTo>
                  <a:lnTo>
                    <a:pt x="2062049" y="3012293"/>
                  </a:lnTo>
                  <a:lnTo>
                    <a:pt x="2061399" y="3012293"/>
                  </a:lnTo>
                  <a:lnTo>
                    <a:pt x="2060749" y="3012293"/>
                  </a:lnTo>
                  <a:lnTo>
                    <a:pt x="2060100" y="3012293"/>
                  </a:lnTo>
                  <a:lnTo>
                    <a:pt x="2059450" y="3012293"/>
                  </a:lnTo>
                  <a:lnTo>
                    <a:pt x="2058800" y="3012293"/>
                  </a:lnTo>
                  <a:lnTo>
                    <a:pt x="2058150" y="3012293"/>
                  </a:lnTo>
                  <a:lnTo>
                    <a:pt x="2057500" y="3012293"/>
                  </a:lnTo>
                  <a:lnTo>
                    <a:pt x="2056850" y="3012293"/>
                  </a:lnTo>
                  <a:lnTo>
                    <a:pt x="2056200" y="3012293"/>
                  </a:lnTo>
                  <a:lnTo>
                    <a:pt x="2055550" y="3012293"/>
                  </a:lnTo>
                  <a:lnTo>
                    <a:pt x="2054900" y="3012293"/>
                  </a:lnTo>
                  <a:lnTo>
                    <a:pt x="2054250" y="3012293"/>
                  </a:lnTo>
                  <a:lnTo>
                    <a:pt x="2053600" y="3012293"/>
                  </a:lnTo>
                  <a:lnTo>
                    <a:pt x="2052950" y="3012293"/>
                  </a:lnTo>
                  <a:lnTo>
                    <a:pt x="2052300" y="3012293"/>
                  </a:lnTo>
                  <a:lnTo>
                    <a:pt x="2051650" y="3012293"/>
                  </a:lnTo>
                  <a:lnTo>
                    <a:pt x="2051000" y="3012293"/>
                  </a:lnTo>
                  <a:lnTo>
                    <a:pt x="2050351" y="3012293"/>
                  </a:lnTo>
                  <a:lnTo>
                    <a:pt x="2049701" y="3012293"/>
                  </a:lnTo>
                  <a:lnTo>
                    <a:pt x="2049051" y="3012293"/>
                  </a:lnTo>
                  <a:lnTo>
                    <a:pt x="2048401" y="3012293"/>
                  </a:lnTo>
                  <a:lnTo>
                    <a:pt x="2047751" y="3012293"/>
                  </a:lnTo>
                  <a:lnTo>
                    <a:pt x="2047101" y="3012293"/>
                  </a:lnTo>
                  <a:lnTo>
                    <a:pt x="2046451" y="3012293"/>
                  </a:lnTo>
                  <a:lnTo>
                    <a:pt x="2045801" y="3012293"/>
                  </a:lnTo>
                  <a:lnTo>
                    <a:pt x="2045151" y="3012293"/>
                  </a:lnTo>
                  <a:lnTo>
                    <a:pt x="2044501" y="3012293"/>
                  </a:lnTo>
                  <a:lnTo>
                    <a:pt x="2043851" y="3012293"/>
                  </a:lnTo>
                  <a:lnTo>
                    <a:pt x="2043201" y="3012293"/>
                  </a:lnTo>
                  <a:lnTo>
                    <a:pt x="2042551" y="3012293"/>
                  </a:lnTo>
                  <a:lnTo>
                    <a:pt x="2041901" y="3012293"/>
                  </a:lnTo>
                  <a:lnTo>
                    <a:pt x="2041251" y="3012293"/>
                  </a:lnTo>
                  <a:lnTo>
                    <a:pt x="2040601" y="3012293"/>
                  </a:lnTo>
                  <a:lnTo>
                    <a:pt x="2039952" y="3012293"/>
                  </a:lnTo>
                  <a:lnTo>
                    <a:pt x="2039302" y="3012293"/>
                  </a:lnTo>
                  <a:lnTo>
                    <a:pt x="2038652" y="3012293"/>
                  </a:lnTo>
                  <a:lnTo>
                    <a:pt x="2038002" y="3012293"/>
                  </a:lnTo>
                  <a:lnTo>
                    <a:pt x="2037352" y="3012293"/>
                  </a:lnTo>
                  <a:lnTo>
                    <a:pt x="2036702" y="3012293"/>
                  </a:lnTo>
                  <a:lnTo>
                    <a:pt x="2036052" y="3012293"/>
                  </a:lnTo>
                  <a:lnTo>
                    <a:pt x="2035402" y="3012293"/>
                  </a:lnTo>
                  <a:lnTo>
                    <a:pt x="2034752" y="3012293"/>
                  </a:lnTo>
                  <a:lnTo>
                    <a:pt x="2034102" y="3012293"/>
                  </a:lnTo>
                  <a:lnTo>
                    <a:pt x="2033452" y="3012293"/>
                  </a:lnTo>
                  <a:lnTo>
                    <a:pt x="2032802" y="3012293"/>
                  </a:lnTo>
                  <a:lnTo>
                    <a:pt x="2032152" y="3012293"/>
                  </a:lnTo>
                  <a:lnTo>
                    <a:pt x="2031502" y="3012293"/>
                  </a:lnTo>
                  <a:lnTo>
                    <a:pt x="2030852" y="3012293"/>
                  </a:lnTo>
                  <a:lnTo>
                    <a:pt x="2030203" y="3012293"/>
                  </a:lnTo>
                  <a:lnTo>
                    <a:pt x="2029553" y="3012293"/>
                  </a:lnTo>
                  <a:lnTo>
                    <a:pt x="2028903" y="3012293"/>
                  </a:lnTo>
                  <a:lnTo>
                    <a:pt x="2028253" y="3012293"/>
                  </a:lnTo>
                  <a:lnTo>
                    <a:pt x="2027603" y="3012293"/>
                  </a:lnTo>
                  <a:lnTo>
                    <a:pt x="2026953" y="3012293"/>
                  </a:lnTo>
                  <a:lnTo>
                    <a:pt x="2026303" y="3012293"/>
                  </a:lnTo>
                  <a:lnTo>
                    <a:pt x="2025653" y="3012293"/>
                  </a:lnTo>
                  <a:lnTo>
                    <a:pt x="2025003" y="3012293"/>
                  </a:lnTo>
                  <a:lnTo>
                    <a:pt x="2024353" y="3012293"/>
                  </a:lnTo>
                  <a:lnTo>
                    <a:pt x="2023703" y="3012293"/>
                  </a:lnTo>
                  <a:lnTo>
                    <a:pt x="2023053" y="3012293"/>
                  </a:lnTo>
                  <a:lnTo>
                    <a:pt x="2022403" y="3012293"/>
                  </a:lnTo>
                  <a:lnTo>
                    <a:pt x="2021753" y="3012293"/>
                  </a:lnTo>
                  <a:lnTo>
                    <a:pt x="2021103" y="3012293"/>
                  </a:lnTo>
                  <a:lnTo>
                    <a:pt x="2020453" y="3012293"/>
                  </a:lnTo>
                  <a:lnTo>
                    <a:pt x="2019804" y="3012293"/>
                  </a:lnTo>
                  <a:lnTo>
                    <a:pt x="2019154" y="3012293"/>
                  </a:lnTo>
                  <a:lnTo>
                    <a:pt x="2018504" y="3012293"/>
                  </a:lnTo>
                  <a:lnTo>
                    <a:pt x="2017854" y="3012293"/>
                  </a:lnTo>
                  <a:lnTo>
                    <a:pt x="2017204" y="3012293"/>
                  </a:lnTo>
                  <a:lnTo>
                    <a:pt x="2016554" y="3012293"/>
                  </a:lnTo>
                  <a:lnTo>
                    <a:pt x="2015904" y="3012293"/>
                  </a:lnTo>
                  <a:lnTo>
                    <a:pt x="2015254" y="3012293"/>
                  </a:lnTo>
                  <a:lnTo>
                    <a:pt x="2014604" y="3012293"/>
                  </a:lnTo>
                  <a:lnTo>
                    <a:pt x="2013954" y="3012293"/>
                  </a:lnTo>
                  <a:lnTo>
                    <a:pt x="2013304" y="3012293"/>
                  </a:lnTo>
                  <a:lnTo>
                    <a:pt x="2012654" y="3012293"/>
                  </a:lnTo>
                  <a:lnTo>
                    <a:pt x="2012004" y="3012293"/>
                  </a:lnTo>
                  <a:lnTo>
                    <a:pt x="2011354" y="3012293"/>
                  </a:lnTo>
                  <a:lnTo>
                    <a:pt x="2010704" y="3012293"/>
                  </a:lnTo>
                  <a:lnTo>
                    <a:pt x="2010055" y="3012293"/>
                  </a:lnTo>
                  <a:lnTo>
                    <a:pt x="2009405" y="3012293"/>
                  </a:lnTo>
                  <a:lnTo>
                    <a:pt x="2008755" y="3012293"/>
                  </a:lnTo>
                  <a:lnTo>
                    <a:pt x="2008105" y="3012293"/>
                  </a:lnTo>
                  <a:lnTo>
                    <a:pt x="2007455" y="3012293"/>
                  </a:lnTo>
                  <a:lnTo>
                    <a:pt x="2006805" y="3012293"/>
                  </a:lnTo>
                  <a:lnTo>
                    <a:pt x="2006155" y="3012293"/>
                  </a:lnTo>
                  <a:lnTo>
                    <a:pt x="2005505" y="3012293"/>
                  </a:lnTo>
                  <a:lnTo>
                    <a:pt x="2004855" y="3012293"/>
                  </a:lnTo>
                  <a:lnTo>
                    <a:pt x="2004205" y="3012293"/>
                  </a:lnTo>
                  <a:lnTo>
                    <a:pt x="2003555" y="3012293"/>
                  </a:lnTo>
                  <a:lnTo>
                    <a:pt x="2002905" y="3012293"/>
                  </a:lnTo>
                  <a:lnTo>
                    <a:pt x="2002255" y="3012293"/>
                  </a:lnTo>
                  <a:lnTo>
                    <a:pt x="2001605" y="3012293"/>
                  </a:lnTo>
                  <a:lnTo>
                    <a:pt x="2000955" y="3012293"/>
                  </a:lnTo>
                  <a:lnTo>
                    <a:pt x="2000305" y="3012293"/>
                  </a:lnTo>
                  <a:lnTo>
                    <a:pt x="1999656" y="3012293"/>
                  </a:lnTo>
                  <a:lnTo>
                    <a:pt x="1999006" y="3012293"/>
                  </a:lnTo>
                  <a:lnTo>
                    <a:pt x="1998356" y="3012293"/>
                  </a:lnTo>
                  <a:lnTo>
                    <a:pt x="1997706" y="3012293"/>
                  </a:lnTo>
                  <a:lnTo>
                    <a:pt x="1997056" y="3012293"/>
                  </a:lnTo>
                  <a:lnTo>
                    <a:pt x="1996406" y="3012293"/>
                  </a:lnTo>
                  <a:lnTo>
                    <a:pt x="1995756" y="3012293"/>
                  </a:lnTo>
                  <a:lnTo>
                    <a:pt x="1995106" y="3012293"/>
                  </a:lnTo>
                  <a:lnTo>
                    <a:pt x="1994456" y="3012293"/>
                  </a:lnTo>
                  <a:lnTo>
                    <a:pt x="1993806" y="3012293"/>
                  </a:lnTo>
                  <a:lnTo>
                    <a:pt x="1993156" y="3012293"/>
                  </a:lnTo>
                  <a:lnTo>
                    <a:pt x="1992506" y="3012293"/>
                  </a:lnTo>
                  <a:lnTo>
                    <a:pt x="1991856" y="3012293"/>
                  </a:lnTo>
                  <a:lnTo>
                    <a:pt x="1991206" y="3012293"/>
                  </a:lnTo>
                  <a:lnTo>
                    <a:pt x="1990556" y="3012293"/>
                  </a:lnTo>
                  <a:lnTo>
                    <a:pt x="1989907" y="3012293"/>
                  </a:lnTo>
                  <a:lnTo>
                    <a:pt x="1989257" y="3012293"/>
                  </a:lnTo>
                  <a:lnTo>
                    <a:pt x="1988607" y="3012293"/>
                  </a:lnTo>
                  <a:lnTo>
                    <a:pt x="1987957" y="3012293"/>
                  </a:lnTo>
                  <a:lnTo>
                    <a:pt x="1987307" y="3012293"/>
                  </a:lnTo>
                  <a:lnTo>
                    <a:pt x="1986657" y="3012293"/>
                  </a:lnTo>
                  <a:lnTo>
                    <a:pt x="1986007" y="3012293"/>
                  </a:lnTo>
                  <a:lnTo>
                    <a:pt x="1985357" y="3012293"/>
                  </a:lnTo>
                  <a:lnTo>
                    <a:pt x="1984707" y="3012293"/>
                  </a:lnTo>
                  <a:lnTo>
                    <a:pt x="1984057" y="3012293"/>
                  </a:lnTo>
                  <a:lnTo>
                    <a:pt x="1983407" y="3012293"/>
                  </a:lnTo>
                  <a:lnTo>
                    <a:pt x="1982757" y="3012293"/>
                  </a:lnTo>
                  <a:lnTo>
                    <a:pt x="1982107" y="3012293"/>
                  </a:lnTo>
                  <a:lnTo>
                    <a:pt x="1981457" y="3012293"/>
                  </a:lnTo>
                  <a:lnTo>
                    <a:pt x="1980807" y="3012293"/>
                  </a:lnTo>
                  <a:lnTo>
                    <a:pt x="1980157" y="3012293"/>
                  </a:lnTo>
                  <a:lnTo>
                    <a:pt x="1979508" y="3012293"/>
                  </a:lnTo>
                  <a:lnTo>
                    <a:pt x="1978858" y="3012293"/>
                  </a:lnTo>
                  <a:lnTo>
                    <a:pt x="1978208" y="3012293"/>
                  </a:lnTo>
                  <a:lnTo>
                    <a:pt x="1977558" y="3012293"/>
                  </a:lnTo>
                  <a:lnTo>
                    <a:pt x="1976908" y="3012293"/>
                  </a:lnTo>
                  <a:lnTo>
                    <a:pt x="1976258" y="3012293"/>
                  </a:lnTo>
                  <a:lnTo>
                    <a:pt x="1975608" y="3012293"/>
                  </a:lnTo>
                  <a:lnTo>
                    <a:pt x="1974958" y="3012293"/>
                  </a:lnTo>
                  <a:lnTo>
                    <a:pt x="1974308" y="3012293"/>
                  </a:lnTo>
                  <a:lnTo>
                    <a:pt x="1973658" y="3012293"/>
                  </a:lnTo>
                  <a:lnTo>
                    <a:pt x="1973008" y="3012293"/>
                  </a:lnTo>
                  <a:lnTo>
                    <a:pt x="1972358" y="3012293"/>
                  </a:lnTo>
                  <a:lnTo>
                    <a:pt x="1971708" y="3012293"/>
                  </a:lnTo>
                  <a:lnTo>
                    <a:pt x="1971058" y="3012293"/>
                  </a:lnTo>
                  <a:lnTo>
                    <a:pt x="1970408" y="3012293"/>
                  </a:lnTo>
                  <a:lnTo>
                    <a:pt x="1969759" y="3012293"/>
                  </a:lnTo>
                  <a:lnTo>
                    <a:pt x="1969109" y="3012293"/>
                  </a:lnTo>
                  <a:lnTo>
                    <a:pt x="1968459" y="3012293"/>
                  </a:lnTo>
                  <a:lnTo>
                    <a:pt x="1967809" y="3012293"/>
                  </a:lnTo>
                  <a:lnTo>
                    <a:pt x="1967159" y="3012293"/>
                  </a:lnTo>
                  <a:lnTo>
                    <a:pt x="1966509" y="3012293"/>
                  </a:lnTo>
                  <a:lnTo>
                    <a:pt x="1965859" y="3012293"/>
                  </a:lnTo>
                  <a:lnTo>
                    <a:pt x="1965209" y="3012293"/>
                  </a:lnTo>
                  <a:lnTo>
                    <a:pt x="1964559" y="3012293"/>
                  </a:lnTo>
                  <a:lnTo>
                    <a:pt x="1963909" y="3012293"/>
                  </a:lnTo>
                  <a:lnTo>
                    <a:pt x="1963259" y="3012293"/>
                  </a:lnTo>
                  <a:lnTo>
                    <a:pt x="1962609" y="3012293"/>
                  </a:lnTo>
                  <a:lnTo>
                    <a:pt x="1961959" y="3012293"/>
                  </a:lnTo>
                  <a:lnTo>
                    <a:pt x="1961309" y="3012293"/>
                  </a:lnTo>
                  <a:lnTo>
                    <a:pt x="1960659" y="3012293"/>
                  </a:lnTo>
                  <a:lnTo>
                    <a:pt x="1960010" y="3012293"/>
                  </a:lnTo>
                  <a:lnTo>
                    <a:pt x="1959360" y="3012293"/>
                  </a:lnTo>
                  <a:lnTo>
                    <a:pt x="1958710" y="3012293"/>
                  </a:lnTo>
                  <a:lnTo>
                    <a:pt x="1958060" y="3012293"/>
                  </a:lnTo>
                  <a:lnTo>
                    <a:pt x="1957410" y="3012293"/>
                  </a:lnTo>
                  <a:lnTo>
                    <a:pt x="1956760" y="3012293"/>
                  </a:lnTo>
                  <a:lnTo>
                    <a:pt x="1956110" y="3012293"/>
                  </a:lnTo>
                  <a:lnTo>
                    <a:pt x="1955460" y="3012293"/>
                  </a:lnTo>
                  <a:lnTo>
                    <a:pt x="1954810" y="3012293"/>
                  </a:lnTo>
                  <a:lnTo>
                    <a:pt x="1954160" y="3012293"/>
                  </a:lnTo>
                  <a:lnTo>
                    <a:pt x="1953510" y="3012293"/>
                  </a:lnTo>
                  <a:lnTo>
                    <a:pt x="1952860" y="3012293"/>
                  </a:lnTo>
                  <a:lnTo>
                    <a:pt x="1952210" y="3012293"/>
                  </a:lnTo>
                  <a:lnTo>
                    <a:pt x="1951560" y="3012293"/>
                  </a:lnTo>
                  <a:lnTo>
                    <a:pt x="1950910" y="3012293"/>
                  </a:lnTo>
                  <a:lnTo>
                    <a:pt x="1950260" y="3012293"/>
                  </a:lnTo>
                  <a:lnTo>
                    <a:pt x="1949611" y="3012293"/>
                  </a:lnTo>
                  <a:lnTo>
                    <a:pt x="1948961" y="3012293"/>
                  </a:lnTo>
                  <a:lnTo>
                    <a:pt x="1948311" y="3012293"/>
                  </a:lnTo>
                  <a:lnTo>
                    <a:pt x="1947661" y="3012293"/>
                  </a:lnTo>
                  <a:lnTo>
                    <a:pt x="1947011" y="3012293"/>
                  </a:lnTo>
                  <a:lnTo>
                    <a:pt x="1946361" y="3012293"/>
                  </a:lnTo>
                  <a:lnTo>
                    <a:pt x="1945711" y="3012293"/>
                  </a:lnTo>
                  <a:lnTo>
                    <a:pt x="1945061" y="3012293"/>
                  </a:lnTo>
                  <a:lnTo>
                    <a:pt x="1944411" y="3012293"/>
                  </a:lnTo>
                  <a:lnTo>
                    <a:pt x="1943761" y="3012293"/>
                  </a:lnTo>
                  <a:lnTo>
                    <a:pt x="1943111" y="3012293"/>
                  </a:lnTo>
                  <a:lnTo>
                    <a:pt x="1942461" y="3012293"/>
                  </a:lnTo>
                  <a:lnTo>
                    <a:pt x="1941811" y="3012293"/>
                  </a:lnTo>
                  <a:lnTo>
                    <a:pt x="1941161" y="3012293"/>
                  </a:lnTo>
                  <a:lnTo>
                    <a:pt x="1940511" y="3012293"/>
                  </a:lnTo>
                  <a:lnTo>
                    <a:pt x="1939862" y="3012293"/>
                  </a:lnTo>
                  <a:lnTo>
                    <a:pt x="1939212" y="3012293"/>
                  </a:lnTo>
                  <a:lnTo>
                    <a:pt x="1938562" y="3012293"/>
                  </a:lnTo>
                  <a:lnTo>
                    <a:pt x="1937912" y="3012293"/>
                  </a:lnTo>
                  <a:lnTo>
                    <a:pt x="1937262" y="3012293"/>
                  </a:lnTo>
                  <a:lnTo>
                    <a:pt x="1936612" y="3012293"/>
                  </a:lnTo>
                  <a:lnTo>
                    <a:pt x="1935962" y="3012293"/>
                  </a:lnTo>
                  <a:lnTo>
                    <a:pt x="1935312" y="3012293"/>
                  </a:lnTo>
                  <a:lnTo>
                    <a:pt x="1934662" y="3012293"/>
                  </a:lnTo>
                  <a:lnTo>
                    <a:pt x="1934012" y="3012293"/>
                  </a:lnTo>
                  <a:lnTo>
                    <a:pt x="1933362" y="3012293"/>
                  </a:lnTo>
                  <a:lnTo>
                    <a:pt x="1932712" y="3012293"/>
                  </a:lnTo>
                  <a:lnTo>
                    <a:pt x="1932062" y="3012293"/>
                  </a:lnTo>
                  <a:lnTo>
                    <a:pt x="1931412" y="3012293"/>
                  </a:lnTo>
                  <a:lnTo>
                    <a:pt x="1930762" y="3012293"/>
                  </a:lnTo>
                  <a:lnTo>
                    <a:pt x="1930112" y="3012293"/>
                  </a:lnTo>
                  <a:lnTo>
                    <a:pt x="1929463" y="3012293"/>
                  </a:lnTo>
                  <a:lnTo>
                    <a:pt x="1928813" y="3012293"/>
                  </a:lnTo>
                  <a:lnTo>
                    <a:pt x="1928163" y="3012293"/>
                  </a:lnTo>
                  <a:lnTo>
                    <a:pt x="1927513" y="3012293"/>
                  </a:lnTo>
                  <a:lnTo>
                    <a:pt x="1926863" y="3012293"/>
                  </a:lnTo>
                  <a:lnTo>
                    <a:pt x="1926213" y="3012293"/>
                  </a:lnTo>
                  <a:lnTo>
                    <a:pt x="1925563" y="3012293"/>
                  </a:lnTo>
                  <a:lnTo>
                    <a:pt x="1924913" y="3012293"/>
                  </a:lnTo>
                  <a:lnTo>
                    <a:pt x="1924263" y="3012293"/>
                  </a:lnTo>
                  <a:lnTo>
                    <a:pt x="1923613" y="3012293"/>
                  </a:lnTo>
                  <a:lnTo>
                    <a:pt x="1922963" y="3012293"/>
                  </a:lnTo>
                  <a:lnTo>
                    <a:pt x="1922313" y="3012293"/>
                  </a:lnTo>
                  <a:lnTo>
                    <a:pt x="1921663" y="3012293"/>
                  </a:lnTo>
                  <a:lnTo>
                    <a:pt x="1921013" y="3012293"/>
                  </a:lnTo>
                  <a:lnTo>
                    <a:pt x="1920363" y="3012293"/>
                  </a:lnTo>
                  <a:lnTo>
                    <a:pt x="1919714" y="3012293"/>
                  </a:lnTo>
                  <a:lnTo>
                    <a:pt x="1919064" y="3012293"/>
                  </a:lnTo>
                  <a:lnTo>
                    <a:pt x="1918414" y="3012293"/>
                  </a:lnTo>
                  <a:lnTo>
                    <a:pt x="1917764" y="3012293"/>
                  </a:lnTo>
                  <a:lnTo>
                    <a:pt x="1917114" y="3012293"/>
                  </a:lnTo>
                  <a:lnTo>
                    <a:pt x="1916464" y="3012293"/>
                  </a:lnTo>
                  <a:lnTo>
                    <a:pt x="1915814" y="3012293"/>
                  </a:lnTo>
                  <a:lnTo>
                    <a:pt x="1915164" y="3012293"/>
                  </a:lnTo>
                  <a:lnTo>
                    <a:pt x="1914514" y="3012293"/>
                  </a:lnTo>
                  <a:lnTo>
                    <a:pt x="1913864" y="3012293"/>
                  </a:lnTo>
                  <a:lnTo>
                    <a:pt x="1913214" y="3012293"/>
                  </a:lnTo>
                  <a:lnTo>
                    <a:pt x="1912564" y="3012293"/>
                  </a:lnTo>
                  <a:lnTo>
                    <a:pt x="1911914" y="3012293"/>
                  </a:lnTo>
                  <a:lnTo>
                    <a:pt x="1911264" y="3012293"/>
                  </a:lnTo>
                  <a:lnTo>
                    <a:pt x="1910614" y="3012293"/>
                  </a:lnTo>
                  <a:lnTo>
                    <a:pt x="1909964" y="3012293"/>
                  </a:lnTo>
                  <a:lnTo>
                    <a:pt x="1909315" y="3012293"/>
                  </a:lnTo>
                  <a:lnTo>
                    <a:pt x="1908665" y="3012293"/>
                  </a:lnTo>
                  <a:lnTo>
                    <a:pt x="1908015" y="3012293"/>
                  </a:lnTo>
                  <a:lnTo>
                    <a:pt x="1907365" y="3012293"/>
                  </a:lnTo>
                  <a:lnTo>
                    <a:pt x="1906715" y="3012293"/>
                  </a:lnTo>
                  <a:lnTo>
                    <a:pt x="1906065" y="3012293"/>
                  </a:lnTo>
                  <a:lnTo>
                    <a:pt x="1905415" y="3012293"/>
                  </a:lnTo>
                  <a:lnTo>
                    <a:pt x="1904765" y="3012293"/>
                  </a:lnTo>
                  <a:lnTo>
                    <a:pt x="1904115" y="3012293"/>
                  </a:lnTo>
                  <a:lnTo>
                    <a:pt x="1903465" y="3012293"/>
                  </a:lnTo>
                  <a:lnTo>
                    <a:pt x="1902815" y="3012293"/>
                  </a:lnTo>
                  <a:lnTo>
                    <a:pt x="1902165" y="3012293"/>
                  </a:lnTo>
                  <a:lnTo>
                    <a:pt x="1901515" y="3012293"/>
                  </a:lnTo>
                  <a:lnTo>
                    <a:pt x="1900865" y="3012293"/>
                  </a:lnTo>
                  <a:lnTo>
                    <a:pt x="1900215" y="3012293"/>
                  </a:lnTo>
                  <a:lnTo>
                    <a:pt x="1899566" y="3012293"/>
                  </a:lnTo>
                  <a:lnTo>
                    <a:pt x="1898916" y="3012293"/>
                  </a:lnTo>
                  <a:lnTo>
                    <a:pt x="1898266" y="3012293"/>
                  </a:lnTo>
                  <a:lnTo>
                    <a:pt x="1897616" y="3012293"/>
                  </a:lnTo>
                  <a:lnTo>
                    <a:pt x="1896966" y="3012293"/>
                  </a:lnTo>
                  <a:lnTo>
                    <a:pt x="1896316" y="3012293"/>
                  </a:lnTo>
                  <a:lnTo>
                    <a:pt x="1895666" y="3012293"/>
                  </a:lnTo>
                  <a:lnTo>
                    <a:pt x="1895016" y="3012293"/>
                  </a:lnTo>
                  <a:lnTo>
                    <a:pt x="1894366" y="3012293"/>
                  </a:lnTo>
                  <a:lnTo>
                    <a:pt x="1893716" y="3012293"/>
                  </a:lnTo>
                  <a:lnTo>
                    <a:pt x="1893066" y="3012293"/>
                  </a:lnTo>
                  <a:lnTo>
                    <a:pt x="1892416" y="3012293"/>
                  </a:lnTo>
                  <a:lnTo>
                    <a:pt x="1891766" y="3012293"/>
                  </a:lnTo>
                  <a:lnTo>
                    <a:pt x="1891116" y="3012293"/>
                  </a:lnTo>
                  <a:lnTo>
                    <a:pt x="1890466" y="3012293"/>
                  </a:lnTo>
                  <a:lnTo>
                    <a:pt x="1889816" y="3012293"/>
                  </a:lnTo>
                  <a:lnTo>
                    <a:pt x="1889167" y="3012293"/>
                  </a:lnTo>
                  <a:lnTo>
                    <a:pt x="1888517" y="3012293"/>
                  </a:lnTo>
                  <a:lnTo>
                    <a:pt x="1887867" y="3012293"/>
                  </a:lnTo>
                  <a:lnTo>
                    <a:pt x="1887217" y="3012293"/>
                  </a:lnTo>
                  <a:lnTo>
                    <a:pt x="1886567" y="3012293"/>
                  </a:lnTo>
                  <a:lnTo>
                    <a:pt x="1885917" y="3012293"/>
                  </a:lnTo>
                  <a:lnTo>
                    <a:pt x="1885267" y="3012293"/>
                  </a:lnTo>
                  <a:lnTo>
                    <a:pt x="1884617" y="3012293"/>
                  </a:lnTo>
                  <a:lnTo>
                    <a:pt x="1883967" y="3012293"/>
                  </a:lnTo>
                  <a:lnTo>
                    <a:pt x="1883317" y="3012293"/>
                  </a:lnTo>
                  <a:lnTo>
                    <a:pt x="1882667" y="3012293"/>
                  </a:lnTo>
                  <a:lnTo>
                    <a:pt x="1882017" y="3012293"/>
                  </a:lnTo>
                  <a:lnTo>
                    <a:pt x="1881367" y="3012293"/>
                  </a:lnTo>
                  <a:lnTo>
                    <a:pt x="1880717" y="3012293"/>
                  </a:lnTo>
                  <a:lnTo>
                    <a:pt x="1880067" y="3012293"/>
                  </a:lnTo>
                  <a:lnTo>
                    <a:pt x="1879418" y="3012293"/>
                  </a:lnTo>
                  <a:lnTo>
                    <a:pt x="1878768" y="3012293"/>
                  </a:lnTo>
                  <a:lnTo>
                    <a:pt x="1878118" y="3012293"/>
                  </a:lnTo>
                  <a:lnTo>
                    <a:pt x="1877468" y="3012293"/>
                  </a:lnTo>
                  <a:lnTo>
                    <a:pt x="1876818" y="3012293"/>
                  </a:lnTo>
                  <a:lnTo>
                    <a:pt x="1876168" y="3012293"/>
                  </a:lnTo>
                  <a:lnTo>
                    <a:pt x="1875518" y="3012293"/>
                  </a:lnTo>
                  <a:lnTo>
                    <a:pt x="1874868" y="3012293"/>
                  </a:lnTo>
                  <a:lnTo>
                    <a:pt x="1874218" y="3012293"/>
                  </a:lnTo>
                  <a:lnTo>
                    <a:pt x="1873568" y="3012293"/>
                  </a:lnTo>
                  <a:lnTo>
                    <a:pt x="1872918" y="3012293"/>
                  </a:lnTo>
                  <a:lnTo>
                    <a:pt x="1872268" y="3012293"/>
                  </a:lnTo>
                  <a:lnTo>
                    <a:pt x="1871618" y="3012293"/>
                  </a:lnTo>
                  <a:lnTo>
                    <a:pt x="1870968" y="3012293"/>
                  </a:lnTo>
                  <a:lnTo>
                    <a:pt x="1870318" y="3012293"/>
                  </a:lnTo>
                  <a:lnTo>
                    <a:pt x="1869668" y="3012293"/>
                  </a:lnTo>
                  <a:lnTo>
                    <a:pt x="1869019" y="3012293"/>
                  </a:lnTo>
                  <a:lnTo>
                    <a:pt x="1868369" y="3012293"/>
                  </a:lnTo>
                  <a:lnTo>
                    <a:pt x="1867719" y="3012293"/>
                  </a:lnTo>
                  <a:lnTo>
                    <a:pt x="1867069" y="3012293"/>
                  </a:lnTo>
                  <a:lnTo>
                    <a:pt x="1866419" y="3012293"/>
                  </a:lnTo>
                  <a:lnTo>
                    <a:pt x="1865769" y="3012293"/>
                  </a:lnTo>
                  <a:lnTo>
                    <a:pt x="1865119" y="3012293"/>
                  </a:lnTo>
                  <a:lnTo>
                    <a:pt x="1864469" y="3012293"/>
                  </a:lnTo>
                  <a:lnTo>
                    <a:pt x="1863819" y="3012293"/>
                  </a:lnTo>
                  <a:lnTo>
                    <a:pt x="1863169" y="3012293"/>
                  </a:lnTo>
                  <a:lnTo>
                    <a:pt x="1862519" y="3012293"/>
                  </a:lnTo>
                  <a:lnTo>
                    <a:pt x="1861869" y="3012293"/>
                  </a:lnTo>
                  <a:lnTo>
                    <a:pt x="1861219" y="3012293"/>
                  </a:lnTo>
                  <a:lnTo>
                    <a:pt x="1860569" y="3012293"/>
                  </a:lnTo>
                  <a:lnTo>
                    <a:pt x="1859919" y="3012293"/>
                  </a:lnTo>
                  <a:lnTo>
                    <a:pt x="1859270" y="3012293"/>
                  </a:lnTo>
                  <a:lnTo>
                    <a:pt x="1858620" y="3012293"/>
                  </a:lnTo>
                  <a:lnTo>
                    <a:pt x="1857970" y="3012293"/>
                  </a:lnTo>
                  <a:lnTo>
                    <a:pt x="1857320" y="3012293"/>
                  </a:lnTo>
                  <a:lnTo>
                    <a:pt x="1856670" y="3012293"/>
                  </a:lnTo>
                  <a:lnTo>
                    <a:pt x="1856020" y="3012293"/>
                  </a:lnTo>
                  <a:lnTo>
                    <a:pt x="1855370" y="3012293"/>
                  </a:lnTo>
                  <a:lnTo>
                    <a:pt x="1854720" y="3012293"/>
                  </a:lnTo>
                  <a:lnTo>
                    <a:pt x="1854070" y="3012293"/>
                  </a:lnTo>
                  <a:lnTo>
                    <a:pt x="1853420" y="3012293"/>
                  </a:lnTo>
                  <a:lnTo>
                    <a:pt x="1852770" y="3012293"/>
                  </a:lnTo>
                  <a:lnTo>
                    <a:pt x="1852120" y="3012293"/>
                  </a:lnTo>
                  <a:lnTo>
                    <a:pt x="1851470" y="3012293"/>
                  </a:lnTo>
                  <a:lnTo>
                    <a:pt x="1850820" y="3012293"/>
                  </a:lnTo>
                  <a:lnTo>
                    <a:pt x="1850170" y="3012293"/>
                  </a:lnTo>
                  <a:lnTo>
                    <a:pt x="1849520" y="3012293"/>
                  </a:lnTo>
                  <a:lnTo>
                    <a:pt x="1848871" y="3012293"/>
                  </a:lnTo>
                  <a:lnTo>
                    <a:pt x="1848221" y="3012293"/>
                  </a:lnTo>
                  <a:lnTo>
                    <a:pt x="1847571" y="3012293"/>
                  </a:lnTo>
                  <a:lnTo>
                    <a:pt x="1846921" y="3012293"/>
                  </a:lnTo>
                  <a:lnTo>
                    <a:pt x="1846271" y="3012293"/>
                  </a:lnTo>
                  <a:lnTo>
                    <a:pt x="1845621" y="3012293"/>
                  </a:lnTo>
                  <a:lnTo>
                    <a:pt x="1844971" y="3012293"/>
                  </a:lnTo>
                  <a:lnTo>
                    <a:pt x="1844321" y="3012293"/>
                  </a:lnTo>
                  <a:lnTo>
                    <a:pt x="1843671" y="3012293"/>
                  </a:lnTo>
                  <a:lnTo>
                    <a:pt x="1843021" y="3012293"/>
                  </a:lnTo>
                  <a:lnTo>
                    <a:pt x="1842371" y="3012293"/>
                  </a:lnTo>
                  <a:lnTo>
                    <a:pt x="1841721" y="3012293"/>
                  </a:lnTo>
                  <a:lnTo>
                    <a:pt x="1841071" y="3012293"/>
                  </a:lnTo>
                  <a:lnTo>
                    <a:pt x="1840421" y="3012293"/>
                  </a:lnTo>
                  <a:lnTo>
                    <a:pt x="1839771" y="3012293"/>
                  </a:lnTo>
                  <a:lnTo>
                    <a:pt x="1839122" y="3012293"/>
                  </a:lnTo>
                  <a:lnTo>
                    <a:pt x="1838472" y="3012293"/>
                  </a:lnTo>
                  <a:lnTo>
                    <a:pt x="1837822" y="3012293"/>
                  </a:lnTo>
                  <a:lnTo>
                    <a:pt x="1837172" y="3012293"/>
                  </a:lnTo>
                  <a:lnTo>
                    <a:pt x="1836522" y="3012293"/>
                  </a:lnTo>
                  <a:lnTo>
                    <a:pt x="1835872" y="3012293"/>
                  </a:lnTo>
                  <a:lnTo>
                    <a:pt x="1835222" y="3012293"/>
                  </a:lnTo>
                  <a:lnTo>
                    <a:pt x="1834572" y="3012293"/>
                  </a:lnTo>
                  <a:lnTo>
                    <a:pt x="1833922" y="3012293"/>
                  </a:lnTo>
                  <a:lnTo>
                    <a:pt x="1833272" y="3012293"/>
                  </a:lnTo>
                  <a:lnTo>
                    <a:pt x="1832622" y="3012293"/>
                  </a:lnTo>
                  <a:lnTo>
                    <a:pt x="1831972" y="3012293"/>
                  </a:lnTo>
                  <a:lnTo>
                    <a:pt x="1831322" y="3012293"/>
                  </a:lnTo>
                  <a:lnTo>
                    <a:pt x="1830672" y="3012293"/>
                  </a:lnTo>
                  <a:lnTo>
                    <a:pt x="1830022" y="3012293"/>
                  </a:lnTo>
                  <a:lnTo>
                    <a:pt x="1829372" y="3012293"/>
                  </a:lnTo>
                  <a:lnTo>
                    <a:pt x="1828723" y="3012293"/>
                  </a:lnTo>
                  <a:lnTo>
                    <a:pt x="1828073" y="3012293"/>
                  </a:lnTo>
                  <a:lnTo>
                    <a:pt x="1827423" y="3012293"/>
                  </a:lnTo>
                  <a:lnTo>
                    <a:pt x="1826773" y="3012293"/>
                  </a:lnTo>
                  <a:lnTo>
                    <a:pt x="1826123" y="3012293"/>
                  </a:lnTo>
                  <a:lnTo>
                    <a:pt x="1825473" y="3012293"/>
                  </a:lnTo>
                  <a:lnTo>
                    <a:pt x="1824823" y="3012293"/>
                  </a:lnTo>
                  <a:lnTo>
                    <a:pt x="1824173" y="3012293"/>
                  </a:lnTo>
                  <a:lnTo>
                    <a:pt x="1823523" y="3012293"/>
                  </a:lnTo>
                  <a:lnTo>
                    <a:pt x="1822873" y="3012293"/>
                  </a:lnTo>
                  <a:lnTo>
                    <a:pt x="1822223" y="3012293"/>
                  </a:lnTo>
                  <a:lnTo>
                    <a:pt x="1821573" y="3012293"/>
                  </a:lnTo>
                  <a:lnTo>
                    <a:pt x="1820923" y="3012293"/>
                  </a:lnTo>
                  <a:lnTo>
                    <a:pt x="1820273" y="3012293"/>
                  </a:lnTo>
                  <a:lnTo>
                    <a:pt x="1819623" y="3012293"/>
                  </a:lnTo>
                  <a:lnTo>
                    <a:pt x="1818974" y="3012293"/>
                  </a:lnTo>
                  <a:lnTo>
                    <a:pt x="1818324" y="3012293"/>
                  </a:lnTo>
                  <a:lnTo>
                    <a:pt x="1817674" y="3012293"/>
                  </a:lnTo>
                  <a:lnTo>
                    <a:pt x="1817024" y="3012293"/>
                  </a:lnTo>
                  <a:lnTo>
                    <a:pt x="1816374" y="3012293"/>
                  </a:lnTo>
                  <a:lnTo>
                    <a:pt x="1815724" y="3012293"/>
                  </a:lnTo>
                  <a:lnTo>
                    <a:pt x="1815074" y="3012293"/>
                  </a:lnTo>
                  <a:lnTo>
                    <a:pt x="1814424" y="3012293"/>
                  </a:lnTo>
                  <a:lnTo>
                    <a:pt x="1813774" y="3012293"/>
                  </a:lnTo>
                  <a:lnTo>
                    <a:pt x="1813124" y="3012293"/>
                  </a:lnTo>
                  <a:lnTo>
                    <a:pt x="1812474" y="3012293"/>
                  </a:lnTo>
                  <a:lnTo>
                    <a:pt x="1811824" y="3012293"/>
                  </a:lnTo>
                  <a:lnTo>
                    <a:pt x="1811174" y="3012293"/>
                  </a:lnTo>
                  <a:lnTo>
                    <a:pt x="1810524" y="3012293"/>
                  </a:lnTo>
                  <a:lnTo>
                    <a:pt x="1809874" y="3012293"/>
                  </a:lnTo>
                  <a:lnTo>
                    <a:pt x="1809225" y="3012293"/>
                  </a:lnTo>
                  <a:lnTo>
                    <a:pt x="1808575" y="3012293"/>
                  </a:lnTo>
                  <a:lnTo>
                    <a:pt x="1807925" y="3012293"/>
                  </a:lnTo>
                  <a:lnTo>
                    <a:pt x="1807275" y="3012293"/>
                  </a:lnTo>
                  <a:lnTo>
                    <a:pt x="1806625" y="3012293"/>
                  </a:lnTo>
                  <a:lnTo>
                    <a:pt x="1805975" y="3012293"/>
                  </a:lnTo>
                  <a:lnTo>
                    <a:pt x="1805325" y="3012293"/>
                  </a:lnTo>
                  <a:lnTo>
                    <a:pt x="1804675" y="3012293"/>
                  </a:lnTo>
                  <a:lnTo>
                    <a:pt x="1804025" y="3012293"/>
                  </a:lnTo>
                  <a:lnTo>
                    <a:pt x="1803375" y="3012293"/>
                  </a:lnTo>
                  <a:lnTo>
                    <a:pt x="1802725" y="3012293"/>
                  </a:lnTo>
                  <a:lnTo>
                    <a:pt x="1802075" y="3012293"/>
                  </a:lnTo>
                  <a:lnTo>
                    <a:pt x="1801425" y="3012293"/>
                  </a:lnTo>
                  <a:lnTo>
                    <a:pt x="1800775" y="3012293"/>
                  </a:lnTo>
                  <a:lnTo>
                    <a:pt x="1800125" y="3012293"/>
                  </a:lnTo>
                  <a:lnTo>
                    <a:pt x="1799475" y="3012293"/>
                  </a:lnTo>
                  <a:lnTo>
                    <a:pt x="1798826" y="3012293"/>
                  </a:lnTo>
                  <a:lnTo>
                    <a:pt x="1798176" y="3012293"/>
                  </a:lnTo>
                  <a:lnTo>
                    <a:pt x="1797526" y="3012293"/>
                  </a:lnTo>
                  <a:lnTo>
                    <a:pt x="1796876" y="3012293"/>
                  </a:lnTo>
                  <a:lnTo>
                    <a:pt x="1796226" y="3012293"/>
                  </a:lnTo>
                  <a:lnTo>
                    <a:pt x="1795576" y="3012293"/>
                  </a:lnTo>
                  <a:lnTo>
                    <a:pt x="1794926" y="3012293"/>
                  </a:lnTo>
                  <a:lnTo>
                    <a:pt x="1794276" y="3012293"/>
                  </a:lnTo>
                  <a:lnTo>
                    <a:pt x="1793626" y="3012293"/>
                  </a:lnTo>
                  <a:lnTo>
                    <a:pt x="1792976" y="3012293"/>
                  </a:lnTo>
                  <a:lnTo>
                    <a:pt x="1792326" y="3012293"/>
                  </a:lnTo>
                  <a:lnTo>
                    <a:pt x="1791676" y="3012293"/>
                  </a:lnTo>
                  <a:lnTo>
                    <a:pt x="1791026" y="3012293"/>
                  </a:lnTo>
                  <a:lnTo>
                    <a:pt x="1790376" y="3012293"/>
                  </a:lnTo>
                  <a:lnTo>
                    <a:pt x="1789726" y="3012293"/>
                  </a:lnTo>
                  <a:lnTo>
                    <a:pt x="1789077" y="3012293"/>
                  </a:lnTo>
                  <a:lnTo>
                    <a:pt x="1788427" y="3012293"/>
                  </a:lnTo>
                  <a:lnTo>
                    <a:pt x="1787777" y="3012293"/>
                  </a:lnTo>
                  <a:lnTo>
                    <a:pt x="1787127" y="3012293"/>
                  </a:lnTo>
                  <a:lnTo>
                    <a:pt x="1786477" y="3012293"/>
                  </a:lnTo>
                  <a:lnTo>
                    <a:pt x="1785827" y="3012293"/>
                  </a:lnTo>
                  <a:lnTo>
                    <a:pt x="1785177" y="3012293"/>
                  </a:lnTo>
                  <a:lnTo>
                    <a:pt x="1784527" y="3012293"/>
                  </a:lnTo>
                  <a:lnTo>
                    <a:pt x="1783877" y="3012293"/>
                  </a:lnTo>
                  <a:lnTo>
                    <a:pt x="1783227" y="3012293"/>
                  </a:lnTo>
                  <a:lnTo>
                    <a:pt x="1782577" y="3012293"/>
                  </a:lnTo>
                  <a:lnTo>
                    <a:pt x="1781927" y="3012293"/>
                  </a:lnTo>
                  <a:lnTo>
                    <a:pt x="1781277" y="3012293"/>
                  </a:lnTo>
                  <a:lnTo>
                    <a:pt x="1780627" y="3012293"/>
                  </a:lnTo>
                  <a:lnTo>
                    <a:pt x="1779977" y="3012293"/>
                  </a:lnTo>
                  <a:lnTo>
                    <a:pt x="1779327" y="3012293"/>
                  </a:lnTo>
                  <a:lnTo>
                    <a:pt x="1778678" y="3012293"/>
                  </a:lnTo>
                  <a:lnTo>
                    <a:pt x="1778028" y="3012293"/>
                  </a:lnTo>
                  <a:lnTo>
                    <a:pt x="1777378" y="3012293"/>
                  </a:lnTo>
                  <a:lnTo>
                    <a:pt x="1776728" y="3012293"/>
                  </a:lnTo>
                  <a:lnTo>
                    <a:pt x="1776078" y="3012293"/>
                  </a:lnTo>
                  <a:lnTo>
                    <a:pt x="1775428" y="3012293"/>
                  </a:lnTo>
                  <a:lnTo>
                    <a:pt x="1774778" y="3012293"/>
                  </a:lnTo>
                  <a:lnTo>
                    <a:pt x="1774128" y="3012293"/>
                  </a:lnTo>
                  <a:lnTo>
                    <a:pt x="1773478" y="3012293"/>
                  </a:lnTo>
                  <a:lnTo>
                    <a:pt x="1772828" y="3012293"/>
                  </a:lnTo>
                  <a:lnTo>
                    <a:pt x="1772178" y="3012293"/>
                  </a:lnTo>
                  <a:lnTo>
                    <a:pt x="1771528" y="3012293"/>
                  </a:lnTo>
                  <a:lnTo>
                    <a:pt x="1770878" y="3012293"/>
                  </a:lnTo>
                  <a:lnTo>
                    <a:pt x="1770228" y="3012293"/>
                  </a:lnTo>
                  <a:lnTo>
                    <a:pt x="1769578" y="3012293"/>
                  </a:lnTo>
                  <a:lnTo>
                    <a:pt x="1768929" y="3012293"/>
                  </a:lnTo>
                  <a:lnTo>
                    <a:pt x="1768279" y="3012293"/>
                  </a:lnTo>
                  <a:lnTo>
                    <a:pt x="1767629" y="3012293"/>
                  </a:lnTo>
                  <a:lnTo>
                    <a:pt x="1766979" y="3012293"/>
                  </a:lnTo>
                  <a:lnTo>
                    <a:pt x="1766329" y="3012293"/>
                  </a:lnTo>
                  <a:lnTo>
                    <a:pt x="1765679" y="3012293"/>
                  </a:lnTo>
                  <a:lnTo>
                    <a:pt x="1765029" y="3012293"/>
                  </a:lnTo>
                  <a:lnTo>
                    <a:pt x="1764379" y="3012293"/>
                  </a:lnTo>
                  <a:lnTo>
                    <a:pt x="1763729" y="3012293"/>
                  </a:lnTo>
                  <a:lnTo>
                    <a:pt x="1763079" y="3012293"/>
                  </a:lnTo>
                  <a:lnTo>
                    <a:pt x="1762429" y="3012293"/>
                  </a:lnTo>
                  <a:lnTo>
                    <a:pt x="1761779" y="3012293"/>
                  </a:lnTo>
                  <a:lnTo>
                    <a:pt x="1761129" y="3012293"/>
                  </a:lnTo>
                  <a:lnTo>
                    <a:pt x="1760479" y="3012293"/>
                  </a:lnTo>
                  <a:lnTo>
                    <a:pt x="1759829" y="3012293"/>
                  </a:lnTo>
                  <a:lnTo>
                    <a:pt x="1759179" y="3012293"/>
                  </a:lnTo>
                  <a:lnTo>
                    <a:pt x="1758530" y="3012293"/>
                  </a:lnTo>
                  <a:lnTo>
                    <a:pt x="1757880" y="3012293"/>
                  </a:lnTo>
                  <a:lnTo>
                    <a:pt x="1757230" y="3012293"/>
                  </a:lnTo>
                  <a:lnTo>
                    <a:pt x="1756580" y="3012293"/>
                  </a:lnTo>
                  <a:lnTo>
                    <a:pt x="1755930" y="3012293"/>
                  </a:lnTo>
                  <a:lnTo>
                    <a:pt x="1755280" y="3012293"/>
                  </a:lnTo>
                  <a:lnTo>
                    <a:pt x="1754630" y="3012293"/>
                  </a:lnTo>
                  <a:lnTo>
                    <a:pt x="1753980" y="3012293"/>
                  </a:lnTo>
                  <a:lnTo>
                    <a:pt x="1753330" y="3012293"/>
                  </a:lnTo>
                  <a:lnTo>
                    <a:pt x="1752680" y="3012293"/>
                  </a:lnTo>
                  <a:lnTo>
                    <a:pt x="1752030" y="3012293"/>
                  </a:lnTo>
                  <a:lnTo>
                    <a:pt x="1751380" y="3012293"/>
                  </a:lnTo>
                  <a:lnTo>
                    <a:pt x="1750730" y="3012293"/>
                  </a:lnTo>
                  <a:lnTo>
                    <a:pt x="1750080" y="3012293"/>
                  </a:lnTo>
                  <a:lnTo>
                    <a:pt x="1749430" y="3012293"/>
                  </a:lnTo>
                  <a:lnTo>
                    <a:pt x="1748781" y="3012293"/>
                  </a:lnTo>
                  <a:lnTo>
                    <a:pt x="1748131" y="3012293"/>
                  </a:lnTo>
                  <a:lnTo>
                    <a:pt x="1747481" y="3012293"/>
                  </a:lnTo>
                  <a:lnTo>
                    <a:pt x="1746831" y="3012293"/>
                  </a:lnTo>
                  <a:lnTo>
                    <a:pt x="1746181" y="3012293"/>
                  </a:lnTo>
                  <a:lnTo>
                    <a:pt x="1745531" y="3012293"/>
                  </a:lnTo>
                  <a:lnTo>
                    <a:pt x="1744881" y="3012293"/>
                  </a:lnTo>
                  <a:lnTo>
                    <a:pt x="1744231" y="3012293"/>
                  </a:lnTo>
                  <a:lnTo>
                    <a:pt x="1743581" y="3012293"/>
                  </a:lnTo>
                  <a:lnTo>
                    <a:pt x="1742931" y="3012293"/>
                  </a:lnTo>
                  <a:lnTo>
                    <a:pt x="1742281" y="3012293"/>
                  </a:lnTo>
                  <a:lnTo>
                    <a:pt x="1741631" y="3012293"/>
                  </a:lnTo>
                  <a:lnTo>
                    <a:pt x="1740981" y="3012293"/>
                  </a:lnTo>
                  <a:lnTo>
                    <a:pt x="1740331" y="3012293"/>
                  </a:lnTo>
                  <a:lnTo>
                    <a:pt x="1739681" y="3012293"/>
                  </a:lnTo>
                  <a:lnTo>
                    <a:pt x="1739031" y="3012293"/>
                  </a:lnTo>
                  <a:lnTo>
                    <a:pt x="1738382" y="3012293"/>
                  </a:lnTo>
                  <a:lnTo>
                    <a:pt x="1737732" y="3012293"/>
                  </a:lnTo>
                  <a:lnTo>
                    <a:pt x="1737082" y="3012293"/>
                  </a:lnTo>
                  <a:lnTo>
                    <a:pt x="1736432" y="3012293"/>
                  </a:lnTo>
                  <a:lnTo>
                    <a:pt x="1735782" y="3012293"/>
                  </a:lnTo>
                  <a:lnTo>
                    <a:pt x="1735132" y="3012293"/>
                  </a:lnTo>
                  <a:lnTo>
                    <a:pt x="1734482" y="3012293"/>
                  </a:lnTo>
                  <a:lnTo>
                    <a:pt x="1733832" y="3012293"/>
                  </a:lnTo>
                  <a:lnTo>
                    <a:pt x="1733182" y="3012293"/>
                  </a:lnTo>
                  <a:lnTo>
                    <a:pt x="1732532" y="3012293"/>
                  </a:lnTo>
                  <a:lnTo>
                    <a:pt x="1731882" y="3012293"/>
                  </a:lnTo>
                  <a:lnTo>
                    <a:pt x="1731232" y="3012293"/>
                  </a:lnTo>
                  <a:lnTo>
                    <a:pt x="1730582" y="3012293"/>
                  </a:lnTo>
                  <a:lnTo>
                    <a:pt x="1729932" y="3012293"/>
                  </a:lnTo>
                  <a:lnTo>
                    <a:pt x="1729282" y="3012293"/>
                  </a:lnTo>
                  <a:lnTo>
                    <a:pt x="1728633" y="3012293"/>
                  </a:lnTo>
                  <a:lnTo>
                    <a:pt x="1727983" y="3012293"/>
                  </a:lnTo>
                  <a:lnTo>
                    <a:pt x="1727333" y="3012293"/>
                  </a:lnTo>
                  <a:lnTo>
                    <a:pt x="1726683" y="3012293"/>
                  </a:lnTo>
                  <a:lnTo>
                    <a:pt x="1726033" y="3012293"/>
                  </a:lnTo>
                  <a:lnTo>
                    <a:pt x="1725383" y="3012293"/>
                  </a:lnTo>
                  <a:lnTo>
                    <a:pt x="1724733" y="3012293"/>
                  </a:lnTo>
                  <a:lnTo>
                    <a:pt x="1724083" y="3012293"/>
                  </a:lnTo>
                  <a:lnTo>
                    <a:pt x="1723433" y="3012293"/>
                  </a:lnTo>
                  <a:lnTo>
                    <a:pt x="1722783" y="3012293"/>
                  </a:lnTo>
                  <a:lnTo>
                    <a:pt x="1722133" y="3012293"/>
                  </a:lnTo>
                  <a:lnTo>
                    <a:pt x="1721483" y="3012293"/>
                  </a:lnTo>
                  <a:lnTo>
                    <a:pt x="1720833" y="3012293"/>
                  </a:lnTo>
                  <a:lnTo>
                    <a:pt x="1720183" y="3012293"/>
                  </a:lnTo>
                  <a:lnTo>
                    <a:pt x="1719533" y="3012293"/>
                  </a:lnTo>
                  <a:lnTo>
                    <a:pt x="1718883" y="3012293"/>
                  </a:lnTo>
                  <a:lnTo>
                    <a:pt x="1718234" y="3012293"/>
                  </a:lnTo>
                  <a:lnTo>
                    <a:pt x="1717584" y="3012293"/>
                  </a:lnTo>
                  <a:lnTo>
                    <a:pt x="1716934" y="3012293"/>
                  </a:lnTo>
                  <a:lnTo>
                    <a:pt x="1716284" y="3012293"/>
                  </a:lnTo>
                  <a:lnTo>
                    <a:pt x="1715634" y="3012293"/>
                  </a:lnTo>
                  <a:lnTo>
                    <a:pt x="1714984" y="3012293"/>
                  </a:lnTo>
                  <a:lnTo>
                    <a:pt x="1714334" y="3012293"/>
                  </a:lnTo>
                  <a:lnTo>
                    <a:pt x="1713684" y="3012293"/>
                  </a:lnTo>
                  <a:lnTo>
                    <a:pt x="1713034" y="3012293"/>
                  </a:lnTo>
                  <a:lnTo>
                    <a:pt x="1712384" y="3012293"/>
                  </a:lnTo>
                  <a:lnTo>
                    <a:pt x="1711734" y="3012293"/>
                  </a:lnTo>
                  <a:lnTo>
                    <a:pt x="1711084" y="3012293"/>
                  </a:lnTo>
                  <a:lnTo>
                    <a:pt x="1710434" y="3012293"/>
                  </a:lnTo>
                  <a:lnTo>
                    <a:pt x="1709784" y="3012293"/>
                  </a:lnTo>
                  <a:lnTo>
                    <a:pt x="1709134" y="3012293"/>
                  </a:lnTo>
                  <a:lnTo>
                    <a:pt x="1708485" y="3012293"/>
                  </a:lnTo>
                  <a:lnTo>
                    <a:pt x="1707835" y="3012293"/>
                  </a:lnTo>
                  <a:lnTo>
                    <a:pt x="1707185" y="3012293"/>
                  </a:lnTo>
                  <a:lnTo>
                    <a:pt x="1706535" y="3012293"/>
                  </a:lnTo>
                  <a:lnTo>
                    <a:pt x="1705885" y="3012293"/>
                  </a:lnTo>
                  <a:lnTo>
                    <a:pt x="1705235" y="3012293"/>
                  </a:lnTo>
                  <a:lnTo>
                    <a:pt x="1704585" y="3012293"/>
                  </a:lnTo>
                  <a:lnTo>
                    <a:pt x="1703935" y="3012293"/>
                  </a:lnTo>
                  <a:lnTo>
                    <a:pt x="1703285" y="3012293"/>
                  </a:lnTo>
                  <a:lnTo>
                    <a:pt x="1702635" y="3012293"/>
                  </a:lnTo>
                  <a:lnTo>
                    <a:pt x="1701985" y="3012293"/>
                  </a:lnTo>
                  <a:lnTo>
                    <a:pt x="1701335" y="3012293"/>
                  </a:lnTo>
                  <a:lnTo>
                    <a:pt x="1700685" y="3012293"/>
                  </a:lnTo>
                  <a:lnTo>
                    <a:pt x="1700035" y="3012293"/>
                  </a:lnTo>
                  <a:lnTo>
                    <a:pt x="1699385" y="3012293"/>
                  </a:lnTo>
                  <a:lnTo>
                    <a:pt x="1698735" y="3012293"/>
                  </a:lnTo>
                  <a:lnTo>
                    <a:pt x="1698086" y="3012293"/>
                  </a:lnTo>
                  <a:lnTo>
                    <a:pt x="1697436" y="3012293"/>
                  </a:lnTo>
                  <a:lnTo>
                    <a:pt x="1696786" y="3012293"/>
                  </a:lnTo>
                  <a:lnTo>
                    <a:pt x="1696136" y="3012293"/>
                  </a:lnTo>
                  <a:lnTo>
                    <a:pt x="1695486" y="3012293"/>
                  </a:lnTo>
                  <a:lnTo>
                    <a:pt x="1694836" y="3012293"/>
                  </a:lnTo>
                  <a:lnTo>
                    <a:pt x="1694186" y="3012293"/>
                  </a:lnTo>
                  <a:lnTo>
                    <a:pt x="1693536" y="3012293"/>
                  </a:lnTo>
                  <a:lnTo>
                    <a:pt x="1692886" y="3012293"/>
                  </a:lnTo>
                  <a:lnTo>
                    <a:pt x="1692236" y="3012293"/>
                  </a:lnTo>
                  <a:lnTo>
                    <a:pt x="1691586" y="3012293"/>
                  </a:lnTo>
                  <a:lnTo>
                    <a:pt x="1690936" y="3012293"/>
                  </a:lnTo>
                  <a:lnTo>
                    <a:pt x="1690286" y="3012293"/>
                  </a:lnTo>
                  <a:lnTo>
                    <a:pt x="1689636" y="3012293"/>
                  </a:lnTo>
                  <a:lnTo>
                    <a:pt x="1688986" y="3012293"/>
                  </a:lnTo>
                  <a:lnTo>
                    <a:pt x="1688337" y="3012293"/>
                  </a:lnTo>
                  <a:lnTo>
                    <a:pt x="1687687" y="3012293"/>
                  </a:lnTo>
                  <a:lnTo>
                    <a:pt x="1687037" y="3012293"/>
                  </a:lnTo>
                  <a:lnTo>
                    <a:pt x="1686387" y="3012293"/>
                  </a:lnTo>
                  <a:lnTo>
                    <a:pt x="1685737" y="3012293"/>
                  </a:lnTo>
                  <a:lnTo>
                    <a:pt x="1685087" y="3012293"/>
                  </a:lnTo>
                  <a:lnTo>
                    <a:pt x="1684437" y="3012293"/>
                  </a:lnTo>
                  <a:lnTo>
                    <a:pt x="1683787" y="3012293"/>
                  </a:lnTo>
                  <a:lnTo>
                    <a:pt x="1683137" y="3012293"/>
                  </a:lnTo>
                  <a:lnTo>
                    <a:pt x="1682487" y="3012293"/>
                  </a:lnTo>
                  <a:lnTo>
                    <a:pt x="1681837" y="3012293"/>
                  </a:lnTo>
                  <a:lnTo>
                    <a:pt x="1681187" y="3012293"/>
                  </a:lnTo>
                  <a:lnTo>
                    <a:pt x="1680537" y="3012293"/>
                  </a:lnTo>
                  <a:lnTo>
                    <a:pt x="1679887" y="3012293"/>
                  </a:lnTo>
                  <a:lnTo>
                    <a:pt x="1679237" y="3012293"/>
                  </a:lnTo>
                  <a:lnTo>
                    <a:pt x="1678588" y="3012293"/>
                  </a:lnTo>
                  <a:lnTo>
                    <a:pt x="1677938" y="3012293"/>
                  </a:lnTo>
                  <a:lnTo>
                    <a:pt x="1677288" y="3012293"/>
                  </a:lnTo>
                  <a:lnTo>
                    <a:pt x="1676638" y="3012293"/>
                  </a:lnTo>
                  <a:lnTo>
                    <a:pt x="1675988" y="3012293"/>
                  </a:lnTo>
                  <a:lnTo>
                    <a:pt x="1675338" y="3012293"/>
                  </a:lnTo>
                  <a:lnTo>
                    <a:pt x="1674688" y="3012293"/>
                  </a:lnTo>
                  <a:lnTo>
                    <a:pt x="1674038" y="3012293"/>
                  </a:lnTo>
                  <a:lnTo>
                    <a:pt x="1673388" y="3012293"/>
                  </a:lnTo>
                  <a:lnTo>
                    <a:pt x="1672738" y="3012293"/>
                  </a:lnTo>
                  <a:lnTo>
                    <a:pt x="1672088" y="3012293"/>
                  </a:lnTo>
                  <a:lnTo>
                    <a:pt x="1671438" y="3012293"/>
                  </a:lnTo>
                  <a:lnTo>
                    <a:pt x="1670788" y="3012293"/>
                  </a:lnTo>
                  <a:lnTo>
                    <a:pt x="1670138" y="3012293"/>
                  </a:lnTo>
                  <a:lnTo>
                    <a:pt x="1669488" y="3012293"/>
                  </a:lnTo>
                  <a:lnTo>
                    <a:pt x="1668838" y="3012293"/>
                  </a:lnTo>
                  <a:lnTo>
                    <a:pt x="1668189" y="3012293"/>
                  </a:lnTo>
                  <a:lnTo>
                    <a:pt x="1667539" y="3012293"/>
                  </a:lnTo>
                  <a:lnTo>
                    <a:pt x="1666889" y="3012293"/>
                  </a:lnTo>
                  <a:lnTo>
                    <a:pt x="1666239" y="3012293"/>
                  </a:lnTo>
                  <a:lnTo>
                    <a:pt x="1665589" y="3012293"/>
                  </a:lnTo>
                  <a:lnTo>
                    <a:pt x="1664939" y="3012293"/>
                  </a:lnTo>
                  <a:lnTo>
                    <a:pt x="1664289" y="3012293"/>
                  </a:lnTo>
                  <a:lnTo>
                    <a:pt x="1663639" y="3012293"/>
                  </a:lnTo>
                  <a:lnTo>
                    <a:pt x="1662989" y="3012293"/>
                  </a:lnTo>
                  <a:lnTo>
                    <a:pt x="1662339" y="3012293"/>
                  </a:lnTo>
                  <a:lnTo>
                    <a:pt x="1661689" y="3012293"/>
                  </a:lnTo>
                  <a:lnTo>
                    <a:pt x="1661039" y="3012293"/>
                  </a:lnTo>
                  <a:lnTo>
                    <a:pt x="1660389" y="3012293"/>
                  </a:lnTo>
                  <a:lnTo>
                    <a:pt x="1659739" y="3012293"/>
                  </a:lnTo>
                  <a:lnTo>
                    <a:pt x="1659089" y="3012293"/>
                  </a:lnTo>
                  <a:lnTo>
                    <a:pt x="1658440" y="3012293"/>
                  </a:lnTo>
                  <a:lnTo>
                    <a:pt x="1657790" y="3012293"/>
                  </a:lnTo>
                  <a:lnTo>
                    <a:pt x="1657140" y="3012293"/>
                  </a:lnTo>
                  <a:lnTo>
                    <a:pt x="1656490" y="3012293"/>
                  </a:lnTo>
                  <a:lnTo>
                    <a:pt x="1655840" y="3012293"/>
                  </a:lnTo>
                  <a:lnTo>
                    <a:pt x="1655190" y="3012293"/>
                  </a:lnTo>
                  <a:lnTo>
                    <a:pt x="1654540" y="3012293"/>
                  </a:lnTo>
                  <a:lnTo>
                    <a:pt x="1653890" y="3012293"/>
                  </a:lnTo>
                  <a:lnTo>
                    <a:pt x="1653240" y="3012293"/>
                  </a:lnTo>
                  <a:lnTo>
                    <a:pt x="1652590" y="3012293"/>
                  </a:lnTo>
                  <a:lnTo>
                    <a:pt x="1651940" y="3012293"/>
                  </a:lnTo>
                  <a:lnTo>
                    <a:pt x="1651290" y="3012293"/>
                  </a:lnTo>
                  <a:lnTo>
                    <a:pt x="1650640" y="3012293"/>
                  </a:lnTo>
                  <a:lnTo>
                    <a:pt x="1649990" y="3012293"/>
                  </a:lnTo>
                  <a:lnTo>
                    <a:pt x="1649340" y="3012293"/>
                  </a:lnTo>
                  <a:lnTo>
                    <a:pt x="1648690" y="3012293"/>
                  </a:lnTo>
                  <a:lnTo>
                    <a:pt x="1648041" y="3012293"/>
                  </a:lnTo>
                  <a:lnTo>
                    <a:pt x="1647391" y="3012293"/>
                  </a:lnTo>
                  <a:lnTo>
                    <a:pt x="1646741" y="3012293"/>
                  </a:lnTo>
                  <a:lnTo>
                    <a:pt x="1646091" y="3012293"/>
                  </a:lnTo>
                  <a:lnTo>
                    <a:pt x="1645441" y="3012293"/>
                  </a:lnTo>
                  <a:lnTo>
                    <a:pt x="1644791" y="3012293"/>
                  </a:lnTo>
                  <a:lnTo>
                    <a:pt x="1644141" y="3012293"/>
                  </a:lnTo>
                  <a:lnTo>
                    <a:pt x="1643491" y="3012293"/>
                  </a:lnTo>
                  <a:lnTo>
                    <a:pt x="1642841" y="3012293"/>
                  </a:lnTo>
                  <a:lnTo>
                    <a:pt x="1642191" y="3012293"/>
                  </a:lnTo>
                  <a:lnTo>
                    <a:pt x="1641541" y="3012293"/>
                  </a:lnTo>
                  <a:lnTo>
                    <a:pt x="1640891" y="3012293"/>
                  </a:lnTo>
                  <a:lnTo>
                    <a:pt x="1640241" y="3012293"/>
                  </a:lnTo>
                  <a:lnTo>
                    <a:pt x="1639591" y="3012293"/>
                  </a:lnTo>
                  <a:lnTo>
                    <a:pt x="1638941" y="3012293"/>
                  </a:lnTo>
                  <a:lnTo>
                    <a:pt x="1638292" y="3012293"/>
                  </a:lnTo>
                  <a:lnTo>
                    <a:pt x="1637642" y="3012293"/>
                  </a:lnTo>
                  <a:lnTo>
                    <a:pt x="1636992" y="3012293"/>
                  </a:lnTo>
                  <a:lnTo>
                    <a:pt x="1636342" y="3012293"/>
                  </a:lnTo>
                  <a:lnTo>
                    <a:pt x="1635692" y="3012293"/>
                  </a:lnTo>
                  <a:lnTo>
                    <a:pt x="1635042" y="3012293"/>
                  </a:lnTo>
                  <a:lnTo>
                    <a:pt x="1634392" y="3012293"/>
                  </a:lnTo>
                  <a:lnTo>
                    <a:pt x="1633742" y="3012293"/>
                  </a:lnTo>
                  <a:lnTo>
                    <a:pt x="1633092" y="3012293"/>
                  </a:lnTo>
                  <a:lnTo>
                    <a:pt x="1632442" y="3012293"/>
                  </a:lnTo>
                  <a:lnTo>
                    <a:pt x="1631792" y="3012293"/>
                  </a:lnTo>
                  <a:lnTo>
                    <a:pt x="1631142" y="3012293"/>
                  </a:lnTo>
                  <a:lnTo>
                    <a:pt x="1630492" y="3012293"/>
                  </a:lnTo>
                  <a:lnTo>
                    <a:pt x="1629842" y="3012293"/>
                  </a:lnTo>
                  <a:lnTo>
                    <a:pt x="1629192" y="3012293"/>
                  </a:lnTo>
                  <a:lnTo>
                    <a:pt x="1628542" y="3012293"/>
                  </a:lnTo>
                  <a:lnTo>
                    <a:pt x="1627893" y="3012293"/>
                  </a:lnTo>
                  <a:lnTo>
                    <a:pt x="1627243" y="3012293"/>
                  </a:lnTo>
                  <a:lnTo>
                    <a:pt x="1626593" y="3012293"/>
                  </a:lnTo>
                  <a:lnTo>
                    <a:pt x="1625943" y="3012293"/>
                  </a:lnTo>
                  <a:lnTo>
                    <a:pt x="1625293" y="3012293"/>
                  </a:lnTo>
                  <a:lnTo>
                    <a:pt x="1624643" y="3012293"/>
                  </a:lnTo>
                  <a:lnTo>
                    <a:pt x="1623993" y="3012293"/>
                  </a:lnTo>
                  <a:lnTo>
                    <a:pt x="1623343" y="3012293"/>
                  </a:lnTo>
                  <a:lnTo>
                    <a:pt x="1622693" y="3012293"/>
                  </a:lnTo>
                  <a:lnTo>
                    <a:pt x="1622043" y="3012293"/>
                  </a:lnTo>
                  <a:lnTo>
                    <a:pt x="1621393" y="3012293"/>
                  </a:lnTo>
                  <a:lnTo>
                    <a:pt x="1620743" y="3012293"/>
                  </a:lnTo>
                  <a:lnTo>
                    <a:pt x="1620093" y="3012293"/>
                  </a:lnTo>
                  <a:lnTo>
                    <a:pt x="1619443" y="3012293"/>
                  </a:lnTo>
                  <a:lnTo>
                    <a:pt x="1618793" y="3012293"/>
                  </a:lnTo>
                  <a:lnTo>
                    <a:pt x="1618144" y="3012293"/>
                  </a:lnTo>
                  <a:lnTo>
                    <a:pt x="1617494" y="3012293"/>
                  </a:lnTo>
                  <a:lnTo>
                    <a:pt x="1616844" y="3012293"/>
                  </a:lnTo>
                  <a:lnTo>
                    <a:pt x="1616194" y="3012293"/>
                  </a:lnTo>
                  <a:lnTo>
                    <a:pt x="1615544" y="3012293"/>
                  </a:lnTo>
                  <a:lnTo>
                    <a:pt x="1614894" y="3012293"/>
                  </a:lnTo>
                  <a:lnTo>
                    <a:pt x="1614244" y="3012293"/>
                  </a:lnTo>
                  <a:lnTo>
                    <a:pt x="1613594" y="3012293"/>
                  </a:lnTo>
                  <a:lnTo>
                    <a:pt x="1612944" y="3012293"/>
                  </a:lnTo>
                  <a:lnTo>
                    <a:pt x="1612294" y="3012293"/>
                  </a:lnTo>
                  <a:lnTo>
                    <a:pt x="1611644" y="3012293"/>
                  </a:lnTo>
                  <a:lnTo>
                    <a:pt x="1610994" y="3012293"/>
                  </a:lnTo>
                  <a:lnTo>
                    <a:pt x="1610344" y="3012293"/>
                  </a:lnTo>
                  <a:lnTo>
                    <a:pt x="1609694" y="3012293"/>
                  </a:lnTo>
                  <a:lnTo>
                    <a:pt x="1609044" y="3012293"/>
                  </a:lnTo>
                  <a:lnTo>
                    <a:pt x="1608394" y="3012293"/>
                  </a:lnTo>
                  <a:lnTo>
                    <a:pt x="1607745" y="3012293"/>
                  </a:lnTo>
                  <a:lnTo>
                    <a:pt x="1607095" y="3012293"/>
                  </a:lnTo>
                  <a:lnTo>
                    <a:pt x="1606445" y="3012293"/>
                  </a:lnTo>
                  <a:lnTo>
                    <a:pt x="1605795" y="3012293"/>
                  </a:lnTo>
                  <a:lnTo>
                    <a:pt x="1605145" y="3012293"/>
                  </a:lnTo>
                  <a:lnTo>
                    <a:pt x="1604495" y="3012293"/>
                  </a:lnTo>
                  <a:lnTo>
                    <a:pt x="1603845" y="3012293"/>
                  </a:lnTo>
                  <a:lnTo>
                    <a:pt x="1603195" y="3012293"/>
                  </a:lnTo>
                  <a:lnTo>
                    <a:pt x="1602545" y="3012293"/>
                  </a:lnTo>
                  <a:lnTo>
                    <a:pt x="1601895" y="3012293"/>
                  </a:lnTo>
                  <a:lnTo>
                    <a:pt x="1601245" y="3012293"/>
                  </a:lnTo>
                  <a:lnTo>
                    <a:pt x="1600595" y="3012293"/>
                  </a:lnTo>
                  <a:lnTo>
                    <a:pt x="1599945" y="3012293"/>
                  </a:lnTo>
                  <a:lnTo>
                    <a:pt x="1599295" y="3012293"/>
                  </a:lnTo>
                  <a:lnTo>
                    <a:pt x="1598645" y="3012293"/>
                  </a:lnTo>
                  <a:lnTo>
                    <a:pt x="1597996" y="3012293"/>
                  </a:lnTo>
                  <a:lnTo>
                    <a:pt x="1597346" y="3012293"/>
                  </a:lnTo>
                  <a:lnTo>
                    <a:pt x="1596696" y="3012293"/>
                  </a:lnTo>
                  <a:lnTo>
                    <a:pt x="1596046" y="3012293"/>
                  </a:lnTo>
                  <a:lnTo>
                    <a:pt x="1595396" y="3012293"/>
                  </a:lnTo>
                  <a:lnTo>
                    <a:pt x="1594746" y="3012293"/>
                  </a:lnTo>
                  <a:lnTo>
                    <a:pt x="1594096" y="3012293"/>
                  </a:lnTo>
                  <a:lnTo>
                    <a:pt x="1593446" y="3012293"/>
                  </a:lnTo>
                  <a:lnTo>
                    <a:pt x="1592796" y="3012293"/>
                  </a:lnTo>
                  <a:lnTo>
                    <a:pt x="1592146" y="3012293"/>
                  </a:lnTo>
                  <a:lnTo>
                    <a:pt x="1591496" y="3012293"/>
                  </a:lnTo>
                  <a:lnTo>
                    <a:pt x="1590846" y="3012293"/>
                  </a:lnTo>
                  <a:lnTo>
                    <a:pt x="1590196" y="3012293"/>
                  </a:lnTo>
                  <a:lnTo>
                    <a:pt x="1589546" y="3012293"/>
                  </a:lnTo>
                  <a:lnTo>
                    <a:pt x="1588896" y="3012293"/>
                  </a:lnTo>
                  <a:lnTo>
                    <a:pt x="1588246" y="3012293"/>
                  </a:lnTo>
                  <a:lnTo>
                    <a:pt x="1587597" y="3012293"/>
                  </a:lnTo>
                  <a:lnTo>
                    <a:pt x="1586947" y="3012293"/>
                  </a:lnTo>
                  <a:lnTo>
                    <a:pt x="1586297" y="3012293"/>
                  </a:lnTo>
                  <a:lnTo>
                    <a:pt x="1585647" y="3012293"/>
                  </a:lnTo>
                  <a:lnTo>
                    <a:pt x="1584997" y="3012293"/>
                  </a:lnTo>
                  <a:lnTo>
                    <a:pt x="1584347" y="3012293"/>
                  </a:lnTo>
                  <a:lnTo>
                    <a:pt x="1583697" y="3012293"/>
                  </a:lnTo>
                  <a:lnTo>
                    <a:pt x="1583047" y="3012293"/>
                  </a:lnTo>
                  <a:lnTo>
                    <a:pt x="1582397" y="3012293"/>
                  </a:lnTo>
                  <a:lnTo>
                    <a:pt x="1581747" y="3012293"/>
                  </a:lnTo>
                  <a:lnTo>
                    <a:pt x="1581097" y="3012293"/>
                  </a:lnTo>
                  <a:lnTo>
                    <a:pt x="1580447" y="3012293"/>
                  </a:lnTo>
                  <a:lnTo>
                    <a:pt x="1579797" y="3012293"/>
                  </a:lnTo>
                  <a:lnTo>
                    <a:pt x="1579147" y="3012293"/>
                  </a:lnTo>
                  <a:lnTo>
                    <a:pt x="1578497" y="3012293"/>
                  </a:lnTo>
                  <a:lnTo>
                    <a:pt x="1577848" y="3012293"/>
                  </a:lnTo>
                  <a:lnTo>
                    <a:pt x="1577198" y="3012293"/>
                  </a:lnTo>
                  <a:lnTo>
                    <a:pt x="1576548" y="3012293"/>
                  </a:lnTo>
                  <a:lnTo>
                    <a:pt x="1575898" y="3012293"/>
                  </a:lnTo>
                  <a:lnTo>
                    <a:pt x="1575248" y="3012293"/>
                  </a:lnTo>
                  <a:lnTo>
                    <a:pt x="1574598" y="3012293"/>
                  </a:lnTo>
                  <a:lnTo>
                    <a:pt x="1573948" y="3012293"/>
                  </a:lnTo>
                  <a:lnTo>
                    <a:pt x="1573298" y="3012293"/>
                  </a:lnTo>
                  <a:lnTo>
                    <a:pt x="1572648" y="3012293"/>
                  </a:lnTo>
                  <a:lnTo>
                    <a:pt x="1571998" y="3012293"/>
                  </a:lnTo>
                  <a:lnTo>
                    <a:pt x="1571348" y="3012293"/>
                  </a:lnTo>
                  <a:lnTo>
                    <a:pt x="1570698" y="3012293"/>
                  </a:lnTo>
                  <a:lnTo>
                    <a:pt x="1570048" y="3012293"/>
                  </a:lnTo>
                  <a:lnTo>
                    <a:pt x="1569398" y="3012293"/>
                  </a:lnTo>
                  <a:lnTo>
                    <a:pt x="1568748" y="3012293"/>
                  </a:lnTo>
                  <a:lnTo>
                    <a:pt x="1568098" y="3012293"/>
                  </a:lnTo>
                  <a:lnTo>
                    <a:pt x="1567449" y="3012293"/>
                  </a:lnTo>
                  <a:lnTo>
                    <a:pt x="1566799" y="3012293"/>
                  </a:lnTo>
                  <a:lnTo>
                    <a:pt x="1566149" y="3012293"/>
                  </a:lnTo>
                  <a:lnTo>
                    <a:pt x="1565499" y="3012293"/>
                  </a:lnTo>
                  <a:lnTo>
                    <a:pt x="1564849" y="3012293"/>
                  </a:lnTo>
                  <a:lnTo>
                    <a:pt x="1564199" y="3012293"/>
                  </a:lnTo>
                  <a:lnTo>
                    <a:pt x="1563549" y="3012293"/>
                  </a:lnTo>
                  <a:lnTo>
                    <a:pt x="1562899" y="3012293"/>
                  </a:lnTo>
                  <a:lnTo>
                    <a:pt x="1562249" y="3012293"/>
                  </a:lnTo>
                  <a:lnTo>
                    <a:pt x="1561599" y="3012293"/>
                  </a:lnTo>
                  <a:lnTo>
                    <a:pt x="1560949" y="3012293"/>
                  </a:lnTo>
                  <a:lnTo>
                    <a:pt x="1560299" y="3012293"/>
                  </a:lnTo>
                  <a:lnTo>
                    <a:pt x="1559649" y="3012293"/>
                  </a:lnTo>
                  <a:lnTo>
                    <a:pt x="1558999" y="3012293"/>
                  </a:lnTo>
                  <a:lnTo>
                    <a:pt x="1558349" y="3012293"/>
                  </a:lnTo>
                  <a:lnTo>
                    <a:pt x="1557700" y="3012293"/>
                  </a:lnTo>
                  <a:lnTo>
                    <a:pt x="1557050" y="3012293"/>
                  </a:lnTo>
                  <a:lnTo>
                    <a:pt x="1556400" y="3012293"/>
                  </a:lnTo>
                  <a:lnTo>
                    <a:pt x="1555750" y="3012293"/>
                  </a:lnTo>
                  <a:lnTo>
                    <a:pt x="1555100" y="3012293"/>
                  </a:lnTo>
                  <a:lnTo>
                    <a:pt x="1554450" y="3012293"/>
                  </a:lnTo>
                  <a:lnTo>
                    <a:pt x="1553800" y="3012293"/>
                  </a:lnTo>
                  <a:lnTo>
                    <a:pt x="1553150" y="3012293"/>
                  </a:lnTo>
                  <a:lnTo>
                    <a:pt x="1552500" y="3012293"/>
                  </a:lnTo>
                  <a:lnTo>
                    <a:pt x="1551850" y="3012293"/>
                  </a:lnTo>
                  <a:lnTo>
                    <a:pt x="1551200" y="3012293"/>
                  </a:lnTo>
                  <a:lnTo>
                    <a:pt x="1550550" y="3012293"/>
                  </a:lnTo>
                  <a:lnTo>
                    <a:pt x="1549900" y="3012293"/>
                  </a:lnTo>
                  <a:lnTo>
                    <a:pt x="1549250" y="3012293"/>
                  </a:lnTo>
                  <a:lnTo>
                    <a:pt x="1548600" y="3012293"/>
                  </a:lnTo>
                  <a:lnTo>
                    <a:pt x="1547950" y="3012293"/>
                  </a:lnTo>
                  <a:lnTo>
                    <a:pt x="1547301" y="3012293"/>
                  </a:lnTo>
                  <a:lnTo>
                    <a:pt x="1546651" y="3012293"/>
                  </a:lnTo>
                  <a:lnTo>
                    <a:pt x="1546001" y="3012293"/>
                  </a:lnTo>
                  <a:lnTo>
                    <a:pt x="1545351" y="3012293"/>
                  </a:lnTo>
                  <a:lnTo>
                    <a:pt x="1544701" y="3012293"/>
                  </a:lnTo>
                  <a:lnTo>
                    <a:pt x="1544051" y="3012293"/>
                  </a:lnTo>
                  <a:lnTo>
                    <a:pt x="1543401" y="3012293"/>
                  </a:lnTo>
                  <a:lnTo>
                    <a:pt x="1542751" y="3012293"/>
                  </a:lnTo>
                  <a:lnTo>
                    <a:pt x="1542101" y="3012293"/>
                  </a:lnTo>
                  <a:lnTo>
                    <a:pt x="1541451" y="3012293"/>
                  </a:lnTo>
                  <a:lnTo>
                    <a:pt x="1540801" y="3012293"/>
                  </a:lnTo>
                  <a:lnTo>
                    <a:pt x="1540151" y="3012293"/>
                  </a:lnTo>
                  <a:lnTo>
                    <a:pt x="1539501" y="3012293"/>
                  </a:lnTo>
                  <a:lnTo>
                    <a:pt x="1538851" y="3012293"/>
                  </a:lnTo>
                  <a:lnTo>
                    <a:pt x="1538201" y="3012293"/>
                  </a:lnTo>
                  <a:lnTo>
                    <a:pt x="1537552" y="3012293"/>
                  </a:lnTo>
                  <a:lnTo>
                    <a:pt x="1536902" y="3012293"/>
                  </a:lnTo>
                  <a:lnTo>
                    <a:pt x="1536252" y="3012293"/>
                  </a:lnTo>
                  <a:lnTo>
                    <a:pt x="1535602" y="3012293"/>
                  </a:lnTo>
                  <a:lnTo>
                    <a:pt x="1534952" y="3012293"/>
                  </a:lnTo>
                  <a:lnTo>
                    <a:pt x="1534302" y="3012293"/>
                  </a:lnTo>
                  <a:lnTo>
                    <a:pt x="1533652" y="3012293"/>
                  </a:lnTo>
                  <a:lnTo>
                    <a:pt x="1533002" y="3012293"/>
                  </a:lnTo>
                  <a:lnTo>
                    <a:pt x="1532352" y="3012293"/>
                  </a:lnTo>
                  <a:lnTo>
                    <a:pt x="1531702" y="3012293"/>
                  </a:lnTo>
                  <a:lnTo>
                    <a:pt x="1531052" y="3012293"/>
                  </a:lnTo>
                  <a:lnTo>
                    <a:pt x="1530402" y="3012293"/>
                  </a:lnTo>
                  <a:lnTo>
                    <a:pt x="1529752" y="3012293"/>
                  </a:lnTo>
                  <a:lnTo>
                    <a:pt x="1529102" y="3012293"/>
                  </a:lnTo>
                  <a:lnTo>
                    <a:pt x="1528452" y="3012293"/>
                  </a:lnTo>
                  <a:lnTo>
                    <a:pt x="1527803" y="3012293"/>
                  </a:lnTo>
                  <a:lnTo>
                    <a:pt x="1527153" y="3012293"/>
                  </a:lnTo>
                  <a:lnTo>
                    <a:pt x="1526503" y="3012293"/>
                  </a:lnTo>
                  <a:lnTo>
                    <a:pt x="1525853" y="3012293"/>
                  </a:lnTo>
                  <a:lnTo>
                    <a:pt x="1525203" y="3012293"/>
                  </a:lnTo>
                  <a:lnTo>
                    <a:pt x="1524553" y="3012293"/>
                  </a:lnTo>
                  <a:lnTo>
                    <a:pt x="1523903" y="3012293"/>
                  </a:lnTo>
                  <a:lnTo>
                    <a:pt x="1523253" y="3012293"/>
                  </a:lnTo>
                  <a:lnTo>
                    <a:pt x="1522603" y="3012293"/>
                  </a:lnTo>
                  <a:lnTo>
                    <a:pt x="1521953" y="3012293"/>
                  </a:lnTo>
                  <a:lnTo>
                    <a:pt x="1521303" y="3012293"/>
                  </a:lnTo>
                  <a:lnTo>
                    <a:pt x="1520653" y="3012293"/>
                  </a:lnTo>
                  <a:lnTo>
                    <a:pt x="1520003" y="3012293"/>
                  </a:lnTo>
                  <a:lnTo>
                    <a:pt x="1519353" y="3012293"/>
                  </a:lnTo>
                  <a:lnTo>
                    <a:pt x="1518703" y="3012293"/>
                  </a:lnTo>
                  <a:lnTo>
                    <a:pt x="1518053" y="3012293"/>
                  </a:lnTo>
                  <a:lnTo>
                    <a:pt x="1517404" y="3012293"/>
                  </a:lnTo>
                  <a:lnTo>
                    <a:pt x="1516754" y="3012293"/>
                  </a:lnTo>
                  <a:lnTo>
                    <a:pt x="1516104" y="3012293"/>
                  </a:lnTo>
                  <a:lnTo>
                    <a:pt x="1515454" y="3012293"/>
                  </a:lnTo>
                  <a:lnTo>
                    <a:pt x="1514804" y="3012293"/>
                  </a:lnTo>
                  <a:lnTo>
                    <a:pt x="1514154" y="3012293"/>
                  </a:lnTo>
                  <a:lnTo>
                    <a:pt x="1513504" y="3012293"/>
                  </a:lnTo>
                  <a:lnTo>
                    <a:pt x="1512854" y="3012293"/>
                  </a:lnTo>
                  <a:lnTo>
                    <a:pt x="1512204" y="3012293"/>
                  </a:lnTo>
                  <a:lnTo>
                    <a:pt x="1511554" y="3012293"/>
                  </a:lnTo>
                  <a:lnTo>
                    <a:pt x="1510904" y="3012293"/>
                  </a:lnTo>
                  <a:lnTo>
                    <a:pt x="1510254" y="3012293"/>
                  </a:lnTo>
                  <a:lnTo>
                    <a:pt x="1509604" y="3012293"/>
                  </a:lnTo>
                  <a:lnTo>
                    <a:pt x="1508954" y="3012293"/>
                  </a:lnTo>
                  <a:lnTo>
                    <a:pt x="1508304" y="3012293"/>
                  </a:lnTo>
                  <a:lnTo>
                    <a:pt x="1507655" y="3012293"/>
                  </a:lnTo>
                  <a:lnTo>
                    <a:pt x="1507005" y="3012293"/>
                  </a:lnTo>
                  <a:lnTo>
                    <a:pt x="1506355" y="3012293"/>
                  </a:lnTo>
                  <a:lnTo>
                    <a:pt x="1505705" y="3012293"/>
                  </a:lnTo>
                  <a:lnTo>
                    <a:pt x="1505055" y="3012293"/>
                  </a:lnTo>
                  <a:lnTo>
                    <a:pt x="1504405" y="3012293"/>
                  </a:lnTo>
                  <a:lnTo>
                    <a:pt x="1503755" y="3012293"/>
                  </a:lnTo>
                  <a:lnTo>
                    <a:pt x="1503105" y="3012293"/>
                  </a:lnTo>
                  <a:lnTo>
                    <a:pt x="1502455" y="3012293"/>
                  </a:lnTo>
                  <a:lnTo>
                    <a:pt x="1501805" y="3012293"/>
                  </a:lnTo>
                  <a:lnTo>
                    <a:pt x="1501155" y="3012293"/>
                  </a:lnTo>
                  <a:lnTo>
                    <a:pt x="1500505" y="3012293"/>
                  </a:lnTo>
                  <a:lnTo>
                    <a:pt x="1499855" y="3012293"/>
                  </a:lnTo>
                  <a:lnTo>
                    <a:pt x="1499205" y="3012293"/>
                  </a:lnTo>
                  <a:lnTo>
                    <a:pt x="1498555" y="3012293"/>
                  </a:lnTo>
                  <a:lnTo>
                    <a:pt x="1497905" y="3012293"/>
                  </a:lnTo>
                  <a:lnTo>
                    <a:pt x="1497256" y="3012293"/>
                  </a:lnTo>
                  <a:lnTo>
                    <a:pt x="1496606" y="3012293"/>
                  </a:lnTo>
                  <a:lnTo>
                    <a:pt x="1495956" y="3012293"/>
                  </a:lnTo>
                  <a:lnTo>
                    <a:pt x="1495306" y="3012293"/>
                  </a:lnTo>
                  <a:lnTo>
                    <a:pt x="1494656" y="3012293"/>
                  </a:lnTo>
                  <a:lnTo>
                    <a:pt x="1494006" y="3012293"/>
                  </a:lnTo>
                  <a:lnTo>
                    <a:pt x="1493356" y="3012293"/>
                  </a:lnTo>
                  <a:lnTo>
                    <a:pt x="1492706" y="3012293"/>
                  </a:lnTo>
                  <a:lnTo>
                    <a:pt x="1492056" y="3012293"/>
                  </a:lnTo>
                  <a:lnTo>
                    <a:pt x="1491406" y="3012293"/>
                  </a:lnTo>
                  <a:lnTo>
                    <a:pt x="1490756" y="3012293"/>
                  </a:lnTo>
                  <a:lnTo>
                    <a:pt x="1490106" y="3012293"/>
                  </a:lnTo>
                  <a:lnTo>
                    <a:pt x="1489456" y="3012293"/>
                  </a:lnTo>
                  <a:lnTo>
                    <a:pt x="1488806" y="3012293"/>
                  </a:lnTo>
                  <a:lnTo>
                    <a:pt x="1488156" y="3012293"/>
                  </a:lnTo>
                  <a:lnTo>
                    <a:pt x="1487507" y="3012293"/>
                  </a:lnTo>
                  <a:lnTo>
                    <a:pt x="1486857" y="3012293"/>
                  </a:lnTo>
                  <a:lnTo>
                    <a:pt x="1486207" y="3012293"/>
                  </a:lnTo>
                  <a:lnTo>
                    <a:pt x="1485557" y="3012293"/>
                  </a:lnTo>
                  <a:lnTo>
                    <a:pt x="1484907" y="3012293"/>
                  </a:lnTo>
                  <a:lnTo>
                    <a:pt x="1484257" y="3012293"/>
                  </a:lnTo>
                  <a:lnTo>
                    <a:pt x="1483607" y="3012293"/>
                  </a:lnTo>
                  <a:lnTo>
                    <a:pt x="1482957" y="3012293"/>
                  </a:lnTo>
                  <a:lnTo>
                    <a:pt x="1482307" y="3012293"/>
                  </a:lnTo>
                  <a:lnTo>
                    <a:pt x="1481657" y="3012293"/>
                  </a:lnTo>
                  <a:lnTo>
                    <a:pt x="1481007" y="3012293"/>
                  </a:lnTo>
                  <a:lnTo>
                    <a:pt x="1480357" y="3012293"/>
                  </a:lnTo>
                  <a:lnTo>
                    <a:pt x="1479707" y="3012293"/>
                  </a:lnTo>
                  <a:lnTo>
                    <a:pt x="1479057" y="3012293"/>
                  </a:lnTo>
                  <a:lnTo>
                    <a:pt x="1478407" y="3012293"/>
                  </a:lnTo>
                  <a:lnTo>
                    <a:pt x="1477757" y="3012293"/>
                  </a:lnTo>
                  <a:lnTo>
                    <a:pt x="1477108" y="3012293"/>
                  </a:lnTo>
                  <a:lnTo>
                    <a:pt x="1476458" y="3012293"/>
                  </a:lnTo>
                  <a:lnTo>
                    <a:pt x="1475808" y="3012293"/>
                  </a:lnTo>
                  <a:lnTo>
                    <a:pt x="1475158" y="3012293"/>
                  </a:lnTo>
                  <a:lnTo>
                    <a:pt x="1474508" y="3012293"/>
                  </a:lnTo>
                  <a:lnTo>
                    <a:pt x="1473858" y="3012293"/>
                  </a:lnTo>
                  <a:lnTo>
                    <a:pt x="1473208" y="3012293"/>
                  </a:lnTo>
                  <a:lnTo>
                    <a:pt x="1472558" y="3012293"/>
                  </a:lnTo>
                  <a:lnTo>
                    <a:pt x="1471908" y="3012293"/>
                  </a:lnTo>
                  <a:lnTo>
                    <a:pt x="1471258" y="3012293"/>
                  </a:lnTo>
                  <a:lnTo>
                    <a:pt x="1470608" y="3012293"/>
                  </a:lnTo>
                  <a:lnTo>
                    <a:pt x="1469958" y="3012293"/>
                  </a:lnTo>
                  <a:lnTo>
                    <a:pt x="1469308" y="3012293"/>
                  </a:lnTo>
                  <a:lnTo>
                    <a:pt x="1468658" y="3012293"/>
                  </a:lnTo>
                  <a:lnTo>
                    <a:pt x="1468008" y="3012293"/>
                  </a:lnTo>
                  <a:lnTo>
                    <a:pt x="1467359" y="3012293"/>
                  </a:lnTo>
                  <a:lnTo>
                    <a:pt x="1466709" y="3012293"/>
                  </a:lnTo>
                  <a:lnTo>
                    <a:pt x="1466059" y="3012293"/>
                  </a:lnTo>
                  <a:lnTo>
                    <a:pt x="1465409" y="3012293"/>
                  </a:lnTo>
                  <a:lnTo>
                    <a:pt x="1464759" y="3012293"/>
                  </a:lnTo>
                  <a:lnTo>
                    <a:pt x="1464109" y="3012293"/>
                  </a:lnTo>
                  <a:lnTo>
                    <a:pt x="1463459" y="3012293"/>
                  </a:lnTo>
                  <a:lnTo>
                    <a:pt x="1462809" y="3012293"/>
                  </a:lnTo>
                  <a:lnTo>
                    <a:pt x="1462159" y="3012293"/>
                  </a:lnTo>
                  <a:lnTo>
                    <a:pt x="1461509" y="3012293"/>
                  </a:lnTo>
                  <a:lnTo>
                    <a:pt x="1460859" y="3012293"/>
                  </a:lnTo>
                  <a:lnTo>
                    <a:pt x="1460209" y="3012293"/>
                  </a:lnTo>
                  <a:lnTo>
                    <a:pt x="1459559" y="3012293"/>
                  </a:lnTo>
                  <a:lnTo>
                    <a:pt x="1458909" y="3012293"/>
                  </a:lnTo>
                  <a:lnTo>
                    <a:pt x="1458259" y="3012293"/>
                  </a:lnTo>
                  <a:lnTo>
                    <a:pt x="1457609" y="3012293"/>
                  </a:lnTo>
                  <a:lnTo>
                    <a:pt x="1456960" y="3012293"/>
                  </a:lnTo>
                  <a:lnTo>
                    <a:pt x="1456310" y="3012293"/>
                  </a:lnTo>
                  <a:lnTo>
                    <a:pt x="1455660" y="3012293"/>
                  </a:lnTo>
                  <a:lnTo>
                    <a:pt x="1455010" y="3012293"/>
                  </a:lnTo>
                  <a:lnTo>
                    <a:pt x="1454360" y="3012293"/>
                  </a:lnTo>
                  <a:lnTo>
                    <a:pt x="1453710" y="3012293"/>
                  </a:lnTo>
                  <a:lnTo>
                    <a:pt x="1453060" y="3012293"/>
                  </a:lnTo>
                  <a:lnTo>
                    <a:pt x="1452410" y="3012293"/>
                  </a:lnTo>
                  <a:lnTo>
                    <a:pt x="1451760" y="3012293"/>
                  </a:lnTo>
                  <a:lnTo>
                    <a:pt x="1451110" y="3012293"/>
                  </a:lnTo>
                  <a:lnTo>
                    <a:pt x="1450460" y="3012293"/>
                  </a:lnTo>
                  <a:lnTo>
                    <a:pt x="1449810" y="3012293"/>
                  </a:lnTo>
                  <a:lnTo>
                    <a:pt x="1449160" y="3012293"/>
                  </a:lnTo>
                  <a:lnTo>
                    <a:pt x="1448510" y="3012293"/>
                  </a:lnTo>
                  <a:lnTo>
                    <a:pt x="1447860" y="3012293"/>
                  </a:lnTo>
                  <a:lnTo>
                    <a:pt x="1447211" y="3012293"/>
                  </a:lnTo>
                  <a:lnTo>
                    <a:pt x="1446561" y="3012293"/>
                  </a:lnTo>
                  <a:lnTo>
                    <a:pt x="1445911" y="3012293"/>
                  </a:lnTo>
                  <a:lnTo>
                    <a:pt x="1445261" y="3012293"/>
                  </a:lnTo>
                  <a:lnTo>
                    <a:pt x="1444611" y="3012293"/>
                  </a:lnTo>
                  <a:lnTo>
                    <a:pt x="1443961" y="3012293"/>
                  </a:lnTo>
                  <a:lnTo>
                    <a:pt x="1443311" y="3012293"/>
                  </a:lnTo>
                  <a:lnTo>
                    <a:pt x="1442661" y="3012293"/>
                  </a:lnTo>
                  <a:lnTo>
                    <a:pt x="1442011" y="3012293"/>
                  </a:lnTo>
                  <a:lnTo>
                    <a:pt x="1441361" y="3012293"/>
                  </a:lnTo>
                  <a:lnTo>
                    <a:pt x="1440711" y="3012293"/>
                  </a:lnTo>
                  <a:lnTo>
                    <a:pt x="1440061" y="3012293"/>
                  </a:lnTo>
                  <a:lnTo>
                    <a:pt x="1439411" y="3012293"/>
                  </a:lnTo>
                  <a:lnTo>
                    <a:pt x="1438761" y="3012293"/>
                  </a:lnTo>
                  <a:lnTo>
                    <a:pt x="1438111" y="3012293"/>
                  </a:lnTo>
                  <a:lnTo>
                    <a:pt x="1437461" y="3012293"/>
                  </a:lnTo>
                  <a:lnTo>
                    <a:pt x="1436812" y="3012293"/>
                  </a:lnTo>
                  <a:lnTo>
                    <a:pt x="1436162" y="3012293"/>
                  </a:lnTo>
                  <a:lnTo>
                    <a:pt x="1435512" y="3012293"/>
                  </a:lnTo>
                  <a:lnTo>
                    <a:pt x="1434862" y="3012293"/>
                  </a:lnTo>
                  <a:lnTo>
                    <a:pt x="1434212" y="3012293"/>
                  </a:lnTo>
                  <a:lnTo>
                    <a:pt x="1433562" y="3012293"/>
                  </a:lnTo>
                  <a:lnTo>
                    <a:pt x="1432912" y="3012293"/>
                  </a:lnTo>
                  <a:lnTo>
                    <a:pt x="1432262" y="3012293"/>
                  </a:lnTo>
                  <a:lnTo>
                    <a:pt x="1431612" y="3012293"/>
                  </a:lnTo>
                  <a:lnTo>
                    <a:pt x="1430962" y="3012293"/>
                  </a:lnTo>
                  <a:lnTo>
                    <a:pt x="1430312" y="3012293"/>
                  </a:lnTo>
                  <a:lnTo>
                    <a:pt x="1429662" y="3012293"/>
                  </a:lnTo>
                  <a:lnTo>
                    <a:pt x="1429012" y="3012293"/>
                  </a:lnTo>
                  <a:lnTo>
                    <a:pt x="1428362" y="3012293"/>
                  </a:lnTo>
                  <a:lnTo>
                    <a:pt x="1427712" y="3012293"/>
                  </a:lnTo>
                  <a:lnTo>
                    <a:pt x="1427063" y="3012293"/>
                  </a:lnTo>
                  <a:lnTo>
                    <a:pt x="1426413" y="3012293"/>
                  </a:lnTo>
                  <a:lnTo>
                    <a:pt x="1425763" y="3012293"/>
                  </a:lnTo>
                  <a:lnTo>
                    <a:pt x="1425113" y="3012293"/>
                  </a:lnTo>
                  <a:lnTo>
                    <a:pt x="1424463" y="3012293"/>
                  </a:lnTo>
                  <a:lnTo>
                    <a:pt x="1423813" y="3012293"/>
                  </a:lnTo>
                  <a:lnTo>
                    <a:pt x="1423163" y="3012293"/>
                  </a:lnTo>
                  <a:lnTo>
                    <a:pt x="1422513" y="3012293"/>
                  </a:lnTo>
                  <a:lnTo>
                    <a:pt x="1421863" y="3012293"/>
                  </a:lnTo>
                  <a:lnTo>
                    <a:pt x="1421213" y="3012293"/>
                  </a:lnTo>
                  <a:lnTo>
                    <a:pt x="1420563" y="3012293"/>
                  </a:lnTo>
                  <a:lnTo>
                    <a:pt x="1419913" y="3012293"/>
                  </a:lnTo>
                  <a:lnTo>
                    <a:pt x="1419263" y="3012293"/>
                  </a:lnTo>
                  <a:lnTo>
                    <a:pt x="1418613" y="3012293"/>
                  </a:lnTo>
                  <a:lnTo>
                    <a:pt x="1417963" y="3012293"/>
                  </a:lnTo>
                  <a:lnTo>
                    <a:pt x="1417313" y="3012293"/>
                  </a:lnTo>
                  <a:lnTo>
                    <a:pt x="1416664" y="3012293"/>
                  </a:lnTo>
                  <a:lnTo>
                    <a:pt x="1416014" y="3012293"/>
                  </a:lnTo>
                  <a:lnTo>
                    <a:pt x="1415364" y="3012293"/>
                  </a:lnTo>
                  <a:lnTo>
                    <a:pt x="1414714" y="3012293"/>
                  </a:lnTo>
                  <a:lnTo>
                    <a:pt x="1414064" y="3012293"/>
                  </a:lnTo>
                  <a:lnTo>
                    <a:pt x="1413414" y="3012293"/>
                  </a:lnTo>
                  <a:lnTo>
                    <a:pt x="1412764" y="3012293"/>
                  </a:lnTo>
                  <a:lnTo>
                    <a:pt x="1412114" y="3012293"/>
                  </a:lnTo>
                  <a:lnTo>
                    <a:pt x="1411464" y="3012293"/>
                  </a:lnTo>
                  <a:lnTo>
                    <a:pt x="1410814" y="3012293"/>
                  </a:lnTo>
                  <a:lnTo>
                    <a:pt x="1410164" y="3012293"/>
                  </a:lnTo>
                  <a:lnTo>
                    <a:pt x="1409514" y="3012293"/>
                  </a:lnTo>
                  <a:lnTo>
                    <a:pt x="1408864" y="3012293"/>
                  </a:lnTo>
                  <a:lnTo>
                    <a:pt x="1408214" y="3012293"/>
                  </a:lnTo>
                  <a:lnTo>
                    <a:pt x="1407564" y="3012293"/>
                  </a:lnTo>
                  <a:lnTo>
                    <a:pt x="1406915" y="3012293"/>
                  </a:lnTo>
                  <a:lnTo>
                    <a:pt x="1406265" y="3012293"/>
                  </a:lnTo>
                  <a:lnTo>
                    <a:pt x="1405615" y="3012293"/>
                  </a:lnTo>
                  <a:lnTo>
                    <a:pt x="1404965" y="3012293"/>
                  </a:lnTo>
                  <a:lnTo>
                    <a:pt x="1404315" y="3012293"/>
                  </a:lnTo>
                  <a:lnTo>
                    <a:pt x="1403665" y="3012293"/>
                  </a:lnTo>
                  <a:lnTo>
                    <a:pt x="1403015" y="3012293"/>
                  </a:lnTo>
                  <a:lnTo>
                    <a:pt x="1402365" y="3012293"/>
                  </a:lnTo>
                  <a:lnTo>
                    <a:pt x="1401715" y="3012293"/>
                  </a:lnTo>
                  <a:lnTo>
                    <a:pt x="1401065" y="3012293"/>
                  </a:lnTo>
                  <a:lnTo>
                    <a:pt x="1400415" y="3012293"/>
                  </a:lnTo>
                  <a:lnTo>
                    <a:pt x="1399765" y="3012293"/>
                  </a:lnTo>
                  <a:lnTo>
                    <a:pt x="1399115" y="3012293"/>
                  </a:lnTo>
                  <a:lnTo>
                    <a:pt x="1398465" y="3012293"/>
                  </a:lnTo>
                  <a:lnTo>
                    <a:pt x="1397815" y="3012293"/>
                  </a:lnTo>
                  <a:lnTo>
                    <a:pt x="1397165" y="3012293"/>
                  </a:lnTo>
                  <a:lnTo>
                    <a:pt x="1396516" y="3012293"/>
                  </a:lnTo>
                  <a:lnTo>
                    <a:pt x="1395866" y="3012293"/>
                  </a:lnTo>
                  <a:lnTo>
                    <a:pt x="1395216" y="3012293"/>
                  </a:lnTo>
                  <a:lnTo>
                    <a:pt x="1394566" y="3012293"/>
                  </a:lnTo>
                  <a:lnTo>
                    <a:pt x="1393916" y="3012293"/>
                  </a:lnTo>
                  <a:lnTo>
                    <a:pt x="1393266" y="3012293"/>
                  </a:lnTo>
                  <a:lnTo>
                    <a:pt x="1392616" y="3012293"/>
                  </a:lnTo>
                  <a:lnTo>
                    <a:pt x="1391966" y="3012293"/>
                  </a:lnTo>
                  <a:lnTo>
                    <a:pt x="1391316" y="3012293"/>
                  </a:lnTo>
                  <a:lnTo>
                    <a:pt x="1390666" y="3012293"/>
                  </a:lnTo>
                  <a:lnTo>
                    <a:pt x="1390016" y="3012293"/>
                  </a:lnTo>
                  <a:lnTo>
                    <a:pt x="1389366" y="3012293"/>
                  </a:lnTo>
                  <a:lnTo>
                    <a:pt x="1388716" y="3012293"/>
                  </a:lnTo>
                  <a:lnTo>
                    <a:pt x="1388066" y="3012293"/>
                  </a:lnTo>
                  <a:lnTo>
                    <a:pt x="1387416" y="3012293"/>
                  </a:lnTo>
                  <a:lnTo>
                    <a:pt x="1386767" y="3012293"/>
                  </a:lnTo>
                  <a:lnTo>
                    <a:pt x="1386117" y="3012293"/>
                  </a:lnTo>
                  <a:lnTo>
                    <a:pt x="1385467" y="3012293"/>
                  </a:lnTo>
                  <a:lnTo>
                    <a:pt x="1384817" y="3012293"/>
                  </a:lnTo>
                  <a:lnTo>
                    <a:pt x="1384167" y="3012293"/>
                  </a:lnTo>
                  <a:lnTo>
                    <a:pt x="1383517" y="3012293"/>
                  </a:lnTo>
                  <a:lnTo>
                    <a:pt x="1382867" y="3012293"/>
                  </a:lnTo>
                  <a:lnTo>
                    <a:pt x="1382217" y="3012293"/>
                  </a:lnTo>
                  <a:lnTo>
                    <a:pt x="1381567" y="3012293"/>
                  </a:lnTo>
                  <a:lnTo>
                    <a:pt x="1380917" y="3012293"/>
                  </a:lnTo>
                  <a:lnTo>
                    <a:pt x="1380267" y="3012293"/>
                  </a:lnTo>
                  <a:lnTo>
                    <a:pt x="1379617" y="3012293"/>
                  </a:lnTo>
                  <a:lnTo>
                    <a:pt x="1378967" y="3012293"/>
                  </a:lnTo>
                  <a:lnTo>
                    <a:pt x="1378317" y="3012293"/>
                  </a:lnTo>
                  <a:lnTo>
                    <a:pt x="1377667" y="3012293"/>
                  </a:lnTo>
                  <a:lnTo>
                    <a:pt x="1377018" y="3012293"/>
                  </a:lnTo>
                  <a:lnTo>
                    <a:pt x="1376368" y="3012293"/>
                  </a:lnTo>
                  <a:lnTo>
                    <a:pt x="1375718" y="3012293"/>
                  </a:lnTo>
                  <a:lnTo>
                    <a:pt x="1375068" y="3012293"/>
                  </a:lnTo>
                  <a:lnTo>
                    <a:pt x="1374418" y="3012293"/>
                  </a:lnTo>
                  <a:lnTo>
                    <a:pt x="1373768" y="3012293"/>
                  </a:lnTo>
                  <a:lnTo>
                    <a:pt x="1373118" y="3012293"/>
                  </a:lnTo>
                  <a:lnTo>
                    <a:pt x="1372468" y="3012293"/>
                  </a:lnTo>
                  <a:lnTo>
                    <a:pt x="1371818" y="3012293"/>
                  </a:lnTo>
                  <a:lnTo>
                    <a:pt x="1371168" y="3012293"/>
                  </a:lnTo>
                  <a:lnTo>
                    <a:pt x="1370518" y="3012293"/>
                  </a:lnTo>
                  <a:lnTo>
                    <a:pt x="1369868" y="3012293"/>
                  </a:lnTo>
                  <a:lnTo>
                    <a:pt x="1369218" y="3012293"/>
                  </a:lnTo>
                  <a:lnTo>
                    <a:pt x="1368568" y="3012293"/>
                  </a:lnTo>
                  <a:lnTo>
                    <a:pt x="1367918" y="3012293"/>
                  </a:lnTo>
                  <a:lnTo>
                    <a:pt x="1367268" y="3012293"/>
                  </a:lnTo>
                  <a:lnTo>
                    <a:pt x="1366619" y="3012293"/>
                  </a:lnTo>
                  <a:lnTo>
                    <a:pt x="1365969" y="3012293"/>
                  </a:lnTo>
                  <a:lnTo>
                    <a:pt x="1365319" y="3012293"/>
                  </a:lnTo>
                  <a:lnTo>
                    <a:pt x="1364669" y="3012293"/>
                  </a:lnTo>
                  <a:lnTo>
                    <a:pt x="1364019" y="3012293"/>
                  </a:lnTo>
                  <a:lnTo>
                    <a:pt x="1363369" y="3012293"/>
                  </a:lnTo>
                  <a:lnTo>
                    <a:pt x="1362719" y="3012293"/>
                  </a:lnTo>
                  <a:lnTo>
                    <a:pt x="1362069" y="3012293"/>
                  </a:lnTo>
                  <a:lnTo>
                    <a:pt x="1361419" y="3012293"/>
                  </a:lnTo>
                  <a:lnTo>
                    <a:pt x="1360769" y="3012293"/>
                  </a:lnTo>
                  <a:lnTo>
                    <a:pt x="1360119" y="3012293"/>
                  </a:lnTo>
                  <a:lnTo>
                    <a:pt x="1359469" y="3012293"/>
                  </a:lnTo>
                  <a:lnTo>
                    <a:pt x="1358819" y="3012293"/>
                  </a:lnTo>
                  <a:lnTo>
                    <a:pt x="1358169" y="3012293"/>
                  </a:lnTo>
                  <a:lnTo>
                    <a:pt x="1357519" y="3012293"/>
                  </a:lnTo>
                  <a:lnTo>
                    <a:pt x="1356870" y="3012293"/>
                  </a:lnTo>
                  <a:lnTo>
                    <a:pt x="1356220" y="3012293"/>
                  </a:lnTo>
                  <a:lnTo>
                    <a:pt x="1355570" y="3012293"/>
                  </a:lnTo>
                  <a:lnTo>
                    <a:pt x="1354920" y="3012293"/>
                  </a:lnTo>
                  <a:lnTo>
                    <a:pt x="1354270" y="3012293"/>
                  </a:lnTo>
                  <a:lnTo>
                    <a:pt x="1353620" y="3012293"/>
                  </a:lnTo>
                  <a:lnTo>
                    <a:pt x="1352970" y="3012293"/>
                  </a:lnTo>
                  <a:lnTo>
                    <a:pt x="1352320" y="3012293"/>
                  </a:lnTo>
                  <a:lnTo>
                    <a:pt x="1351670" y="3012293"/>
                  </a:lnTo>
                  <a:lnTo>
                    <a:pt x="1351020" y="3012293"/>
                  </a:lnTo>
                  <a:lnTo>
                    <a:pt x="1350370" y="3012293"/>
                  </a:lnTo>
                  <a:lnTo>
                    <a:pt x="1349720" y="3012293"/>
                  </a:lnTo>
                  <a:lnTo>
                    <a:pt x="1349070" y="3012293"/>
                  </a:lnTo>
                  <a:lnTo>
                    <a:pt x="1348420" y="3012293"/>
                  </a:lnTo>
                  <a:lnTo>
                    <a:pt x="1347770" y="3012293"/>
                  </a:lnTo>
                  <a:lnTo>
                    <a:pt x="1347120" y="3012293"/>
                  </a:lnTo>
                  <a:lnTo>
                    <a:pt x="1346471" y="3012293"/>
                  </a:lnTo>
                  <a:lnTo>
                    <a:pt x="1345821" y="3012293"/>
                  </a:lnTo>
                  <a:lnTo>
                    <a:pt x="1345171" y="3012293"/>
                  </a:lnTo>
                  <a:lnTo>
                    <a:pt x="1344521" y="3012293"/>
                  </a:lnTo>
                  <a:lnTo>
                    <a:pt x="1343871" y="3012293"/>
                  </a:lnTo>
                  <a:lnTo>
                    <a:pt x="1343221" y="3012293"/>
                  </a:lnTo>
                  <a:lnTo>
                    <a:pt x="1342571" y="3012293"/>
                  </a:lnTo>
                  <a:lnTo>
                    <a:pt x="1341921" y="3012293"/>
                  </a:lnTo>
                  <a:lnTo>
                    <a:pt x="1341271" y="3012293"/>
                  </a:lnTo>
                  <a:lnTo>
                    <a:pt x="1340621" y="3012293"/>
                  </a:lnTo>
                  <a:lnTo>
                    <a:pt x="1339971" y="3012293"/>
                  </a:lnTo>
                  <a:lnTo>
                    <a:pt x="1339321" y="3012293"/>
                  </a:lnTo>
                  <a:lnTo>
                    <a:pt x="1338671" y="3012293"/>
                  </a:lnTo>
                  <a:lnTo>
                    <a:pt x="1338021" y="3012293"/>
                  </a:lnTo>
                  <a:lnTo>
                    <a:pt x="1337371" y="3012293"/>
                  </a:lnTo>
                  <a:lnTo>
                    <a:pt x="1336722" y="3012293"/>
                  </a:lnTo>
                  <a:lnTo>
                    <a:pt x="1336072" y="3012293"/>
                  </a:lnTo>
                  <a:lnTo>
                    <a:pt x="1335422" y="3012293"/>
                  </a:lnTo>
                  <a:lnTo>
                    <a:pt x="1334772" y="3012293"/>
                  </a:lnTo>
                  <a:lnTo>
                    <a:pt x="1334122" y="3012293"/>
                  </a:lnTo>
                  <a:lnTo>
                    <a:pt x="1333472" y="3012293"/>
                  </a:lnTo>
                  <a:lnTo>
                    <a:pt x="1332822" y="3012293"/>
                  </a:lnTo>
                  <a:lnTo>
                    <a:pt x="1332172" y="3012293"/>
                  </a:lnTo>
                  <a:lnTo>
                    <a:pt x="1331522" y="3012293"/>
                  </a:lnTo>
                  <a:lnTo>
                    <a:pt x="1330872" y="3012293"/>
                  </a:lnTo>
                  <a:lnTo>
                    <a:pt x="1330222" y="3012293"/>
                  </a:lnTo>
                  <a:lnTo>
                    <a:pt x="1329572" y="3012293"/>
                  </a:lnTo>
                  <a:lnTo>
                    <a:pt x="1328922" y="3012293"/>
                  </a:lnTo>
                  <a:lnTo>
                    <a:pt x="1328272" y="3012293"/>
                  </a:lnTo>
                  <a:lnTo>
                    <a:pt x="1327622" y="3012293"/>
                  </a:lnTo>
                  <a:lnTo>
                    <a:pt x="1326972" y="3012293"/>
                  </a:lnTo>
                  <a:lnTo>
                    <a:pt x="1326323" y="3012293"/>
                  </a:lnTo>
                  <a:lnTo>
                    <a:pt x="1325673" y="3012293"/>
                  </a:lnTo>
                  <a:lnTo>
                    <a:pt x="1325023" y="3012293"/>
                  </a:lnTo>
                  <a:lnTo>
                    <a:pt x="1324373" y="3012293"/>
                  </a:lnTo>
                  <a:lnTo>
                    <a:pt x="1323723" y="3012293"/>
                  </a:lnTo>
                  <a:lnTo>
                    <a:pt x="1323073" y="3012293"/>
                  </a:lnTo>
                  <a:lnTo>
                    <a:pt x="1322423" y="3012293"/>
                  </a:lnTo>
                  <a:lnTo>
                    <a:pt x="1321773" y="3012293"/>
                  </a:lnTo>
                  <a:lnTo>
                    <a:pt x="1321123" y="3012293"/>
                  </a:lnTo>
                  <a:lnTo>
                    <a:pt x="1320473" y="3012293"/>
                  </a:lnTo>
                  <a:lnTo>
                    <a:pt x="1319823" y="3012293"/>
                  </a:lnTo>
                  <a:lnTo>
                    <a:pt x="1319173" y="3012293"/>
                  </a:lnTo>
                  <a:lnTo>
                    <a:pt x="1318523" y="3012293"/>
                  </a:lnTo>
                  <a:lnTo>
                    <a:pt x="1317873" y="3012293"/>
                  </a:lnTo>
                  <a:lnTo>
                    <a:pt x="1317223" y="3012293"/>
                  </a:lnTo>
                  <a:lnTo>
                    <a:pt x="1316574" y="3012293"/>
                  </a:lnTo>
                  <a:lnTo>
                    <a:pt x="1315924" y="3012293"/>
                  </a:lnTo>
                  <a:lnTo>
                    <a:pt x="1315274" y="3012293"/>
                  </a:lnTo>
                  <a:lnTo>
                    <a:pt x="1314624" y="3012293"/>
                  </a:lnTo>
                  <a:lnTo>
                    <a:pt x="1313974" y="3012293"/>
                  </a:lnTo>
                  <a:lnTo>
                    <a:pt x="1313324" y="3012293"/>
                  </a:lnTo>
                  <a:lnTo>
                    <a:pt x="1312674" y="3012293"/>
                  </a:lnTo>
                  <a:lnTo>
                    <a:pt x="1312024" y="3012293"/>
                  </a:lnTo>
                  <a:lnTo>
                    <a:pt x="1311374" y="3012293"/>
                  </a:lnTo>
                  <a:lnTo>
                    <a:pt x="1310724" y="3012293"/>
                  </a:lnTo>
                  <a:lnTo>
                    <a:pt x="1310074" y="3012293"/>
                  </a:lnTo>
                  <a:lnTo>
                    <a:pt x="1309424" y="3012293"/>
                  </a:lnTo>
                  <a:lnTo>
                    <a:pt x="1308774" y="3012293"/>
                  </a:lnTo>
                  <a:lnTo>
                    <a:pt x="1308124" y="3012293"/>
                  </a:lnTo>
                  <a:lnTo>
                    <a:pt x="1307474" y="3012293"/>
                  </a:lnTo>
                  <a:lnTo>
                    <a:pt x="1306824" y="3012293"/>
                  </a:lnTo>
                  <a:lnTo>
                    <a:pt x="1306175" y="3012293"/>
                  </a:lnTo>
                  <a:lnTo>
                    <a:pt x="1305525" y="3012293"/>
                  </a:lnTo>
                  <a:lnTo>
                    <a:pt x="1304875" y="3012293"/>
                  </a:lnTo>
                  <a:lnTo>
                    <a:pt x="1304225" y="3012293"/>
                  </a:lnTo>
                  <a:lnTo>
                    <a:pt x="1303575" y="3012293"/>
                  </a:lnTo>
                  <a:lnTo>
                    <a:pt x="1302925" y="3012293"/>
                  </a:lnTo>
                  <a:lnTo>
                    <a:pt x="1302275" y="3012293"/>
                  </a:lnTo>
                  <a:lnTo>
                    <a:pt x="1301625" y="3012293"/>
                  </a:lnTo>
                  <a:lnTo>
                    <a:pt x="1300975" y="3012293"/>
                  </a:lnTo>
                  <a:lnTo>
                    <a:pt x="1300325" y="3012293"/>
                  </a:lnTo>
                  <a:lnTo>
                    <a:pt x="1299675" y="3012293"/>
                  </a:lnTo>
                  <a:lnTo>
                    <a:pt x="1299025" y="3012293"/>
                  </a:lnTo>
                  <a:lnTo>
                    <a:pt x="1298375" y="3012293"/>
                  </a:lnTo>
                  <a:lnTo>
                    <a:pt x="1297725" y="3012293"/>
                  </a:lnTo>
                  <a:lnTo>
                    <a:pt x="1297075" y="3012293"/>
                  </a:lnTo>
                  <a:lnTo>
                    <a:pt x="1296426" y="3012293"/>
                  </a:lnTo>
                  <a:lnTo>
                    <a:pt x="1295776" y="3012293"/>
                  </a:lnTo>
                  <a:lnTo>
                    <a:pt x="1295126" y="3012293"/>
                  </a:lnTo>
                  <a:lnTo>
                    <a:pt x="1294476" y="3012293"/>
                  </a:lnTo>
                  <a:lnTo>
                    <a:pt x="1293826" y="3012293"/>
                  </a:lnTo>
                  <a:lnTo>
                    <a:pt x="1293176" y="3012293"/>
                  </a:lnTo>
                  <a:lnTo>
                    <a:pt x="1292526" y="3012293"/>
                  </a:lnTo>
                  <a:lnTo>
                    <a:pt x="1291876" y="3012293"/>
                  </a:lnTo>
                  <a:lnTo>
                    <a:pt x="1291226" y="3012293"/>
                  </a:lnTo>
                  <a:lnTo>
                    <a:pt x="1290576" y="3012293"/>
                  </a:lnTo>
                  <a:lnTo>
                    <a:pt x="1289926" y="3012293"/>
                  </a:lnTo>
                  <a:lnTo>
                    <a:pt x="1289276" y="3012293"/>
                  </a:lnTo>
                  <a:lnTo>
                    <a:pt x="1288626" y="3012293"/>
                  </a:lnTo>
                  <a:lnTo>
                    <a:pt x="1287976" y="3012293"/>
                  </a:lnTo>
                  <a:lnTo>
                    <a:pt x="1287326" y="3012293"/>
                  </a:lnTo>
                  <a:lnTo>
                    <a:pt x="1286676" y="3012293"/>
                  </a:lnTo>
                  <a:lnTo>
                    <a:pt x="1286027" y="3012293"/>
                  </a:lnTo>
                  <a:lnTo>
                    <a:pt x="1285377" y="3012293"/>
                  </a:lnTo>
                  <a:lnTo>
                    <a:pt x="1284727" y="3012293"/>
                  </a:lnTo>
                  <a:lnTo>
                    <a:pt x="1284077" y="3012293"/>
                  </a:lnTo>
                  <a:lnTo>
                    <a:pt x="1283427" y="3012293"/>
                  </a:lnTo>
                  <a:lnTo>
                    <a:pt x="1282777" y="3012293"/>
                  </a:lnTo>
                  <a:lnTo>
                    <a:pt x="1282127" y="3012293"/>
                  </a:lnTo>
                  <a:lnTo>
                    <a:pt x="1281477" y="3012293"/>
                  </a:lnTo>
                  <a:lnTo>
                    <a:pt x="1280827" y="3012293"/>
                  </a:lnTo>
                  <a:lnTo>
                    <a:pt x="1280177" y="3012293"/>
                  </a:lnTo>
                  <a:lnTo>
                    <a:pt x="1279527" y="3012293"/>
                  </a:lnTo>
                  <a:lnTo>
                    <a:pt x="1278877" y="3012293"/>
                  </a:lnTo>
                  <a:lnTo>
                    <a:pt x="1278227" y="3012293"/>
                  </a:lnTo>
                  <a:lnTo>
                    <a:pt x="1277577" y="3012293"/>
                  </a:lnTo>
                  <a:lnTo>
                    <a:pt x="1276927" y="3012293"/>
                  </a:lnTo>
                  <a:lnTo>
                    <a:pt x="1276278" y="3012293"/>
                  </a:lnTo>
                  <a:lnTo>
                    <a:pt x="1275628" y="3012293"/>
                  </a:lnTo>
                  <a:lnTo>
                    <a:pt x="1274978" y="3012293"/>
                  </a:lnTo>
                  <a:lnTo>
                    <a:pt x="1274328" y="3012293"/>
                  </a:lnTo>
                  <a:lnTo>
                    <a:pt x="1273678" y="3012293"/>
                  </a:lnTo>
                  <a:lnTo>
                    <a:pt x="1273028" y="3012293"/>
                  </a:lnTo>
                  <a:lnTo>
                    <a:pt x="1272378" y="3012293"/>
                  </a:lnTo>
                  <a:lnTo>
                    <a:pt x="1271728" y="3012293"/>
                  </a:lnTo>
                  <a:lnTo>
                    <a:pt x="1271078" y="3012293"/>
                  </a:lnTo>
                  <a:lnTo>
                    <a:pt x="1270428" y="3012293"/>
                  </a:lnTo>
                  <a:lnTo>
                    <a:pt x="1269778" y="3012293"/>
                  </a:lnTo>
                  <a:lnTo>
                    <a:pt x="1269128" y="3012293"/>
                  </a:lnTo>
                  <a:lnTo>
                    <a:pt x="1268478" y="3012293"/>
                  </a:lnTo>
                  <a:lnTo>
                    <a:pt x="1267828" y="3012293"/>
                  </a:lnTo>
                  <a:lnTo>
                    <a:pt x="1267178" y="3012293"/>
                  </a:lnTo>
                  <a:lnTo>
                    <a:pt x="1266528" y="3012293"/>
                  </a:lnTo>
                  <a:lnTo>
                    <a:pt x="1265879" y="3012293"/>
                  </a:lnTo>
                  <a:lnTo>
                    <a:pt x="1265229" y="3012293"/>
                  </a:lnTo>
                  <a:lnTo>
                    <a:pt x="1264579" y="3012293"/>
                  </a:lnTo>
                  <a:lnTo>
                    <a:pt x="1263929" y="3012293"/>
                  </a:lnTo>
                  <a:lnTo>
                    <a:pt x="1263279" y="3012293"/>
                  </a:lnTo>
                  <a:lnTo>
                    <a:pt x="1262629" y="3012293"/>
                  </a:lnTo>
                  <a:lnTo>
                    <a:pt x="1261979" y="3012293"/>
                  </a:lnTo>
                  <a:lnTo>
                    <a:pt x="1261329" y="3012293"/>
                  </a:lnTo>
                  <a:lnTo>
                    <a:pt x="1260679" y="3012293"/>
                  </a:lnTo>
                  <a:lnTo>
                    <a:pt x="1260029" y="3012293"/>
                  </a:lnTo>
                  <a:lnTo>
                    <a:pt x="1259379" y="3012293"/>
                  </a:lnTo>
                  <a:lnTo>
                    <a:pt x="1258729" y="3012293"/>
                  </a:lnTo>
                  <a:lnTo>
                    <a:pt x="1258079" y="3012293"/>
                  </a:lnTo>
                  <a:lnTo>
                    <a:pt x="1257429" y="3012293"/>
                  </a:lnTo>
                  <a:lnTo>
                    <a:pt x="1256779" y="3012293"/>
                  </a:lnTo>
                  <a:lnTo>
                    <a:pt x="1256130" y="3012293"/>
                  </a:lnTo>
                  <a:lnTo>
                    <a:pt x="1255480" y="3012293"/>
                  </a:lnTo>
                  <a:lnTo>
                    <a:pt x="1254830" y="3012293"/>
                  </a:lnTo>
                  <a:lnTo>
                    <a:pt x="1254180" y="3012293"/>
                  </a:lnTo>
                  <a:lnTo>
                    <a:pt x="1253530" y="3012293"/>
                  </a:lnTo>
                  <a:lnTo>
                    <a:pt x="1252880" y="3012293"/>
                  </a:lnTo>
                  <a:lnTo>
                    <a:pt x="1252230" y="3012293"/>
                  </a:lnTo>
                  <a:lnTo>
                    <a:pt x="1251580" y="3012293"/>
                  </a:lnTo>
                  <a:lnTo>
                    <a:pt x="1250930" y="3012293"/>
                  </a:lnTo>
                  <a:lnTo>
                    <a:pt x="1250280" y="3012293"/>
                  </a:lnTo>
                  <a:lnTo>
                    <a:pt x="1249630" y="3012293"/>
                  </a:lnTo>
                  <a:lnTo>
                    <a:pt x="1248980" y="3012293"/>
                  </a:lnTo>
                  <a:lnTo>
                    <a:pt x="1248330" y="3012293"/>
                  </a:lnTo>
                  <a:lnTo>
                    <a:pt x="1247680" y="3012293"/>
                  </a:lnTo>
                  <a:lnTo>
                    <a:pt x="1247030" y="3012293"/>
                  </a:lnTo>
                  <a:lnTo>
                    <a:pt x="1246381" y="3012293"/>
                  </a:lnTo>
                  <a:lnTo>
                    <a:pt x="1245731" y="3012293"/>
                  </a:lnTo>
                  <a:lnTo>
                    <a:pt x="1245081" y="3012293"/>
                  </a:lnTo>
                  <a:lnTo>
                    <a:pt x="1244431" y="3012293"/>
                  </a:lnTo>
                  <a:lnTo>
                    <a:pt x="1243781" y="3012293"/>
                  </a:lnTo>
                  <a:lnTo>
                    <a:pt x="1243131" y="3012293"/>
                  </a:lnTo>
                  <a:lnTo>
                    <a:pt x="1242481" y="3012293"/>
                  </a:lnTo>
                  <a:lnTo>
                    <a:pt x="1241831" y="3012293"/>
                  </a:lnTo>
                  <a:lnTo>
                    <a:pt x="1241181" y="3012293"/>
                  </a:lnTo>
                  <a:lnTo>
                    <a:pt x="1240531" y="3012293"/>
                  </a:lnTo>
                  <a:lnTo>
                    <a:pt x="1239881" y="3012293"/>
                  </a:lnTo>
                  <a:lnTo>
                    <a:pt x="1239231" y="3012293"/>
                  </a:lnTo>
                  <a:lnTo>
                    <a:pt x="1238581" y="3012293"/>
                  </a:lnTo>
                  <a:lnTo>
                    <a:pt x="1237931" y="3012293"/>
                  </a:lnTo>
                  <a:lnTo>
                    <a:pt x="1237281" y="3012293"/>
                  </a:lnTo>
                  <a:lnTo>
                    <a:pt x="1236631" y="3012293"/>
                  </a:lnTo>
                  <a:lnTo>
                    <a:pt x="1235982" y="3012293"/>
                  </a:lnTo>
                  <a:lnTo>
                    <a:pt x="1235332" y="3012293"/>
                  </a:lnTo>
                  <a:lnTo>
                    <a:pt x="1234682" y="3012293"/>
                  </a:lnTo>
                  <a:lnTo>
                    <a:pt x="1234032" y="3012293"/>
                  </a:lnTo>
                  <a:lnTo>
                    <a:pt x="1233382" y="3012293"/>
                  </a:lnTo>
                  <a:lnTo>
                    <a:pt x="1232732" y="3012293"/>
                  </a:lnTo>
                  <a:lnTo>
                    <a:pt x="1232082" y="3012293"/>
                  </a:lnTo>
                  <a:lnTo>
                    <a:pt x="1231432" y="3012293"/>
                  </a:lnTo>
                  <a:lnTo>
                    <a:pt x="1230782" y="3012293"/>
                  </a:lnTo>
                  <a:lnTo>
                    <a:pt x="1230132" y="3012293"/>
                  </a:lnTo>
                  <a:lnTo>
                    <a:pt x="1229482" y="3012293"/>
                  </a:lnTo>
                  <a:lnTo>
                    <a:pt x="1228832" y="3012293"/>
                  </a:lnTo>
                  <a:lnTo>
                    <a:pt x="1228182" y="3012293"/>
                  </a:lnTo>
                  <a:lnTo>
                    <a:pt x="1227532" y="3012293"/>
                  </a:lnTo>
                  <a:lnTo>
                    <a:pt x="1226882" y="3012293"/>
                  </a:lnTo>
                  <a:lnTo>
                    <a:pt x="1226233" y="3012293"/>
                  </a:lnTo>
                  <a:lnTo>
                    <a:pt x="1225583" y="3012293"/>
                  </a:lnTo>
                  <a:lnTo>
                    <a:pt x="1224933" y="3012293"/>
                  </a:lnTo>
                  <a:lnTo>
                    <a:pt x="1224283" y="3012293"/>
                  </a:lnTo>
                  <a:lnTo>
                    <a:pt x="1223633" y="3012293"/>
                  </a:lnTo>
                  <a:lnTo>
                    <a:pt x="1222983" y="3012293"/>
                  </a:lnTo>
                  <a:lnTo>
                    <a:pt x="1222333" y="3012293"/>
                  </a:lnTo>
                  <a:lnTo>
                    <a:pt x="1221683" y="3012293"/>
                  </a:lnTo>
                  <a:lnTo>
                    <a:pt x="1221033" y="3012293"/>
                  </a:lnTo>
                  <a:lnTo>
                    <a:pt x="1220383" y="3012293"/>
                  </a:lnTo>
                  <a:lnTo>
                    <a:pt x="1219733" y="3012293"/>
                  </a:lnTo>
                  <a:lnTo>
                    <a:pt x="1219083" y="3012293"/>
                  </a:lnTo>
                  <a:lnTo>
                    <a:pt x="1218433" y="3012293"/>
                  </a:lnTo>
                  <a:lnTo>
                    <a:pt x="1217783" y="3012293"/>
                  </a:lnTo>
                  <a:lnTo>
                    <a:pt x="1217133" y="3012293"/>
                  </a:lnTo>
                  <a:lnTo>
                    <a:pt x="1216483" y="3012293"/>
                  </a:lnTo>
                  <a:lnTo>
                    <a:pt x="1215834" y="3012293"/>
                  </a:lnTo>
                  <a:lnTo>
                    <a:pt x="1215184" y="3012293"/>
                  </a:lnTo>
                  <a:lnTo>
                    <a:pt x="1214534" y="3012293"/>
                  </a:lnTo>
                  <a:lnTo>
                    <a:pt x="1213884" y="3012293"/>
                  </a:lnTo>
                  <a:lnTo>
                    <a:pt x="1213234" y="3012293"/>
                  </a:lnTo>
                  <a:lnTo>
                    <a:pt x="1212584" y="3012293"/>
                  </a:lnTo>
                  <a:lnTo>
                    <a:pt x="1211934" y="3012293"/>
                  </a:lnTo>
                  <a:lnTo>
                    <a:pt x="1211284" y="3012293"/>
                  </a:lnTo>
                  <a:lnTo>
                    <a:pt x="1210634" y="3012293"/>
                  </a:lnTo>
                  <a:lnTo>
                    <a:pt x="1209984" y="3012293"/>
                  </a:lnTo>
                  <a:lnTo>
                    <a:pt x="1209334" y="3012293"/>
                  </a:lnTo>
                  <a:lnTo>
                    <a:pt x="1208684" y="3012293"/>
                  </a:lnTo>
                  <a:lnTo>
                    <a:pt x="1208034" y="3012293"/>
                  </a:lnTo>
                  <a:lnTo>
                    <a:pt x="1207384" y="3012293"/>
                  </a:lnTo>
                  <a:lnTo>
                    <a:pt x="1206734" y="3012293"/>
                  </a:lnTo>
                  <a:lnTo>
                    <a:pt x="1206085" y="3012293"/>
                  </a:lnTo>
                  <a:lnTo>
                    <a:pt x="1205435" y="3012293"/>
                  </a:lnTo>
                  <a:lnTo>
                    <a:pt x="1204785" y="3012293"/>
                  </a:lnTo>
                  <a:lnTo>
                    <a:pt x="1204135" y="3012293"/>
                  </a:lnTo>
                  <a:lnTo>
                    <a:pt x="1203485" y="3012293"/>
                  </a:lnTo>
                  <a:lnTo>
                    <a:pt x="1202835" y="3012293"/>
                  </a:lnTo>
                  <a:lnTo>
                    <a:pt x="1202185" y="3012293"/>
                  </a:lnTo>
                  <a:lnTo>
                    <a:pt x="1201535" y="3012293"/>
                  </a:lnTo>
                  <a:lnTo>
                    <a:pt x="1200885" y="3012293"/>
                  </a:lnTo>
                  <a:lnTo>
                    <a:pt x="1200235" y="3012293"/>
                  </a:lnTo>
                  <a:lnTo>
                    <a:pt x="1199585" y="3012293"/>
                  </a:lnTo>
                  <a:lnTo>
                    <a:pt x="1198935" y="3012293"/>
                  </a:lnTo>
                  <a:lnTo>
                    <a:pt x="1198285" y="3012293"/>
                  </a:lnTo>
                  <a:lnTo>
                    <a:pt x="1197635" y="3012293"/>
                  </a:lnTo>
                  <a:lnTo>
                    <a:pt x="1196985" y="3012293"/>
                  </a:lnTo>
                  <a:lnTo>
                    <a:pt x="1196335" y="3012293"/>
                  </a:lnTo>
                  <a:lnTo>
                    <a:pt x="1195686" y="3012293"/>
                  </a:lnTo>
                  <a:lnTo>
                    <a:pt x="1195036" y="3012293"/>
                  </a:lnTo>
                  <a:lnTo>
                    <a:pt x="1194386" y="3012293"/>
                  </a:lnTo>
                  <a:lnTo>
                    <a:pt x="1193736" y="3012293"/>
                  </a:lnTo>
                  <a:lnTo>
                    <a:pt x="1193086" y="3012293"/>
                  </a:lnTo>
                  <a:lnTo>
                    <a:pt x="1192436" y="3012293"/>
                  </a:lnTo>
                  <a:lnTo>
                    <a:pt x="1191786" y="3012293"/>
                  </a:lnTo>
                  <a:lnTo>
                    <a:pt x="1191136" y="3012293"/>
                  </a:lnTo>
                  <a:lnTo>
                    <a:pt x="1190486" y="3012293"/>
                  </a:lnTo>
                  <a:lnTo>
                    <a:pt x="1189836" y="3012293"/>
                  </a:lnTo>
                  <a:lnTo>
                    <a:pt x="1189186" y="3012293"/>
                  </a:lnTo>
                  <a:lnTo>
                    <a:pt x="1188536" y="3012293"/>
                  </a:lnTo>
                  <a:lnTo>
                    <a:pt x="1187886" y="3012293"/>
                  </a:lnTo>
                  <a:lnTo>
                    <a:pt x="1187236" y="3012293"/>
                  </a:lnTo>
                  <a:lnTo>
                    <a:pt x="1186586" y="3012293"/>
                  </a:lnTo>
                  <a:lnTo>
                    <a:pt x="1185937" y="3012293"/>
                  </a:lnTo>
                  <a:lnTo>
                    <a:pt x="1185287" y="3012293"/>
                  </a:lnTo>
                  <a:lnTo>
                    <a:pt x="1184637" y="3012293"/>
                  </a:lnTo>
                  <a:lnTo>
                    <a:pt x="1183987" y="3012293"/>
                  </a:lnTo>
                  <a:lnTo>
                    <a:pt x="1183337" y="3012293"/>
                  </a:lnTo>
                  <a:lnTo>
                    <a:pt x="1182687" y="3012293"/>
                  </a:lnTo>
                  <a:lnTo>
                    <a:pt x="1182037" y="3012293"/>
                  </a:lnTo>
                  <a:lnTo>
                    <a:pt x="1181387" y="3012293"/>
                  </a:lnTo>
                  <a:lnTo>
                    <a:pt x="1180737" y="3012293"/>
                  </a:lnTo>
                  <a:lnTo>
                    <a:pt x="1180087" y="3012293"/>
                  </a:lnTo>
                  <a:lnTo>
                    <a:pt x="1179437" y="3012293"/>
                  </a:lnTo>
                  <a:lnTo>
                    <a:pt x="1178787" y="3012293"/>
                  </a:lnTo>
                  <a:lnTo>
                    <a:pt x="1178137" y="3012293"/>
                  </a:lnTo>
                  <a:lnTo>
                    <a:pt x="1177487" y="3012293"/>
                  </a:lnTo>
                  <a:lnTo>
                    <a:pt x="1176837" y="3012293"/>
                  </a:lnTo>
                  <a:lnTo>
                    <a:pt x="1176187" y="3012293"/>
                  </a:lnTo>
                  <a:lnTo>
                    <a:pt x="1175538" y="3012293"/>
                  </a:lnTo>
                  <a:lnTo>
                    <a:pt x="1174888" y="3012293"/>
                  </a:lnTo>
                  <a:lnTo>
                    <a:pt x="1174238" y="3012293"/>
                  </a:lnTo>
                  <a:lnTo>
                    <a:pt x="1173588" y="3012293"/>
                  </a:lnTo>
                  <a:lnTo>
                    <a:pt x="1172938" y="3012293"/>
                  </a:lnTo>
                  <a:lnTo>
                    <a:pt x="1172288" y="3012293"/>
                  </a:lnTo>
                  <a:lnTo>
                    <a:pt x="1171638" y="3012293"/>
                  </a:lnTo>
                  <a:lnTo>
                    <a:pt x="1170988" y="3012293"/>
                  </a:lnTo>
                  <a:lnTo>
                    <a:pt x="1170338" y="3012293"/>
                  </a:lnTo>
                  <a:lnTo>
                    <a:pt x="1169688" y="3012293"/>
                  </a:lnTo>
                  <a:lnTo>
                    <a:pt x="1169038" y="3012293"/>
                  </a:lnTo>
                  <a:lnTo>
                    <a:pt x="1168388" y="3012293"/>
                  </a:lnTo>
                  <a:lnTo>
                    <a:pt x="1167738" y="3012293"/>
                  </a:lnTo>
                  <a:lnTo>
                    <a:pt x="1167088" y="3012293"/>
                  </a:lnTo>
                  <a:lnTo>
                    <a:pt x="1166438" y="3012293"/>
                  </a:lnTo>
                  <a:lnTo>
                    <a:pt x="1165789" y="3012293"/>
                  </a:lnTo>
                  <a:lnTo>
                    <a:pt x="1165139" y="3012293"/>
                  </a:lnTo>
                  <a:lnTo>
                    <a:pt x="1164489" y="3012293"/>
                  </a:lnTo>
                  <a:lnTo>
                    <a:pt x="1163839" y="3012293"/>
                  </a:lnTo>
                  <a:lnTo>
                    <a:pt x="1163189" y="3012293"/>
                  </a:lnTo>
                  <a:lnTo>
                    <a:pt x="1162539" y="3012293"/>
                  </a:lnTo>
                  <a:lnTo>
                    <a:pt x="1161889" y="3012293"/>
                  </a:lnTo>
                  <a:lnTo>
                    <a:pt x="1161239" y="3012293"/>
                  </a:lnTo>
                  <a:lnTo>
                    <a:pt x="1160589" y="3012293"/>
                  </a:lnTo>
                  <a:lnTo>
                    <a:pt x="1159939" y="3012293"/>
                  </a:lnTo>
                  <a:lnTo>
                    <a:pt x="1159289" y="3012293"/>
                  </a:lnTo>
                  <a:lnTo>
                    <a:pt x="1158639" y="3012293"/>
                  </a:lnTo>
                  <a:lnTo>
                    <a:pt x="1157989" y="3012293"/>
                  </a:lnTo>
                  <a:lnTo>
                    <a:pt x="1157339" y="3012293"/>
                  </a:lnTo>
                  <a:lnTo>
                    <a:pt x="1156689" y="3012293"/>
                  </a:lnTo>
                  <a:lnTo>
                    <a:pt x="1156039" y="3012293"/>
                  </a:lnTo>
                  <a:lnTo>
                    <a:pt x="1155390" y="3012293"/>
                  </a:lnTo>
                  <a:lnTo>
                    <a:pt x="1154740" y="3012293"/>
                  </a:lnTo>
                  <a:lnTo>
                    <a:pt x="1154090" y="3012293"/>
                  </a:lnTo>
                  <a:lnTo>
                    <a:pt x="1153440" y="3012293"/>
                  </a:lnTo>
                  <a:lnTo>
                    <a:pt x="1152790" y="3012293"/>
                  </a:lnTo>
                  <a:lnTo>
                    <a:pt x="1152140" y="3012293"/>
                  </a:lnTo>
                  <a:lnTo>
                    <a:pt x="1151490" y="3012293"/>
                  </a:lnTo>
                  <a:lnTo>
                    <a:pt x="1150840" y="3012293"/>
                  </a:lnTo>
                  <a:lnTo>
                    <a:pt x="1150190" y="3012293"/>
                  </a:lnTo>
                  <a:lnTo>
                    <a:pt x="1149540" y="3012293"/>
                  </a:lnTo>
                  <a:lnTo>
                    <a:pt x="1148890" y="3012293"/>
                  </a:lnTo>
                  <a:lnTo>
                    <a:pt x="1148240" y="3012293"/>
                  </a:lnTo>
                  <a:lnTo>
                    <a:pt x="1147590" y="3012293"/>
                  </a:lnTo>
                  <a:lnTo>
                    <a:pt x="1146940" y="3012293"/>
                  </a:lnTo>
                  <a:lnTo>
                    <a:pt x="1146290" y="3012293"/>
                  </a:lnTo>
                  <a:lnTo>
                    <a:pt x="1145641" y="3012293"/>
                  </a:lnTo>
                  <a:lnTo>
                    <a:pt x="1144991" y="3012293"/>
                  </a:lnTo>
                  <a:lnTo>
                    <a:pt x="1144341" y="3012293"/>
                  </a:lnTo>
                  <a:lnTo>
                    <a:pt x="1143691" y="3012293"/>
                  </a:lnTo>
                  <a:lnTo>
                    <a:pt x="1143041" y="3012293"/>
                  </a:lnTo>
                  <a:lnTo>
                    <a:pt x="1142391" y="3012293"/>
                  </a:lnTo>
                  <a:lnTo>
                    <a:pt x="1141741" y="3012293"/>
                  </a:lnTo>
                  <a:lnTo>
                    <a:pt x="1141091" y="3012293"/>
                  </a:lnTo>
                  <a:lnTo>
                    <a:pt x="1140441" y="3012293"/>
                  </a:lnTo>
                  <a:lnTo>
                    <a:pt x="1139791" y="3012293"/>
                  </a:lnTo>
                  <a:lnTo>
                    <a:pt x="1139141" y="3012293"/>
                  </a:lnTo>
                  <a:lnTo>
                    <a:pt x="1138491" y="3012293"/>
                  </a:lnTo>
                  <a:lnTo>
                    <a:pt x="1137841" y="3012293"/>
                  </a:lnTo>
                  <a:lnTo>
                    <a:pt x="1137191" y="3012293"/>
                  </a:lnTo>
                  <a:lnTo>
                    <a:pt x="1136541" y="3012293"/>
                  </a:lnTo>
                  <a:lnTo>
                    <a:pt x="1135891" y="3012293"/>
                  </a:lnTo>
                  <a:lnTo>
                    <a:pt x="1135242" y="3012293"/>
                  </a:lnTo>
                  <a:lnTo>
                    <a:pt x="1134592" y="3012293"/>
                  </a:lnTo>
                  <a:lnTo>
                    <a:pt x="1133942" y="3012293"/>
                  </a:lnTo>
                  <a:lnTo>
                    <a:pt x="1133292" y="3012293"/>
                  </a:lnTo>
                  <a:lnTo>
                    <a:pt x="1132642" y="3012293"/>
                  </a:lnTo>
                  <a:lnTo>
                    <a:pt x="1131992" y="3012293"/>
                  </a:lnTo>
                  <a:lnTo>
                    <a:pt x="1131342" y="3012293"/>
                  </a:lnTo>
                  <a:lnTo>
                    <a:pt x="1130692" y="3012293"/>
                  </a:lnTo>
                  <a:lnTo>
                    <a:pt x="1130042" y="3012293"/>
                  </a:lnTo>
                  <a:lnTo>
                    <a:pt x="1129392" y="3012293"/>
                  </a:lnTo>
                  <a:lnTo>
                    <a:pt x="1128742" y="3012293"/>
                  </a:lnTo>
                  <a:lnTo>
                    <a:pt x="1128092" y="3012293"/>
                  </a:lnTo>
                  <a:lnTo>
                    <a:pt x="1127442" y="3012293"/>
                  </a:lnTo>
                  <a:lnTo>
                    <a:pt x="1126792" y="3012293"/>
                  </a:lnTo>
                  <a:lnTo>
                    <a:pt x="1126142" y="3012293"/>
                  </a:lnTo>
                  <a:lnTo>
                    <a:pt x="1125493" y="3012293"/>
                  </a:lnTo>
                  <a:lnTo>
                    <a:pt x="1124843" y="3012293"/>
                  </a:lnTo>
                  <a:lnTo>
                    <a:pt x="1124193" y="3012293"/>
                  </a:lnTo>
                  <a:lnTo>
                    <a:pt x="1123543" y="3012293"/>
                  </a:lnTo>
                  <a:lnTo>
                    <a:pt x="1122893" y="3012293"/>
                  </a:lnTo>
                  <a:lnTo>
                    <a:pt x="1122243" y="3012293"/>
                  </a:lnTo>
                  <a:lnTo>
                    <a:pt x="1121593" y="3012293"/>
                  </a:lnTo>
                  <a:lnTo>
                    <a:pt x="1120943" y="3012293"/>
                  </a:lnTo>
                  <a:lnTo>
                    <a:pt x="1120293" y="3012293"/>
                  </a:lnTo>
                  <a:lnTo>
                    <a:pt x="1119643" y="3012293"/>
                  </a:lnTo>
                  <a:lnTo>
                    <a:pt x="1118993" y="3012293"/>
                  </a:lnTo>
                  <a:lnTo>
                    <a:pt x="1118343" y="3012293"/>
                  </a:lnTo>
                  <a:lnTo>
                    <a:pt x="1117693" y="3012293"/>
                  </a:lnTo>
                  <a:lnTo>
                    <a:pt x="1117043" y="3012293"/>
                  </a:lnTo>
                  <a:lnTo>
                    <a:pt x="1116393" y="3012293"/>
                  </a:lnTo>
                  <a:lnTo>
                    <a:pt x="1115743" y="3012293"/>
                  </a:lnTo>
                  <a:lnTo>
                    <a:pt x="1115094" y="3012293"/>
                  </a:lnTo>
                  <a:lnTo>
                    <a:pt x="1114444" y="3012293"/>
                  </a:lnTo>
                  <a:lnTo>
                    <a:pt x="1113794" y="3012293"/>
                  </a:lnTo>
                  <a:lnTo>
                    <a:pt x="1113144" y="3012293"/>
                  </a:lnTo>
                  <a:lnTo>
                    <a:pt x="1112494" y="3012293"/>
                  </a:lnTo>
                  <a:lnTo>
                    <a:pt x="1111844" y="3012293"/>
                  </a:lnTo>
                  <a:lnTo>
                    <a:pt x="1111194" y="3012293"/>
                  </a:lnTo>
                  <a:lnTo>
                    <a:pt x="1110544" y="3012293"/>
                  </a:lnTo>
                  <a:lnTo>
                    <a:pt x="1109894" y="3012293"/>
                  </a:lnTo>
                  <a:lnTo>
                    <a:pt x="1109244" y="3012293"/>
                  </a:lnTo>
                  <a:lnTo>
                    <a:pt x="1108594" y="3012293"/>
                  </a:lnTo>
                  <a:lnTo>
                    <a:pt x="1107944" y="3012293"/>
                  </a:lnTo>
                  <a:lnTo>
                    <a:pt x="1107294" y="3012293"/>
                  </a:lnTo>
                  <a:lnTo>
                    <a:pt x="1106644" y="3012293"/>
                  </a:lnTo>
                  <a:lnTo>
                    <a:pt x="1105994" y="3012293"/>
                  </a:lnTo>
                  <a:lnTo>
                    <a:pt x="1105345" y="3012293"/>
                  </a:lnTo>
                  <a:lnTo>
                    <a:pt x="1104695" y="3012293"/>
                  </a:lnTo>
                  <a:lnTo>
                    <a:pt x="1104045" y="3012293"/>
                  </a:lnTo>
                  <a:lnTo>
                    <a:pt x="1103395" y="3012293"/>
                  </a:lnTo>
                  <a:lnTo>
                    <a:pt x="1102745" y="3012293"/>
                  </a:lnTo>
                  <a:lnTo>
                    <a:pt x="1102095" y="3012293"/>
                  </a:lnTo>
                  <a:lnTo>
                    <a:pt x="1101445" y="3012293"/>
                  </a:lnTo>
                  <a:lnTo>
                    <a:pt x="1100795" y="3012293"/>
                  </a:lnTo>
                  <a:lnTo>
                    <a:pt x="1100145" y="3012293"/>
                  </a:lnTo>
                  <a:lnTo>
                    <a:pt x="1099495" y="3012293"/>
                  </a:lnTo>
                  <a:lnTo>
                    <a:pt x="1098845" y="3012293"/>
                  </a:lnTo>
                  <a:lnTo>
                    <a:pt x="1098195" y="3012293"/>
                  </a:lnTo>
                  <a:lnTo>
                    <a:pt x="1097545" y="3012293"/>
                  </a:lnTo>
                  <a:lnTo>
                    <a:pt x="1096895" y="3012293"/>
                  </a:lnTo>
                  <a:lnTo>
                    <a:pt x="1096245" y="3012293"/>
                  </a:lnTo>
                  <a:lnTo>
                    <a:pt x="1095596" y="3012293"/>
                  </a:lnTo>
                  <a:lnTo>
                    <a:pt x="1094946" y="3012293"/>
                  </a:lnTo>
                  <a:lnTo>
                    <a:pt x="1094296" y="3012293"/>
                  </a:lnTo>
                  <a:lnTo>
                    <a:pt x="1093646" y="3012293"/>
                  </a:lnTo>
                  <a:lnTo>
                    <a:pt x="1092996" y="3012293"/>
                  </a:lnTo>
                  <a:lnTo>
                    <a:pt x="1092346" y="3012293"/>
                  </a:lnTo>
                  <a:lnTo>
                    <a:pt x="1091696" y="3012293"/>
                  </a:lnTo>
                  <a:lnTo>
                    <a:pt x="1091046" y="3012293"/>
                  </a:lnTo>
                  <a:lnTo>
                    <a:pt x="1090396" y="3012293"/>
                  </a:lnTo>
                  <a:lnTo>
                    <a:pt x="1089746" y="3012293"/>
                  </a:lnTo>
                  <a:lnTo>
                    <a:pt x="1089096" y="3012293"/>
                  </a:lnTo>
                  <a:lnTo>
                    <a:pt x="1088446" y="3012293"/>
                  </a:lnTo>
                  <a:lnTo>
                    <a:pt x="1087796" y="3012293"/>
                  </a:lnTo>
                  <a:lnTo>
                    <a:pt x="1087146" y="3012293"/>
                  </a:lnTo>
                  <a:lnTo>
                    <a:pt x="1086496" y="3012293"/>
                  </a:lnTo>
                  <a:lnTo>
                    <a:pt x="1085846" y="3012293"/>
                  </a:lnTo>
                  <a:lnTo>
                    <a:pt x="1085197" y="3012293"/>
                  </a:lnTo>
                  <a:lnTo>
                    <a:pt x="1084547" y="3012293"/>
                  </a:lnTo>
                  <a:lnTo>
                    <a:pt x="1083897" y="3012293"/>
                  </a:lnTo>
                  <a:lnTo>
                    <a:pt x="1083247" y="3012293"/>
                  </a:lnTo>
                  <a:lnTo>
                    <a:pt x="1082597" y="3012293"/>
                  </a:lnTo>
                  <a:lnTo>
                    <a:pt x="1081947" y="3012293"/>
                  </a:lnTo>
                  <a:lnTo>
                    <a:pt x="1081297" y="3012293"/>
                  </a:lnTo>
                  <a:lnTo>
                    <a:pt x="1080647" y="3012293"/>
                  </a:lnTo>
                  <a:lnTo>
                    <a:pt x="1079997" y="3012293"/>
                  </a:lnTo>
                  <a:lnTo>
                    <a:pt x="1079347" y="3012293"/>
                  </a:lnTo>
                  <a:lnTo>
                    <a:pt x="1078697" y="3012293"/>
                  </a:lnTo>
                  <a:lnTo>
                    <a:pt x="1078047" y="3012293"/>
                  </a:lnTo>
                  <a:lnTo>
                    <a:pt x="1077397" y="3012293"/>
                  </a:lnTo>
                  <a:lnTo>
                    <a:pt x="1076747" y="3012293"/>
                  </a:lnTo>
                  <a:lnTo>
                    <a:pt x="1076097" y="3012293"/>
                  </a:lnTo>
                  <a:lnTo>
                    <a:pt x="1075448" y="3012293"/>
                  </a:lnTo>
                  <a:lnTo>
                    <a:pt x="1074798" y="3012293"/>
                  </a:lnTo>
                  <a:lnTo>
                    <a:pt x="1074148" y="3012293"/>
                  </a:lnTo>
                  <a:lnTo>
                    <a:pt x="1073498" y="3012293"/>
                  </a:lnTo>
                  <a:lnTo>
                    <a:pt x="1072848" y="3012293"/>
                  </a:lnTo>
                  <a:lnTo>
                    <a:pt x="1072198" y="3012293"/>
                  </a:lnTo>
                  <a:lnTo>
                    <a:pt x="1071548" y="3012293"/>
                  </a:lnTo>
                  <a:lnTo>
                    <a:pt x="1070898" y="3012293"/>
                  </a:lnTo>
                  <a:lnTo>
                    <a:pt x="1070248" y="3012293"/>
                  </a:lnTo>
                  <a:lnTo>
                    <a:pt x="1069598" y="3012293"/>
                  </a:lnTo>
                  <a:lnTo>
                    <a:pt x="1068948" y="3012293"/>
                  </a:lnTo>
                  <a:lnTo>
                    <a:pt x="1068298" y="3012293"/>
                  </a:lnTo>
                  <a:lnTo>
                    <a:pt x="1067648" y="3012293"/>
                  </a:lnTo>
                  <a:lnTo>
                    <a:pt x="1066998" y="3012293"/>
                  </a:lnTo>
                  <a:lnTo>
                    <a:pt x="1066348" y="3012293"/>
                  </a:lnTo>
                  <a:lnTo>
                    <a:pt x="1065698" y="3012293"/>
                  </a:lnTo>
                  <a:lnTo>
                    <a:pt x="1065049" y="3012293"/>
                  </a:lnTo>
                  <a:lnTo>
                    <a:pt x="1064399" y="3012293"/>
                  </a:lnTo>
                  <a:lnTo>
                    <a:pt x="1063749" y="3012293"/>
                  </a:lnTo>
                  <a:lnTo>
                    <a:pt x="1063099" y="3012293"/>
                  </a:lnTo>
                  <a:lnTo>
                    <a:pt x="1062449" y="3012293"/>
                  </a:lnTo>
                  <a:lnTo>
                    <a:pt x="1061799" y="3012293"/>
                  </a:lnTo>
                  <a:lnTo>
                    <a:pt x="1061149" y="3012293"/>
                  </a:lnTo>
                  <a:lnTo>
                    <a:pt x="1060499" y="3012293"/>
                  </a:lnTo>
                  <a:lnTo>
                    <a:pt x="1059849" y="3012293"/>
                  </a:lnTo>
                  <a:lnTo>
                    <a:pt x="1059199" y="3012293"/>
                  </a:lnTo>
                  <a:lnTo>
                    <a:pt x="1058549" y="3012293"/>
                  </a:lnTo>
                  <a:lnTo>
                    <a:pt x="1057899" y="3012293"/>
                  </a:lnTo>
                  <a:lnTo>
                    <a:pt x="1057249" y="3012293"/>
                  </a:lnTo>
                  <a:lnTo>
                    <a:pt x="1056599" y="3012293"/>
                  </a:lnTo>
                  <a:lnTo>
                    <a:pt x="1055949" y="3012293"/>
                  </a:lnTo>
                  <a:lnTo>
                    <a:pt x="1055300" y="3012293"/>
                  </a:lnTo>
                  <a:lnTo>
                    <a:pt x="1054650" y="3012293"/>
                  </a:lnTo>
                  <a:lnTo>
                    <a:pt x="1054000" y="3012293"/>
                  </a:lnTo>
                  <a:lnTo>
                    <a:pt x="1053350" y="3012293"/>
                  </a:lnTo>
                  <a:lnTo>
                    <a:pt x="1052700" y="3012293"/>
                  </a:lnTo>
                  <a:lnTo>
                    <a:pt x="1052050" y="3012293"/>
                  </a:lnTo>
                  <a:lnTo>
                    <a:pt x="1051400" y="3012293"/>
                  </a:lnTo>
                  <a:lnTo>
                    <a:pt x="1050750" y="3012293"/>
                  </a:lnTo>
                  <a:lnTo>
                    <a:pt x="1050100" y="3012293"/>
                  </a:lnTo>
                  <a:lnTo>
                    <a:pt x="1049450" y="3012293"/>
                  </a:lnTo>
                  <a:lnTo>
                    <a:pt x="1048800" y="3012293"/>
                  </a:lnTo>
                  <a:lnTo>
                    <a:pt x="1048150" y="3012293"/>
                  </a:lnTo>
                  <a:lnTo>
                    <a:pt x="1047500" y="3012293"/>
                  </a:lnTo>
                  <a:lnTo>
                    <a:pt x="1046850" y="3012293"/>
                  </a:lnTo>
                  <a:lnTo>
                    <a:pt x="1046200" y="3012293"/>
                  </a:lnTo>
                  <a:lnTo>
                    <a:pt x="1045550" y="3012293"/>
                  </a:lnTo>
                  <a:lnTo>
                    <a:pt x="1044901" y="3012293"/>
                  </a:lnTo>
                  <a:lnTo>
                    <a:pt x="1044251" y="3012293"/>
                  </a:lnTo>
                  <a:lnTo>
                    <a:pt x="1043601" y="3012293"/>
                  </a:lnTo>
                  <a:lnTo>
                    <a:pt x="1042951" y="3012293"/>
                  </a:lnTo>
                  <a:lnTo>
                    <a:pt x="1042301" y="3012293"/>
                  </a:lnTo>
                  <a:lnTo>
                    <a:pt x="1041651" y="3012293"/>
                  </a:lnTo>
                  <a:lnTo>
                    <a:pt x="1041001" y="3012293"/>
                  </a:lnTo>
                  <a:lnTo>
                    <a:pt x="1040351" y="3012293"/>
                  </a:lnTo>
                  <a:lnTo>
                    <a:pt x="1039701" y="3012293"/>
                  </a:lnTo>
                  <a:lnTo>
                    <a:pt x="1039051" y="3012293"/>
                  </a:lnTo>
                  <a:lnTo>
                    <a:pt x="1038401" y="3012293"/>
                  </a:lnTo>
                  <a:lnTo>
                    <a:pt x="1037751" y="3012293"/>
                  </a:lnTo>
                  <a:lnTo>
                    <a:pt x="1037101" y="3012293"/>
                  </a:lnTo>
                  <a:lnTo>
                    <a:pt x="1036451" y="3012293"/>
                  </a:lnTo>
                  <a:lnTo>
                    <a:pt x="1035801" y="3012293"/>
                  </a:lnTo>
                  <a:lnTo>
                    <a:pt x="1035152" y="3012293"/>
                  </a:lnTo>
                  <a:lnTo>
                    <a:pt x="1034502" y="3012293"/>
                  </a:lnTo>
                  <a:lnTo>
                    <a:pt x="1033852" y="3012293"/>
                  </a:lnTo>
                  <a:lnTo>
                    <a:pt x="1033202" y="3012293"/>
                  </a:lnTo>
                  <a:lnTo>
                    <a:pt x="1032552" y="3012293"/>
                  </a:lnTo>
                  <a:lnTo>
                    <a:pt x="1031902" y="3012293"/>
                  </a:lnTo>
                  <a:lnTo>
                    <a:pt x="1031252" y="3012293"/>
                  </a:lnTo>
                  <a:lnTo>
                    <a:pt x="1030602" y="3012293"/>
                  </a:lnTo>
                  <a:lnTo>
                    <a:pt x="1029952" y="3012293"/>
                  </a:lnTo>
                  <a:lnTo>
                    <a:pt x="1029302" y="3012293"/>
                  </a:lnTo>
                  <a:lnTo>
                    <a:pt x="1028652" y="3012293"/>
                  </a:lnTo>
                  <a:lnTo>
                    <a:pt x="1028002" y="3012293"/>
                  </a:lnTo>
                  <a:lnTo>
                    <a:pt x="1027352" y="3012293"/>
                  </a:lnTo>
                  <a:lnTo>
                    <a:pt x="1026702" y="3012293"/>
                  </a:lnTo>
                  <a:lnTo>
                    <a:pt x="1026052" y="3012293"/>
                  </a:lnTo>
                  <a:lnTo>
                    <a:pt x="1025402" y="3012293"/>
                  </a:lnTo>
                  <a:lnTo>
                    <a:pt x="1024753" y="3012293"/>
                  </a:lnTo>
                  <a:lnTo>
                    <a:pt x="1024103" y="3012293"/>
                  </a:lnTo>
                  <a:lnTo>
                    <a:pt x="1023453" y="3012293"/>
                  </a:lnTo>
                  <a:lnTo>
                    <a:pt x="1022803" y="3012293"/>
                  </a:lnTo>
                  <a:lnTo>
                    <a:pt x="1022153" y="3012293"/>
                  </a:lnTo>
                  <a:lnTo>
                    <a:pt x="1021503" y="3012293"/>
                  </a:lnTo>
                  <a:lnTo>
                    <a:pt x="1020853" y="3012293"/>
                  </a:lnTo>
                  <a:lnTo>
                    <a:pt x="1020203" y="3012293"/>
                  </a:lnTo>
                  <a:lnTo>
                    <a:pt x="1019553" y="3012293"/>
                  </a:lnTo>
                  <a:lnTo>
                    <a:pt x="1018903" y="3012293"/>
                  </a:lnTo>
                  <a:lnTo>
                    <a:pt x="1018253" y="3012293"/>
                  </a:lnTo>
                  <a:lnTo>
                    <a:pt x="1017603" y="3012293"/>
                  </a:lnTo>
                  <a:lnTo>
                    <a:pt x="1016953" y="3012293"/>
                  </a:lnTo>
                  <a:lnTo>
                    <a:pt x="1016303" y="3012293"/>
                  </a:lnTo>
                  <a:lnTo>
                    <a:pt x="1015653" y="3012293"/>
                  </a:lnTo>
                  <a:lnTo>
                    <a:pt x="1015004" y="3012293"/>
                  </a:lnTo>
                  <a:lnTo>
                    <a:pt x="1014354" y="3012293"/>
                  </a:lnTo>
                  <a:lnTo>
                    <a:pt x="1013704" y="3012293"/>
                  </a:lnTo>
                  <a:lnTo>
                    <a:pt x="1013054" y="3012293"/>
                  </a:lnTo>
                  <a:lnTo>
                    <a:pt x="1012404" y="3012293"/>
                  </a:lnTo>
                  <a:lnTo>
                    <a:pt x="1011754" y="3012293"/>
                  </a:lnTo>
                  <a:lnTo>
                    <a:pt x="1011104" y="3012293"/>
                  </a:lnTo>
                  <a:lnTo>
                    <a:pt x="1010454" y="3012293"/>
                  </a:lnTo>
                  <a:lnTo>
                    <a:pt x="1009804" y="3012293"/>
                  </a:lnTo>
                  <a:lnTo>
                    <a:pt x="1009154" y="3012293"/>
                  </a:lnTo>
                  <a:lnTo>
                    <a:pt x="1008504" y="3012293"/>
                  </a:lnTo>
                  <a:lnTo>
                    <a:pt x="1007854" y="3012293"/>
                  </a:lnTo>
                  <a:lnTo>
                    <a:pt x="1007204" y="3012293"/>
                  </a:lnTo>
                  <a:lnTo>
                    <a:pt x="1006554" y="3012293"/>
                  </a:lnTo>
                  <a:lnTo>
                    <a:pt x="1005904" y="3012293"/>
                  </a:lnTo>
                  <a:lnTo>
                    <a:pt x="1005254" y="3012293"/>
                  </a:lnTo>
                  <a:lnTo>
                    <a:pt x="1004605" y="3012293"/>
                  </a:lnTo>
                  <a:lnTo>
                    <a:pt x="1003955" y="3012293"/>
                  </a:lnTo>
                  <a:lnTo>
                    <a:pt x="1003305" y="3012293"/>
                  </a:lnTo>
                  <a:lnTo>
                    <a:pt x="1002655" y="3012293"/>
                  </a:lnTo>
                  <a:lnTo>
                    <a:pt x="1002005" y="3012293"/>
                  </a:lnTo>
                  <a:lnTo>
                    <a:pt x="1001355" y="3012293"/>
                  </a:lnTo>
                  <a:lnTo>
                    <a:pt x="1000705" y="3012293"/>
                  </a:lnTo>
                  <a:lnTo>
                    <a:pt x="1000055" y="3012293"/>
                  </a:lnTo>
                  <a:lnTo>
                    <a:pt x="999405" y="3012293"/>
                  </a:lnTo>
                  <a:lnTo>
                    <a:pt x="998755" y="3012293"/>
                  </a:lnTo>
                  <a:lnTo>
                    <a:pt x="998105" y="3012293"/>
                  </a:lnTo>
                  <a:lnTo>
                    <a:pt x="997455" y="3012293"/>
                  </a:lnTo>
                  <a:lnTo>
                    <a:pt x="996805" y="3012293"/>
                  </a:lnTo>
                  <a:lnTo>
                    <a:pt x="996155" y="3012293"/>
                  </a:lnTo>
                  <a:lnTo>
                    <a:pt x="995505" y="3012293"/>
                  </a:lnTo>
                  <a:lnTo>
                    <a:pt x="994856" y="3012293"/>
                  </a:lnTo>
                  <a:lnTo>
                    <a:pt x="994206" y="3012293"/>
                  </a:lnTo>
                  <a:lnTo>
                    <a:pt x="993556" y="3012293"/>
                  </a:lnTo>
                  <a:lnTo>
                    <a:pt x="992906" y="3012293"/>
                  </a:lnTo>
                  <a:lnTo>
                    <a:pt x="992256" y="3012293"/>
                  </a:lnTo>
                  <a:lnTo>
                    <a:pt x="991606" y="3012293"/>
                  </a:lnTo>
                  <a:lnTo>
                    <a:pt x="990956" y="3012293"/>
                  </a:lnTo>
                  <a:lnTo>
                    <a:pt x="990306" y="3012293"/>
                  </a:lnTo>
                  <a:lnTo>
                    <a:pt x="989656" y="3012293"/>
                  </a:lnTo>
                  <a:lnTo>
                    <a:pt x="989006" y="3012293"/>
                  </a:lnTo>
                  <a:lnTo>
                    <a:pt x="988356" y="3012293"/>
                  </a:lnTo>
                  <a:lnTo>
                    <a:pt x="987706" y="3012293"/>
                  </a:lnTo>
                  <a:lnTo>
                    <a:pt x="987056" y="3012293"/>
                  </a:lnTo>
                  <a:lnTo>
                    <a:pt x="986406" y="3012293"/>
                  </a:lnTo>
                  <a:lnTo>
                    <a:pt x="985756" y="3012293"/>
                  </a:lnTo>
                  <a:lnTo>
                    <a:pt x="985106" y="3012293"/>
                  </a:lnTo>
                  <a:lnTo>
                    <a:pt x="984457" y="3012293"/>
                  </a:lnTo>
                  <a:lnTo>
                    <a:pt x="983807" y="3012293"/>
                  </a:lnTo>
                  <a:lnTo>
                    <a:pt x="983157" y="3012293"/>
                  </a:lnTo>
                  <a:lnTo>
                    <a:pt x="982507" y="3012293"/>
                  </a:lnTo>
                  <a:lnTo>
                    <a:pt x="981857" y="3012293"/>
                  </a:lnTo>
                  <a:lnTo>
                    <a:pt x="981207" y="3012293"/>
                  </a:lnTo>
                  <a:lnTo>
                    <a:pt x="980557" y="3012293"/>
                  </a:lnTo>
                  <a:lnTo>
                    <a:pt x="979907" y="3012293"/>
                  </a:lnTo>
                  <a:lnTo>
                    <a:pt x="979257" y="3012293"/>
                  </a:lnTo>
                  <a:lnTo>
                    <a:pt x="978607" y="3012293"/>
                  </a:lnTo>
                  <a:lnTo>
                    <a:pt x="977957" y="3012293"/>
                  </a:lnTo>
                  <a:lnTo>
                    <a:pt x="977307" y="3012293"/>
                  </a:lnTo>
                  <a:lnTo>
                    <a:pt x="976657" y="3012293"/>
                  </a:lnTo>
                  <a:lnTo>
                    <a:pt x="976007" y="3012293"/>
                  </a:lnTo>
                  <a:lnTo>
                    <a:pt x="975357" y="3012293"/>
                  </a:lnTo>
                  <a:lnTo>
                    <a:pt x="974708" y="3012293"/>
                  </a:lnTo>
                  <a:lnTo>
                    <a:pt x="974058" y="3012293"/>
                  </a:lnTo>
                  <a:lnTo>
                    <a:pt x="973408" y="3012293"/>
                  </a:lnTo>
                  <a:lnTo>
                    <a:pt x="972758" y="3012293"/>
                  </a:lnTo>
                  <a:lnTo>
                    <a:pt x="972108" y="3012293"/>
                  </a:lnTo>
                  <a:lnTo>
                    <a:pt x="971458" y="3012293"/>
                  </a:lnTo>
                  <a:lnTo>
                    <a:pt x="970808" y="3012293"/>
                  </a:lnTo>
                  <a:lnTo>
                    <a:pt x="970158" y="3012293"/>
                  </a:lnTo>
                  <a:lnTo>
                    <a:pt x="969508" y="3012293"/>
                  </a:lnTo>
                  <a:lnTo>
                    <a:pt x="968858" y="3012293"/>
                  </a:lnTo>
                  <a:lnTo>
                    <a:pt x="968208" y="3012293"/>
                  </a:lnTo>
                  <a:lnTo>
                    <a:pt x="967558" y="3012293"/>
                  </a:lnTo>
                  <a:lnTo>
                    <a:pt x="966908" y="3012293"/>
                  </a:lnTo>
                  <a:lnTo>
                    <a:pt x="966258" y="3012293"/>
                  </a:lnTo>
                  <a:lnTo>
                    <a:pt x="965608" y="3012293"/>
                  </a:lnTo>
                  <a:lnTo>
                    <a:pt x="964958" y="3012293"/>
                  </a:lnTo>
                  <a:lnTo>
                    <a:pt x="964309" y="3012293"/>
                  </a:lnTo>
                  <a:lnTo>
                    <a:pt x="963659" y="3012293"/>
                  </a:lnTo>
                  <a:lnTo>
                    <a:pt x="963009" y="3012293"/>
                  </a:lnTo>
                  <a:lnTo>
                    <a:pt x="962359" y="3012293"/>
                  </a:lnTo>
                  <a:lnTo>
                    <a:pt x="961709" y="3012293"/>
                  </a:lnTo>
                  <a:lnTo>
                    <a:pt x="961059" y="3012293"/>
                  </a:lnTo>
                  <a:lnTo>
                    <a:pt x="960409" y="3012293"/>
                  </a:lnTo>
                  <a:lnTo>
                    <a:pt x="959759" y="3012293"/>
                  </a:lnTo>
                  <a:lnTo>
                    <a:pt x="959109" y="3012293"/>
                  </a:lnTo>
                  <a:lnTo>
                    <a:pt x="958459" y="3012293"/>
                  </a:lnTo>
                  <a:lnTo>
                    <a:pt x="957809" y="3012293"/>
                  </a:lnTo>
                  <a:lnTo>
                    <a:pt x="957159" y="3012293"/>
                  </a:lnTo>
                  <a:lnTo>
                    <a:pt x="956509" y="3012293"/>
                  </a:lnTo>
                  <a:lnTo>
                    <a:pt x="955859" y="3012293"/>
                  </a:lnTo>
                  <a:lnTo>
                    <a:pt x="955209" y="3012293"/>
                  </a:lnTo>
                  <a:lnTo>
                    <a:pt x="954560" y="3012293"/>
                  </a:lnTo>
                  <a:lnTo>
                    <a:pt x="953910" y="3012293"/>
                  </a:lnTo>
                  <a:lnTo>
                    <a:pt x="953260" y="3012293"/>
                  </a:lnTo>
                  <a:lnTo>
                    <a:pt x="952610" y="3012293"/>
                  </a:lnTo>
                  <a:lnTo>
                    <a:pt x="951960" y="3012293"/>
                  </a:lnTo>
                  <a:lnTo>
                    <a:pt x="951310" y="3012293"/>
                  </a:lnTo>
                  <a:lnTo>
                    <a:pt x="950660" y="3012293"/>
                  </a:lnTo>
                  <a:lnTo>
                    <a:pt x="950010" y="3012293"/>
                  </a:lnTo>
                  <a:lnTo>
                    <a:pt x="949360" y="3012293"/>
                  </a:lnTo>
                  <a:lnTo>
                    <a:pt x="948710" y="3012293"/>
                  </a:lnTo>
                  <a:lnTo>
                    <a:pt x="948060" y="3012293"/>
                  </a:lnTo>
                  <a:lnTo>
                    <a:pt x="947410" y="3012293"/>
                  </a:lnTo>
                  <a:lnTo>
                    <a:pt x="946760" y="3012293"/>
                  </a:lnTo>
                  <a:lnTo>
                    <a:pt x="946110" y="3012293"/>
                  </a:lnTo>
                  <a:lnTo>
                    <a:pt x="945460" y="3012293"/>
                  </a:lnTo>
                  <a:lnTo>
                    <a:pt x="944811" y="3012293"/>
                  </a:lnTo>
                  <a:lnTo>
                    <a:pt x="944161" y="3012293"/>
                  </a:lnTo>
                  <a:lnTo>
                    <a:pt x="943511" y="3012293"/>
                  </a:lnTo>
                  <a:lnTo>
                    <a:pt x="942861" y="3012293"/>
                  </a:lnTo>
                  <a:lnTo>
                    <a:pt x="942211" y="3012293"/>
                  </a:lnTo>
                  <a:lnTo>
                    <a:pt x="941561" y="3012293"/>
                  </a:lnTo>
                  <a:lnTo>
                    <a:pt x="940911" y="3012293"/>
                  </a:lnTo>
                  <a:lnTo>
                    <a:pt x="940261" y="3012293"/>
                  </a:lnTo>
                  <a:lnTo>
                    <a:pt x="939611" y="3012293"/>
                  </a:lnTo>
                  <a:lnTo>
                    <a:pt x="938961" y="3012293"/>
                  </a:lnTo>
                  <a:lnTo>
                    <a:pt x="938311" y="3012293"/>
                  </a:lnTo>
                  <a:lnTo>
                    <a:pt x="937661" y="3012293"/>
                  </a:lnTo>
                  <a:lnTo>
                    <a:pt x="937011" y="3012293"/>
                  </a:lnTo>
                  <a:lnTo>
                    <a:pt x="936361" y="3012293"/>
                  </a:lnTo>
                  <a:lnTo>
                    <a:pt x="935711" y="3012293"/>
                  </a:lnTo>
                  <a:lnTo>
                    <a:pt x="935061" y="3012293"/>
                  </a:lnTo>
                  <a:lnTo>
                    <a:pt x="934412" y="3012293"/>
                  </a:lnTo>
                  <a:lnTo>
                    <a:pt x="933762" y="3012293"/>
                  </a:lnTo>
                  <a:lnTo>
                    <a:pt x="933112" y="3012293"/>
                  </a:lnTo>
                  <a:lnTo>
                    <a:pt x="932462" y="3012293"/>
                  </a:lnTo>
                  <a:lnTo>
                    <a:pt x="931812" y="3012293"/>
                  </a:lnTo>
                  <a:lnTo>
                    <a:pt x="931162" y="3012293"/>
                  </a:lnTo>
                  <a:lnTo>
                    <a:pt x="930512" y="3012293"/>
                  </a:lnTo>
                  <a:lnTo>
                    <a:pt x="929862" y="3012293"/>
                  </a:lnTo>
                  <a:lnTo>
                    <a:pt x="929212" y="3012293"/>
                  </a:lnTo>
                  <a:lnTo>
                    <a:pt x="928562" y="3012293"/>
                  </a:lnTo>
                  <a:lnTo>
                    <a:pt x="927912" y="3012293"/>
                  </a:lnTo>
                  <a:lnTo>
                    <a:pt x="927262" y="3012293"/>
                  </a:lnTo>
                  <a:lnTo>
                    <a:pt x="926612" y="3012293"/>
                  </a:lnTo>
                  <a:lnTo>
                    <a:pt x="925962" y="3012293"/>
                  </a:lnTo>
                  <a:lnTo>
                    <a:pt x="925312" y="3012293"/>
                  </a:lnTo>
                  <a:lnTo>
                    <a:pt x="924663" y="3012293"/>
                  </a:lnTo>
                  <a:lnTo>
                    <a:pt x="924013" y="3012293"/>
                  </a:lnTo>
                  <a:lnTo>
                    <a:pt x="923363" y="3012293"/>
                  </a:lnTo>
                  <a:lnTo>
                    <a:pt x="922713" y="3012293"/>
                  </a:lnTo>
                  <a:lnTo>
                    <a:pt x="922063" y="3012293"/>
                  </a:lnTo>
                  <a:lnTo>
                    <a:pt x="921413" y="3012293"/>
                  </a:lnTo>
                  <a:lnTo>
                    <a:pt x="920763" y="3012293"/>
                  </a:lnTo>
                  <a:lnTo>
                    <a:pt x="920113" y="3012293"/>
                  </a:lnTo>
                  <a:lnTo>
                    <a:pt x="919463" y="3012293"/>
                  </a:lnTo>
                  <a:lnTo>
                    <a:pt x="918813" y="3012293"/>
                  </a:lnTo>
                  <a:lnTo>
                    <a:pt x="918163" y="3012293"/>
                  </a:lnTo>
                  <a:lnTo>
                    <a:pt x="917513" y="3012293"/>
                  </a:lnTo>
                  <a:lnTo>
                    <a:pt x="916863" y="3012293"/>
                  </a:lnTo>
                  <a:lnTo>
                    <a:pt x="916213" y="3012293"/>
                  </a:lnTo>
                  <a:lnTo>
                    <a:pt x="915563" y="3012293"/>
                  </a:lnTo>
                  <a:lnTo>
                    <a:pt x="914913" y="3012293"/>
                  </a:lnTo>
                  <a:lnTo>
                    <a:pt x="914264" y="3012293"/>
                  </a:lnTo>
                  <a:lnTo>
                    <a:pt x="913614" y="3012293"/>
                  </a:lnTo>
                  <a:lnTo>
                    <a:pt x="912964" y="3012293"/>
                  </a:lnTo>
                  <a:lnTo>
                    <a:pt x="912314" y="3012293"/>
                  </a:lnTo>
                  <a:lnTo>
                    <a:pt x="911664" y="3012293"/>
                  </a:lnTo>
                  <a:lnTo>
                    <a:pt x="911014" y="3012293"/>
                  </a:lnTo>
                  <a:lnTo>
                    <a:pt x="910364" y="3012293"/>
                  </a:lnTo>
                  <a:lnTo>
                    <a:pt x="909714" y="3012293"/>
                  </a:lnTo>
                  <a:lnTo>
                    <a:pt x="909064" y="3012293"/>
                  </a:lnTo>
                  <a:lnTo>
                    <a:pt x="908414" y="3012293"/>
                  </a:lnTo>
                  <a:lnTo>
                    <a:pt x="907764" y="3012293"/>
                  </a:lnTo>
                  <a:lnTo>
                    <a:pt x="907114" y="3012293"/>
                  </a:lnTo>
                  <a:lnTo>
                    <a:pt x="906464" y="3012293"/>
                  </a:lnTo>
                  <a:lnTo>
                    <a:pt x="905814" y="3012293"/>
                  </a:lnTo>
                  <a:lnTo>
                    <a:pt x="905164" y="3012293"/>
                  </a:lnTo>
                  <a:lnTo>
                    <a:pt x="904515" y="3012293"/>
                  </a:lnTo>
                  <a:lnTo>
                    <a:pt x="903865" y="3012293"/>
                  </a:lnTo>
                  <a:lnTo>
                    <a:pt x="903215" y="3012293"/>
                  </a:lnTo>
                  <a:lnTo>
                    <a:pt x="902565" y="3012293"/>
                  </a:lnTo>
                  <a:lnTo>
                    <a:pt x="901915" y="3012293"/>
                  </a:lnTo>
                  <a:lnTo>
                    <a:pt x="901265" y="3012293"/>
                  </a:lnTo>
                  <a:lnTo>
                    <a:pt x="900615" y="3012293"/>
                  </a:lnTo>
                  <a:lnTo>
                    <a:pt x="899965" y="3012293"/>
                  </a:lnTo>
                  <a:lnTo>
                    <a:pt x="899315" y="3012293"/>
                  </a:lnTo>
                  <a:lnTo>
                    <a:pt x="898665" y="3012293"/>
                  </a:lnTo>
                  <a:lnTo>
                    <a:pt x="898015" y="3012293"/>
                  </a:lnTo>
                  <a:lnTo>
                    <a:pt x="897365" y="3012293"/>
                  </a:lnTo>
                  <a:lnTo>
                    <a:pt x="896715" y="3012293"/>
                  </a:lnTo>
                  <a:lnTo>
                    <a:pt x="896065" y="3012293"/>
                  </a:lnTo>
                  <a:lnTo>
                    <a:pt x="895415" y="3012293"/>
                  </a:lnTo>
                  <a:lnTo>
                    <a:pt x="894765" y="3012293"/>
                  </a:lnTo>
                  <a:lnTo>
                    <a:pt x="894116" y="3012293"/>
                  </a:lnTo>
                  <a:lnTo>
                    <a:pt x="893466" y="3012293"/>
                  </a:lnTo>
                  <a:lnTo>
                    <a:pt x="892816" y="3012293"/>
                  </a:lnTo>
                  <a:lnTo>
                    <a:pt x="892166" y="3012293"/>
                  </a:lnTo>
                  <a:lnTo>
                    <a:pt x="891516" y="3012293"/>
                  </a:lnTo>
                  <a:lnTo>
                    <a:pt x="890866" y="3012293"/>
                  </a:lnTo>
                  <a:lnTo>
                    <a:pt x="890216" y="3012293"/>
                  </a:lnTo>
                  <a:lnTo>
                    <a:pt x="889566" y="3012293"/>
                  </a:lnTo>
                  <a:lnTo>
                    <a:pt x="888916" y="3012293"/>
                  </a:lnTo>
                  <a:lnTo>
                    <a:pt x="888266" y="3012293"/>
                  </a:lnTo>
                  <a:lnTo>
                    <a:pt x="887616" y="3012293"/>
                  </a:lnTo>
                  <a:lnTo>
                    <a:pt x="886966" y="3012293"/>
                  </a:lnTo>
                  <a:lnTo>
                    <a:pt x="886316" y="3012293"/>
                  </a:lnTo>
                  <a:lnTo>
                    <a:pt x="885666" y="3012293"/>
                  </a:lnTo>
                  <a:lnTo>
                    <a:pt x="885016" y="3012293"/>
                  </a:lnTo>
                  <a:lnTo>
                    <a:pt x="884367" y="3012293"/>
                  </a:lnTo>
                  <a:lnTo>
                    <a:pt x="883717" y="3012293"/>
                  </a:lnTo>
                  <a:lnTo>
                    <a:pt x="883067" y="3012293"/>
                  </a:lnTo>
                  <a:lnTo>
                    <a:pt x="882417" y="3012293"/>
                  </a:lnTo>
                  <a:lnTo>
                    <a:pt x="881767" y="3012293"/>
                  </a:lnTo>
                  <a:lnTo>
                    <a:pt x="881117" y="3012293"/>
                  </a:lnTo>
                  <a:lnTo>
                    <a:pt x="880467" y="3012293"/>
                  </a:lnTo>
                  <a:lnTo>
                    <a:pt x="879817" y="3012293"/>
                  </a:lnTo>
                  <a:lnTo>
                    <a:pt x="879167" y="3012293"/>
                  </a:lnTo>
                  <a:lnTo>
                    <a:pt x="878517" y="3012293"/>
                  </a:lnTo>
                  <a:lnTo>
                    <a:pt x="877867" y="3012293"/>
                  </a:lnTo>
                  <a:lnTo>
                    <a:pt x="877217" y="3012293"/>
                  </a:lnTo>
                  <a:lnTo>
                    <a:pt x="876567" y="3012293"/>
                  </a:lnTo>
                  <a:lnTo>
                    <a:pt x="875917" y="3012293"/>
                  </a:lnTo>
                  <a:lnTo>
                    <a:pt x="875267" y="3012293"/>
                  </a:lnTo>
                  <a:lnTo>
                    <a:pt x="874617" y="3012293"/>
                  </a:lnTo>
                  <a:lnTo>
                    <a:pt x="873968" y="3012293"/>
                  </a:lnTo>
                  <a:lnTo>
                    <a:pt x="873318" y="3012293"/>
                  </a:lnTo>
                  <a:lnTo>
                    <a:pt x="872668" y="3012293"/>
                  </a:lnTo>
                  <a:lnTo>
                    <a:pt x="872018" y="3012293"/>
                  </a:lnTo>
                  <a:lnTo>
                    <a:pt x="871368" y="3012293"/>
                  </a:lnTo>
                  <a:lnTo>
                    <a:pt x="870718" y="3012293"/>
                  </a:lnTo>
                  <a:lnTo>
                    <a:pt x="870068" y="3012293"/>
                  </a:lnTo>
                  <a:lnTo>
                    <a:pt x="869418" y="3012293"/>
                  </a:lnTo>
                  <a:lnTo>
                    <a:pt x="868768" y="3012293"/>
                  </a:lnTo>
                  <a:lnTo>
                    <a:pt x="868118" y="3012293"/>
                  </a:lnTo>
                  <a:lnTo>
                    <a:pt x="867468" y="3012293"/>
                  </a:lnTo>
                  <a:lnTo>
                    <a:pt x="866818" y="3012293"/>
                  </a:lnTo>
                  <a:lnTo>
                    <a:pt x="866168" y="3012293"/>
                  </a:lnTo>
                  <a:lnTo>
                    <a:pt x="865518" y="3012293"/>
                  </a:lnTo>
                  <a:lnTo>
                    <a:pt x="864868" y="3012293"/>
                  </a:lnTo>
                  <a:lnTo>
                    <a:pt x="864219" y="3012293"/>
                  </a:lnTo>
                  <a:lnTo>
                    <a:pt x="863569" y="3012293"/>
                  </a:lnTo>
                  <a:lnTo>
                    <a:pt x="862919" y="3012293"/>
                  </a:lnTo>
                  <a:lnTo>
                    <a:pt x="862269" y="3012293"/>
                  </a:lnTo>
                  <a:lnTo>
                    <a:pt x="861619" y="3012293"/>
                  </a:lnTo>
                  <a:lnTo>
                    <a:pt x="860969" y="3012293"/>
                  </a:lnTo>
                  <a:lnTo>
                    <a:pt x="860319" y="3012293"/>
                  </a:lnTo>
                  <a:lnTo>
                    <a:pt x="859669" y="3012293"/>
                  </a:lnTo>
                  <a:lnTo>
                    <a:pt x="859019" y="3012293"/>
                  </a:lnTo>
                  <a:lnTo>
                    <a:pt x="858369" y="3012293"/>
                  </a:lnTo>
                  <a:lnTo>
                    <a:pt x="857719" y="3012293"/>
                  </a:lnTo>
                  <a:lnTo>
                    <a:pt x="857069" y="3012293"/>
                  </a:lnTo>
                  <a:lnTo>
                    <a:pt x="856419" y="3012293"/>
                  </a:lnTo>
                  <a:lnTo>
                    <a:pt x="855769" y="3012293"/>
                  </a:lnTo>
                  <a:lnTo>
                    <a:pt x="855119" y="3012293"/>
                  </a:lnTo>
                  <a:lnTo>
                    <a:pt x="854469" y="3012293"/>
                  </a:lnTo>
                  <a:lnTo>
                    <a:pt x="853820" y="3012293"/>
                  </a:lnTo>
                  <a:lnTo>
                    <a:pt x="853170" y="3012293"/>
                  </a:lnTo>
                  <a:lnTo>
                    <a:pt x="852520" y="3012293"/>
                  </a:lnTo>
                  <a:lnTo>
                    <a:pt x="851870" y="3012293"/>
                  </a:lnTo>
                  <a:lnTo>
                    <a:pt x="851220" y="3012293"/>
                  </a:lnTo>
                  <a:lnTo>
                    <a:pt x="850570" y="3012293"/>
                  </a:lnTo>
                  <a:lnTo>
                    <a:pt x="849920" y="3012293"/>
                  </a:lnTo>
                  <a:lnTo>
                    <a:pt x="849270" y="3012293"/>
                  </a:lnTo>
                  <a:lnTo>
                    <a:pt x="848620" y="3012293"/>
                  </a:lnTo>
                  <a:lnTo>
                    <a:pt x="847970" y="3012293"/>
                  </a:lnTo>
                  <a:lnTo>
                    <a:pt x="847320" y="3012293"/>
                  </a:lnTo>
                  <a:lnTo>
                    <a:pt x="846670" y="3012293"/>
                  </a:lnTo>
                  <a:lnTo>
                    <a:pt x="846020" y="3012293"/>
                  </a:lnTo>
                  <a:lnTo>
                    <a:pt x="845370" y="3012293"/>
                  </a:lnTo>
                  <a:lnTo>
                    <a:pt x="844720" y="3012293"/>
                  </a:lnTo>
                  <a:lnTo>
                    <a:pt x="844071" y="3012293"/>
                  </a:lnTo>
                  <a:lnTo>
                    <a:pt x="843421" y="3012293"/>
                  </a:lnTo>
                  <a:lnTo>
                    <a:pt x="842771" y="3012293"/>
                  </a:lnTo>
                  <a:lnTo>
                    <a:pt x="842121" y="3012293"/>
                  </a:lnTo>
                  <a:lnTo>
                    <a:pt x="841471" y="3012293"/>
                  </a:lnTo>
                  <a:lnTo>
                    <a:pt x="840821" y="3012293"/>
                  </a:lnTo>
                  <a:lnTo>
                    <a:pt x="840171" y="3012293"/>
                  </a:lnTo>
                  <a:lnTo>
                    <a:pt x="839521" y="3012293"/>
                  </a:lnTo>
                  <a:lnTo>
                    <a:pt x="838871" y="3012293"/>
                  </a:lnTo>
                  <a:lnTo>
                    <a:pt x="838221" y="3012293"/>
                  </a:lnTo>
                  <a:lnTo>
                    <a:pt x="837571" y="3012293"/>
                  </a:lnTo>
                  <a:lnTo>
                    <a:pt x="836921" y="3012293"/>
                  </a:lnTo>
                  <a:lnTo>
                    <a:pt x="836271" y="3012293"/>
                  </a:lnTo>
                  <a:lnTo>
                    <a:pt x="835621" y="3012293"/>
                  </a:lnTo>
                  <a:lnTo>
                    <a:pt x="834971" y="3012293"/>
                  </a:lnTo>
                  <a:lnTo>
                    <a:pt x="834321" y="3012293"/>
                  </a:lnTo>
                  <a:lnTo>
                    <a:pt x="833672" y="3012293"/>
                  </a:lnTo>
                  <a:lnTo>
                    <a:pt x="833022" y="3012293"/>
                  </a:lnTo>
                  <a:lnTo>
                    <a:pt x="832372" y="3012293"/>
                  </a:lnTo>
                  <a:lnTo>
                    <a:pt x="831722" y="3012293"/>
                  </a:lnTo>
                  <a:lnTo>
                    <a:pt x="831072" y="3012293"/>
                  </a:lnTo>
                  <a:lnTo>
                    <a:pt x="830422" y="3012293"/>
                  </a:lnTo>
                  <a:lnTo>
                    <a:pt x="829772" y="3012293"/>
                  </a:lnTo>
                  <a:lnTo>
                    <a:pt x="829122" y="3012293"/>
                  </a:lnTo>
                  <a:lnTo>
                    <a:pt x="828472" y="3012293"/>
                  </a:lnTo>
                  <a:lnTo>
                    <a:pt x="827822" y="3012293"/>
                  </a:lnTo>
                  <a:lnTo>
                    <a:pt x="827172" y="3012293"/>
                  </a:lnTo>
                  <a:lnTo>
                    <a:pt x="826522" y="3012293"/>
                  </a:lnTo>
                  <a:lnTo>
                    <a:pt x="825872" y="3012293"/>
                  </a:lnTo>
                  <a:lnTo>
                    <a:pt x="825222" y="3012293"/>
                  </a:lnTo>
                  <a:lnTo>
                    <a:pt x="824572" y="3012293"/>
                  </a:lnTo>
                  <a:lnTo>
                    <a:pt x="823923" y="3012293"/>
                  </a:lnTo>
                  <a:lnTo>
                    <a:pt x="823273" y="3012293"/>
                  </a:lnTo>
                  <a:lnTo>
                    <a:pt x="822623" y="3012293"/>
                  </a:lnTo>
                  <a:lnTo>
                    <a:pt x="821973" y="3012293"/>
                  </a:lnTo>
                  <a:lnTo>
                    <a:pt x="821323" y="3012293"/>
                  </a:lnTo>
                  <a:lnTo>
                    <a:pt x="820673" y="3012293"/>
                  </a:lnTo>
                  <a:lnTo>
                    <a:pt x="820023" y="3012293"/>
                  </a:lnTo>
                  <a:lnTo>
                    <a:pt x="819373" y="3012293"/>
                  </a:lnTo>
                  <a:lnTo>
                    <a:pt x="818723" y="3012293"/>
                  </a:lnTo>
                  <a:lnTo>
                    <a:pt x="818073" y="3012293"/>
                  </a:lnTo>
                  <a:lnTo>
                    <a:pt x="817423" y="3012293"/>
                  </a:lnTo>
                  <a:lnTo>
                    <a:pt x="816773" y="3012293"/>
                  </a:lnTo>
                  <a:lnTo>
                    <a:pt x="816123" y="3012293"/>
                  </a:lnTo>
                  <a:lnTo>
                    <a:pt x="815473" y="3012293"/>
                  </a:lnTo>
                  <a:lnTo>
                    <a:pt x="814823" y="3012293"/>
                  </a:lnTo>
                  <a:lnTo>
                    <a:pt x="814173" y="3012293"/>
                  </a:lnTo>
                  <a:lnTo>
                    <a:pt x="813524" y="3012293"/>
                  </a:lnTo>
                  <a:lnTo>
                    <a:pt x="812874" y="3012293"/>
                  </a:lnTo>
                  <a:lnTo>
                    <a:pt x="812224" y="3012293"/>
                  </a:lnTo>
                  <a:lnTo>
                    <a:pt x="811574" y="3012293"/>
                  </a:lnTo>
                  <a:lnTo>
                    <a:pt x="810924" y="3012293"/>
                  </a:lnTo>
                  <a:lnTo>
                    <a:pt x="810274" y="3012293"/>
                  </a:lnTo>
                  <a:lnTo>
                    <a:pt x="809624" y="3012293"/>
                  </a:lnTo>
                  <a:lnTo>
                    <a:pt x="808974" y="3012293"/>
                  </a:lnTo>
                  <a:lnTo>
                    <a:pt x="808324" y="3012293"/>
                  </a:lnTo>
                  <a:lnTo>
                    <a:pt x="807674" y="3012293"/>
                  </a:lnTo>
                  <a:lnTo>
                    <a:pt x="807024" y="3012293"/>
                  </a:lnTo>
                  <a:lnTo>
                    <a:pt x="806374" y="3012293"/>
                  </a:lnTo>
                  <a:lnTo>
                    <a:pt x="805724" y="3012293"/>
                  </a:lnTo>
                  <a:lnTo>
                    <a:pt x="805074" y="3012293"/>
                  </a:lnTo>
                  <a:lnTo>
                    <a:pt x="804424" y="3012293"/>
                  </a:lnTo>
                  <a:lnTo>
                    <a:pt x="803775" y="3012293"/>
                  </a:lnTo>
                  <a:lnTo>
                    <a:pt x="803125" y="3012293"/>
                  </a:lnTo>
                  <a:lnTo>
                    <a:pt x="802475" y="3012293"/>
                  </a:lnTo>
                  <a:lnTo>
                    <a:pt x="801825" y="3012293"/>
                  </a:lnTo>
                  <a:lnTo>
                    <a:pt x="801175" y="3012293"/>
                  </a:lnTo>
                  <a:lnTo>
                    <a:pt x="800525" y="3012293"/>
                  </a:lnTo>
                  <a:lnTo>
                    <a:pt x="799875" y="3012293"/>
                  </a:lnTo>
                  <a:lnTo>
                    <a:pt x="799225" y="3012293"/>
                  </a:lnTo>
                  <a:lnTo>
                    <a:pt x="798575" y="3012293"/>
                  </a:lnTo>
                  <a:lnTo>
                    <a:pt x="797925" y="3012293"/>
                  </a:lnTo>
                  <a:lnTo>
                    <a:pt x="797275" y="3012293"/>
                  </a:lnTo>
                  <a:lnTo>
                    <a:pt x="796625" y="3012293"/>
                  </a:lnTo>
                  <a:lnTo>
                    <a:pt x="795975" y="3012293"/>
                  </a:lnTo>
                  <a:lnTo>
                    <a:pt x="795325" y="3012293"/>
                  </a:lnTo>
                  <a:lnTo>
                    <a:pt x="794675" y="3012293"/>
                  </a:lnTo>
                  <a:lnTo>
                    <a:pt x="794026" y="3012293"/>
                  </a:lnTo>
                  <a:lnTo>
                    <a:pt x="793376" y="3012293"/>
                  </a:lnTo>
                  <a:lnTo>
                    <a:pt x="792726" y="3012293"/>
                  </a:lnTo>
                  <a:lnTo>
                    <a:pt x="792076" y="3012293"/>
                  </a:lnTo>
                  <a:lnTo>
                    <a:pt x="791426" y="3012293"/>
                  </a:lnTo>
                  <a:lnTo>
                    <a:pt x="790776" y="3012293"/>
                  </a:lnTo>
                  <a:lnTo>
                    <a:pt x="790126" y="3012293"/>
                  </a:lnTo>
                  <a:lnTo>
                    <a:pt x="789476" y="3012293"/>
                  </a:lnTo>
                  <a:lnTo>
                    <a:pt x="788826" y="3012293"/>
                  </a:lnTo>
                  <a:lnTo>
                    <a:pt x="788176" y="3012293"/>
                  </a:lnTo>
                  <a:lnTo>
                    <a:pt x="787526" y="3012293"/>
                  </a:lnTo>
                  <a:lnTo>
                    <a:pt x="786876" y="3012293"/>
                  </a:lnTo>
                  <a:lnTo>
                    <a:pt x="786226" y="3012293"/>
                  </a:lnTo>
                  <a:lnTo>
                    <a:pt x="785576" y="3012293"/>
                  </a:lnTo>
                  <a:lnTo>
                    <a:pt x="784926" y="3012293"/>
                  </a:lnTo>
                  <a:lnTo>
                    <a:pt x="784276" y="3012293"/>
                  </a:lnTo>
                  <a:lnTo>
                    <a:pt x="783627" y="3012293"/>
                  </a:lnTo>
                  <a:lnTo>
                    <a:pt x="782977" y="3012293"/>
                  </a:lnTo>
                  <a:lnTo>
                    <a:pt x="782327" y="3012293"/>
                  </a:lnTo>
                  <a:lnTo>
                    <a:pt x="781677" y="3012293"/>
                  </a:lnTo>
                  <a:lnTo>
                    <a:pt x="781027" y="3012293"/>
                  </a:lnTo>
                  <a:lnTo>
                    <a:pt x="780377" y="3012293"/>
                  </a:lnTo>
                  <a:lnTo>
                    <a:pt x="779727" y="3012293"/>
                  </a:lnTo>
                  <a:lnTo>
                    <a:pt x="779077" y="3012293"/>
                  </a:lnTo>
                  <a:lnTo>
                    <a:pt x="778427" y="3012293"/>
                  </a:lnTo>
                  <a:lnTo>
                    <a:pt x="777777" y="3012293"/>
                  </a:lnTo>
                  <a:lnTo>
                    <a:pt x="777127" y="3012293"/>
                  </a:lnTo>
                  <a:lnTo>
                    <a:pt x="776477" y="3012293"/>
                  </a:lnTo>
                  <a:lnTo>
                    <a:pt x="775827" y="3012293"/>
                  </a:lnTo>
                  <a:lnTo>
                    <a:pt x="775177" y="3012293"/>
                  </a:lnTo>
                  <a:lnTo>
                    <a:pt x="774527" y="3012293"/>
                  </a:lnTo>
                  <a:lnTo>
                    <a:pt x="773878" y="3012293"/>
                  </a:lnTo>
                  <a:lnTo>
                    <a:pt x="773228" y="3012293"/>
                  </a:lnTo>
                  <a:lnTo>
                    <a:pt x="772578" y="3012293"/>
                  </a:lnTo>
                  <a:lnTo>
                    <a:pt x="771928" y="3012293"/>
                  </a:lnTo>
                  <a:lnTo>
                    <a:pt x="771278" y="3012293"/>
                  </a:lnTo>
                  <a:lnTo>
                    <a:pt x="770628" y="3012293"/>
                  </a:lnTo>
                  <a:lnTo>
                    <a:pt x="769978" y="3012293"/>
                  </a:lnTo>
                  <a:lnTo>
                    <a:pt x="769328" y="3012293"/>
                  </a:lnTo>
                  <a:lnTo>
                    <a:pt x="768678" y="3012293"/>
                  </a:lnTo>
                  <a:lnTo>
                    <a:pt x="768028" y="3012293"/>
                  </a:lnTo>
                  <a:lnTo>
                    <a:pt x="767378" y="3012293"/>
                  </a:lnTo>
                  <a:lnTo>
                    <a:pt x="766728" y="3012293"/>
                  </a:lnTo>
                  <a:lnTo>
                    <a:pt x="766078" y="3012293"/>
                  </a:lnTo>
                  <a:lnTo>
                    <a:pt x="765428" y="3012293"/>
                  </a:lnTo>
                  <a:lnTo>
                    <a:pt x="764778" y="3012293"/>
                  </a:lnTo>
                  <a:lnTo>
                    <a:pt x="764128" y="3012293"/>
                  </a:lnTo>
                  <a:lnTo>
                    <a:pt x="763479" y="3012293"/>
                  </a:lnTo>
                  <a:lnTo>
                    <a:pt x="762829" y="3012293"/>
                  </a:lnTo>
                  <a:lnTo>
                    <a:pt x="762179" y="3012293"/>
                  </a:lnTo>
                  <a:lnTo>
                    <a:pt x="761529" y="3012293"/>
                  </a:lnTo>
                  <a:lnTo>
                    <a:pt x="760879" y="3012293"/>
                  </a:lnTo>
                  <a:lnTo>
                    <a:pt x="760229" y="3012293"/>
                  </a:lnTo>
                  <a:lnTo>
                    <a:pt x="759579" y="3012293"/>
                  </a:lnTo>
                  <a:lnTo>
                    <a:pt x="758929" y="3012293"/>
                  </a:lnTo>
                  <a:lnTo>
                    <a:pt x="758279" y="3012293"/>
                  </a:lnTo>
                  <a:lnTo>
                    <a:pt x="757629" y="3012293"/>
                  </a:lnTo>
                  <a:lnTo>
                    <a:pt x="756979" y="3012293"/>
                  </a:lnTo>
                  <a:lnTo>
                    <a:pt x="756329" y="3012293"/>
                  </a:lnTo>
                  <a:lnTo>
                    <a:pt x="755679" y="3012293"/>
                  </a:lnTo>
                  <a:lnTo>
                    <a:pt x="755029" y="3012293"/>
                  </a:lnTo>
                  <a:lnTo>
                    <a:pt x="754379" y="3012293"/>
                  </a:lnTo>
                  <a:lnTo>
                    <a:pt x="753730" y="3012293"/>
                  </a:lnTo>
                  <a:lnTo>
                    <a:pt x="753080" y="3012293"/>
                  </a:lnTo>
                  <a:lnTo>
                    <a:pt x="752430" y="3012293"/>
                  </a:lnTo>
                  <a:lnTo>
                    <a:pt x="751780" y="3012293"/>
                  </a:lnTo>
                  <a:lnTo>
                    <a:pt x="751130" y="3012293"/>
                  </a:lnTo>
                  <a:lnTo>
                    <a:pt x="750480" y="3012293"/>
                  </a:lnTo>
                  <a:lnTo>
                    <a:pt x="749830" y="3012293"/>
                  </a:lnTo>
                  <a:lnTo>
                    <a:pt x="749180" y="3012293"/>
                  </a:lnTo>
                  <a:lnTo>
                    <a:pt x="748530" y="3012293"/>
                  </a:lnTo>
                  <a:lnTo>
                    <a:pt x="747880" y="3012293"/>
                  </a:lnTo>
                  <a:lnTo>
                    <a:pt x="747230" y="3012293"/>
                  </a:lnTo>
                  <a:lnTo>
                    <a:pt x="746580" y="3012293"/>
                  </a:lnTo>
                  <a:lnTo>
                    <a:pt x="745930" y="3012293"/>
                  </a:lnTo>
                  <a:lnTo>
                    <a:pt x="745280" y="3012293"/>
                  </a:lnTo>
                  <a:lnTo>
                    <a:pt x="744630" y="3012293"/>
                  </a:lnTo>
                  <a:lnTo>
                    <a:pt x="743980" y="3012293"/>
                  </a:lnTo>
                  <a:lnTo>
                    <a:pt x="743331" y="3012293"/>
                  </a:lnTo>
                  <a:lnTo>
                    <a:pt x="742681" y="3012293"/>
                  </a:lnTo>
                  <a:lnTo>
                    <a:pt x="742031" y="3012293"/>
                  </a:lnTo>
                  <a:lnTo>
                    <a:pt x="741381" y="3012293"/>
                  </a:lnTo>
                  <a:lnTo>
                    <a:pt x="740731" y="3012293"/>
                  </a:lnTo>
                  <a:lnTo>
                    <a:pt x="740081" y="3012293"/>
                  </a:lnTo>
                  <a:lnTo>
                    <a:pt x="739431" y="3012293"/>
                  </a:lnTo>
                  <a:lnTo>
                    <a:pt x="738781" y="3012293"/>
                  </a:lnTo>
                  <a:lnTo>
                    <a:pt x="738131" y="3012293"/>
                  </a:lnTo>
                  <a:lnTo>
                    <a:pt x="737481" y="3012293"/>
                  </a:lnTo>
                  <a:lnTo>
                    <a:pt x="736831" y="3012293"/>
                  </a:lnTo>
                  <a:lnTo>
                    <a:pt x="736181" y="3012293"/>
                  </a:lnTo>
                  <a:lnTo>
                    <a:pt x="735531" y="3012293"/>
                  </a:lnTo>
                  <a:lnTo>
                    <a:pt x="734881" y="3012293"/>
                  </a:lnTo>
                  <a:lnTo>
                    <a:pt x="734231" y="3012293"/>
                  </a:lnTo>
                  <a:lnTo>
                    <a:pt x="733582" y="3012293"/>
                  </a:lnTo>
                  <a:lnTo>
                    <a:pt x="732932" y="3012293"/>
                  </a:lnTo>
                  <a:lnTo>
                    <a:pt x="732282" y="3012293"/>
                  </a:lnTo>
                  <a:lnTo>
                    <a:pt x="731632" y="3012293"/>
                  </a:lnTo>
                  <a:lnTo>
                    <a:pt x="730982" y="3012293"/>
                  </a:lnTo>
                  <a:lnTo>
                    <a:pt x="730332" y="3012293"/>
                  </a:lnTo>
                  <a:lnTo>
                    <a:pt x="729682" y="3012293"/>
                  </a:lnTo>
                  <a:lnTo>
                    <a:pt x="729032" y="3012293"/>
                  </a:lnTo>
                  <a:lnTo>
                    <a:pt x="728382" y="3012293"/>
                  </a:lnTo>
                  <a:lnTo>
                    <a:pt x="727732" y="3012293"/>
                  </a:lnTo>
                  <a:lnTo>
                    <a:pt x="727082" y="3012293"/>
                  </a:lnTo>
                  <a:lnTo>
                    <a:pt x="726432" y="3012293"/>
                  </a:lnTo>
                  <a:lnTo>
                    <a:pt x="725782" y="3012293"/>
                  </a:lnTo>
                  <a:lnTo>
                    <a:pt x="725132" y="3012293"/>
                  </a:lnTo>
                  <a:lnTo>
                    <a:pt x="724482" y="3012293"/>
                  </a:lnTo>
                  <a:lnTo>
                    <a:pt x="723832" y="3012293"/>
                  </a:lnTo>
                  <a:lnTo>
                    <a:pt x="723183" y="3012293"/>
                  </a:lnTo>
                  <a:lnTo>
                    <a:pt x="722533" y="3012293"/>
                  </a:lnTo>
                  <a:lnTo>
                    <a:pt x="721883" y="3012293"/>
                  </a:lnTo>
                  <a:lnTo>
                    <a:pt x="721233" y="3012293"/>
                  </a:lnTo>
                  <a:lnTo>
                    <a:pt x="720583" y="3012293"/>
                  </a:lnTo>
                  <a:lnTo>
                    <a:pt x="719933" y="3012293"/>
                  </a:lnTo>
                  <a:lnTo>
                    <a:pt x="719283" y="3012293"/>
                  </a:lnTo>
                  <a:lnTo>
                    <a:pt x="718633" y="3012293"/>
                  </a:lnTo>
                  <a:lnTo>
                    <a:pt x="717983" y="3012293"/>
                  </a:lnTo>
                  <a:lnTo>
                    <a:pt x="717333" y="3012293"/>
                  </a:lnTo>
                  <a:lnTo>
                    <a:pt x="716683" y="3012293"/>
                  </a:lnTo>
                  <a:lnTo>
                    <a:pt x="716033" y="3012293"/>
                  </a:lnTo>
                  <a:lnTo>
                    <a:pt x="715383" y="3012293"/>
                  </a:lnTo>
                  <a:lnTo>
                    <a:pt x="714733" y="3012293"/>
                  </a:lnTo>
                  <a:lnTo>
                    <a:pt x="714083" y="3012293"/>
                  </a:lnTo>
                  <a:lnTo>
                    <a:pt x="713434" y="3012293"/>
                  </a:lnTo>
                  <a:lnTo>
                    <a:pt x="712784" y="3012293"/>
                  </a:lnTo>
                  <a:lnTo>
                    <a:pt x="712134" y="3012293"/>
                  </a:lnTo>
                  <a:lnTo>
                    <a:pt x="711484" y="3012293"/>
                  </a:lnTo>
                  <a:lnTo>
                    <a:pt x="710834" y="3012293"/>
                  </a:lnTo>
                  <a:lnTo>
                    <a:pt x="710184" y="3012293"/>
                  </a:lnTo>
                  <a:lnTo>
                    <a:pt x="709534" y="3012293"/>
                  </a:lnTo>
                  <a:lnTo>
                    <a:pt x="708884" y="3012293"/>
                  </a:lnTo>
                  <a:lnTo>
                    <a:pt x="708234" y="3012293"/>
                  </a:lnTo>
                  <a:lnTo>
                    <a:pt x="707584" y="3012293"/>
                  </a:lnTo>
                  <a:lnTo>
                    <a:pt x="706934" y="3012293"/>
                  </a:lnTo>
                  <a:lnTo>
                    <a:pt x="706284" y="3012293"/>
                  </a:lnTo>
                  <a:lnTo>
                    <a:pt x="705634" y="3012293"/>
                  </a:lnTo>
                  <a:lnTo>
                    <a:pt x="704984" y="3012293"/>
                  </a:lnTo>
                  <a:lnTo>
                    <a:pt x="704334" y="3012293"/>
                  </a:lnTo>
                  <a:lnTo>
                    <a:pt x="703684" y="3012293"/>
                  </a:lnTo>
                  <a:lnTo>
                    <a:pt x="703035" y="3012293"/>
                  </a:lnTo>
                  <a:lnTo>
                    <a:pt x="702385" y="3012293"/>
                  </a:lnTo>
                  <a:lnTo>
                    <a:pt x="701735" y="3012293"/>
                  </a:lnTo>
                  <a:lnTo>
                    <a:pt x="701085" y="3012293"/>
                  </a:lnTo>
                  <a:lnTo>
                    <a:pt x="700435" y="3012293"/>
                  </a:lnTo>
                  <a:lnTo>
                    <a:pt x="699785" y="3012293"/>
                  </a:lnTo>
                  <a:lnTo>
                    <a:pt x="699135" y="3012293"/>
                  </a:lnTo>
                  <a:lnTo>
                    <a:pt x="698485" y="3012293"/>
                  </a:lnTo>
                  <a:lnTo>
                    <a:pt x="697835" y="3012293"/>
                  </a:lnTo>
                  <a:lnTo>
                    <a:pt x="697185" y="3012293"/>
                  </a:lnTo>
                  <a:lnTo>
                    <a:pt x="696535" y="3012293"/>
                  </a:lnTo>
                  <a:lnTo>
                    <a:pt x="695885" y="3012293"/>
                  </a:lnTo>
                  <a:lnTo>
                    <a:pt x="695235" y="3012293"/>
                  </a:lnTo>
                  <a:lnTo>
                    <a:pt x="694585" y="3012293"/>
                  </a:lnTo>
                  <a:lnTo>
                    <a:pt x="693935" y="3012293"/>
                  </a:lnTo>
                  <a:lnTo>
                    <a:pt x="693286" y="3012293"/>
                  </a:lnTo>
                  <a:lnTo>
                    <a:pt x="692636" y="3012293"/>
                  </a:lnTo>
                  <a:lnTo>
                    <a:pt x="691986" y="3012293"/>
                  </a:lnTo>
                  <a:lnTo>
                    <a:pt x="691336" y="3012293"/>
                  </a:lnTo>
                  <a:lnTo>
                    <a:pt x="690686" y="3012293"/>
                  </a:lnTo>
                  <a:lnTo>
                    <a:pt x="690036" y="3012293"/>
                  </a:lnTo>
                  <a:lnTo>
                    <a:pt x="689386" y="3012293"/>
                  </a:lnTo>
                  <a:lnTo>
                    <a:pt x="688736" y="3012293"/>
                  </a:lnTo>
                  <a:lnTo>
                    <a:pt x="688086" y="3012293"/>
                  </a:lnTo>
                  <a:lnTo>
                    <a:pt x="687436" y="3012293"/>
                  </a:lnTo>
                  <a:lnTo>
                    <a:pt x="686786" y="3012293"/>
                  </a:lnTo>
                  <a:lnTo>
                    <a:pt x="686136" y="3012293"/>
                  </a:lnTo>
                  <a:lnTo>
                    <a:pt x="685486" y="3012293"/>
                  </a:lnTo>
                  <a:lnTo>
                    <a:pt x="684836" y="3012293"/>
                  </a:lnTo>
                  <a:lnTo>
                    <a:pt x="684186" y="3012293"/>
                  </a:lnTo>
                  <a:lnTo>
                    <a:pt x="683536" y="3012293"/>
                  </a:lnTo>
                  <a:lnTo>
                    <a:pt x="682887" y="3012293"/>
                  </a:lnTo>
                  <a:lnTo>
                    <a:pt x="682237" y="3012293"/>
                  </a:lnTo>
                  <a:lnTo>
                    <a:pt x="681587" y="3012293"/>
                  </a:lnTo>
                  <a:lnTo>
                    <a:pt x="680937" y="3012293"/>
                  </a:lnTo>
                  <a:lnTo>
                    <a:pt x="680287" y="3012293"/>
                  </a:lnTo>
                  <a:lnTo>
                    <a:pt x="679637" y="3012293"/>
                  </a:lnTo>
                  <a:lnTo>
                    <a:pt x="678987" y="3012293"/>
                  </a:lnTo>
                  <a:lnTo>
                    <a:pt x="678337" y="3012293"/>
                  </a:lnTo>
                  <a:lnTo>
                    <a:pt x="677687" y="3012293"/>
                  </a:lnTo>
                  <a:lnTo>
                    <a:pt x="677037" y="3012293"/>
                  </a:lnTo>
                  <a:lnTo>
                    <a:pt x="676387" y="3012293"/>
                  </a:lnTo>
                  <a:lnTo>
                    <a:pt x="675737" y="3012293"/>
                  </a:lnTo>
                  <a:lnTo>
                    <a:pt x="675087" y="3012293"/>
                  </a:lnTo>
                  <a:lnTo>
                    <a:pt x="674437" y="3012293"/>
                  </a:lnTo>
                  <a:lnTo>
                    <a:pt x="673787" y="3012293"/>
                  </a:lnTo>
                  <a:lnTo>
                    <a:pt x="673138" y="3012293"/>
                  </a:lnTo>
                  <a:lnTo>
                    <a:pt x="672488" y="3012293"/>
                  </a:lnTo>
                  <a:lnTo>
                    <a:pt x="671838" y="3012293"/>
                  </a:lnTo>
                  <a:lnTo>
                    <a:pt x="671188" y="3012293"/>
                  </a:lnTo>
                  <a:lnTo>
                    <a:pt x="670538" y="3012293"/>
                  </a:lnTo>
                  <a:lnTo>
                    <a:pt x="669888" y="3012293"/>
                  </a:lnTo>
                  <a:lnTo>
                    <a:pt x="669238" y="3012293"/>
                  </a:lnTo>
                  <a:lnTo>
                    <a:pt x="668588" y="3012293"/>
                  </a:lnTo>
                  <a:lnTo>
                    <a:pt x="667938" y="3012293"/>
                  </a:lnTo>
                  <a:lnTo>
                    <a:pt x="667288" y="3012293"/>
                  </a:lnTo>
                  <a:lnTo>
                    <a:pt x="666638" y="3012293"/>
                  </a:lnTo>
                  <a:lnTo>
                    <a:pt x="665988" y="3012293"/>
                  </a:lnTo>
                  <a:lnTo>
                    <a:pt x="665338" y="3012293"/>
                  </a:lnTo>
                  <a:lnTo>
                    <a:pt x="664688" y="3012293"/>
                  </a:lnTo>
                  <a:lnTo>
                    <a:pt x="664038" y="3012293"/>
                  </a:lnTo>
                  <a:lnTo>
                    <a:pt x="663389" y="3012293"/>
                  </a:lnTo>
                  <a:lnTo>
                    <a:pt x="662739" y="3012293"/>
                  </a:lnTo>
                  <a:lnTo>
                    <a:pt x="662089" y="3012293"/>
                  </a:lnTo>
                  <a:lnTo>
                    <a:pt x="661439" y="3012293"/>
                  </a:lnTo>
                  <a:lnTo>
                    <a:pt x="660789" y="3012293"/>
                  </a:lnTo>
                  <a:lnTo>
                    <a:pt x="660139" y="3012293"/>
                  </a:lnTo>
                  <a:lnTo>
                    <a:pt x="659489" y="3012293"/>
                  </a:lnTo>
                  <a:lnTo>
                    <a:pt x="658839" y="3012293"/>
                  </a:lnTo>
                  <a:lnTo>
                    <a:pt x="658189" y="3012293"/>
                  </a:lnTo>
                  <a:lnTo>
                    <a:pt x="657539" y="3012293"/>
                  </a:lnTo>
                  <a:lnTo>
                    <a:pt x="656889" y="3012293"/>
                  </a:lnTo>
                  <a:lnTo>
                    <a:pt x="656239" y="3012293"/>
                  </a:lnTo>
                  <a:lnTo>
                    <a:pt x="655589" y="3012293"/>
                  </a:lnTo>
                  <a:lnTo>
                    <a:pt x="654939" y="3012293"/>
                  </a:lnTo>
                  <a:lnTo>
                    <a:pt x="654289" y="3012293"/>
                  </a:lnTo>
                  <a:lnTo>
                    <a:pt x="653639" y="3012293"/>
                  </a:lnTo>
                  <a:lnTo>
                    <a:pt x="652990" y="3012293"/>
                  </a:lnTo>
                  <a:lnTo>
                    <a:pt x="652340" y="3012293"/>
                  </a:lnTo>
                  <a:lnTo>
                    <a:pt x="651690" y="3012293"/>
                  </a:lnTo>
                  <a:lnTo>
                    <a:pt x="651040" y="3012293"/>
                  </a:lnTo>
                  <a:lnTo>
                    <a:pt x="650390" y="3012293"/>
                  </a:lnTo>
                  <a:lnTo>
                    <a:pt x="649740" y="3012293"/>
                  </a:lnTo>
                  <a:lnTo>
                    <a:pt x="649090" y="3012293"/>
                  </a:lnTo>
                  <a:lnTo>
                    <a:pt x="648440" y="3012293"/>
                  </a:lnTo>
                  <a:lnTo>
                    <a:pt x="647790" y="3012293"/>
                  </a:lnTo>
                  <a:lnTo>
                    <a:pt x="647140" y="3012293"/>
                  </a:lnTo>
                  <a:lnTo>
                    <a:pt x="646490" y="3012293"/>
                  </a:lnTo>
                  <a:lnTo>
                    <a:pt x="645840" y="3012293"/>
                  </a:lnTo>
                  <a:lnTo>
                    <a:pt x="645190" y="3012293"/>
                  </a:lnTo>
                  <a:lnTo>
                    <a:pt x="644540" y="3012293"/>
                  </a:lnTo>
                  <a:lnTo>
                    <a:pt x="643890" y="3012293"/>
                  </a:lnTo>
                  <a:lnTo>
                    <a:pt x="643241" y="3012293"/>
                  </a:lnTo>
                  <a:lnTo>
                    <a:pt x="642591" y="3012293"/>
                  </a:lnTo>
                  <a:lnTo>
                    <a:pt x="641941" y="3012293"/>
                  </a:lnTo>
                  <a:lnTo>
                    <a:pt x="641291" y="3012293"/>
                  </a:lnTo>
                  <a:lnTo>
                    <a:pt x="640641" y="3012293"/>
                  </a:lnTo>
                  <a:lnTo>
                    <a:pt x="639991" y="3012293"/>
                  </a:lnTo>
                  <a:lnTo>
                    <a:pt x="639341" y="3012293"/>
                  </a:lnTo>
                  <a:lnTo>
                    <a:pt x="638691" y="3012293"/>
                  </a:lnTo>
                  <a:lnTo>
                    <a:pt x="638041" y="3012293"/>
                  </a:lnTo>
                  <a:lnTo>
                    <a:pt x="637391" y="3012293"/>
                  </a:lnTo>
                  <a:lnTo>
                    <a:pt x="636741" y="3012293"/>
                  </a:lnTo>
                  <a:lnTo>
                    <a:pt x="636091" y="3012293"/>
                  </a:lnTo>
                  <a:lnTo>
                    <a:pt x="635441" y="3012293"/>
                  </a:lnTo>
                  <a:lnTo>
                    <a:pt x="634791" y="3012293"/>
                  </a:lnTo>
                  <a:lnTo>
                    <a:pt x="634141" y="3012293"/>
                  </a:lnTo>
                  <a:lnTo>
                    <a:pt x="633491" y="3012293"/>
                  </a:lnTo>
                  <a:lnTo>
                    <a:pt x="632842" y="3012293"/>
                  </a:lnTo>
                  <a:lnTo>
                    <a:pt x="632192" y="3012293"/>
                  </a:lnTo>
                  <a:lnTo>
                    <a:pt x="631542" y="3012293"/>
                  </a:lnTo>
                  <a:lnTo>
                    <a:pt x="630892" y="3012293"/>
                  </a:lnTo>
                  <a:lnTo>
                    <a:pt x="630242" y="3012293"/>
                  </a:lnTo>
                  <a:lnTo>
                    <a:pt x="629592" y="3012293"/>
                  </a:lnTo>
                  <a:lnTo>
                    <a:pt x="628942" y="3012293"/>
                  </a:lnTo>
                  <a:lnTo>
                    <a:pt x="628292" y="3012293"/>
                  </a:lnTo>
                  <a:lnTo>
                    <a:pt x="627642" y="3012293"/>
                  </a:lnTo>
                  <a:lnTo>
                    <a:pt x="626992" y="3012293"/>
                  </a:lnTo>
                  <a:lnTo>
                    <a:pt x="626342" y="3012293"/>
                  </a:lnTo>
                  <a:lnTo>
                    <a:pt x="625692" y="3012293"/>
                  </a:lnTo>
                  <a:lnTo>
                    <a:pt x="625042" y="3012293"/>
                  </a:lnTo>
                  <a:lnTo>
                    <a:pt x="624392" y="3012293"/>
                  </a:lnTo>
                  <a:lnTo>
                    <a:pt x="623742" y="3012293"/>
                  </a:lnTo>
                  <a:lnTo>
                    <a:pt x="623093" y="3012293"/>
                  </a:lnTo>
                  <a:lnTo>
                    <a:pt x="622443" y="3012293"/>
                  </a:lnTo>
                  <a:lnTo>
                    <a:pt x="621793" y="3012293"/>
                  </a:lnTo>
                  <a:lnTo>
                    <a:pt x="621143" y="3012293"/>
                  </a:lnTo>
                  <a:lnTo>
                    <a:pt x="620493" y="3012293"/>
                  </a:lnTo>
                  <a:lnTo>
                    <a:pt x="619843" y="3012293"/>
                  </a:lnTo>
                  <a:lnTo>
                    <a:pt x="619193" y="3012293"/>
                  </a:lnTo>
                  <a:lnTo>
                    <a:pt x="618543" y="3012293"/>
                  </a:lnTo>
                  <a:lnTo>
                    <a:pt x="617893" y="3012293"/>
                  </a:lnTo>
                  <a:lnTo>
                    <a:pt x="617243" y="3012293"/>
                  </a:lnTo>
                  <a:lnTo>
                    <a:pt x="616593" y="3012293"/>
                  </a:lnTo>
                  <a:lnTo>
                    <a:pt x="615943" y="3012293"/>
                  </a:lnTo>
                  <a:lnTo>
                    <a:pt x="615293" y="3012293"/>
                  </a:lnTo>
                  <a:lnTo>
                    <a:pt x="614643" y="3012293"/>
                  </a:lnTo>
                  <a:lnTo>
                    <a:pt x="613993" y="3012293"/>
                  </a:lnTo>
                  <a:lnTo>
                    <a:pt x="613343" y="3012293"/>
                  </a:lnTo>
                  <a:lnTo>
                    <a:pt x="612694" y="3012293"/>
                  </a:lnTo>
                  <a:lnTo>
                    <a:pt x="612044" y="3012293"/>
                  </a:lnTo>
                  <a:lnTo>
                    <a:pt x="611394" y="3012293"/>
                  </a:lnTo>
                  <a:lnTo>
                    <a:pt x="610744" y="3012293"/>
                  </a:lnTo>
                  <a:lnTo>
                    <a:pt x="610094" y="3012293"/>
                  </a:lnTo>
                  <a:lnTo>
                    <a:pt x="609444" y="3012293"/>
                  </a:lnTo>
                  <a:lnTo>
                    <a:pt x="608794" y="3012293"/>
                  </a:lnTo>
                  <a:lnTo>
                    <a:pt x="608144" y="3012293"/>
                  </a:lnTo>
                  <a:lnTo>
                    <a:pt x="607494" y="3012293"/>
                  </a:lnTo>
                  <a:lnTo>
                    <a:pt x="606844" y="3012293"/>
                  </a:lnTo>
                  <a:lnTo>
                    <a:pt x="606194" y="3012293"/>
                  </a:lnTo>
                  <a:lnTo>
                    <a:pt x="605544" y="3012293"/>
                  </a:lnTo>
                  <a:lnTo>
                    <a:pt x="604894" y="3012293"/>
                  </a:lnTo>
                  <a:lnTo>
                    <a:pt x="604244" y="3012293"/>
                  </a:lnTo>
                  <a:lnTo>
                    <a:pt x="603594" y="3012293"/>
                  </a:lnTo>
                  <a:lnTo>
                    <a:pt x="602945" y="3012293"/>
                  </a:lnTo>
                  <a:lnTo>
                    <a:pt x="602295" y="3012293"/>
                  </a:lnTo>
                  <a:lnTo>
                    <a:pt x="601645" y="3012293"/>
                  </a:lnTo>
                  <a:lnTo>
                    <a:pt x="600995" y="3012293"/>
                  </a:lnTo>
                  <a:lnTo>
                    <a:pt x="600345" y="3012293"/>
                  </a:lnTo>
                  <a:lnTo>
                    <a:pt x="599695" y="3012293"/>
                  </a:lnTo>
                  <a:lnTo>
                    <a:pt x="599045" y="3012293"/>
                  </a:lnTo>
                  <a:lnTo>
                    <a:pt x="598395" y="3012293"/>
                  </a:lnTo>
                  <a:lnTo>
                    <a:pt x="597745" y="3012293"/>
                  </a:lnTo>
                  <a:lnTo>
                    <a:pt x="597095" y="3012293"/>
                  </a:lnTo>
                  <a:lnTo>
                    <a:pt x="596445" y="3012293"/>
                  </a:lnTo>
                  <a:lnTo>
                    <a:pt x="595795" y="3012293"/>
                  </a:lnTo>
                  <a:lnTo>
                    <a:pt x="595145" y="3012293"/>
                  </a:lnTo>
                  <a:lnTo>
                    <a:pt x="594495" y="3012293"/>
                  </a:lnTo>
                  <a:lnTo>
                    <a:pt x="593845" y="3012293"/>
                  </a:lnTo>
                  <a:lnTo>
                    <a:pt x="593195" y="3012293"/>
                  </a:lnTo>
                  <a:lnTo>
                    <a:pt x="592546" y="3012293"/>
                  </a:lnTo>
                  <a:lnTo>
                    <a:pt x="591896" y="3012293"/>
                  </a:lnTo>
                  <a:lnTo>
                    <a:pt x="591246" y="3012293"/>
                  </a:lnTo>
                  <a:lnTo>
                    <a:pt x="590596" y="3012293"/>
                  </a:lnTo>
                  <a:lnTo>
                    <a:pt x="589946" y="3012293"/>
                  </a:lnTo>
                  <a:lnTo>
                    <a:pt x="589296" y="3012293"/>
                  </a:lnTo>
                  <a:lnTo>
                    <a:pt x="588646" y="3012293"/>
                  </a:lnTo>
                  <a:lnTo>
                    <a:pt x="587996" y="3012293"/>
                  </a:lnTo>
                  <a:lnTo>
                    <a:pt x="587346" y="3012293"/>
                  </a:lnTo>
                  <a:lnTo>
                    <a:pt x="586696" y="3012293"/>
                  </a:lnTo>
                  <a:lnTo>
                    <a:pt x="586046" y="3012293"/>
                  </a:lnTo>
                  <a:lnTo>
                    <a:pt x="585396" y="3012293"/>
                  </a:lnTo>
                  <a:lnTo>
                    <a:pt x="584746" y="3012293"/>
                  </a:lnTo>
                  <a:lnTo>
                    <a:pt x="584096" y="3012293"/>
                  </a:lnTo>
                  <a:lnTo>
                    <a:pt x="583446" y="3012293"/>
                  </a:lnTo>
                  <a:lnTo>
                    <a:pt x="582797" y="3012293"/>
                  </a:lnTo>
                  <a:lnTo>
                    <a:pt x="582147" y="3012293"/>
                  </a:lnTo>
                  <a:lnTo>
                    <a:pt x="581497" y="3012293"/>
                  </a:lnTo>
                  <a:lnTo>
                    <a:pt x="580847" y="3012293"/>
                  </a:lnTo>
                  <a:lnTo>
                    <a:pt x="580197" y="3012293"/>
                  </a:lnTo>
                  <a:lnTo>
                    <a:pt x="579547" y="3012293"/>
                  </a:lnTo>
                  <a:lnTo>
                    <a:pt x="578897" y="3012293"/>
                  </a:lnTo>
                  <a:lnTo>
                    <a:pt x="578247" y="3012293"/>
                  </a:lnTo>
                  <a:lnTo>
                    <a:pt x="577597" y="3012293"/>
                  </a:lnTo>
                  <a:lnTo>
                    <a:pt x="576947" y="3012293"/>
                  </a:lnTo>
                  <a:lnTo>
                    <a:pt x="576297" y="3012293"/>
                  </a:lnTo>
                  <a:lnTo>
                    <a:pt x="575647" y="3012293"/>
                  </a:lnTo>
                  <a:lnTo>
                    <a:pt x="574997" y="3012293"/>
                  </a:lnTo>
                  <a:lnTo>
                    <a:pt x="574347" y="3012293"/>
                  </a:lnTo>
                  <a:lnTo>
                    <a:pt x="573697" y="3012293"/>
                  </a:lnTo>
                  <a:lnTo>
                    <a:pt x="573047" y="3012293"/>
                  </a:lnTo>
                  <a:lnTo>
                    <a:pt x="572398" y="3012293"/>
                  </a:lnTo>
                  <a:lnTo>
                    <a:pt x="571748" y="3012293"/>
                  </a:lnTo>
                  <a:lnTo>
                    <a:pt x="571098" y="3012293"/>
                  </a:lnTo>
                  <a:lnTo>
                    <a:pt x="570448" y="3012293"/>
                  </a:lnTo>
                  <a:lnTo>
                    <a:pt x="569798" y="3012293"/>
                  </a:lnTo>
                  <a:lnTo>
                    <a:pt x="569148" y="3012293"/>
                  </a:lnTo>
                  <a:lnTo>
                    <a:pt x="568498" y="3012293"/>
                  </a:lnTo>
                  <a:lnTo>
                    <a:pt x="567848" y="3012293"/>
                  </a:lnTo>
                  <a:lnTo>
                    <a:pt x="567198" y="3012293"/>
                  </a:lnTo>
                  <a:lnTo>
                    <a:pt x="566548" y="3012293"/>
                  </a:lnTo>
                  <a:lnTo>
                    <a:pt x="565898" y="3012293"/>
                  </a:lnTo>
                  <a:lnTo>
                    <a:pt x="565248" y="3012293"/>
                  </a:lnTo>
                  <a:lnTo>
                    <a:pt x="564598" y="3012293"/>
                  </a:lnTo>
                  <a:lnTo>
                    <a:pt x="563948" y="3012293"/>
                  </a:lnTo>
                  <a:lnTo>
                    <a:pt x="563298" y="3012293"/>
                  </a:lnTo>
                  <a:lnTo>
                    <a:pt x="562649" y="3012293"/>
                  </a:lnTo>
                  <a:lnTo>
                    <a:pt x="561999" y="3012293"/>
                  </a:lnTo>
                  <a:lnTo>
                    <a:pt x="561349" y="3012293"/>
                  </a:lnTo>
                  <a:lnTo>
                    <a:pt x="560699" y="3012293"/>
                  </a:lnTo>
                  <a:lnTo>
                    <a:pt x="560049" y="3012293"/>
                  </a:lnTo>
                  <a:lnTo>
                    <a:pt x="559399" y="3012293"/>
                  </a:lnTo>
                  <a:lnTo>
                    <a:pt x="558749" y="3012293"/>
                  </a:lnTo>
                  <a:lnTo>
                    <a:pt x="558099" y="3012293"/>
                  </a:lnTo>
                  <a:lnTo>
                    <a:pt x="557449" y="3012293"/>
                  </a:lnTo>
                  <a:lnTo>
                    <a:pt x="556799" y="3012293"/>
                  </a:lnTo>
                  <a:lnTo>
                    <a:pt x="556149" y="3012293"/>
                  </a:lnTo>
                  <a:lnTo>
                    <a:pt x="555499" y="3012293"/>
                  </a:lnTo>
                  <a:lnTo>
                    <a:pt x="554849" y="3012293"/>
                  </a:lnTo>
                  <a:lnTo>
                    <a:pt x="554199" y="3012293"/>
                  </a:lnTo>
                  <a:lnTo>
                    <a:pt x="553549" y="3012293"/>
                  </a:lnTo>
                  <a:lnTo>
                    <a:pt x="552899" y="3012293"/>
                  </a:lnTo>
                  <a:lnTo>
                    <a:pt x="552250" y="3012293"/>
                  </a:lnTo>
                  <a:lnTo>
                    <a:pt x="551600" y="3012293"/>
                  </a:lnTo>
                  <a:lnTo>
                    <a:pt x="550950" y="3012293"/>
                  </a:lnTo>
                  <a:lnTo>
                    <a:pt x="550300" y="3012293"/>
                  </a:lnTo>
                  <a:lnTo>
                    <a:pt x="549650" y="3012293"/>
                  </a:lnTo>
                  <a:lnTo>
                    <a:pt x="549000" y="3012293"/>
                  </a:lnTo>
                  <a:lnTo>
                    <a:pt x="548350" y="3012293"/>
                  </a:lnTo>
                  <a:lnTo>
                    <a:pt x="547700" y="3012293"/>
                  </a:lnTo>
                  <a:lnTo>
                    <a:pt x="547050" y="3012293"/>
                  </a:lnTo>
                  <a:lnTo>
                    <a:pt x="546400" y="3012293"/>
                  </a:lnTo>
                  <a:lnTo>
                    <a:pt x="545750" y="3012293"/>
                  </a:lnTo>
                  <a:lnTo>
                    <a:pt x="545100" y="3012293"/>
                  </a:lnTo>
                  <a:lnTo>
                    <a:pt x="544450" y="3012293"/>
                  </a:lnTo>
                  <a:lnTo>
                    <a:pt x="543800" y="3012293"/>
                  </a:lnTo>
                  <a:lnTo>
                    <a:pt x="543150" y="3012293"/>
                  </a:lnTo>
                  <a:lnTo>
                    <a:pt x="542501" y="3012293"/>
                  </a:lnTo>
                  <a:lnTo>
                    <a:pt x="541851" y="3012293"/>
                  </a:lnTo>
                  <a:lnTo>
                    <a:pt x="541201" y="3012293"/>
                  </a:lnTo>
                  <a:lnTo>
                    <a:pt x="540551" y="3012293"/>
                  </a:lnTo>
                  <a:lnTo>
                    <a:pt x="539901" y="3012293"/>
                  </a:lnTo>
                  <a:lnTo>
                    <a:pt x="539251" y="3012293"/>
                  </a:lnTo>
                  <a:lnTo>
                    <a:pt x="538601" y="3012293"/>
                  </a:lnTo>
                  <a:lnTo>
                    <a:pt x="537951" y="3012293"/>
                  </a:lnTo>
                  <a:lnTo>
                    <a:pt x="537301" y="3012293"/>
                  </a:lnTo>
                  <a:lnTo>
                    <a:pt x="536651" y="3012293"/>
                  </a:lnTo>
                  <a:lnTo>
                    <a:pt x="536001" y="3012293"/>
                  </a:lnTo>
                  <a:lnTo>
                    <a:pt x="535351" y="3012293"/>
                  </a:lnTo>
                  <a:lnTo>
                    <a:pt x="534701" y="3012293"/>
                  </a:lnTo>
                  <a:lnTo>
                    <a:pt x="534051" y="3012293"/>
                  </a:lnTo>
                  <a:lnTo>
                    <a:pt x="533401" y="3012293"/>
                  </a:lnTo>
                  <a:lnTo>
                    <a:pt x="532751" y="3012293"/>
                  </a:lnTo>
                  <a:lnTo>
                    <a:pt x="532102" y="3012293"/>
                  </a:lnTo>
                  <a:lnTo>
                    <a:pt x="531452" y="3012293"/>
                  </a:lnTo>
                  <a:lnTo>
                    <a:pt x="530802" y="3012293"/>
                  </a:lnTo>
                  <a:lnTo>
                    <a:pt x="530152" y="3012293"/>
                  </a:lnTo>
                  <a:lnTo>
                    <a:pt x="529502" y="3012293"/>
                  </a:lnTo>
                  <a:lnTo>
                    <a:pt x="528852" y="3012293"/>
                  </a:lnTo>
                  <a:lnTo>
                    <a:pt x="528202" y="3012293"/>
                  </a:lnTo>
                  <a:lnTo>
                    <a:pt x="527552" y="3012293"/>
                  </a:lnTo>
                  <a:lnTo>
                    <a:pt x="526902" y="3012293"/>
                  </a:lnTo>
                  <a:lnTo>
                    <a:pt x="526252" y="3012293"/>
                  </a:lnTo>
                  <a:lnTo>
                    <a:pt x="525602" y="3012293"/>
                  </a:lnTo>
                  <a:lnTo>
                    <a:pt x="524952" y="3012293"/>
                  </a:lnTo>
                  <a:lnTo>
                    <a:pt x="524302" y="3012293"/>
                  </a:lnTo>
                  <a:lnTo>
                    <a:pt x="523652" y="3012293"/>
                  </a:lnTo>
                  <a:lnTo>
                    <a:pt x="523002" y="3012293"/>
                  </a:lnTo>
                  <a:lnTo>
                    <a:pt x="522353" y="3012293"/>
                  </a:lnTo>
                  <a:lnTo>
                    <a:pt x="521703" y="3012293"/>
                  </a:lnTo>
                  <a:lnTo>
                    <a:pt x="521053" y="3012293"/>
                  </a:lnTo>
                  <a:lnTo>
                    <a:pt x="520403" y="3012293"/>
                  </a:lnTo>
                  <a:lnTo>
                    <a:pt x="519753" y="3012293"/>
                  </a:lnTo>
                  <a:lnTo>
                    <a:pt x="519103" y="3012293"/>
                  </a:lnTo>
                  <a:lnTo>
                    <a:pt x="518453" y="3012293"/>
                  </a:lnTo>
                  <a:lnTo>
                    <a:pt x="517803" y="3012293"/>
                  </a:lnTo>
                  <a:lnTo>
                    <a:pt x="517153" y="3012293"/>
                  </a:lnTo>
                  <a:lnTo>
                    <a:pt x="516503" y="3012293"/>
                  </a:lnTo>
                  <a:lnTo>
                    <a:pt x="515853" y="3012293"/>
                  </a:lnTo>
                  <a:lnTo>
                    <a:pt x="515203" y="3012293"/>
                  </a:lnTo>
                  <a:lnTo>
                    <a:pt x="514553" y="3012293"/>
                  </a:lnTo>
                  <a:lnTo>
                    <a:pt x="513903" y="3012293"/>
                  </a:lnTo>
                  <a:lnTo>
                    <a:pt x="513253" y="3012293"/>
                  </a:lnTo>
                  <a:lnTo>
                    <a:pt x="512604" y="3012293"/>
                  </a:lnTo>
                  <a:lnTo>
                    <a:pt x="511954" y="3012293"/>
                  </a:lnTo>
                  <a:lnTo>
                    <a:pt x="511304" y="3012293"/>
                  </a:lnTo>
                  <a:lnTo>
                    <a:pt x="510654" y="3012293"/>
                  </a:lnTo>
                  <a:lnTo>
                    <a:pt x="510004" y="3012293"/>
                  </a:lnTo>
                  <a:lnTo>
                    <a:pt x="509354" y="3012293"/>
                  </a:lnTo>
                  <a:lnTo>
                    <a:pt x="508704" y="3012293"/>
                  </a:lnTo>
                  <a:lnTo>
                    <a:pt x="508054" y="3012293"/>
                  </a:lnTo>
                  <a:lnTo>
                    <a:pt x="507404" y="3012293"/>
                  </a:lnTo>
                  <a:lnTo>
                    <a:pt x="506754" y="3012293"/>
                  </a:lnTo>
                  <a:lnTo>
                    <a:pt x="506104" y="3012293"/>
                  </a:lnTo>
                  <a:lnTo>
                    <a:pt x="505454" y="3012293"/>
                  </a:lnTo>
                  <a:lnTo>
                    <a:pt x="504804" y="3012293"/>
                  </a:lnTo>
                  <a:lnTo>
                    <a:pt x="504154" y="3012293"/>
                  </a:lnTo>
                  <a:lnTo>
                    <a:pt x="503504" y="3012293"/>
                  </a:lnTo>
                  <a:lnTo>
                    <a:pt x="502854" y="3012293"/>
                  </a:lnTo>
                  <a:lnTo>
                    <a:pt x="502205" y="3012293"/>
                  </a:lnTo>
                  <a:lnTo>
                    <a:pt x="501555" y="3012293"/>
                  </a:lnTo>
                  <a:lnTo>
                    <a:pt x="500905" y="3012293"/>
                  </a:lnTo>
                  <a:lnTo>
                    <a:pt x="500255" y="3012293"/>
                  </a:lnTo>
                  <a:lnTo>
                    <a:pt x="499605" y="3012293"/>
                  </a:lnTo>
                  <a:lnTo>
                    <a:pt x="498955" y="3012293"/>
                  </a:lnTo>
                  <a:lnTo>
                    <a:pt x="498305" y="3012293"/>
                  </a:lnTo>
                  <a:lnTo>
                    <a:pt x="497655" y="3012293"/>
                  </a:lnTo>
                  <a:lnTo>
                    <a:pt x="497005" y="3012293"/>
                  </a:lnTo>
                  <a:lnTo>
                    <a:pt x="496355" y="3012293"/>
                  </a:lnTo>
                  <a:lnTo>
                    <a:pt x="495705" y="3012293"/>
                  </a:lnTo>
                  <a:lnTo>
                    <a:pt x="495055" y="3012293"/>
                  </a:lnTo>
                  <a:lnTo>
                    <a:pt x="494405" y="3012293"/>
                  </a:lnTo>
                  <a:lnTo>
                    <a:pt x="493755" y="3012293"/>
                  </a:lnTo>
                  <a:lnTo>
                    <a:pt x="493105" y="3012293"/>
                  </a:lnTo>
                  <a:lnTo>
                    <a:pt x="492456" y="3012293"/>
                  </a:lnTo>
                  <a:lnTo>
                    <a:pt x="491806" y="3012293"/>
                  </a:lnTo>
                  <a:lnTo>
                    <a:pt x="491156" y="3012293"/>
                  </a:lnTo>
                  <a:lnTo>
                    <a:pt x="490506" y="3012293"/>
                  </a:lnTo>
                  <a:lnTo>
                    <a:pt x="489856" y="3012293"/>
                  </a:lnTo>
                  <a:lnTo>
                    <a:pt x="489206" y="3012293"/>
                  </a:lnTo>
                  <a:lnTo>
                    <a:pt x="488556" y="3012293"/>
                  </a:lnTo>
                  <a:lnTo>
                    <a:pt x="487906" y="3012293"/>
                  </a:lnTo>
                  <a:lnTo>
                    <a:pt x="487256" y="3012293"/>
                  </a:lnTo>
                  <a:lnTo>
                    <a:pt x="486606" y="3012293"/>
                  </a:lnTo>
                  <a:lnTo>
                    <a:pt x="485956" y="3012293"/>
                  </a:lnTo>
                  <a:lnTo>
                    <a:pt x="485306" y="3012293"/>
                  </a:lnTo>
                  <a:lnTo>
                    <a:pt x="484656" y="3012293"/>
                  </a:lnTo>
                  <a:lnTo>
                    <a:pt x="484006" y="3012293"/>
                  </a:lnTo>
                  <a:lnTo>
                    <a:pt x="483356" y="3012293"/>
                  </a:lnTo>
                  <a:lnTo>
                    <a:pt x="482706" y="3012293"/>
                  </a:lnTo>
                  <a:lnTo>
                    <a:pt x="482057" y="3012293"/>
                  </a:lnTo>
                  <a:lnTo>
                    <a:pt x="481407" y="3012293"/>
                  </a:lnTo>
                  <a:lnTo>
                    <a:pt x="480757" y="3012293"/>
                  </a:lnTo>
                  <a:lnTo>
                    <a:pt x="480107" y="3012293"/>
                  </a:lnTo>
                  <a:lnTo>
                    <a:pt x="479457" y="3012293"/>
                  </a:lnTo>
                  <a:lnTo>
                    <a:pt x="478807" y="3012293"/>
                  </a:lnTo>
                  <a:lnTo>
                    <a:pt x="478157" y="3012293"/>
                  </a:lnTo>
                  <a:lnTo>
                    <a:pt x="477507" y="3012293"/>
                  </a:lnTo>
                  <a:lnTo>
                    <a:pt x="476857" y="3012293"/>
                  </a:lnTo>
                  <a:lnTo>
                    <a:pt x="476207" y="3012293"/>
                  </a:lnTo>
                  <a:lnTo>
                    <a:pt x="475557" y="3012293"/>
                  </a:lnTo>
                  <a:lnTo>
                    <a:pt x="474907" y="3012293"/>
                  </a:lnTo>
                  <a:lnTo>
                    <a:pt x="474257" y="3012293"/>
                  </a:lnTo>
                  <a:lnTo>
                    <a:pt x="473607" y="3012293"/>
                  </a:lnTo>
                  <a:lnTo>
                    <a:pt x="472957" y="3012293"/>
                  </a:lnTo>
                  <a:lnTo>
                    <a:pt x="472308" y="3012293"/>
                  </a:lnTo>
                  <a:lnTo>
                    <a:pt x="471658" y="3012293"/>
                  </a:lnTo>
                  <a:lnTo>
                    <a:pt x="471008" y="3012293"/>
                  </a:lnTo>
                  <a:lnTo>
                    <a:pt x="470358" y="3012293"/>
                  </a:lnTo>
                  <a:lnTo>
                    <a:pt x="469708" y="3012293"/>
                  </a:lnTo>
                  <a:lnTo>
                    <a:pt x="469058" y="3012293"/>
                  </a:lnTo>
                  <a:lnTo>
                    <a:pt x="468408" y="3012293"/>
                  </a:lnTo>
                  <a:lnTo>
                    <a:pt x="467758" y="3012293"/>
                  </a:lnTo>
                  <a:lnTo>
                    <a:pt x="467108" y="3012293"/>
                  </a:lnTo>
                  <a:lnTo>
                    <a:pt x="466458" y="3012293"/>
                  </a:lnTo>
                  <a:lnTo>
                    <a:pt x="465808" y="3012293"/>
                  </a:lnTo>
                  <a:lnTo>
                    <a:pt x="465158" y="3012293"/>
                  </a:lnTo>
                  <a:lnTo>
                    <a:pt x="464508" y="3012293"/>
                  </a:lnTo>
                  <a:lnTo>
                    <a:pt x="463858" y="3012293"/>
                  </a:lnTo>
                  <a:lnTo>
                    <a:pt x="463208" y="3012293"/>
                  </a:lnTo>
                  <a:lnTo>
                    <a:pt x="462558" y="3012293"/>
                  </a:lnTo>
                  <a:lnTo>
                    <a:pt x="461909" y="3012293"/>
                  </a:lnTo>
                  <a:lnTo>
                    <a:pt x="461259" y="3012293"/>
                  </a:lnTo>
                  <a:lnTo>
                    <a:pt x="460609" y="3012293"/>
                  </a:lnTo>
                  <a:lnTo>
                    <a:pt x="459959" y="3012293"/>
                  </a:lnTo>
                  <a:lnTo>
                    <a:pt x="459309" y="3012293"/>
                  </a:lnTo>
                  <a:lnTo>
                    <a:pt x="458659" y="3012293"/>
                  </a:lnTo>
                  <a:lnTo>
                    <a:pt x="458009" y="3012293"/>
                  </a:lnTo>
                  <a:lnTo>
                    <a:pt x="457359" y="3012293"/>
                  </a:lnTo>
                  <a:lnTo>
                    <a:pt x="456709" y="3012293"/>
                  </a:lnTo>
                  <a:lnTo>
                    <a:pt x="456059" y="3012293"/>
                  </a:lnTo>
                  <a:lnTo>
                    <a:pt x="455409" y="3012293"/>
                  </a:lnTo>
                  <a:lnTo>
                    <a:pt x="454759" y="3012293"/>
                  </a:lnTo>
                  <a:lnTo>
                    <a:pt x="454109" y="3012293"/>
                  </a:lnTo>
                  <a:lnTo>
                    <a:pt x="453459" y="3012293"/>
                  </a:lnTo>
                  <a:lnTo>
                    <a:pt x="452809" y="3012293"/>
                  </a:lnTo>
                  <a:lnTo>
                    <a:pt x="452160" y="3012293"/>
                  </a:lnTo>
                  <a:lnTo>
                    <a:pt x="451510" y="3012293"/>
                  </a:lnTo>
                  <a:lnTo>
                    <a:pt x="450860" y="3012293"/>
                  </a:lnTo>
                  <a:lnTo>
                    <a:pt x="450210" y="3012293"/>
                  </a:lnTo>
                  <a:lnTo>
                    <a:pt x="449560" y="3012293"/>
                  </a:lnTo>
                  <a:lnTo>
                    <a:pt x="448910" y="3012293"/>
                  </a:lnTo>
                  <a:lnTo>
                    <a:pt x="448260" y="3012293"/>
                  </a:lnTo>
                  <a:lnTo>
                    <a:pt x="447610" y="3012293"/>
                  </a:lnTo>
                  <a:lnTo>
                    <a:pt x="446960" y="3012293"/>
                  </a:lnTo>
                  <a:lnTo>
                    <a:pt x="446310" y="3012293"/>
                  </a:lnTo>
                  <a:lnTo>
                    <a:pt x="445660" y="3012293"/>
                  </a:lnTo>
                  <a:lnTo>
                    <a:pt x="445010" y="3012293"/>
                  </a:lnTo>
                  <a:lnTo>
                    <a:pt x="444360" y="3012293"/>
                  </a:lnTo>
                  <a:lnTo>
                    <a:pt x="443710" y="3012293"/>
                  </a:lnTo>
                  <a:lnTo>
                    <a:pt x="443060" y="3012293"/>
                  </a:lnTo>
                  <a:lnTo>
                    <a:pt x="442410" y="3012293"/>
                  </a:lnTo>
                  <a:lnTo>
                    <a:pt x="441761" y="3012293"/>
                  </a:lnTo>
                  <a:lnTo>
                    <a:pt x="441111" y="3012293"/>
                  </a:lnTo>
                  <a:lnTo>
                    <a:pt x="440461" y="3012293"/>
                  </a:lnTo>
                  <a:lnTo>
                    <a:pt x="439811" y="3012293"/>
                  </a:lnTo>
                  <a:lnTo>
                    <a:pt x="439161" y="3012293"/>
                  </a:lnTo>
                  <a:lnTo>
                    <a:pt x="438511" y="3012293"/>
                  </a:lnTo>
                  <a:lnTo>
                    <a:pt x="437861" y="3012293"/>
                  </a:lnTo>
                  <a:lnTo>
                    <a:pt x="437211" y="3012293"/>
                  </a:lnTo>
                  <a:lnTo>
                    <a:pt x="436561" y="3012293"/>
                  </a:lnTo>
                  <a:lnTo>
                    <a:pt x="435911" y="3012293"/>
                  </a:lnTo>
                  <a:lnTo>
                    <a:pt x="435261" y="3012293"/>
                  </a:lnTo>
                  <a:lnTo>
                    <a:pt x="434611" y="3012293"/>
                  </a:lnTo>
                  <a:lnTo>
                    <a:pt x="433961" y="3012293"/>
                  </a:lnTo>
                  <a:lnTo>
                    <a:pt x="433311" y="3012293"/>
                  </a:lnTo>
                  <a:lnTo>
                    <a:pt x="432661" y="3012293"/>
                  </a:lnTo>
                  <a:lnTo>
                    <a:pt x="432012" y="3012293"/>
                  </a:lnTo>
                  <a:lnTo>
                    <a:pt x="431362" y="3012293"/>
                  </a:lnTo>
                  <a:lnTo>
                    <a:pt x="430712" y="3012293"/>
                  </a:lnTo>
                  <a:lnTo>
                    <a:pt x="430062" y="3012293"/>
                  </a:lnTo>
                  <a:lnTo>
                    <a:pt x="429412" y="3012293"/>
                  </a:lnTo>
                  <a:lnTo>
                    <a:pt x="428762" y="3012293"/>
                  </a:lnTo>
                  <a:lnTo>
                    <a:pt x="428112" y="3012293"/>
                  </a:lnTo>
                  <a:lnTo>
                    <a:pt x="427462" y="3012293"/>
                  </a:lnTo>
                  <a:lnTo>
                    <a:pt x="426812" y="3012293"/>
                  </a:lnTo>
                  <a:lnTo>
                    <a:pt x="426162" y="3012293"/>
                  </a:lnTo>
                  <a:lnTo>
                    <a:pt x="425512" y="3012293"/>
                  </a:lnTo>
                  <a:lnTo>
                    <a:pt x="424862" y="3012293"/>
                  </a:lnTo>
                  <a:lnTo>
                    <a:pt x="424212" y="3012293"/>
                  </a:lnTo>
                  <a:lnTo>
                    <a:pt x="423562" y="3012293"/>
                  </a:lnTo>
                  <a:lnTo>
                    <a:pt x="422912" y="3012293"/>
                  </a:lnTo>
                  <a:lnTo>
                    <a:pt x="422262" y="3012293"/>
                  </a:lnTo>
                  <a:lnTo>
                    <a:pt x="421613" y="3012293"/>
                  </a:lnTo>
                  <a:lnTo>
                    <a:pt x="420963" y="3012293"/>
                  </a:lnTo>
                  <a:lnTo>
                    <a:pt x="420313" y="3012293"/>
                  </a:lnTo>
                  <a:lnTo>
                    <a:pt x="419663" y="3012293"/>
                  </a:lnTo>
                  <a:lnTo>
                    <a:pt x="419013" y="3012293"/>
                  </a:lnTo>
                  <a:lnTo>
                    <a:pt x="418363" y="3012293"/>
                  </a:lnTo>
                  <a:lnTo>
                    <a:pt x="417713" y="3012293"/>
                  </a:lnTo>
                  <a:lnTo>
                    <a:pt x="417063" y="3012293"/>
                  </a:lnTo>
                  <a:lnTo>
                    <a:pt x="416413" y="3012293"/>
                  </a:lnTo>
                  <a:lnTo>
                    <a:pt x="415763" y="3012293"/>
                  </a:lnTo>
                  <a:lnTo>
                    <a:pt x="415113" y="3012293"/>
                  </a:lnTo>
                  <a:lnTo>
                    <a:pt x="414463" y="3012293"/>
                  </a:lnTo>
                  <a:lnTo>
                    <a:pt x="413813" y="3012293"/>
                  </a:lnTo>
                  <a:lnTo>
                    <a:pt x="413163" y="3012293"/>
                  </a:lnTo>
                  <a:lnTo>
                    <a:pt x="412513" y="3012293"/>
                  </a:lnTo>
                  <a:lnTo>
                    <a:pt x="411864" y="3012293"/>
                  </a:lnTo>
                  <a:lnTo>
                    <a:pt x="411214" y="3012293"/>
                  </a:lnTo>
                  <a:lnTo>
                    <a:pt x="410564" y="3012293"/>
                  </a:lnTo>
                  <a:lnTo>
                    <a:pt x="409914" y="3012293"/>
                  </a:lnTo>
                  <a:lnTo>
                    <a:pt x="409264" y="3012293"/>
                  </a:lnTo>
                  <a:lnTo>
                    <a:pt x="408614" y="3012293"/>
                  </a:lnTo>
                  <a:lnTo>
                    <a:pt x="407964" y="3012293"/>
                  </a:lnTo>
                  <a:lnTo>
                    <a:pt x="407314" y="3012293"/>
                  </a:lnTo>
                  <a:lnTo>
                    <a:pt x="406664" y="3012293"/>
                  </a:lnTo>
                  <a:lnTo>
                    <a:pt x="406014" y="3012293"/>
                  </a:lnTo>
                  <a:lnTo>
                    <a:pt x="405364" y="3012293"/>
                  </a:lnTo>
                  <a:lnTo>
                    <a:pt x="404714" y="3012293"/>
                  </a:lnTo>
                  <a:lnTo>
                    <a:pt x="404064" y="3012293"/>
                  </a:lnTo>
                  <a:lnTo>
                    <a:pt x="403414" y="3012293"/>
                  </a:lnTo>
                  <a:lnTo>
                    <a:pt x="402764" y="3012293"/>
                  </a:lnTo>
                  <a:lnTo>
                    <a:pt x="402114" y="3012293"/>
                  </a:lnTo>
                  <a:lnTo>
                    <a:pt x="401465" y="3012293"/>
                  </a:lnTo>
                  <a:lnTo>
                    <a:pt x="400815" y="3012293"/>
                  </a:lnTo>
                  <a:lnTo>
                    <a:pt x="400165" y="3012293"/>
                  </a:lnTo>
                  <a:lnTo>
                    <a:pt x="399515" y="3012293"/>
                  </a:lnTo>
                  <a:lnTo>
                    <a:pt x="398865" y="3012293"/>
                  </a:lnTo>
                  <a:lnTo>
                    <a:pt x="398215" y="3012293"/>
                  </a:lnTo>
                  <a:lnTo>
                    <a:pt x="397565" y="3012293"/>
                  </a:lnTo>
                  <a:lnTo>
                    <a:pt x="396915" y="3012293"/>
                  </a:lnTo>
                  <a:lnTo>
                    <a:pt x="396265" y="3012293"/>
                  </a:lnTo>
                  <a:lnTo>
                    <a:pt x="395615" y="3012293"/>
                  </a:lnTo>
                  <a:lnTo>
                    <a:pt x="394965" y="3012293"/>
                  </a:lnTo>
                  <a:lnTo>
                    <a:pt x="394315" y="3012293"/>
                  </a:lnTo>
                  <a:lnTo>
                    <a:pt x="393665" y="3012293"/>
                  </a:lnTo>
                  <a:lnTo>
                    <a:pt x="393015" y="3012293"/>
                  </a:lnTo>
                  <a:lnTo>
                    <a:pt x="392365" y="3012293"/>
                  </a:lnTo>
                  <a:lnTo>
                    <a:pt x="391716" y="3012293"/>
                  </a:lnTo>
                  <a:lnTo>
                    <a:pt x="391066" y="3012293"/>
                  </a:lnTo>
                  <a:lnTo>
                    <a:pt x="390416" y="3012293"/>
                  </a:lnTo>
                  <a:lnTo>
                    <a:pt x="389766" y="3012293"/>
                  </a:lnTo>
                  <a:lnTo>
                    <a:pt x="389116" y="3012293"/>
                  </a:lnTo>
                  <a:lnTo>
                    <a:pt x="388466" y="3012293"/>
                  </a:lnTo>
                  <a:lnTo>
                    <a:pt x="387816" y="3012293"/>
                  </a:lnTo>
                  <a:lnTo>
                    <a:pt x="387166" y="3012293"/>
                  </a:lnTo>
                  <a:lnTo>
                    <a:pt x="386516" y="3012293"/>
                  </a:lnTo>
                  <a:lnTo>
                    <a:pt x="385866" y="3012293"/>
                  </a:lnTo>
                  <a:lnTo>
                    <a:pt x="385216" y="3012293"/>
                  </a:lnTo>
                  <a:lnTo>
                    <a:pt x="384566" y="3012293"/>
                  </a:lnTo>
                  <a:lnTo>
                    <a:pt x="383916" y="3012293"/>
                  </a:lnTo>
                  <a:lnTo>
                    <a:pt x="383266" y="3012293"/>
                  </a:lnTo>
                  <a:lnTo>
                    <a:pt x="382616" y="3012293"/>
                  </a:lnTo>
                  <a:lnTo>
                    <a:pt x="381966" y="3012293"/>
                  </a:lnTo>
                  <a:lnTo>
                    <a:pt x="381317" y="3012293"/>
                  </a:lnTo>
                  <a:lnTo>
                    <a:pt x="380667" y="3012293"/>
                  </a:lnTo>
                  <a:lnTo>
                    <a:pt x="380017" y="3012293"/>
                  </a:lnTo>
                  <a:lnTo>
                    <a:pt x="379367" y="3012293"/>
                  </a:lnTo>
                  <a:lnTo>
                    <a:pt x="378717" y="3012293"/>
                  </a:lnTo>
                  <a:lnTo>
                    <a:pt x="378067" y="3012293"/>
                  </a:lnTo>
                  <a:lnTo>
                    <a:pt x="377417" y="3012293"/>
                  </a:lnTo>
                  <a:lnTo>
                    <a:pt x="376767" y="3012293"/>
                  </a:lnTo>
                  <a:lnTo>
                    <a:pt x="376117" y="3012293"/>
                  </a:lnTo>
                  <a:lnTo>
                    <a:pt x="375467" y="3012293"/>
                  </a:lnTo>
                  <a:lnTo>
                    <a:pt x="374817" y="3012293"/>
                  </a:lnTo>
                  <a:lnTo>
                    <a:pt x="374167" y="3012293"/>
                  </a:lnTo>
                  <a:lnTo>
                    <a:pt x="373517" y="3012293"/>
                  </a:lnTo>
                  <a:lnTo>
                    <a:pt x="372867" y="3012293"/>
                  </a:lnTo>
                  <a:lnTo>
                    <a:pt x="372217" y="3012293"/>
                  </a:lnTo>
                  <a:lnTo>
                    <a:pt x="371568" y="3012293"/>
                  </a:lnTo>
                  <a:lnTo>
                    <a:pt x="370918" y="3012293"/>
                  </a:lnTo>
                  <a:lnTo>
                    <a:pt x="370268" y="3012293"/>
                  </a:lnTo>
                  <a:lnTo>
                    <a:pt x="369618" y="3012293"/>
                  </a:lnTo>
                  <a:lnTo>
                    <a:pt x="368968" y="3012293"/>
                  </a:lnTo>
                  <a:lnTo>
                    <a:pt x="368318" y="3012293"/>
                  </a:lnTo>
                  <a:lnTo>
                    <a:pt x="367668" y="3012293"/>
                  </a:lnTo>
                  <a:lnTo>
                    <a:pt x="367018" y="3012293"/>
                  </a:lnTo>
                  <a:lnTo>
                    <a:pt x="366368" y="3012293"/>
                  </a:lnTo>
                  <a:lnTo>
                    <a:pt x="365718" y="3012293"/>
                  </a:lnTo>
                  <a:lnTo>
                    <a:pt x="365068" y="3012293"/>
                  </a:lnTo>
                  <a:lnTo>
                    <a:pt x="364418" y="3012293"/>
                  </a:lnTo>
                  <a:lnTo>
                    <a:pt x="363768" y="3012293"/>
                  </a:lnTo>
                  <a:lnTo>
                    <a:pt x="363118" y="3012293"/>
                  </a:lnTo>
                  <a:lnTo>
                    <a:pt x="362468" y="3012293"/>
                  </a:lnTo>
                  <a:lnTo>
                    <a:pt x="361819" y="3012293"/>
                  </a:lnTo>
                  <a:lnTo>
                    <a:pt x="361169" y="3012293"/>
                  </a:lnTo>
                  <a:lnTo>
                    <a:pt x="360519" y="3012293"/>
                  </a:lnTo>
                  <a:lnTo>
                    <a:pt x="359869" y="3012293"/>
                  </a:lnTo>
                  <a:lnTo>
                    <a:pt x="359219" y="3012293"/>
                  </a:lnTo>
                  <a:lnTo>
                    <a:pt x="358569" y="3012293"/>
                  </a:lnTo>
                  <a:lnTo>
                    <a:pt x="357919" y="3012293"/>
                  </a:lnTo>
                  <a:lnTo>
                    <a:pt x="357269" y="3012293"/>
                  </a:lnTo>
                  <a:lnTo>
                    <a:pt x="356619" y="3012293"/>
                  </a:lnTo>
                  <a:lnTo>
                    <a:pt x="355969" y="3012293"/>
                  </a:lnTo>
                  <a:lnTo>
                    <a:pt x="355319" y="3012293"/>
                  </a:lnTo>
                  <a:lnTo>
                    <a:pt x="354669" y="3012293"/>
                  </a:lnTo>
                  <a:lnTo>
                    <a:pt x="354019" y="3012293"/>
                  </a:lnTo>
                  <a:lnTo>
                    <a:pt x="353369" y="3012293"/>
                  </a:lnTo>
                  <a:lnTo>
                    <a:pt x="352719" y="3012293"/>
                  </a:lnTo>
                  <a:lnTo>
                    <a:pt x="352069" y="3012293"/>
                  </a:lnTo>
                  <a:lnTo>
                    <a:pt x="351420" y="3012293"/>
                  </a:lnTo>
                  <a:lnTo>
                    <a:pt x="350770" y="3012293"/>
                  </a:lnTo>
                  <a:lnTo>
                    <a:pt x="350120" y="3012293"/>
                  </a:lnTo>
                  <a:lnTo>
                    <a:pt x="349470" y="3012293"/>
                  </a:lnTo>
                  <a:lnTo>
                    <a:pt x="348820" y="3012293"/>
                  </a:lnTo>
                  <a:lnTo>
                    <a:pt x="348170" y="3012293"/>
                  </a:lnTo>
                  <a:lnTo>
                    <a:pt x="347520" y="3012293"/>
                  </a:lnTo>
                  <a:lnTo>
                    <a:pt x="346870" y="3012293"/>
                  </a:lnTo>
                  <a:lnTo>
                    <a:pt x="346220" y="3012293"/>
                  </a:lnTo>
                  <a:lnTo>
                    <a:pt x="345570" y="3012293"/>
                  </a:lnTo>
                  <a:lnTo>
                    <a:pt x="344920" y="3012293"/>
                  </a:lnTo>
                  <a:lnTo>
                    <a:pt x="344270" y="3012293"/>
                  </a:lnTo>
                  <a:lnTo>
                    <a:pt x="343620" y="3012293"/>
                  </a:lnTo>
                  <a:lnTo>
                    <a:pt x="342970" y="3012293"/>
                  </a:lnTo>
                  <a:lnTo>
                    <a:pt x="342320" y="3012293"/>
                  </a:lnTo>
                  <a:lnTo>
                    <a:pt x="341671" y="3012293"/>
                  </a:lnTo>
                  <a:lnTo>
                    <a:pt x="341021" y="3012293"/>
                  </a:lnTo>
                  <a:lnTo>
                    <a:pt x="340371" y="3012293"/>
                  </a:lnTo>
                  <a:lnTo>
                    <a:pt x="339721" y="3012293"/>
                  </a:lnTo>
                  <a:lnTo>
                    <a:pt x="339071" y="3012293"/>
                  </a:lnTo>
                  <a:lnTo>
                    <a:pt x="338421" y="3012293"/>
                  </a:lnTo>
                  <a:lnTo>
                    <a:pt x="337771" y="3012293"/>
                  </a:lnTo>
                  <a:lnTo>
                    <a:pt x="337121" y="3012293"/>
                  </a:lnTo>
                  <a:lnTo>
                    <a:pt x="336471" y="3012293"/>
                  </a:lnTo>
                  <a:lnTo>
                    <a:pt x="335821" y="3012293"/>
                  </a:lnTo>
                  <a:lnTo>
                    <a:pt x="335171" y="3012293"/>
                  </a:lnTo>
                  <a:lnTo>
                    <a:pt x="334521" y="3012293"/>
                  </a:lnTo>
                  <a:lnTo>
                    <a:pt x="333871" y="3012293"/>
                  </a:lnTo>
                  <a:lnTo>
                    <a:pt x="333221" y="3012293"/>
                  </a:lnTo>
                  <a:lnTo>
                    <a:pt x="332571" y="3012293"/>
                  </a:lnTo>
                  <a:lnTo>
                    <a:pt x="331921" y="3012293"/>
                  </a:lnTo>
                  <a:lnTo>
                    <a:pt x="331272" y="3012293"/>
                  </a:lnTo>
                  <a:lnTo>
                    <a:pt x="330622" y="3012293"/>
                  </a:lnTo>
                  <a:lnTo>
                    <a:pt x="329972" y="3012293"/>
                  </a:lnTo>
                  <a:lnTo>
                    <a:pt x="329322" y="3012293"/>
                  </a:lnTo>
                  <a:lnTo>
                    <a:pt x="328672" y="3012293"/>
                  </a:lnTo>
                  <a:lnTo>
                    <a:pt x="328022" y="3012293"/>
                  </a:lnTo>
                  <a:lnTo>
                    <a:pt x="327372" y="3012293"/>
                  </a:lnTo>
                  <a:lnTo>
                    <a:pt x="326722" y="3012293"/>
                  </a:lnTo>
                  <a:lnTo>
                    <a:pt x="326072" y="3012293"/>
                  </a:lnTo>
                  <a:lnTo>
                    <a:pt x="325422" y="3012293"/>
                  </a:lnTo>
                  <a:lnTo>
                    <a:pt x="324772" y="3012293"/>
                  </a:lnTo>
                  <a:lnTo>
                    <a:pt x="324122" y="3012293"/>
                  </a:lnTo>
                  <a:lnTo>
                    <a:pt x="323472" y="3012293"/>
                  </a:lnTo>
                  <a:lnTo>
                    <a:pt x="322822" y="3012293"/>
                  </a:lnTo>
                  <a:lnTo>
                    <a:pt x="322172" y="3012293"/>
                  </a:lnTo>
                  <a:lnTo>
                    <a:pt x="321523" y="3012293"/>
                  </a:lnTo>
                  <a:lnTo>
                    <a:pt x="320873" y="3012293"/>
                  </a:lnTo>
                  <a:lnTo>
                    <a:pt x="320223" y="3012293"/>
                  </a:lnTo>
                  <a:lnTo>
                    <a:pt x="319573" y="3012293"/>
                  </a:lnTo>
                  <a:lnTo>
                    <a:pt x="318923" y="3012293"/>
                  </a:lnTo>
                  <a:lnTo>
                    <a:pt x="318273" y="3012293"/>
                  </a:lnTo>
                  <a:lnTo>
                    <a:pt x="317623" y="3012293"/>
                  </a:lnTo>
                  <a:lnTo>
                    <a:pt x="316973" y="3012293"/>
                  </a:lnTo>
                  <a:lnTo>
                    <a:pt x="316323" y="3012293"/>
                  </a:lnTo>
                  <a:lnTo>
                    <a:pt x="315673" y="3012293"/>
                  </a:lnTo>
                  <a:lnTo>
                    <a:pt x="315023" y="3012293"/>
                  </a:lnTo>
                  <a:lnTo>
                    <a:pt x="314373" y="3012293"/>
                  </a:lnTo>
                  <a:lnTo>
                    <a:pt x="313723" y="3012293"/>
                  </a:lnTo>
                  <a:lnTo>
                    <a:pt x="313073" y="3012293"/>
                  </a:lnTo>
                  <a:lnTo>
                    <a:pt x="312423" y="3012293"/>
                  </a:lnTo>
                  <a:lnTo>
                    <a:pt x="311773" y="3012293"/>
                  </a:lnTo>
                  <a:lnTo>
                    <a:pt x="311124" y="3012293"/>
                  </a:lnTo>
                  <a:lnTo>
                    <a:pt x="310474" y="3012293"/>
                  </a:lnTo>
                  <a:lnTo>
                    <a:pt x="309824" y="3012293"/>
                  </a:lnTo>
                  <a:lnTo>
                    <a:pt x="309174" y="3012293"/>
                  </a:lnTo>
                  <a:lnTo>
                    <a:pt x="308524" y="3012293"/>
                  </a:lnTo>
                  <a:lnTo>
                    <a:pt x="307874" y="3012293"/>
                  </a:lnTo>
                  <a:lnTo>
                    <a:pt x="307224" y="3012293"/>
                  </a:lnTo>
                  <a:lnTo>
                    <a:pt x="306574" y="3012293"/>
                  </a:lnTo>
                  <a:lnTo>
                    <a:pt x="305924" y="3012293"/>
                  </a:lnTo>
                  <a:lnTo>
                    <a:pt x="305274" y="3012293"/>
                  </a:lnTo>
                  <a:lnTo>
                    <a:pt x="304624" y="3012293"/>
                  </a:lnTo>
                  <a:lnTo>
                    <a:pt x="303974" y="3012293"/>
                  </a:lnTo>
                  <a:lnTo>
                    <a:pt x="303324" y="3012293"/>
                  </a:lnTo>
                  <a:lnTo>
                    <a:pt x="302674" y="3012293"/>
                  </a:lnTo>
                  <a:lnTo>
                    <a:pt x="302024" y="3012293"/>
                  </a:lnTo>
                  <a:lnTo>
                    <a:pt x="301375" y="3012293"/>
                  </a:lnTo>
                  <a:lnTo>
                    <a:pt x="300725" y="3012293"/>
                  </a:lnTo>
                  <a:lnTo>
                    <a:pt x="300075" y="3012293"/>
                  </a:lnTo>
                  <a:lnTo>
                    <a:pt x="299425" y="3012293"/>
                  </a:lnTo>
                  <a:lnTo>
                    <a:pt x="298775" y="3012293"/>
                  </a:lnTo>
                  <a:lnTo>
                    <a:pt x="298125" y="3012293"/>
                  </a:lnTo>
                  <a:lnTo>
                    <a:pt x="297475" y="3012293"/>
                  </a:lnTo>
                  <a:lnTo>
                    <a:pt x="296825" y="3012293"/>
                  </a:lnTo>
                  <a:lnTo>
                    <a:pt x="296175" y="3012293"/>
                  </a:lnTo>
                  <a:lnTo>
                    <a:pt x="295525" y="3012293"/>
                  </a:lnTo>
                  <a:lnTo>
                    <a:pt x="294875" y="3012293"/>
                  </a:lnTo>
                  <a:lnTo>
                    <a:pt x="294225" y="3012293"/>
                  </a:lnTo>
                  <a:lnTo>
                    <a:pt x="293575" y="3012293"/>
                  </a:lnTo>
                  <a:lnTo>
                    <a:pt x="292925" y="3012293"/>
                  </a:lnTo>
                  <a:lnTo>
                    <a:pt x="292275" y="3012293"/>
                  </a:lnTo>
                  <a:lnTo>
                    <a:pt x="291625" y="3012293"/>
                  </a:lnTo>
                  <a:lnTo>
                    <a:pt x="290976" y="3012293"/>
                  </a:lnTo>
                  <a:lnTo>
                    <a:pt x="290326" y="3012293"/>
                  </a:lnTo>
                  <a:lnTo>
                    <a:pt x="289676" y="3012293"/>
                  </a:lnTo>
                  <a:lnTo>
                    <a:pt x="289026" y="3012293"/>
                  </a:lnTo>
                  <a:lnTo>
                    <a:pt x="288376" y="3012293"/>
                  </a:lnTo>
                  <a:lnTo>
                    <a:pt x="287726" y="3012293"/>
                  </a:lnTo>
                  <a:lnTo>
                    <a:pt x="287076" y="3012293"/>
                  </a:lnTo>
                  <a:lnTo>
                    <a:pt x="286426" y="3012293"/>
                  </a:lnTo>
                  <a:lnTo>
                    <a:pt x="285776" y="3012293"/>
                  </a:lnTo>
                  <a:lnTo>
                    <a:pt x="285126" y="3012293"/>
                  </a:lnTo>
                  <a:lnTo>
                    <a:pt x="284476" y="3012293"/>
                  </a:lnTo>
                  <a:lnTo>
                    <a:pt x="283826" y="3012293"/>
                  </a:lnTo>
                  <a:lnTo>
                    <a:pt x="283176" y="3012293"/>
                  </a:lnTo>
                  <a:lnTo>
                    <a:pt x="282526" y="3012293"/>
                  </a:lnTo>
                  <a:lnTo>
                    <a:pt x="281876" y="3012293"/>
                  </a:lnTo>
                  <a:lnTo>
                    <a:pt x="281227" y="3012293"/>
                  </a:lnTo>
                  <a:lnTo>
                    <a:pt x="280577" y="3012293"/>
                  </a:lnTo>
                  <a:lnTo>
                    <a:pt x="279927" y="3012293"/>
                  </a:lnTo>
                  <a:lnTo>
                    <a:pt x="279277" y="3012293"/>
                  </a:lnTo>
                  <a:lnTo>
                    <a:pt x="278627" y="3012293"/>
                  </a:lnTo>
                  <a:lnTo>
                    <a:pt x="277977" y="3012293"/>
                  </a:lnTo>
                  <a:lnTo>
                    <a:pt x="277327" y="3012293"/>
                  </a:lnTo>
                  <a:lnTo>
                    <a:pt x="276677" y="3012293"/>
                  </a:lnTo>
                  <a:lnTo>
                    <a:pt x="276027" y="3012293"/>
                  </a:lnTo>
                  <a:lnTo>
                    <a:pt x="275377" y="3012293"/>
                  </a:lnTo>
                  <a:lnTo>
                    <a:pt x="274727" y="3012293"/>
                  </a:lnTo>
                  <a:lnTo>
                    <a:pt x="274077" y="3012293"/>
                  </a:lnTo>
                  <a:lnTo>
                    <a:pt x="273427" y="3012293"/>
                  </a:lnTo>
                  <a:lnTo>
                    <a:pt x="272777" y="3012293"/>
                  </a:lnTo>
                  <a:lnTo>
                    <a:pt x="272127" y="3012293"/>
                  </a:lnTo>
                  <a:lnTo>
                    <a:pt x="271477" y="3012293"/>
                  </a:lnTo>
                  <a:lnTo>
                    <a:pt x="270828" y="3012293"/>
                  </a:lnTo>
                  <a:lnTo>
                    <a:pt x="270178" y="3012293"/>
                  </a:lnTo>
                  <a:lnTo>
                    <a:pt x="269528" y="3012293"/>
                  </a:lnTo>
                  <a:lnTo>
                    <a:pt x="268878" y="3012293"/>
                  </a:lnTo>
                  <a:lnTo>
                    <a:pt x="268228" y="3012293"/>
                  </a:lnTo>
                  <a:lnTo>
                    <a:pt x="267578" y="3012293"/>
                  </a:lnTo>
                  <a:lnTo>
                    <a:pt x="266928" y="3012293"/>
                  </a:lnTo>
                  <a:lnTo>
                    <a:pt x="266278" y="3012293"/>
                  </a:lnTo>
                  <a:lnTo>
                    <a:pt x="265628" y="3012293"/>
                  </a:lnTo>
                  <a:lnTo>
                    <a:pt x="264978" y="3012293"/>
                  </a:lnTo>
                  <a:lnTo>
                    <a:pt x="264328" y="3012293"/>
                  </a:lnTo>
                  <a:lnTo>
                    <a:pt x="263678" y="3012293"/>
                  </a:lnTo>
                  <a:lnTo>
                    <a:pt x="263028" y="3012293"/>
                  </a:lnTo>
                  <a:lnTo>
                    <a:pt x="262378" y="3012293"/>
                  </a:lnTo>
                  <a:lnTo>
                    <a:pt x="261728" y="3012293"/>
                  </a:lnTo>
                  <a:lnTo>
                    <a:pt x="261079" y="3012293"/>
                  </a:lnTo>
                  <a:lnTo>
                    <a:pt x="260429" y="3012293"/>
                  </a:lnTo>
                  <a:lnTo>
                    <a:pt x="259779" y="3012293"/>
                  </a:lnTo>
                  <a:lnTo>
                    <a:pt x="259129" y="3012293"/>
                  </a:lnTo>
                  <a:lnTo>
                    <a:pt x="258479" y="3012293"/>
                  </a:lnTo>
                  <a:lnTo>
                    <a:pt x="257829" y="3012293"/>
                  </a:lnTo>
                  <a:lnTo>
                    <a:pt x="257179" y="3012293"/>
                  </a:lnTo>
                  <a:lnTo>
                    <a:pt x="256529" y="3012293"/>
                  </a:lnTo>
                  <a:lnTo>
                    <a:pt x="255879" y="3012293"/>
                  </a:lnTo>
                  <a:lnTo>
                    <a:pt x="255229" y="3012293"/>
                  </a:lnTo>
                  <a:lnTo>
                    <a:pt x="254579" y="3012293"/>
                  </a:lnTo>
                  <a:lnTo>
                    <a:pt x="253929" y="3012293"/>
                  </a:lnTo>
                  <a:lnTo>
                    <a:pt x="253279" y="3012293"/>
                  </a:lnTo>
                  <a:lnTo>
                    <a:pt x="252629" y="3012293"/>
                  </a:lnTo>
                  <a:lnTo>
                    <a:pt x="251979" y="3012293"/>
                  </a:lnTo>
                  <a:lnTo>
                    <a:pt x="251329" y="3012293"/>
                  </a:lnTo>
                  <a:lnTo>
                    <a:pt x="250680" y="3012293"/>
                  </a:lnTo>
                  <a:lnTo>
                    <a:pt x="250030" y="3012293"/>
                  </a:lnTo>
                  <a:lnTo>
                    <a:pt x="249380" y="3012293"/>
                  </a:lnTo>
                  <a:lnTo>
                    <a:pt x="248730" y="3012293"/>
                  </a:lnTo>
                  <a:lnTo>
                    <a:pt x="248080" y="3012293"/>
                  </a:lnTo>
                  <a:lnTo>
                    <a:pt x="247430" y="3012293"/>
                  </a:lnTo>
                  <a:lnTo>
                    <a:pt x="246780" y="3012293"/>
                  </a:lnTo>
                  <a:lnTo>
                    <a:pt x="246130" y="3012293"/>
                  </a:lnTo>
                  <a:lnTo>
                    <a:pt x="245480" y="3012293"/>
                  </a:lnTo>
                  <a:lnTo>
                    <a:pt x="244830" y="3012293"/>
                  </a:lnTo>
                  <a:lnTo>
                    <a:pt x="244180" y="3012293"/>
                  </a:lnTo>
                  <a:lnTo>
                    <a:pt x="243530" y="3012293"/>
                  </a:lnTo>
                  <a:lnTo>
                    <a:pt x="242880" y="3012293"/>
                  </a:lnTo>
                  <a:lnTo>
                    <a:pt x="242230" y="3012293"/>
                  </a:lnTo>
                  <a:lnTo>
                    <a:pt x="241580" y="3012293"/>
                  </a:lnTo>
                  <a:lnTo>
                    <a:pt x="240931" y="3012293"/>
                  </a:lnTo>
                  <a:lnTo>
                    <a:pt x="240281" y="3012293"/>
                  </a:lnTo>
                  <a:lnTo>
                    <a:pt x="239631" y="3012293"/>
                  </a:lnTo>
                  <a:lnTo>
                    <a:pt x="238981" y="3012293"/>
                  </a:lnTo>
                  <a:lnTo>
                    <a:pt x="238331" y="3012293"/>
                  </a:lnTo>
                  <a:lnTo>
                    <a:pt x="237681" y="3012293"/>
                  </a:lnTo>
                  <a:lnTo>
                    <a:pt x="237031" y="3012293"/>
                  </a:lnTo>
                  <a:lnTo>
                    <a:pt x="236381" y="3012293"/>
                  </a:lnTo>
                  <a:lnTo>
                    <a:pt x="235731" y="3012293"/>
                  </a:lnTo>
                  <a:lnTo>
                    <a:pt x="235081" y="3012293"/>
                  </a:lnTo>
                  <a:lnTo>
                    <a:pt x="234431" y="3012293"/>
                  </a:lnTo>
                  <a:lnTo>
                    <a:pt x="233781" y="3012293"/>
                  </a:lnTo>
                  <a:lnTo>
                    <a:pt x="233131" y="3012293"/>
                  </a:lnTo>
                  <a:lnTo>
                    <a:pt x="232481" y="3012293"/>
                  </a:lnTo>
                  <a:lnTo>
                    <a:pt x="231831" y="3012293"/>
                  </a:lnTo>
                  <a:lnTo>
                    <a:pt x="231182" y="3012293"/>
                  </a:lnTo>
                  <a:lnTo>
                    <a:pt x="230532" y="3012293"/>
                  </a:lnTo>
                  <a:lnTo>
                    <a:pt x="229882" y="3012293"/>
                  </a:lnTo>
                  <a:lnTo>
                    <a:pt x="229232" y="3012293"/>
                  </a:lnTo>
                  <a:lnTo>
                    <a:pt x="228582" y="3012293"/>
                  </a:lnTo>
                  <a:lnTo>
                    <a:pt x="227932" y="3012293"/>
                  </a:lnTo>
                  <a:lnTo>
                    <a:pt x="227282" y="3012293"/>
                  </a:lnTo>
                  <a:lnTo>
                    <a:pt x="226632" y="3012293"/>
                  </a:lnTo>
                  <a:lnTo>
                    <a:pt x="225982" y="3012293"/>
                  </a:lnTo>
                  <a:lnTo>
                    <a:pt x="225332" y="3012293"/>
                  </a:lnTo>
                  <a:lnTo>
                    <a:pt x="224682" y="3012293"/>
                  </a:lnTo>
                  <a:lnTo>
                    <a:pt x="224032" y="3012293"/>
                  </a:lnTo>
                  <a:lnTo>
                    <a:pt x="223382" y="3012293"/>
                  </a:lnTo>
                  <a:lnTo>
                    <a:pt x="222732" y="3012293"/>
                  </a:lnTo>
                  <a:lnTo>
                    <a:pt x="222082" y="3012293"/>
                  </a:lnTo>
                  <a:lnTo>
                    <a:pt x="221432" y="3012293"/>
                  </a:lnTo>
                  <a:lnTo>
                    <a:pt x="220783" y="3012293"/>
                  </a:lnTo>
                  <a:lnTo>
                    <a:pt x="220133" y="3012293"/>
                  </a:lnTo>
                  <a:lnTo>
                    <a:pt x="219483" y="3012293"/>
                  </a:lnTo>
                  <a:lnTo>
                    <a:pt x="218833" y="3012293"/>
                  </a:lnTo>
                  <a:lnTo>
                    <a:pt x="218183" y="3012293"/>
                  </a:lnTo>
                  <a:lnTo>
                    <a:pt x="217533" y="3012293"/>
                  </a:lnTo>
                  <a:lnTo>
                    <a:pt x="216883" y="3012293"/>
                  </a:lnTo>
                  <a:lnTo>
                    <a:pt x="216233" y="3012293"/>
                  </a:lnTo>
                  <a:lnTo>
                    <a:pt x="215583" y="3012293"/>
                  </a:lnTo>
                  <a:lnTo>
                    <a:pt x="214933" y="3012293"/>
                  </a:lnTo>
                  <a:lnTo>
                    <a:pt x="214283" y="3012293"/>
                  </a:lnTo>
                  <a:lnTo>
                    <a:pt x="213633" y="3012293"/>
                  </a:lnTo>
                  <a:lnTo>
                    <a:pt x="212983" y="3012293"/>
                  </a:lnTo>
                  <a:lnTo>
                    <a:pt x="212333" y="3012293"/>
                  </a:lnTo>
                  <a:lnTo>
                    <a:pt x="211683" y="3012293"/>
                  </a:lnTo>
                  <a:lnTo>
                    <a:pt x="211034" y="3012293"/>
                  </a:lnTo>
                  <a:lnTo>
                    <a:pt x="210384" y="3012293"/>
                  </a:lnTo>
                  <a:lnTo>
                    <a:pt x="209734" y="3012293"/>
                  </a:lnTo>
                  <a:lnTo>
                    <a:pt x="209084" y="3012293"/>
                  </a:lnTo>
                  <a:lnTo>
                    <a:pt x="208434" y="3012293"/>
                  </a:lnTo>
                  <a:lnTo>
                    <a:pt x="207784" y="3012293"/>
                  </a:lnTo>
                  <a:lnTo>
                    <a:pt x="207134" y="3012293"/>
                  </a:lnTo>
                  <a:lnTo>
                    <a:pt x="206484" y="3012293"/>
                  </a:lnTo>
                  <a:lnTo>
                    <a:pt x="205834" y="3012293"/>
                  </a:lnTo>
                  <a:lnTo>
                    <a:pt x="205184" y="3012293"/>
                  </a:lnTo>
                  <a:lnTo>
                    <a:pt x="204534" y="3012293"/>
                  </a:lnTo>
                  <a:lnTo>
                    <a:pt x="203884" y="3012293"/>
                  </a:lnTo>
                  <a:lnTo>
                    <a:pt x="203234" y="3012293"/>
                  </a:lnTo>
                  <a:lnTo>
                    <a:pt x="202584" y="3012293"/>
                  </a:lnTo>
                  <a:lnTo>
                    <a:pt x="201934" y="3012293"/>
                  </a:lnTo>
                  <a:lnTo>
                    <a:pt x="201284" y="3012293"/>
                  </a:lnTo>
                  <a:lnTo>
                    <a:pt x="200635" y="3012293"/>
                  </a:lnTo>
                  <a:lnTo>
                    <a:pt x="199985" y="3012293"/>
                  </a:lnTo>
                  <a:lnTo>
                    <a:pt x="199335" y="3012293"/>
                  </a:lnTo>
                  <a:lnTo>
                    <a:pt x="198685" y="3012293"/>
                  </a:lnTo>
                  <a:lnTo>
                    <a:pt x="198035" y="3012293"/>
                  </a:lnTo>
                  <a:lnTo>
                    <a:pt x="197385" y="3012293"/>
                  </a:lnTo>
                  <a:lnTo>
                    <a:pt x="196735" y="3012293"/>
                  </a:lnTo>
                  <a:lnTo>
                    <a:pt x="196085" y="3012293"/>
                  </a:lnTo>
                  <a:lnTo>
                    <a:pt x="195435" y="3012293"/>
                  </a:lnTo>
                  <a:lnTo>
                    <a:pt x="194785" y="3012293"/>
                  </a:lnTo>
                  <a:lnTo>
                    <a:pt x="194135" y="3012293"/>
                  </a:lnTo>
                  <a:lnTo>
                    <a:pt x="193485" y="3012293"/>
                  </a:lnTo>
                  <a:lnTo>
                    <a:pt x="192835" y="3012293"/>
                  </a:lnTo>
                  <a:lnTo>
                    <a:pt x="192185" y="3012293"/>
                  </a:lnTo>
                  <a:lnTo>
                    <a:pt x="191535" y="3012293"/>
                  </a:lnTo>
                  <a:lnTo>
                    <a:pt x="190886" y="3012293"/>
                  </a:lnTo>
                  <a:lnTo>
                    <a:pt x="190236" y="3012293"/>
                  </a:lnTo>
                  <a:lnTo>
                    <a:pt x="189586" y="3012293"/>
                  </a:lnTo>
                  <a:lnTo>
                    <a:pt x="188936" y="3012293"/>
                  </a:lnTo>
                  <a:lnTo>
                    <a:pt x="188286" y="3012293"/>
                  </a:lnTo>
                  <a:lnTo>
                    <a:pt x="187636" y="3012293"/>
                  </a:lnTo>
                  <a:lnTo>
                    <a:pt x="186986" y="3012293"/>
                  </a:lnTo>
                  <a:lnTo>
                    <a:pt x="186336" y="3012293"/>
                  </a:lnTo>
                  <a:lnTo>
                    <a:pt x="185686" y="3012293"/>
                  </a:lnTo>
                  <a:lnTo>
                    <a:pt x="185036" y="3012293"/>
                  </a:lnTo>
                  <a:lnTo>
                    <a:pt x="184386" y="3012293"/>
                  </a:lnTo>
                  <a:lnTo>
                    <a:pt x="183736" y="3012293"/>
                  </a:lnTo>
                  <a:lnTo>
                    <a:pt x="183086" y="3012293"/>
                  </a:lnTo>
                  <a:lnTo>
                    <a:pt x="182436" y="3012293"/>
                  </a:lnTo>
                  <a:lnTo>
                    <a:pt x="181786" y="3012293"/>
                  </a:lnTo>
                  <a:lnTo>
                    <a:pt x="181136" y="3012293"/>
                  </a:lnTo>
                  <a:lnTo>
                    <a:pt x="180487" y="3012293"/>
                  </a:lnTo>
                  <a:lnTo>
                    <a:pt x="179837" y="3012293"/>
                  </a:lnTo>
                  <a:lnTo>
                    <a:pt x="179187" y="3012293"/>
                  </a:lnTo>
                  <a:lnTo>
                    <a:pt x="178537" y="3012293"/>
                  </a:lnTo>
                  <a:lnTo>
                    <a:pt x="177887" y="3012293"/>
                  </a:lnTo>
                  <a:lnTo>
                    <a:pt x="177237" y="3012293"/>
                  </a:lnTo>
                  <a:lnTo>
                    <a:pt x="176587" y="3012293"/>
                  </a:lnTo>
                  <a:lnTo>
                    <a:pt x="175937" y="3012293"/>
                  </a:lnTo>
                  <a:lnTo>
                    <a:pt x="175287" y="3012293"/>
                  </a:lnTo>
                  <a:lnTo>
                    <a:pt x="174637" y="3012293"/>
                  </a:lnTo>
                  <a:lnTo>
                    <a:pt x="173987" y="3012293"/>
                  </a:lnTo>
                  <a:lnTo>
                    <a:pt x="173337" y="3012293"/>
                  </a:lnTo>
                  <a:lnTo>
                    <a:pt x="172687" y="3012293"/>
                  </a:lnTo>
                  <a:lnTo>
                    <a:pt x="172037" y="3012293"/>
                  </a:lnTo>
                  <a:lnTo>
                    <a:pt x="171387" y="3012293"/>
                  </a:lnTo>
                  <a:lnTo>
                    <a:pt x="170738" y="3012293"/>
                  </a:lnTo>
                  <a:lnTo>
                    <a:pt x="170088" y="3012293"/>
                  </a:lnTo>
                  <a:lnTo>
                    <a:pt x="169438" y="3012293"/>
                  </a:lnTo>
                  <a:lnTo>
                    <a:pt x="168788" y="3012293"/>
                  </a:lnTo>
                  <a:lnTo>
                    <a:pt x="168138" y="3012293"/>
                  </a:lnTo>
                  <a:lnTo>
                    <a:pt x="167488" y="3012293"/>
                  </a:lnTo>
                  <a:lnTo>
                    <a:pt x="166838" y="3012293"/>
                  </a:lnTo>
                  <a:lnTo>
                    <a:pt x="166188" y="3012293"/>
                  </a:lnTo>
                  <a:lnTo>
                    <a:pt x="165538" y="3012293"/>
                  </a:lnTo>
                  <a:lnTo>
                    <a:pt x="164888" y="3012293"/>
                  </a:lnTo>
                  <a:lnTo>
                    <a:pt x="164238" y="3012293"/>
                  </a:lnTo>
                  <a:lnTo>
                    <a:pt x="163588" y="3012293"/>
                  </a:lnTo>
                  <a:lnTo>
                    <a:pt x="162938" y="3012293"/>
                  </a:lnTo>
                  <a:lnTo>
                    <a:pt x="162288" y="3012293"/>
                  </a:lnTo>
                  <a:lnTo>
                    <a:pt x="161638" y="3012293"/>
                  </a:lnTo>
                  <a:lnTo>
                    <a:pt x="160988" y="3012293"/>
                  </a:lnTo>
                  <a:lnTo>
                    <a:pt x="160339" y="3012293"/>
                  </a:lnTo>
                  <a:lnTo>
                    <a:pt x="159689" y="3012293"/>
                  </a:lnTo>
                  <a:lnTo>
                    <a:pt x="159039" y="3012293"/>
                  </a:lnTo>
                  <a:lnTo>
                    <a:pt x="158389" y="3012293"/>
                  </a:lnTo>
                  <a:lnTo>
                    <a:pt x="157739" y="3012293"/>
                  </a:lnTo>
                  <a:lnTo>
                    <a:pt x="157089" y="3012293"/>
                  </a:lnTo>
                  <a:lnTo>
                    <a:pt x="156439" y="3012293"/>
                  </a:lnTo>
                  <a:lnTo>
                    <a:pt x="155789" y="3012293"/>
                  </a:lnTo>
                  <a:lnTo>
                    <a:pt x="155139" y="3012293"/>
                  </a:lnTo>
                  <a:lnTo>
                    <a:pt x="154489" y="3012293"/>
                  </a:lnTo>
                  <a:lnTo>
                    <a:pt x="153839" y="3012293"/>
                  </a:lnTo>
                  <a:lnTo>
                    <a:pt x="153189" y="3012293"/>
                  </a:lnTo>
                  <a:lnTo>
                    <a:pt x="152539" y="3012293"/>
                  </a:lnTo>
                  <a:lnTo>
                    <a:pt x="151889" y="3012293"/>
                  </a:lnTo>
                  <a:lnTo>
                    <a:pt x="151239" y="3012293"/>
                  </a:lnTo>
                  <a:lnTo>
                    <a:pt x="150590" y="3012293"/>
                  </a:lnTo>
                  <a:lnTo>
                    <a:pt x="149940" y="3012293"/>
                  </a:lnTo>
                  <a:lnTo>
                    <a:pt x="149290" y="3012293"/>
                  </a:lnTo>
                  <a:lnTo>
                    <a:pt x="148640" y="3012293"/>
                  </a:lnTo>
                  <a:lnTo>
                    <a:pt x="147990" y="3012293"/>
                  </a:lnTo>
                  <a:lnTo>
                    <a:pt x="147340" y="3012293"/>
                  </a:lnTo>
                  <a:lnTo>
                    <a:pt x="146690" y="3012293"/>
                  </a:lnTo>
                  <a:lnTo>
                    <a:pt x="146040" y="3012293"/>
                  </a:lnTo>
                  <a:lnTo>
                    <a:pt x="145390" y="3012293"/>
                  </a:lnTo>
                  <a:lnTo>
                    <a:pt x="144740" y="3012293"/>
                  </a:lnTo>
                  <a:lnTo>
                    <a:pt x="144090" y="3012293"/>
                  </a:lnTo>
                  <a:lnTo>
                    <a:pt x="143440" y="3012293"/>
                  </a:lnTo>
                  <a:lnTo>
                    <a:pt x="142790" y="3012293"/>
                  </a:lnTo>
                  <a:lnTo>
                    <a:pt x="142140" y="3012293"/>
                  </a:lnTo>
                  <a:lnTo>
                    <a:pt x="141490" y="3012293"/>
                  </a:lnTo>
                  <a:lnTo>
                    <a:pt x="140840" y="3012293"/>
                  </a:lnTo>
                  <a:lnTo>
                    <a:pt x="140191" y="3012293"/>
                  </a:lnTo>
                  <a:lnTo>
                    <a:pt x="139541" y="3012293"/>
                  </a:lnTo>
                  <a:lnTo>
                    <a:pt x="138891" y="3012293"/>
                  </a:lnTo>
                  <a:lnTo>
                    <a:pt x="138241" y="3012293"/>
                  </a:lnTo>
                  <a:lnTo>
                    <a:pt x="137591" y="3012293"/>
                  </a:lnTo>
                  <a:lnTo>
                    <a:pt x="136941" y="3012293"/>
                  </a:lnTo>
                  <a:lnTo>
                    <a:pt x="136291" y="3012293"/>
                  </a:lnTo>
                  <a:lnTo>
                    <a:pt x="135641" y="3012293"/>
                  </a:lnTo>
                  <a:lnTo>
                    <a:pt x="134991" y="3012293"/>
                  </a:lnTo>
                  <a:lnTo>
                    <a:pt x="134341" y="3012293"/>
                  </a:lnTo>
                  <a:lnTo>
                    <a:pt x="133691" y="3012293"/>
                  </a:lnTo>
                  <a:lnTo>
                    <a:pt x="133041" y="3012293"/>
                  </a:lnTo>
                  <a:lnTo>
                    <a:pt x="132391" y="3012293"/>
                  </a:lnTo>
                  <a:lnTo>
                    <a:pt x="131741" y="3012293"/>
                  </a:lnTo>
                  <a:lnTo>
                    <a:pt x="131091" y="3012293"/>
                  </a:lnTo>
                  <a:lnTo>
                    <a:pt x="130442" y="3012293"/>
                  </a:lnTo>
                  <a:lnTo>
                    <a:pt x="129792" y="3012293"/>
                  </a:lnTo>
                  <a:lnTo>
                    <a:pt x="129142" y="3012293"/>
                  </a:lnTo>
                  <a:lnTo>
                    <a:pt x="128492" y="3012293"/>
                  </a:lnTo>
                  <a:lnTo>
                    <a:pt x="127842" y="3012293"/>
                  </a:lnTo>
                  <a:lnTo>
                    <a:pt x="127192" y="3012293"/>
                  </a:lnTo>
                  <a:lnTo>
                    <a:pt x="126542" y="3012293"/>
                  </a:lnTo>
                  <a:lnTo>
                    <a:pt x="125892" y="3012293"/>
                  </a:lnTo>
                  <a:lnTo>
                    <a:pt x="125242" y="3012293"/>
                  </a:lnTo>
                  <a:lnTo>
                    <a:pt x="124592" y="3012293"/>
                  </a:lnTo>
                  <a:lnTo>
                    <a:pt x="123942" y="3012293"/>
                  </a:lnTo>
                  <a:lnTo>
                    <a:pt x="123292" y="3012293"/>
                  </a:lnTo>
                  <a:lnTo>
                    <a:pt x="122642" y="3012293"/>
                  </a:lnTo>
                  <a:lnTo>
                    <a:pt x="121992" y="3012293"/>
                  </a:lnTo>
                  <a:lnTo>
                    <a:pt x="121342" y="3012293"/>
                  </a:lnTo>
                  <a:lnTo>
                    <a:pt x="120692" y="3012293"/>
                  </a:lnTo>
                  <a:lnTo>
                    <a:pt x="120043" y="3012293"/>
                  </a:lnTo>
                  <a:lnTo>
                    <a:pt x="119393" y="3012293"/>
                  </a:lnTo>
                  <a:lnTo>
                    <a:pt x="118743" y="3012293"/>
                  </a:lnTo>
                  <a:lnTo>
                    <a:pt x="118093" y="3012293"/>
                  </a:lnTo>
                  <a:lnTo>
                    <a:pt x="117443" y="3012293"/>
                  </a:lnTo>
                  <a:lnTo>
                    <a:pt x="116793" y="3012293"/>
                  </a:lnTo>
                  <a:lnTo>
                    <a:pt x="116143" y="3012293"/>
                  </a:lnTo>
                  <a:lnTo>
                    <a:pt x="115493" y="3012293"/>
                  </a:lnTo>
                  <a:lnTo>
                    <a:pt x="114843" y="3012293"/>
                  </a:lnTo>
                  <a:lnTo>
                    <a:pt x="114193" y="3012293"/>
                  </a:lnTo>
                  <a:lnTo>
                    <a:pt x="113543" y="3012293"/>
                  </a:lnTo>
                  <a:lnTo>
                    <a:pt x="112893" y="3012293"/>
                  </a:lnTo>
                  <a:lnTo>
                    <a:pt x="112243" y="3012293"/>
                  </a:lnTo>
                  <a:lnTo>
                    <a:pt x="111593" y="3012293"/>
                  </a:lnTo>
                  <a:lnTo>
                    <a:pt x="110943" y="3012293"/>
                  </a:lnTo>
                  <a:lnTo>
                    <a:pt x="110294" y="3012293"/>
                  </a:lnTo>
                  <a:lnTo>
                    <a:pt x="109644" y="3012293"/>
                  </a:lnTo>
                  <a:lnTo>
                    <a:pt x="108994" y="3012293"/>
                  </a:lnTo>
                  <a:lnTo>
                    <a:pt x="108344" y="3012293"/>
                  </a:lnTo>
                  <a:lnTo>
                    <a:pt x="107694" y="3012293"/>
                  </a:lnTo>
                  <a:lnTo>
                    <a:pt x="107044" y="3012293"/>
                  </a:lnTo>
                  <a:lnTo>
                    <a:pt x="106394" y="3012293"/>
                  </a:lnTo>
                  <a:lnTo>
                    <a:pt x="105744" y="3012293"/>
                  </a:lnTo>
                  <a:lnTo>
                    <a:pt x="105094" y="3012293"/>
                  </a:lnTo>
                  <a:lnTo>
                    <a:pt x="104444" y="3012293"/>
                  </a:lnTo>
                  <a:lnTo>
                    <a:pt x="103794" y="3012293"/>
                  </a:lnTo>
                  <a:lnTo>
                    <a:pt x="103144" y="3012293"/>
                  </a:lnTo>
                  <a:lnTo>
                    <a:pt x="102494" y="3012293"/>
                  </a:lnTo>
                  <a:lnTo>
                    <a:pt x="101844" y="3012293"/>
                  </a:lnTo>
                  <a:lnTo>
                    <a:pt x="101194" y="3012293"/>
                  </a:lnTo>
                  <a:lnTo>
                    <a:pt x="100544" y="3012293"/>
                  </a:lnTo>
                  <a:lnTo>
                    <a:pt x="99895" y="3012293"/>
                  </a:lnTo>
                  <a:lnTo>
                    <a:pt x="99245" y="3012293"/>
                  </a:lnTo>
                  <a:lnTo>
                    <a:pt x="98595" y="3012293"/>
                  </a:lnTo>
                  <a:lnTo>
                    <a:pt x="97945" y="3012293"/>
                  </a:lnTo>
                  <a:lnTo>
                    <a:pt x="97295" y="3012293"/>
                  </a:lnTo>
                  <a:lnTo>
                    <a:pt x="96645" y="3012293"/>
                  </a:lnTo>
                  <a:lnTo>
                    <a:pt x="95995" y="3012293"/>
                  </a:lnTo>
                  <a:lnTo>
                    <a:pt x="95345" y="3012293"/>
                  </a:lnTo>
                  <a:lnTo>
                    <a:pt x="94695" y="3012293"/>
                  </a:lnTo>
                  <a:lnTo>
                    <a:pt x="94045" y="3012293"/>
                  </a:lnTo>
                  <a:lnTo>
                    <a:pt x="93395" y="3012293"/>
                  </a:lnTo>
                  <a:lnTo>
                    <a:pt x="92745" y="3012293"/>
                  </a:lnTo>
                  <a:lnTo>
                    <a:pt x="92095" y="3012293"/>
                  </a:lnTo>
                  <a:lnTo>
                    <a:pt x="91445" y="3012293"/>
                  </a:lnTo>
                  <a:lnTo>
                    <a:pt x="90795" y="3012293"/>
                  </a:lnTo>
                  <a:lnTo>
                    <a:pt x="90146" y="3012293"/>
                  </a:lnTo>
                  <a:lnTo>
                    <a:pt x="89496" y="3012293"/>
                  </a:lnTo>
                  <a:lnTo>
                    <a:pt x="88846" y="3012293"/>
                  </a:lnTo>
                  <a:lnTo>
                    <a:pt x="88196" y="3012293"/>
                  </a:lnTo>
                  <a:lnTo>
                    <a:pt x="87546" y="3012293"/>
                  </a:lnTo>
                  <a:lnTo>
                    <a:pt x="86896" y="3012293"/>
                  </a:lnTo>
                  <a:lnTo>
                    <a:pt x="86246" y="3012293"/>
                  </a:lnTo>
                  <a:lnTo>
                    <a:pt x="85596" y="3012293"/>
                  </a:lnTo>
                  <a:lnTo>
                    <a:pt x="84946" y="3012293"/>
                  </a:lnTo>
                  <a:lnTo>
                    <a:pt x="84296" y="3012293"/>
                  </a:lnTo>
                  <a:lnTo>
                    <a:pt x="83646" y="3012293"/>
                  </a:lnTo>
                  <a:lnTo>
                    <a:pt x="82996" y="3012293"/>
                  </a:lnTo>
                  <a:lnTo>
                    <a:pt x="82346" y="3012293"/>
                  </a:lnTo>
                  <a:lnTo>
                    <a:pt x="81696" y="3012293"/>
                  </a:lnTo>
                  <a:lnTo>
                    <a:pt x="81046" y="3012293"/>
                  </a:lnTo>
                  <a:lnTo>
                    <a:pt x="80397" y="3012293"/>
                  </a:lnTo>
                  <a:lnTo>
                    <a:pt x="79747" y="3012293"/>
                  </a:lnTo>
                  <a:lnTo>
                    <a:pt x="79097" y="3012293"/>
                  </a:lnTo>
                  <a:lnTo>
                    <a:pt x="78447" y="3012293"/>
                  </a:lnTo>
                  <a:lnTo>
                    <a:pt x="77797" y="3012293"/>
                  </a:lnTo>
                  <a:lnTo>
                    <a:pt x="77147" y="3012293"/>
                  </a:lnTo>
                  <a:lnTo>
                    <a:pt x="76497" y="3012293"/>
                  </a:lnTo>
                  <a:lnTo>
                    <a:pt x="75847" y="3012293"/>
                  </a:lnTo>
                  <a:lnTo>
                    <a:pt x="75197" y="3012293"/>
                  </a:lnTo>
                  <a:lnTo>
                    <a:pt x="74547" y="3012293"/>
                  </a:lnTo>
                  <a:lnTo>
                    <a:pt x="73897" y="3012293"/>
                  </a:lnTo>
                  <a:lnTo>
                    <a:pt x="73247" y="3012293"/>
                  </a:lnTo>
                  <a:lnTo>
                    <a:pt x="72597" y="3012293"/>
                  </a:lnTo>
                  <a:lnTo>
                    <a:pt x="71947" y="3012293"/>
                  </a:lnTo>
                  <a:lnTo>
                    <a:pt x="71297" y="3012293"/>
                  </a:lnTo>
                  <a:lnTo>
                    <a:pt x="70647" y="3012293"/>
                  </a:lnTo>
                  <a:lnTo>
                    <a:pt x="69998" y="3012293"/>
                  </a:lnTo>
                  <a:lnTo>
                    <a:pt x="69348" y="3012293"/>
                  </a:lnTo>
                  <a:lnTo>
                    <a:pt x="68698" y="3012293"/>
                  </a:lnTo>
                  <a:lnTo>
                    <a:pt x="68048" y="3012293"/>
                  </a:lnTo>
                  <a:lnTo>
                    <a:pt x="67398" y="3012293"/>
                  </a:lnTo>
                  <a:lnTo>
                    <a:pt x="66748" y="3012293"/>
                  </a:lnTo>
                  <a:lnTo>
                    <a:pt x="66098" y="3012293"/>
                  </a:lnTo>
                  <a:lnTo>
                    <a:pt x="65448" y="3012293"/>
                  </a:lnTo>
                  <a:lnTo>
                    <a:pt x="64798" y="3012293"/>
                  </a:lnTo>
                  <a:lnTo>
                    <a:pt x="64148" y="3012293"/>
                  </a:lnTo>
                  <a:lnTo>
                    <a:pt x="63498" y="3012293"/>
                  </a:lnTo>
                  <a:lnTo>
                    <a:pt x="62848" y="3012293"/>
                  </a:lnTo>
                  <a:lnTo>
                    <a:pt x="62198" y="3012293"/>
                  </a:lnTo>
                  <a:lnTo>
                    <a:pt x="61548" y="3012293"/>
                  </a:lnTo>
                  <a:lnTo>
                    <a:pt x="60898" y="3012293"/>
                  </a:lnTo>
                  <a:lnTo>
                    <a:pt x="60249" y="3012293"/>
                  </a:lnTo>
                  <a:lnTo>
                    <a:pt x="59599" y="3012293"/>
                  </a:lnTo>
                  <a:lnTo>
                    <a:pt x="58949" y="3012293"/>
                  </a:lnTo>
                  <a:lnTo>
                    <a:pt x="58299" y="3012293"/>
                  </a:lnTo>
                  <a:lnTo>
                    <a:pt x="57649" y="3012293"/>
                  </a:lnTo>
                  <a:lnTo>
                    <a:pt x="56999" y="3012293"/>
                  </a:lnTo>
                  <a:lnTo>
                    <a:pt x="56349" y="3012293"/>
                  </a:lnTo>
                  <a:lnTo>
                    <a:pt x="55699" y="3012293"/>
                  </a:lnTo>
                  <a:lnTo>
                    <a:pt x="55049" y="3012293"/>
                  </a:lnTo>
                  <a:lnTo>
                    <a:pt x="54399" y="3012293"/>
                  </a:lnTo>
                  <a:lnTo>
                    <a:pt x="53749" y="3012293"/>
                  </a:lnTo>
                  <a:lnTo>
                    <a:pt x="53099" y="3012293"/>
                  </a:lnTo>
                  <a:lnTo>
                    <a:pt x="52449" y="3012293"/>
                  </a:lnTo>
                  <a:lnTo>
                    <a:pt x="51799" y="3012293"/>
                  </a:lnTo>
                  <a:lnTo>
                    <a:pt x="51149" y="3012293"/>
                  </a:lnTo>
                  <a:lnTo>
                    <a:pt x="50499" y="3012293"/>
                  </a:lnTo>
                  <a:lnTo>
                    <a:pt x="49850" y="3012293"/>
                  </a:lnTo>
                  <a:lnTo>
                    <a:pt x="49200" y="3012293"/>
                  </a:lnTo>
                  <a:lnTo>
                    <a:pt x="48550" y="3012293"/>
                  </a:lnTo>
                  <a:lnTo>
                    <a:pt x="47900" y="3012293"/>
                  </a:lnTo>
                  <a:lnTo>
                    <a:pt x="47250" y="3012293"/>
                  </a:lnTo>
                  <a:lnTo>
                    <a:pt x="46600" y="3012293"/>
                  </a:lnTo>
                  <a:lnTo>
                    <a:pt x="45950" y="3012293"/>
                  </a:lnTo>
                  <a:lnTo>
                    <a:pt x="45300" y="3012293"/>
                  </a:lnTo>
                  <a:lnTo>
                    <a:pt x="44650" y="3012293"/>
                  </a:lnTo>
                  <a:lnTo>
                    <a:pt x="44000" y="3012293"/>
                  </a:lnTo>
                  <a:lnTo>
                    <a:pt x="43350" y="3012293"/>
                  </a:lnTo>
                  <a:lnTo>
                    <a:pt x="42700" y="3012293"/>
                  </a:lnTo>
                  <a:lnTo>
                    <a:pt x="42050" y="3012293"/>
                  </a:lnTo>
                  <a:lnTo>
                    <a:pt x="41400" y="3012293"/>
                  </a:lnTo>
                  <a:lnTo>
                    <a:pt x="40750" y="3012293"/>
                  </a:lnTo>
                  <a:lnTo>
                    <a:pt x="40101" y="3012293"/>
                  </a:lnTo>
                  <a:lnTo>
                    <a:pt x="39451" y="3012293"/>
                  </a:lnTo>
                  <a:lnTo>
                    <a:pt x="38801" y="3012293"/>
                  </a:lnTo>
                  <a:lnTo>
                    <a:pt x="38151" y="3012293"/>
                  </a:lnTo>
                  <a:lnTo>
                    <a:pt x="37501" y="3012293"/>
                  </a:lnTo>
                  <a:lnTo>
                    <a:pt x="36851" y="3012293"/>
                  </a:lnTo>
                  <a:lnTo>
                    <a:pt x="36201" y="3012293"/>
                  </a:lnTo>
                  <a:lnTo>
                    <a:pt x="35551" y="3012293"/>
                  </a:lnTo>
                  <a:lnTo>
                    <a:pt x="34901" y="3012293"/>
                  </a:lnTo>
                  <a:lnTo>
                    <a:pt x="34251" y="3012293"/>
                  </a:lnTo>
                  <a:lnTo>
                    <a:pt x="33601" y="3012293"/>
                  </a:lnTo>
                  <a:lnTo>
                    <a:pt x="32951" y="3012293"/>
                  </a:lnTo>
                  <a:lnTo>
                    <a:pt x="32301" y="3012293"/>
                  </a:lnTo>
                  <a:lnTo>
                    <a:pt x="31651" y="3012293"/>
                  </a:lnTo>
                  <a:lnTo>
                    <a:pt x="31001" y="3012293"/>
                  </a:lnTo>
                  <a:lnTo>
                    <a:pt x="30351" y="3012293"/>
                  </a:lnTo>
                  <a:lnTo>
                    <a:pt x="29702" y="3012293"/>
                  </a:lnTo>
                  <a:lnTo>
                    <a:pt x="29052" y="3012293"/>
                  </a:lnTo>
                  <a:lnTo>
                    <a:pt x="28402" y="3012293"/>
                  </a:lnTo>
                  <a:lnTo>
                    <a:pt x="27752" y="3012293"/>
                  </a:lnTo>
                  <a:lnTo>
                    <a:pt x="27102" y="3012293"/>
                  </a:lnTo>
                  <a:lnTo>
                    <a:pt x="26452" y="3012293"/>
                  </a:lnTo>
                  <a:lnTo>
                    <a:pt x="25802" y="3012293"/>
                  </a:lnTo>
                  <a:lnTo>
                    <a:pt x="25152" y="3012293"/>
                  </a:lnTo>
                  <a:lnTo>
                    <a:pt x="24502" y="3012293"/>
                  </a:lnTo>
                  <a:lnTo>
                    <a:pt x="23852" y="3012293"/>
                  </a:lnTo>
                  <a:lnTo>
                    <a:pt x="23202" y="3012293"/>
                  </a:lnTo>
                  <a:lnTo>
                    <a:pt x="22552" y="3012293"/>
                  </a:lnTo>
                  <a:lnTo>
                    <a:pt x="21902" y="3012293"/>
                  </a:lnTo>
                  <a:lnTo>
                    <a:pt x="21252" y="3012293"/>
                  </a:lnTo>
                  <a:lnTo>
                    <a:pt x="20602" y="3012293"/>
                  </a:lnTo>
                  <a:lnTo>
                    <a:pt x="19953" y="3012293"/>
                  </a:lnTo>
                  <a:lnTo>
                    <a:pt x="19303" y="3012293"/>
                  </a:lnTo>
                  <a:lnTo>
                    <a:pt x="18653" y="3012293"/>
                  </a:lnTo>
                  <a:lnTo>
                    <a:pt x="18003" y="3012293"/>
                  </a:lnTo>
                  <a:lnTo>
                    <a:pt x="17353" y="3012293"/>
                  </a:lnTo>
                  <a:lnTo>
                    <a:pt x="16703" y="3012293"/>
                  </a:lnTo>
                  <a:lnTo>
                    <a:pt x="16053" y="3012293"/>
                  </a:lnTo>
                  <a:lnTo>
                    <a:pt x="15403" y="3012293"/>
                  </a:lnTo>
                  <a:lnTo>
                    <a:pt x="14753" y="3012293"/>
                  </a:lnTo>
                  <a:lnTo>
                    <a:pt x="14103" y="3012293"/>
                  </a:lnTo>
                  <a:lnTo>
                    <a:pt x="13453" y="3012293"/>
                  </a:lnTo>
                  <a:lnTo>
                    <a:pt x="12803" y="3012293"/>
                  </a:lnTo>
                  <a:lnTo>
                    <a:pt x="12153" y="3012293"/>
                  </a:lnTo>
                  <a:lnTo>
                    <a:pt x="11503" y="3012293"/>
                  </a:lnTo>
                  <a:lnTo>
                    <a:pt x="10853" y="3012293"/>
                  </a:lnTo>
                  <a:lnTo>
                    <a:pt x="10203" y="3012293"/>
                  </a:lnTo>
                  <a:lnTo>
                    <a:pt x="9554" y="3012293"/>
                  </a:lnTo>
                  <a:lnTo>
                    <a:pt x="8904" y="3012293"/>
                  </a:lnTo>
                  <a:lnTo>
                    <a:pt x="8254" y="3012293"/>
                  </a:lnTo>
                  <a:lnTo>
                    <a:pt x="7604" y="3012293"/>
                  </a:lnTo>
                  <a:lnTo>
                    <a:pt x="6954" y="3012293"/>
                  </a:lnTo>
                  <a:lnTo>
                    <a:pt x="6304" y="3012293"/>
                  </a:lnTo>
                  <a:lnTo>
                    <a:pt x="5654" y="3012293"/>
                  </a:lnTo>
                  <a:lnTo>
                    <a:pt x="5004" y="3012293"/>
                  </a:lnTo>
                  <a:lnTo>
                    <a:pt x="4354" y="3012293"/>
                  </a:lnTo>
                  <a:lnTo>
                    <a:pt x="3704" y="3012293"/>
                  </a:lnTo>
                  <a:lnTo>
                    <a:pt x="3054" y="3012293"/>
                  </a:lnTo>
                  <a:lnTo>
                    <a:pt x="2404" y="3012293"/>
                  </a:lnTo>
                  <a:lnTo>
                    <a:pt x="1754" y="3012293"/>
                  </a:lnTo>
                  <a:lnTo>
                    <a:pt x="1104" y="3012293"/>
                  </a:lnTo>
                  <a:lnTo>
                    <a:pt x="454" y="3012293"/>
                  </a:lnTo>
                  <a:lnTo>
                    <a:pt x="0" y="3012293"/>
                  </a:lnTo>
                  <a:close/>
                </a:path>
              </a:pathLst>
            </a:custGeom>
            <a:solidFill>
              <a:srgbClr val="9400D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90767" y="120199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023800" y="120199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90734" y="120199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56999" y="322015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56999" y="220504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6999" y="1194464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56999" y="17777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455940" y="32624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55940" y="22488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55940" y="12352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55940" y="2215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90734" y="3262477"/>
              <a:ext cx="8533066" cy="0"/>
            </a:xfrm>
            <a:custGeom>
              <a:avLst/>
              <a:pathLst>
                <a:path w="8533066" h="0">
                  <a:moveTo>
                    <a:pt x="0" y="0"/>
                  </a:moveTo>
                  <a:lnTo>
                    <a:pt x="8533066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 rot="-5400000">
              <a:off x="-218034" y="1623739"/>
              <a:ext cx="74495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CnT Signal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490734" y="3262477"/>
              <a:ext cx="8533066" cy="31422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90734" y="3262477"/>
              <a:ext cx="2214348" cy="3097502"/>
            </a:xfrm>
            <a:custGeom>
              <a:avLst/>
              <a:pathLst>
                <a:path w="2214348" h="3097502">
                  <a:moveTo>
                    <a:pt x="0" y="3052283"/>
                  </a:moveTo>
                  <a:lnTo>
                    <a:pt x="454" y="3052283"/>
                  </a:lnTo>
                  <a:lnTo>
                    <a:pt x="1104" y="3052283"/>
                  </a:lnTo>
                  <a:lnTo>
                    <a:pt x="1754" y="3052283"/>
                  </a:lnTo>
                  <a:lnTo>
                    <a:pt x="2404" y="3052283"/>
                  </a:lnTo>
                  <a:lnTo>
                    <a:pt x="3054" y="3052283"/>
                  </a:lnTo>
                  <a:lnTo>
                    <a:pt x="3704" y="3052283"/>
                  </a:lnTo>
                  <a:lnTo>
                    <a:pt x="4354" y="3052283"/>
                  </a:lnTo>
                  <a:lnTo>
                    <a:pt x="5004" y="3052283"/>
                  </a:lnTo>
                  <a:lnTo>
                    <a:pt x="5654" y="3052283"/>
                  </a:lnTo>
                  <a:lnTo>
                    <a:pt x="6304" y="3052283"/>
                  </a:lnTo>
                  <a:lnTo>
                    <a:pt x="6954" y="3052283"/>
                  </a:lnTo>
                  <a:lnTo>
                    <a:pt x="7604" y="3052283"/>
                  </a:lnTo>
                  <a:lnTo>
                    <a:pt x="8254" y="3052283"/>
                  </a:lnTo>
                  <a:lnTo>
                    <a:pt x="8904" y="3052283"/>
                  </a:lnTo>
                  <a:lnTo>
                    <a:pt x="9554" y="3052283"/>
                  </a:lnTo>
                  <a:lnTo>
                    <a:pt x="10203" y="3052283"/>
                  </a:lnTo>
                  <a:lnTo>
                    <a:pt x="10853" y="3052283"/>
                  </a:lnTo>
                  <a:lnTo>
                    <a:pt x="11503" y="3052283"/>
                  </a:lnTo>
                  <a:lnTo>
                    <a:pt x="12153" y="3052283"/>
                  </a:lnTo>
                  <a:lnTo>
                    <a:pt x="12803" y="3052283"/>
                  </a:lnTo>
                  <a:lnTo>
                    <a:pt x="13453" y="3052283"/>
                  </a:lnTo>
                  <a:lnTo>
                    <a:pt x="14103" y="3052283"/>
                  </a:lnTo>
                  <a:lnTo>
                    <a:pt x="14753" y="3052283"/>
                  </a:lnTo>
                  <a:lnTo>
                    <a:pt x="15403" y="3052283"/>
                  </a:lnTo>
                  <a:lnTo>
                    <a:pt x="16053" y="3054544"/>
                  </a:lnTo>
                  <a:lnTo>
                    <a:pt x="16703" y="3056758"/>
                  </a:lnTo>
                  <a:lnTo>
                    <a:pt x="17353" y="3058823"/>
                  </a:lnTo>
                  <a:lnTo>
                    <a:pt x="18003" y="3060756"/>
                  </a:lnTo>
                  <a:lnTo>
                    <a:pt x="18653" y="3062751"/>
                  </a:lnTo>
                  <a:lnTo>
                    <a:pt x="19303" y="3064717"/>
                  </a:lnTo>
                  <a:lnTo>
                    <a:pt x="19953" y="3066520"/>
                  </a:lnTo>
                  <a:lnTo>
                    <a:pt x="20602" y="3068341"/>
                  </a:lnTo>
                  <a:lnTo>
                    <a:pt x="21252" y="3070173"/>
                  </a:lnTo>
                  <a:lnTo>
                    <a:pt x="21902" y="3071910"/>
                  </a:lnTo>
                  <a:lnTo>
                    <a:pt x="22552" y="3073366"/>
                  </a:lnTo>
                  <a:lnTo>
                    <a:pt x="23202" y="3074450"/>
                  </a:lnTo>
                  <a:lnTo>
                    <a:pt x="23852" y="3075298"/>
                  </a:lnTo>
                  <a:lnTo>
                    <a:pt x="24502" y="3075716"/>
                  </a:lnTo>
                  <a:lnTo>
                    <a:pt x="25152" y="3075721"/>
                  </a:lnTo>
                  <a:lnTo>
                    <a:pt x="25802" y="3075397"/>
                  </a:lnTo>
                  <a:lnTo>
                    <a:pt x="26452" y="3074869"/>
                  </a:lnTo>
                  <a:lnTo>
                    <a:pt x="27102" y="3074231"/>
                  </a:lnTo>
                  <a:lnTo>
                    <a:pt x="27752" y="3073458"/>
                  </a:lnTo>
                  <a:lnTo>
                    <a:pt x="28402" y="3072379"/>
                  </a:lnTo>
                  <a:lnTo>
                    <a:pt x="29052" y="3071169"/>
                  </a:lnTo>
                  <a:lnTo>
                    <a:pt x="29702" y="3069990"/>
                  </a:lnTo>
                  <a:lnTo>
                    <a:pt x="30351" y="3068761"/>
                  </a:lnTo>
                  <a:lnTo>
                    <a:pt x="31001" y="3067536"/>
                  </a:lnTo>
                  <a:lnTo>
                    <a:pt x="31651" y="3066418"/>
                  </a:lnTo>
                  <a:lnTo>
                    <a:pt x="32301" y="3065568"/>
                  </a:lnTo>
                  <a:lnTo>
                    <a:pt x="32951" y="3065019"/>
                  </a:lnTo>
                  <a:lnTo>
                    <a:pt x="33601" y="3064666"/>
                  </a:lnTo>
                  <a:lnTo>
                    <a:pt x="34251" y="3064700"/>
                  </a:lnTo>
                  <a:lnTo>
                    <a:pt x="34901" y="3064825"/>
                  </a:lnTo>
                  <a:lnTo>
                    <a:pt x="35551" y="3064938"/>
                  </a:lnTo>
                  <a:lnTo>
                    <a:pt x="36201" y="3065002"/>
                  </a:lnTo>
                  <a:lnTo>
                    <a:pt x="36851" y="3065082"/>
                  </a:lnTo>
                  <a:lnTo>
                    <a:pt x="37501" y="3065194"/>
                  </a:lnTo>
                  <a:lnTo>
                    <a:pt x="38151" y="3065305"/>
                  </a:lnTo>
                  <a:lnTo>
                    <a:pt x="38801" y="3065390"/>
                  </a:lnTo>
                  <a:lnTo>
                    <a:pt x="39451" y="3065422"/>
                  </a:lnTo>
                  <a:lnTo>
                    <a:pt x="40101" y="3065446"/>
                  </a:lnTo>
                  <a:lnTo>
                    <a:pt x="40750" y="3065457"/>
                  </a:lnTo>
                  <a:lnTo>
                    <a:pt x="41400" y="3065449"/>
                  </a:lnTo>
                  <a:lnTo>
                    <a:pt x="42050" y="3065438"/>
                  </a:lnTo>
                  <a:lnTo>
                    <a:pt x="42700" y="3065479"/>
                  </a:lnTo>
                  <a:lnTo>
                    <a:pt x="43350" y="3065551"/>
                  </a:lnTo>
                  <a:lnTo>
                    <a:pt x="44000" y="3065637"/>
                  </a:lnTo>
                  <a:lnTo>
                    <a:pt x="44650" y="3065692"/>
                  </a:lnTo>
                  <a:lnTo>
                    <a:pt x="45300" y="3065701"/>
                  </a:lnTo>
                  <a:lnTo>
                    <a:pt x="45950" y="3065495"/>
                  </a:lnTo>
                  <a:lnTo>
                    <a:pt x="46600" y="3064806"/>
                  </a:lnTo>
                  <a:lnTo>
                    <a:pt x="47250" y="3063524"/>
                  </a:lnTo>
                  <a:lnTo>
                    <a:pt x="47900" y="3061620"/>
                  </a:lnTo>
                  <a:lnTo>
                    <a:pt x="48550" y="3059088"/>
                  </a:lnTo>
                  <a:lnTo>
                    <a:pt x="49200" y="3056264"/>
                  </a:lnTo>
                  <a:lnTo>
                    <a:pt x="49850" y="3053391"/>
                  </a:lnTo>
                  <a:lnTo>
                    <a:pt x="50499" y="3050495"/>
                  </a:lnTo>
                  <a:lnTo>
                    <a:pt x="51149" y="3047612"/>
                  </a:lnTo>
                  <a:lnTo>
                    <a:pt x="51799" y="3044778"/>
                  </a:lnTo>
                  <a:lnTo>
                    <a:pt x="52449" y="3041991"/>
                  </a:lnTo>
                  <a:lnTo>
                    <a:pt x="53099" y="3039256"/>
                  </a:lnTo>
                  <a:lnTo>
                    <a:pt x="53749" y="3036756"/>
                  </a:lnTo>
                  <a:lnTo>
                    <a:pt x="54399" y="3034581"/>
                  </a:lnTo>
                  <a:lnTo>
                    <a:pt x="55049" y="3032855"/>
                  </a:lnTo>
                  <a:lnTo>
                    <a:pt x="55699" y="3031719"/>
                  </a:lnTo>
                  <a:lnTo>
                    <a:pt x="56349" y="3031225"/>
                  </a:lnTo>
                  <a:lnTo>
                    <a:pt x="56999" y="3031505"/>
                  </a:lnTo>
                  <a:lnTo>
                    <a:pt x="57649" y="3032090"/>
                  </a:lnTo>
                  <a:lnTo>
                    <a:pt x="58299" y="3032994"/>
                  </a:lnTo>
                  <a:lnTo>
                    <a:pt x="58949" y="3033680"/>
                  </a:lnTo>
                  <a:lnTo>
                    <a:pt x="59599" y="3033681"/>
                  </a:lnTo>
                  <a:lnTo>
                    <a:pt x="60249" y="3032934"/>
                  </a:lnTo>
                  <a:lnTo>
                    <a:pt x="60898" y="3031790"/>
                  </a:lnTo>
                  <a:lnTo>
                    <a:pt x="61548" y="3030303"/>
                  </a:lnTo>
                  <a:lnTo>
                    <a:pt x="62198" y="3028696"/>
                  </a:lnTo>
                  <a:lnTo>
                    <a:pt x="62848" y="3026915"/>
                  </a:lnTo>
                  <a:lnTo>
                    <a:pt x="63498" y="3024912"/>
                  </a:lnTo>
                  <a:lnTo>
                    <a:pt x="64148" y="3022642"/>
                  </a:lnTo>
                  <a:lnTo>
                    <a:pt x="64798" y="3019998"/>
                  </a:lnTo>
                  <a:lnTo>
                    <a:pt x="65448" y="3016930"/>
                  </a:lnTo>
                  <a:lnTo>
                    <a:pt x="66098" y="3013610"/>
                  </a:lnTo>
                  <a:lnTo>
                    <a:pt x="66748" y="3010035"/>
                  </a:lnTo>
                  <a:lnTo>
                    <a:pt x="67398" y="3006460"/>
                  </a:lnTo>
                  <a:lnTo>
                    <a:pt x="68048" y="3002884"/>
                  </a:lnTo>
                  <a:lnTo>
                    <a:pt x="68698" y="2999526"/>
                  </a:lnTo>
                  <a:lnTo>
                    <a:pt x="69348" y="2996788"/>
                  </a:lnTo>
                  <a:lnTo>
                    <a:pt x="69998" y="2994799"/>
                  </a:lnTo>
                  <a:lnTo>
                    <a:pt x="70647" y="2993187"/>
                  </a:lnTo>
                  <a:lnTo>
                    <a:pt x="71297" y="2991870"/>
                  </a:lnTo>
                  <a:lnTo>
                    <a:pt x="71947" y="2990638"/>
                  </a:lnTo>
                  <a:lnTo>
                    <a:pt x="72597" y="2989540"/>
                  </a:lnTo>
                  <a:lnTo>
                    <a:pt x="73247" y="2988458"/>
                  </a:lnTo>
                  <a:lnTo>
                    <a:pt x="73897" y="2987384"/>
                  </a:lnTo>
                  <a:lnTo>
                    <a:pt x="74547" y="2986329"/>
                  </a:lnTo>
                  <a:lnTo>
                    <a:pt x="75197" y="2985380"/>
                  </a:lnTo>
                  <a:lnTo>
                    <a:pt x="75847" y="2984499"/>
                  </a:lnTo>
                  <a:lnTo>
                    <a:pt x="76497" y="2983641"/>
                  </a:lnTo>
                  <a:lnTo>
                    <a:pt x="77147" y="2983057"/>
                  </a:lnTo>
                  <a:lnTo>
                    <a:pt x="77797" y="2982787"/>
                  </a:lnTo>
                  <a:lnTo>
                    <a:pt x="78447" y="2983028"/>
                  </a:lnTo>
                  <a:lnTo>
                    <a:pt x="79097" y="2983779"/>
                  </a:lnTo>
                  <a:lnTo>
                    <a:pt x="79747" y="2985012"/>
                  </a:lnTo>
                  <a:lnTo>
                    <a:pt x="80397" y="2986753"/>
                  </a:lnTo>
                  <a:lnTo>
                    <a:pt x="81046" y="2989033"/>
                  </a:lnTo>
                  <a:lnTo>
                    <a:pt x="81696" y="2991598"/>
                  </a:lnTo>
                  <a:lnTo>
                    <a:pt x="82346" y="2994237"/>
                  </a:lnTo>
                  <a:lnTo>
                    <a:pt x="82996" y="2996930"/>
                  </a:lnTo>
                  <a:lnTo>
                    <a:pt x="83646" y="2999648"/>
                  </a:lnTo>
                  <a:lnTo>
                    <a:pt x="84296" y="3002380"/>
                  </a:lnTo>
                  <a:lnTo>
                    <a:pt x="84946" y="3005120"/>
                  </a:lnTo>
                  <a:lnTo>
                    <a:pt x="85596" y="3007862"/>
                  </a:lnTo>
                  <a:lnTo>
                    <a:pt x="86246" y="3010607"/>
                  </a:lnTo>
                  <a:lnTo>
                    <a:pt x="86896" y="3013311"/>
                  </a:lnTo>
                  <a:lnTo>
                    <a:pt x="87546" y="3015952"/>
                  </a:lnTo>
                  <a:lnTo>
                    <a:pt x="88196" y="3018317"/>
                  </a:lnTo>
                  <a:lnTo>
                    <a:pt x="88846" y="3020229"/>
                  </a:lnTo>
                  <a:lnTo>
                    <a:pt x="89496" y="3021742"/>
                  </a:lnTo>
                  <a:lnTo>
                    <a:pt x="90146" y="3023046"/>
                  </a:lnTo>
                  <a:lnTo>
                    <a:pt x="90795" y="3024048"/>
                  </a:lnTo>
                  <a:lnTo>
                    <a:pt x="91445" y="3025266"/>
                  </a:lnTo>
                  <a:lnTo>
                    <a:pt x="92095" y="3027155"/>
                  </a:lnTo>
                  <a:lnTo>
                    <a:pt x="92745" y="3029786"/>
                  </a:lnTo>
                  <a:lnTo>
                    <a:pt x="93395" y="3032817"/>
                  </a:lnTo>
                  <a:lnTo>
                    <a:pt x="94045" y="3036172"/>
                  </a:lnTo>
                  <a:lnTo>
                    <a:pt x="94695" y="3039645"/>
                  </a:lnTo>
                  <a:lnTo>
                    <a:pt x="95345" y="3043300"/>
                  </a:lnTo>
                  <a:lnTo>
                    <a:pt x="95995" y="3047004"/>
                  </a:lnTo>
                  <a:lnTo>
                    <a:pt x="96645" y="3050748"/>
                  </a:lnTo>
                  <a:lnTo>
                    <a:pt x="97295" y="3054540"/>
                  </a:lnTo>
                  <a:lnTo>
                    <a:pt x="97945" y="3058568"/>
                  </a:lnTo>
                  <a:lnTo>
                    <a:pt x="98595" y="3062751"/>
                  </a:lnTo>
                  <a:lnTo>
                    <a:pt x="99245" y="3066889"/>
                  </a:lnTo>
                  <a:lnTo>
                    <a:pt x="99895" y="3070997"/>
                  </a:lnTo>
                  <a:lnTo>
                    <a:pt x="100544" y="3075182"/>
                  </a:lnTo>
                  <a:lnTo>
                    <a:pt x="101194" y="3079236"/>
                  </a:lnTo>
                  <a:lnTo>
                    <a:pt x="101844" y="3082664"/>
                  </a:lnTo>
                  <a:lnTo>
                    <a:pt x="102494" y="3085257"/>
                  </a:lnTo>
                  <a:lnTo>
                    <a:pt x="103144" y="3087375"/>
                  </a:lnTo>
                  <a:lnTo>
                    <a:pt x="103794" y="3089117"/>
                  </a:lnTo>
                  <a:lnTo>
                    <a:pt x="104444" y="3090658"/>
                  </a:lnTo>
                  <a:lnTo>
                    <a:pt x="105094" y="3091956"/>
                  </a:lnTo>
                  <a:lnTo>
                    <a:pt x="105744" y="3093176"/>
                  </a:lnTo>
                  <a:lnTo>
                    <a:pt x="106394" y="3094352"/>
                  </a:lnTo>
                  <a:lnTo>
                    <a:pt x="107044" y="3095373"/>
                  </a:lnTo>
                  <a:lnTo>
                    <a:pt x="107694" y="3096149"/>
                  </a:lnTo>
                  <a:lnTo>
                    <a:pt x="108344" y="3096764"/>
                  </a:lnTo>
                  <a:lnTo>
                    <a:pt x="108994" y="3097297"/>
                  </a:lnTo>
                  <a:lnTo>
                    <a:pt x="109644" y="3097502"/>
                  </a:lnTo>
                  <a:lnTo>
                    <a:pt x="110294" y="3097335"/>
                  </a:lnTo>
                  <a:lnTo>
                    <a:pt x="110943" y="3096744"/>
                  </a:lnTo>
                  <a:lnTo>
                    <a:pt x="111593" y="3095985"/>
                  </a:lnTo>
                  <a:lnTo>
                    <a:pt x="112243" y="3095222"/>
                  </a:lnTo>
                  <a:lnTo>
                    <a:pt x="112893" y="3094507"/>
                  </a:lnTo>
                  <a:lnTo>
                    <a:pt x="113543" y="3093830"/>
                  </a:lnTo>
                  <a:lnTo>
                    <a:pt x="114193" y="3093256"/>
                  </a:lnTo>
                  <a:lnTo>
                    <a:pt x="114843" y="3092762"/>
                  </a:lnTo>
                  <a:lnTo>
                    <a:pt x="115493" y="3092257"/>
                  </a:lnTo>
                  <a:lnTo>
                    <a:pt x="116143" y="3091696"/>
                  </a:lnTo>
                  <a:lnTo>
                    <a:pt x="116793" y="3091194"/>
                  </a:lnTo>
                  <a:lnTo>
                    <a:pt x="117443" y="3090682"/>
                  </a:lnTo>
                  <a:lnTo>
                    <a:pt x="118093" y="3090131"/>
                  </a:lnTo>
                  <a:lnTo>
                    <a:pt x="118743" y="3089327"/>
                  </a:lnTo>
                  <a:lnTo>
                    <a:pt x="119393" y="3088098"/>
                  </a:lnTo>
                  <a:lnTo>
                    <a:pt x="120043" y="3086864"/>
                  </a:lnTo>
                  <a:lnTo>
                    <a:pt x="120692" y="3085679"/>
                  </a:lnTo>
                  <a:lnTo>
                    <a:pt x="121342" y="3084455"/>
                  </a:lnTo>
                  <a:lnTo>
                    <a:pt x="121992" y="3083149"/>
                  </a:lnTo>
                  <a:lnTo>
                    <a:pt x="122642" y="3081754"/>
                  </a:lnTo>
                  <a:lnTo>
                    <a:pt x="123292" y="3080288"/>
                  </a:lnTo>
                  <a:lnTo>
                    <a:pt x="123942" y="3078797"/>
                  </a:lnTo>
                  <a:lnTo>
                    <a:pt x="124592" y="3077279"/>
                  </a:lnTo>
                  <a:lnTo>
                    <a:pt x="125242" y="3075821"/>
                  </a:lnTo>
                  <a:lnTo>
                    <a:pt x="125892" y="3074451"/>
                  </a:lnTo>
                  <a:lnTo>
                    <a:pt x="126542" y="3073158"/>
                  </a:lnTo>
                  <a:lnTo>
                    <a:pt x="127192" y="3071942"/>
                  </a:lnTo>
                  <a:lnTo>
                    <a:pt x="127842" y="3070811"/>
                  </a:lnTo>
                  <a:lnTo>
                    <a:pt x="128492" y="3069952"/>
                  </a:lnTo>
                  <a:lnTo>
                    <a:pt x="129142" y="3069509"/>
                  </a:lnTo>
                  <a:lnTo>
                    <a:pt x="129792" y="3069076"/>
                  </a:lnTo>
                  <a:lnTo>
                    <a:pt x="130442" y="3068606"/>
                  </a:lnTo>
                  <a:lnTo>
                    <a:pt x="131091" y="3068185"/>
                  </a:lnTo>
                  <a:lnTo>
                    <a:pt x="131741" y="3067811"/>
                  </a:lnTo>
                  <a:lnTo>
                    <a:pt x="132391" y="3067428"/>
                  </a:lnTo>
                  <a:lnTo>
                    <a:pt x="133041" y="3066916"/>
                  </a:lnTo>
                  <a:lnTo>
                    <a:pt x="133691" y="3066336"/>
                  </a:lnTo>
                  <a:lnTo>
                    <a:pt x="134341" y="3065728"/>
                  </a:lnTo>
                  <a:lnTo>
                    <a:pt x="134991" y="3065042"/>
                  </a:lnTo>
                  <a:lnTo>
                    <a:pt x="135641" y="3063965"/>
                  </a:lnTo>
                  <a:lnTo>
                    <a:pt x="136291" y="3062591"/>
                  </a:lnTo>
                  <a:lnTo>
                    <a:pt x="136941" y="3061297"/>
                  </a:lnTo>
                  <a:lnTo>
                    <a:pt x="137591" y="3060025"/>
                  </a:lnTo>
                  <a:lnTo>
                    <a:pt x="138241" y="3058798"/>
                  </a:lnTo>
                  <a:lnTo>
                    <a:pt x="138891" y="3057602"/>
                  </a:lnTo>
                  <a:lnTo>
                    <a:pt x="139541" y="3056537"/>
                  </a:lnTo>
                  <a:lnTo>
                    <a:pt x="140191" y="3055542"/>
                  </a:lnTo>
                  <a:lnTo>
                    <a:pt x="140840" y="3054595"/>
                  </a:lnTo>
                  <a:lnTo>
                    <a:pt x="141490" y="3053720"/>
                  </a:lnTo>
                  <a:lnTo>
                    <a:pt x="142140" y="3052962"/>
                  </a:lnTo>
                  <a:lnTo>
                    <a:pt x="142790" y="3052429"/>
                  </a:lnTo>
                  <a:lnTo>
                    <a:pt x="143440" y="3052009"/>
                  </a:lnTo>
                  <a:lnTo>
                    <a:pt x="144090" y="3051653"/>
                  </a:lnTo>
                  <a:lnTo>
                    <a:pt x="144740" y="3051384"/>
                  </a:lnTo>
                  <a:lnTo>
                    <a:pt x="145390" y="3051502"/>
                  </a:lnTo>
                  <a:lnTo>
                    <a:pt x="146040" y="3051916"/>
                  </a:lnTo>
                  <a:lnTo>
                    <a:pt x="146690" y="3052256"/>
                  </a:lnTo>
                  <a:lnTo>
                    <a:pt x="147340" y="3052562"/>
                  </a:lnTo>
                  <a:lnTo>
                    <a:pt x="147990" y="3052881"/>
                  </a:lnTo>
                  <a:lnTo>
                    <a:pt x="148640" y="3052785"/>
                  </a:lnTo>
                  <a:lnTo>
                    <a:pt x="149290" y="3051965"/>
                  </a:lnTo>
                  <a:lnTo>
                    <a:pt x="149940" y="3050270"/>
                  </a:lnTo>
                  <a:lnTo>
                    <a:pt x="150590" y="3047803"/>
                  </a:lnTo>
                  <a:lnTo>
                    <a:pt x="151239" y="3044764"/>
                  </a:lnTo>
                  <a:lnTo>
                    <a:pt x="151889" y="3041328"/>
                  </a:lnTo>
                  <a:lnTo>
                    <a:pt x="152539" y="3037286"/>
                  </a:lnTo>
                  <a:lnTo>
                    <a:pt x="153189" y="3032967"/>
                  </a:lnTo>
                  <a:lnTo>
                    <a:pt x="153839" y="3028726"/>
                  </a:lnTo>
                  <a:lnTo>
                    <a:pt x="154489" y="3024596"/>
                  </a:lnTo>
                  <a:lnTo>
                    <a:pt x="155139" y="3020585"/>
                  </a:lnTo>
                  <a:lnTo>
                    <a:pt x="155789" y="3016671"/>
                  </a:lnTo>
                  <a:lnTo>
                    <a:pt x="156439" y="3012808"/>
                  </a:lnTo>
                  <a:lnTo>
                    <a:pt x="157089" y="3009011"/>
                  </a:lnTo>
                  <a:lnTo>
                    <a:pt x="157739" y="3005211"/>
                  </a:lnTo>
                  <a:lnTo>
                    <a:pt x="158389" y="3001818"/>
                  </a:lnTo>
                  <a:lnTo>
                    <a:pt x="159039" y="2999016"/>
                  </a:lnTo>
                  <a:lnTo>
                    <a:pt x="159689" y="2996966"/>
                  </a:lnTo>
                  <a:lnTo>
                    <a:pt x="160339" y="2995578"/>
                  </a:lnTo>
                  <a:lnTo>
                    <a:pt x="160988" y="2994687"/>
                  </a:lnTo>
                  <a:lnTo>
                    <a:pt x="161638" y="2994135"/>
                  </a:lnTo>
                  <a:lnTo>
                    <a:pt x="162288" y="2994148"/>
                  </a:lnTo>
                  <a:lnTo>
                    <a:pt x="162938" y="2994420"/>
                  </a:lnTo>
                  <a:lnTo>
                    <a:pt x="163588" y="2994620"/>
                  </a:lnTo>
                  <a:lnTo>
                    <a:pt x="164238" y="2994772"/>
                  </a:lnTo>
                  <a:lnTo>
                    <a:pt x="164888" y="2994925"/>
                  </a:lnTo>
                  <a:lnTo>
                    <a:pt x="165538" y="2995181"/>
                  </a:lnTo>
                  <a:lnTo>
                    <a:pt x="166188" y="2995492"/>
                  </a:lnTo>
                  <a:lnTo>
                    <a:pt x="166838" y="2995827"/>
                  </a:lnTo>
                  <a:lnTo>
                    <a:pt x="167488" y="2996224"/>
                  </a:lnTo>
                  <a:lnTo>
                    <a:pt x="168138" y="2996991"/>
                  </a:lnTo>
                  <a:lnTo>
                    <a:pt x="168788" y="2998043"/>
                  </a:lnTo>
                  <a:lnTo>
                    <a:pt x="169438" y="2999117"/>
                  </a:lnTo>
                  <a:lnTo>
                    <a:pt x="170088" y="3000249"/>
                  </a:lnTo>
                  <a:lnTo>
                    <a:pt x="170738" y="3001415"/>
                  </a:lnTo>
                  <a:lnTo>
                    <a:pt x="171387" y="3002634"/>
                  </a:lnTo>
                  <a:lnTo>
                    <a:pt x="172037" y="3003872"/>
                  </a:lnTo>
                  <a:lnTo>
                    <a:pt x="172687" y="3005127"/>
                  </a:lnTo>
                  <a:lnTo>
                    <a:pt x="173337" y="3006408"/>
                  </a:lnTo>
                  <a:lnTo>
                    <a:pt x="173987" y="3007662"/>
                  </a:lnTo>
                  <a:lnTo>
                    <a:pt x="174637" y="3008833"/>
                  </a:lnTo>
                  <a:lnTo>
                    <a:pt x="175287" y="3009837"/>
                  </a:lnTo>
                  <a:lnTo>
                    <a:pt x="175937" y="3010765"/>
                  </a:lnTo>
                  <a:lnTo>
                    <a:pt x="176587" y="3011651"/>
                  </a:lnTo>
                  <a:lnTo>
                    <a:pt x="177237" y="3012470"/>
                  </a:lnTo>
                  <a:lnTo>
                    <a:pt x="177887" y="3012904"/>
                  </a:lnTo>
                  <a:lnTo>
                    <a:pt x="178537" y="3013046"/>
                  </a:lnTo>
                  <a:lnTo>
                    <a:pt x="179187" y="3013180"/>
                  </a:lnTo>
                  <a:lnTo>
                    <a:pt x="179837" y="3013288"/>
                  </a:lnTo>
                  <a:lnTo>
                    <a:pt x="180487" y="3013396"/>
                  </a:lnTo>
                  <a:lnTo>
                    <a:pt x="181136" y="3013943"/>
                  </a:lnTo>
                  <a:lnTo>
                    <a:pt x="181786" y="3015126"/>
                  </a:lnTo>
                  <a:lnTo>
                    <a:pt x="182436" y="3017160"/>
                  </a:lnTo>
                  <a:lnTo>
                    <a:pt x="183086" y="3019986"/>
                  </a:lnTo>
                  <a:lnTo>
                    <a:pt x="183736" y="3023622"/>
                  </a:lnTo>
                  <a:lnTo>
                    <a:pt x="184386" y="3028080"/>
                  </a:lnTo>
                  <a:lnTo>
                    <a:pt x="185036" y="3033199"/>
                  </a:lnTo>
                  <a:lnTo>
                    <a:pt x="185686" y="3038642"/>
                  </a:lnTo>
                  <a:lnTo>
                    <a:pt x="186336" y="3043919"/>
                  </a:lnTo>
                  <a:lnTo>
                    <a:pt x="186986" y="3048557"/>
                  </a:lnTo>
                  <a:lnTo>
                    <a:pt x="187636" y="3052506"/>
                  </a:lnTo>
                  <a:lnTo>
                    <a:pt x="188286" y="3055755"/>
                  </a:lnTo>
                  <a:lnTo>
                    <a:pt x="188936" y="3058291"/>
                  </a:lnTo>
                  <a:lnTo>
                    <a:pt x="189586" y="3060356"/>
                  </a:lnTo>
                  <a:lnTo>
                    <a:pt x="190236" y="3062328"/>
                  </a:lnTo>
                  <a:lnTo>
                    <a:pt x="190886" y="3063782"/>
                  </a:lnTo>
                  <a:lnTo>
                    <a:pt x="191535" y="3064524"/>
                  </a:lnTo>
                  <a:lnTo>
                    <a:pt x="192185" y="3064360"/>
                  </a:lnTo>
                  <a:lnTo>
                    <a:pt x="192835" y="3063373"/>
                  </a:lnTo>
                  <a:lnTo>
                    <a:pt x="193485" y="3061562"/>
                  </a:lnTo>
                  <a:lnTo>
                    <a:pt x="194135" y="3058962"/>
                  </a:lnTo>
                  <a:lnTo>
                    <a:pt x="194785" y="3055715"/>
                  </a:lnTo>
                  <a:lnTo>
                    <a:pt x="195435" y="3052194"/>
                  </a:lnTo>
                  <a:lnTo>
                    <a:pt x="196085" y="3048905"/>
                  </a:lnTo>
                  <a:lnTo>
                    <a:pt x="196735" y="3046288"/>
                  </a:lnTo>
                  <a:lnTo>
                    <a:pt x="197385" y="3044395"/>
                  </a:lnTo>
                  <a:lnTo>
                    <a:pt x="198035" y="3043229"/>
                  </a:lnTo>
                  <a:lnTo>
                    <a:pt x="198685" y="3042782"/>
                  </a:lnTo>
                  <a:lnTo>
                    <a:pt x="199335" y="3042791"/>
                  </a:lnTo>
                  <a:lnTo>
                    <a:pt x="199985" y="3042886"/>
                  </a:lnTo>
                  <a:lnTo>
                    <a:pt x="200635" y="3043021"/>
                  </a:lnTo>
                  <a:lnTo>
                    <a:pt x="201284" y="3043180"/>
                  </a:lnTo>
                  <a:lnTo>
                    <a:pt x="201934" y="3043342"/>
                  </a:lnTo>
                  <a:lnTo>
                    <a:pt x="202584" y="3043495"/>
                  </a:lnTo>
                  <a:lnTo>
                    <a:pt x="203234" y="3043624"/>
                  </a:lnTo>
                  <a:lnTo>
                    <a:pt x="203884" y="3043703"/>
                  </a:lnTo>
                  <a:lnTo>
                    <a:pt x="204534" y="3043784"/>
                  </a:lnTo>
                  <a:lnTo>
                    <a:pt x="205184" y="3043867"/>
                  </a:lnTo>
                  <a:lnTo>
                    <a:pt x="205834" y="3043950"/>
                  </a:lnTo>
                  <a:lnTo>
                    <a:pt x="206484" y="3044057"/>
                  </a:lnTo>
                  <a:lnTo>
                    <a:pt x="207134" y="3044025"/>
                  </a:lnTo>
                  <a:lnTo>
                    <a:pt x="207784" y="3043553"/>
                  </a:lnTo>
                  <a:lnTo>
                    <a:pt x="208434" y="3042645"/>
                  </a:lnTo>
                  <a:lnTo>
                    <a:pt x="209084" y="3041370"/>
                  </a:lnTo>
                  <a:lnTo>
                    <a:pt x="209734" y="3039662"/>
                  </a:lnTo>
                  <a:lnTo>
                    <a:pt x="210384" y="3037583"/>
                  </a:lnTo>
                  <a:lnTo>
                    <a:pt x="211034" y="3035126"/>
                  </a:lnTo>
                  <a:lnTo>
                    <a:pt x="211683" y="3032336"/>
                  </a:lnTo>
                  <a:lnTo>
                    <a:pt x="212333" y="3029547"/>
                  </a:lnTo>
                  <a:lnTo>
                    <a:pt x="212983" y="3026771"/>
                  </a:lnTo>
                  <a:lnTo>
                    <a:pt x="213633" y="3024010"/>
                  </a:lnTo>
                  <a:lnTo>
                    <a:pt x="214283" y="3021264"/>
                  </a:lnTo>
                  <a:lnTo>
                    <a:pt x="214933" y="3018534"/>
                  </a:lnTo>
                  <a:lnTo>
                    <a:pt x="215583" y="3015820"/>
                  </a:lnTo>
                  <a:lnTo>
                    <a:pt x="216233" y="3013119"/>
                  </a:lnTo>
                  <a:lnTo>
                    <a:pt x="216883" y="3010562"/>
                  </a:lnTo>
                  <a:lnTo>
                    <a:pt x="217533" y="3008429"/>
                  </a:lnTo>
                  <a:lnTo>
                    <a:pt x="218183" y="3006736"/>
                  </a:lnTo>
                  <a:lnTo>
                    <a:pt x="218833" y="3005613"/>
                  </a:lnTo>
                  <a:lnTo>
                    <a:pt x="219483" y="3005524"/>
                  </a:lnTo>
                  <a:lnTo>
                    <a:pt x="220133" y="3006419"/>
                  </a:lnTo>
                  <a:lnTo>
                    <a:pt x="220783" y="3008309"/>
                  </a:lnTo>
                  <a:lnTo>
                    <a:pt x="221432" y="3011136"/>
                  </a:lnTo>
                  <a:lnTo>
                    <a:pt x="222082" y="3014321"/>
                  </a:lnTo>
                  <a:lnTo>
                    <a:pt x="222732" y="3017503"/>
                  </a:lnTo>
                  <a:lnTo>
                    <a:pt x="223382" y="3020693"/>
                  </a:lnTo>
                  <a:lnTo>
                    <a:pt x="224032" y="3023823"/>
                  </a:lnTo>
                  <a:lnTo>
                    <a:pt x="224682" y="3026904"/>
                  </a:lnTo>
                  <a:lnTo>
                    <a:pt x="225332" y="3029903"/>
                  </a:lnTo>
                  <a:lnTo>
                    <a:pt x="225982" y="3032852"/>
                  </a:lnTo>
                  <a:lnTo>
                    <a:pt x="226632" y="3035774"/>
                  </a:lnTo>
                  <a:lnTo>
                    <a:pt x="227282" y="3038259"/>
                  </a:lnTo>
                  <a:lnTo>
                    <a:pt x="227932" y="3039861"/>
                  </a:lnTo>
                  <a:lnTo>
                    <a:pt x="228582" y="3040439"/>
                  </a:lnTo>
                  <a:lnTo>
                    <a:pt x="229232" y="3039515"/>
                  </a:lnTo>
                  <a:lnTo>
                    <a:pt x="229882" y="3036846"/>
                  </a:lnTo>
                  <a:lnTo>
                    <a:pt x="230532" y="3032043"/>
                  </a:lnTo>
                  <a:lnTo>
                    <a:pt x="231182" y="3024743"/>
                  </a:lnTo>
                  <a:lnTo>
                    <a:pt x="231831" y="3015761"/>
                  </a:lnTo>
                  <a:lnTo>
                    <a:pt x="232481" y="3005937"/>
                  </a:lnTo>
                  <a:lnTo>
                    <a:pt x="233131" y="2995367"/>
                  </a:lnTo>
                  <a:lnTo>
                    <a:pt x="233781" y="2984103"/>
                  </a:lnTo>
                  <a:lnTo>
                    <a:pt x="234431" y="2972299"/>
                  </a:lnTo>
                  <a:lnTo>
                    <a:pt x="235081" y="2960325"/>
                  </a:lnTo>
                  <a:lnTo>
                    <a:pt x="235731" y="2948394"/>
                  </a:lnTo>
                  <a:lnTo>
                    <a:pt x="236381" y="2936599"/>
                  </a:lnTo>
                  <a:lnTo>
                    <a:pt x="237031" y="2925124"/>
                  </a:lnTo>
                  <a:lnTo>
                    <a:pt x="237681" y="2914042"/>
                  </a:lnTo>
                  <a:lnTo>
                    <a:pt x="238331" y="2903262"/>
                  </a:lnTo>
                  <a:lnTo>
                    <a:pt x="238981" y="2892669"/>
                  </a:lnTo>
                  <a:lnTo>
                    <a:pt x="239631" y="2882530"/>
                  </a:lnTo>
                  <a:lnTo>
                    <a:pt x="240281" y="2873611"/>
                  </a:lnTo>
                  <a:lnTo>
                    <a:pt x="240931" y="2866278"/>
                  </a:lnTo>
                  <a:lnTo>
                    <a:pt x="241580" y="2860294"/>
                  </a:lnTo>
                  <a:lnTo>
                    <a:pt x="242230" y="2855381"/>
                  </a:lnTo>
                  <a:lnTo>
                    <a:pt x="242880" y="2851477"/>
                  </a:lnTo>
                  <a:lnTo>
                    <a:pt x="243530" y="2848616"/>
                  </a:lnTo>
                  <a:lnTo>
                    <a:pt x="244180" y="2846661"/>
                  </a:lnTo>
                  <a:lnTo>
                    <a:pt x="244830" y="2845107"/>
                  </a:lnTo>
                  <a:lnTo>
                    <a:pt x="245480" y="2843764"/>
                  </a:lnTo>
                  <a:lnTo>
                    <a:pt x="246130" y="2842532"/>
                  </a:lnTo>
                  <a:lnTo>
                    <a:pt x="246780" y="2841539"/>
                  </a:lnTo>
                  <a:lnTo>
                    <a:pt x="247430" y="2841004"/>
                  </a:lnTo>
                  <a:lnTo>
                    <a:pt x="248080" y="2840925"/>
                  </a:lnTo>
                  <a:lnTo>
                    <a:pt x="248730" y="2841398"/>
                  </a:lnTo>
                  <a:lnTo>
                    <a:pt x="249380" y="2842332"/>
                  </a:lnTo>
                  <a:lnTo>
                    <a:pt x="250030" y="2843318"/>
                  </a:lnTo>
                  <a:lnTo>
                    <a:pt x="250680" y="2844286"/>
                  </a:lnTo>
                  <a:lnTo>
                    <a:pt x="251329" y="2845079"/>
                  </a:lnTo>
                  <a:lnTo>
                    <a:pt x="251979" y="2845514"/>
                  </a:lnTo>
                  <a:lnTo>
                    <a:pt x="252629" y="2845409"/>
                  </a:lnTo>
                  <a:lnTo>
                    <a:pt x="253279" y="2844628"/>
                  </a:lnTo>
                  <a:lnTo>
                    <a:pt x="253929" y="2843336"/>
                  </a:lnTo>
                  <a:lnTo>
                    <a:pt x="254579" y="2841602"/>
                  </a:lnTo>
                  <a:lnTo>
                    <a:pt x="255229" y="2839431"/>
                  </a:lnTo>
                  <a:lnTo>
                    <a:pt x="255879" y="2836781"/>
                  </a:lnTo>
                  <a:lnTo>
                    <a:pt x="256529" y="2833856"/>
                  </a:lnTo>
                  <a:lnTo>
                    <a:pt x="257179" y="2830950"/>
                  </a:lnTo>
                  <a:lnTo>
                    <a:pt x="257829" y="2828144"/>
                  </a:lnTo>
                  <a:lnTo>
                    <a:pt x="258479" y="2825443"/>
                  </a:lnTo>
                  <a:lnTo>
                    <a:pt x="259129" y="2822835"/>
                  </a:lnTo>
                  <a:lnTo>
                    <a:pt x="259779" y="2820582"/>
                  </a:lnTo>
                  <a:lnTo>
                    <a:pt x="260429" y="2818972"/>
                  </a:lnTo>
                  <a:lnTo>
                    <a:pt x="261079" y="2817952"/>
                  </a:lnTo>
                  <a:lnTo>
                    <a:pt x="261728" y="2817638"/>
                  </a:lnTo>
                  <a:lnTo>
                    <a:pt x="262378" y="2818342"/>
                  </a:lnTo>
                  <a:lnTo>
                    <a:pt x="263028" y="2820476"/>
                  </a:lnTo>
                  <a:lnTo>
                    <a:pt x="263678" y="2824242"/>
                  </a:lnTo>
                  <a:lnTo>
                    <a:pt x="264328" y="2829510"/>
                  </a:lnTo>
                  <a:lnTo>
                    <a:pt x="264978" y="2836012"/>
                  </a:lnTo>
                  <a:lnTo>
                    <a:pt x="265628" y="2843786"/>
                  </a:lnTo>
                  <a:lnTo>
                    <a:pt x="266278" y="2852716"/>
                  </a:lnTo>
                  <a:lnTo>
                    <a:pt x="266928" y="2862426"/>
                  </a:lnTo>
                  <a:lnTo>
                    <a:pt x="267578" y="2872584"/>
                  </a:lnTo>
                  <a:lnTo>
                    <a:pt x="268228" y="2883023"/>
                  </a:lnTo>
                  <a:lnTo>
                    <a:pt x="268878" y="2893662"/>
                  </a:lnTo>
                  <a:lnTo>
                    <a:pt x="269528" y="2904312"/>
                  </a:lnTo>
                  <a:lnTo>
                    <a:pt x="270178" y="2914865"/>
                  </a:lnTo>
                  <a:lnTo>
                    <a:pt x="270828" y="2925333"/>
                  </a:lnTo>
                  <a:lnTo>
                    <a:pt x="271477" y="2935916"/>
                  </a:lnTo>
                  <a:lnTo>
                    <a:pt x="272127" y="2946490"/>
                  </a:lnTo>
                  <a:lnTo>
                    <a:pt x="272777" y="2956174"/>
                  </a:lnTo>
                  <a:lnTo>
                    <a:pt x="273427" y="2964297"/>
                  </a:lnTo>
                  <a:lnTo>
                    <a:pt x="274077" y="2970752"/>
                  </a:lnTo>
                  <a:lnTo>
                    <a:pt x="274727" y="2975738"/>
                  </a:lnTo>
                  <a:lnTo>
                    <a:pt x="275377" y="2978884"/>
                  </a:lnTo>
                  <a:lnTo>
                    <a:pt x="276027" y="2979439"/>
                  </a:lnTo>
                  <a:lnTo>
                    <a:pt x="276677" y="2977386"/>
                  </a:lnTo>
                  <a:lnTo>
                    <a:pt x="277327" y="2974005"/>
                  </a:lnTo>
                  <a:lnTo>
                    <a:pt x="277977" y="2969945"/>
                  </a:lnTo>
                  <a:lnTo>
                    <a:pt x="278627" y="2965540"/>
                  </a:lnTo>
                  <a:lnTo>
                    <a:pt x="279277" y="2960428"/>
                  </a:lnTo>
                  <a:lnTo>
                    <a:pt x="279927" y="2954635"/>
                  </a:lnTo>
                  <a:lnTo>
                    <a:pt x="280577" y="2948494"/>
                  </a:lnTo>
                  <a:lnTo>
                    <a:pt x="281227" y="2941819"/>
                  </a:lnTo>
                  <a:lnTo>
                    <a:pt x="281876" y="2934564"/>
                  </a:lnTo>
                  <a:lnTo>
                    <a:pt x="282526" y="2927195"/>
                  </a:lnTo>
                  <a:lnTo>
                    <a:pt x="283176" y="2919934"/>
                  </a:lnTo>
                  <a:lnTo>
                    <a:pt x="283826" y="2913196"/>
                  </a:lnTo>
                  <a:lnTo>
                    <a:pt x="284476" y="2907203"/>
                  </a:lnTo>
                  <a:lnTo>
                    <a:pt x="285126" y="2902480"/>
                  </a:lnTo>
                  <a:lnTo>
                    <a:pt x="285776" y="2899722"/>
                  </a:lnTo>
                  <a:lnTo>
                    <a:pt x="286426" y="2898923"/>
                  </a:lnTo>
                  <a:lnTo>
                    <a:pt x="287076" y="2899488"/>
                  </a:lnTo>
                  <a:lnTo>
                    <a:pt x="287726" y="2901076"/>
                  </a:lnTo>
                  <a:lnTo>
                    <a:pt x="288376" y="2903521"/>
                  </a:lnTo>
                  <a:lnTo>
                    <a:pt x="289026" y="2906846"/>
                  </a:lnTo>
                  <a:lnTo>
                    <a:pt x="289676" y="2910481"/>
                  </a:lnTo>
                  <a:lnTo>
                    <a:pt x="290326" y="2914122"/>
                  </a:lnTo>
                  <a:lnTo>
                    <a:pt x="290976" y="2917733"/>
                  </a:lnTo>
                  <a:lnTo>
                    <a:pt x="291625" y="2921314"/>
                  </a:lnTo>
                  <a:lnTo>
                    <a:pt x="292275" y="2924912"/>
                  </a:lnTo>
                  <a:lnTo>
                    <a:pt x="292925" y="2928512"/>
                  </a:lnTo>
                  <a:lnTo>
                    <a:pt x="293575" y="2932114"/>
                  </a:lnTo>
                  <a:lnTo>
                    <a:pt x="294225" y="2935594"/>
                  </a:lnTo>
                  <a:lnTo>
                    <a:pt x="294875" y="2938739"/>
                  </a:lnTo>
                  <a:lnTo>
                    <a:pt x="295525" y="2941400"/>
                  </a:lnTo>
                  <a:lnTo>
                    <a:pt x="296175" y="2943700"/>
                  </a:lnTo>
                  <a:lnTo>
                    <a:pt x="296825" y="2945404"/>
                  </a:lnTo>
                  <a:lnTo>
                    <a:pt x="297475" y="2946508"/>
                  </a:lnTo>
                  <a:lnTo>
                    <a:pt x="298125" y="2947003"/>
                  </a:lnTo>
                  <a:lnTo>
                    <a:pt x="298775" y="2946892"/>
                  </a:lnTo>
                  <a:lnTo>
                    <a:pt x="299425" y="2946629"/>
                  </a:lnTo>
                  <a:lnTo>
                    <a:pt x="300075" y="2946128"/>
                  </a:lnTo>
                  <a:lnTo>
                    <a:pt x="300725" y="2945378"/>
                  </a:lnTo>
                  <a:lnTo>
                    <a:pt x="301375" y="2944404"/>
                  </a:lnTo>
                  <a:lnTo>
                    <a:pt x="302024" y="2943112"/>
                  </a:lnTo>
                  <a:lnTo>
                    <a:pt x="302674" y="2941492"/>
                  </a:lnTo>
                  <a:lnTo>
                    <a:pt x="303324" y="2939850"/>
                  </a:lnTo>
                  <a:lnTo>
                    <a:pt x="303974" y="2938137"/>
                  </a:lnTo>
                  <a:lnTo>
                    <a:pt x="304624" y="2936249"/>
                  </a:lnTo>
                  <a:lnTo>
                    <a:pt x="305274" y="2934458"/>
                  </a:lnTo>
                  <a:lnTo>
                    <a:pt x="305924" y="2932745"/>
                  </a:lnTo>
                  <a:lnTo>
                    <a:pt x="306574" y="2931252"/>
                  </a:lnTo>
                  <a:lnTo>
                    <a:pt x="307224" y="2930166"/>
                  </a:lnTo>
                  <a:lnTo>
                    <a:pt x="307874" y="2929813"/>
                  </a:lnTo>
                  <a:lnTo>
                    <a:pt x="308524" y="2930870"/>
                  </a:lnTo>
                  <a:lnTo>
                    <a:pt x="309174" y="2933455"/>
                  </a:lnTo>
                  <a:lnTo>
                    <a:pt x="309824" y="2936909"/>
                  </a:lnTo>
                  <a:lnTo>
                    <a:pt x="310474" y="2941025"/>
                  </a:lnTo>
                  <a:lnTo>
                    <a:pt x="311124" y="2945605"/>
                  </a:lnTo>
                  <a:lnTo>
                    <a:pt x="311773" y="2950623"/>
                  </a:lnTo>
                  <a:lnTo>
                    <a:pt x="312423" y="2955698"/>
                  </a:lnTo>
                  <a:lnTo>
                    <a:pt x="313073" y="2960707"/>
                  </a:lnTo>
                  <a:lnTo>
                    <a:pt x="313723" y="2965775"/>
                  </a:lnTo>
                  <a:lnTo>
                    <a:pt x="314373" y="2970948"/>
                  </a:lnTo>
                  <a:lnTo>
                    <a:pt x="315023" y="2975603"/>
                  </a:lnTo>
                  <a:lnTo>
                    <a:pt x="315673" y="2979742"/>
                  </a:lnTo>
                  <a:lnTo>
                    <a:pt x="316323" y="2983338"/>
                  </a:lnTo>
                  <a:lnTo>
                    <a:pt x="316973" y="2986433"/>
                  </a:lnTo>
                  <a:lnTo>
                    <a:pt x="317623" y="2988423"/>
                  </a:lnTo>
                  <a:lnTo>
                    <a:pt x="318273" y="2988536"/>
                  </a:lnTo>
                  <a:lnTo>
                    <a:pt x="318923" y="2986700"/>
                  </a:lnTo>
                  <a:lnTo>
                    <a:pt x="319573" y="2983650"/>
                  </a:lnTo>
                  <a:lnTo>
                    <a:pt x="320223" y="2979655"/>
                  </a:lnTo>
                  <a:lnTo>
                    <a:pt x="320873" y="2975029"/>
                  </a:lnTo>
                  <a:lnTo>
                    <a:pt x="321523" y="2969849"/>
                  </a:lnTo>
                  <a:lnTo>
                    <a:pt x="322172" y="2964491"/>
                  </a:lnTo>
                  <a:lnTo>
                    <a:pt x="322822" y="2958886"/>
                  </a:lnTo>
                  <a:lnTo>
                    <a:pt x="323472" y="2953032"/>
                  </a:lnTo>
                  <a:lnTo>
                    <a:pt x="324122" y="2946950"/>
                  </a:lnTo>
                  <a:lnTo>
                    <a:pt x="324772" y="2940751"/>
                  </a:lnTo>
                  <a:lnTo>
                    <a:pt x="325422" y="2934297"/>
                  </a:lnTo>
                  <a:lnTo>
                    <a:pt x="326072" y="2927648"/>
                  </a:lnTo>
                  <a:lnTo>
                    <a:pt x="326722" y="2920663"/>
                  </a:lnTo>
                  <a:lnTo>
                    <a:pt x="327372" y="2913304"/>
                  </a:lnTo>
                  <a:lnTo>
                    <a:pt x="328022" y="2905813"/>
                  </a:lnTo>
                  <a:lnTo>
                    <a:pt x="328672" y="2897953"/>
                  </a:lnTo>
                  <a:lnTo>
                    <a:pt x="329322" y="2890190"/>
                  </a:lnTo>
                  <a:lnTo>
                    <a:pt x="329972" y="2882656"/>
                  </a:lnTo>
                  <a:lnTo>
                    <a:pt x="330622" y="2875261"/>
                  </a:lnTo>
                  <a:lnTo>
                    <a:pt x="331272" y="2868051"/>
                  </a:lnTo>
                  <a:lnTo>
                    <a:pt x="331921" y="2861443"/>
                  </a:lnTo>
                  <a:lnTo>
                    <a:pt x="332571" y="2855502"/>
                  </a:lnTo>
                  <a:lnTo>
                    <a:pt x="333221" y="2850175"/>
                  </a:lnTo>
                  <a:lnTo>
                    <a:pt x="333871" y="2845479"/>
                  </a:lnTo>
                  <a:lnTo>
                    <a:pt x="334521" y="2841675"/>
                  </a:lnTo>
                  <a:lnTo>
                    <a:pt x="335171" y="2838891"/>
                  </a:lnTo>
                  <a:lnTo>
                    <a:pt x="335821" y="2836753"/>
                  </a:lnTo>
                  <a:lnTo>
                    <a:pt x="336471" y="2835144"/>
                  </a:lnTo>
                  <a:lnTo>
                    <a:pt x="337121" y="2834339"/>
                  </a:lnTo>
                  <a:lnTo>
                    <a:pt x="337771" y="2834259"/>
                  </a:lnTo>
                  <a:lnTo>
                    <a:pt x="338421" y="2835129"/>
                  </a:lnTo>
                  <a:lnTo>
                    <a:pt x="339071" y="2836707"/>
                  </a:lnTo>
                  <a:lnTo>
                    <a:pt x="339721" y="2838787"/>
                  </a:lnTo>
                  <a:lnTo>
                    <a:pt x="340371" y="2841346"/>
                  </a:lnTo>
                  <a:lnTo>
                    <a:pt x="341021" y="2844507"/>
                  </a:lnTo>
                  <a:lnTo>
                    <a:pt x="341671" y="2847859"/>
                  </a:lnTo>
                  <a:lnTo>
                    <a:pt x="342320" y="2851192"/>
                  </a:lnTo>
                  <a:lnTo>
                    <a:pt x="342970" y="2854364"/>
                  </a:lnTo>
                  <a:lnTo>
                    <a:pt x="343620" y="2857369"/>
                  </a:lnTo>
                  <a:lnTo>
                    <a:pt x="344270" y="2860372"/>
                  </a:lnTo>
                  <a:lnTo>
                    <a:pt x="344920" y="2863316"/>
                  </a:lnTo>
                  <a:lnTo>
                    <a:pt x="345570" y="2865752"/>
                  </a:lnTo>
                  <a:lnTo>
                    <a:pt x="346220" y="2867601"/>
                  </a:lnTo>
                  <a:lnTo>
                    <a:pt x="346870" y="2868663"/>
                  </a:lnTo>
                  <a:lnTo>
                    <a:pt x="347520" y="2868999"/>
                  </a:lnTo>
                  <a:lnTo>
                    <a:pt x="348170" y="2868636"/>
                  </a:lnTo>
                  <a:lnTo>
                    <a:pt x="348820" y="2867251"/>
                  </a:lnTo>
                  <a:lnTo>
                    <a:pt x="349470" y="2864932"/>
                  </a:lnTo>
                  <a:lnTo>
                    <a:pt x="350120" y="2861905"/>
                  </a:lnTo>
                  <a:lnTo>
                    <a:pt x="350770" y="2858091"/>
                  </a:lnTo>
                  <a:lnTo>
                    <a:pt x="351420" y="2853428"/>
                  </a:lnTo>
                  <a:lnTo>
                    <a:pt x="352069" y="2848454"/>
                  </a:lnTo>
                  <a:lnTo>
                    <a:pt x="352719" y="2843465"/>
                  </a:lnTo>
                  <a:lnTo>
                    <a:pt x="353369" y="2838176"/>
                  </a:lnTo>
                  <a:lnTo>
                    <a:pt x="354019" y="2832337"/>
                  </a:lnTo>
                  <a:lnTo>
                    <a:pt x="354669" y="2826192"/>
                  </a:lnTo>
                  <a:lnTo>
                    <a:pt x="355319" y="2820221"/>
                  </a:lnTo>
                  <a:lnTo>
                    <a:pt x="355969" y="2814402"/>
                  </a:lnTo>
                  <a:lnTo>
                    <a:pt x="356619" y="2808831"/>
                  </a:lnTo>
                  <a:lnTo>
                    <a:pt x="357269" y="2803512"/>
                  </a:lnTo>
                  <a:lnTo>
                    <a:pt x="357919" y="2798123"/>
                  </a:lnTo>
                  <a:lnTo>
                    <a:pt x="358569" y="2793173"/>
                  </a:lnTo>
                  <a:lnTo>
                    <a:pt x="359219" y="2788620"/>
                  </a:lnTo>
                  <a:lnTo>
                    <a:pt x="359869" y="2784716"/>
                  </a:lnTo>
                  <a:lnTo>
                    <a:pt x="360519" y="2781458"/>
                  </a:lnTo>
                  <a:lnTo>
                    <a:pt x="361169" y="2779165"/>
                  </a:lnTo>
                  <a:lnTo>
                    <a:pt x="361819" y="2777188"/>
                  </a:lnTo>
                  <a:lnTo>
                    <a:pt x="362468" y="2775438"/>
                  </a:lnTo>
                  <a:lnTo>
                    <a:pt x="363118" y="2774213"/>
                  </a:lnTo>
                  <a:lnTo>
                    <a:pt x="363768" y="2773675"/>
                  </a:lnTo>
                  <a:lnTo>
                    <a:pt x="364418" y="2773260"/>
                  </a:lnTo>
                  <a:lnTo>
                    <a:pt x="365068" y="2773078"/>
                  </a:lnTo>
                  <a:lnTo>
                    <a:pt x="365718" y="2773238"/>
                  </a:lnTo>
                  <a:lnTo>
                    <a:pt x="366368" y="2773746"/>
                  </a:lnTo>
                  <a:lnTo>
                    <a:pt x="367018" y="2774581"/>
                  </a:lnTo>
                  <a:lnTo>
                    <a:pt x="367668" y="2775913"/>
                  </a:lnTo>
                  <a:lnTo>
                    <a:pt x="368318" y="2777493"/>
                  </a:lnTo>
                  <a:lnTo>
                    <a:pt x="368968" y="2779365"/>
                  </a:lnTo>
                  <a:lnTo>
                    <a:pt x="369618" y="2781104"/>
                  </a:lnTo>
                  <a:lnTo>
                    <a:pt x="370268" y="2782688"/>
                  </a:lnTo>
                  <a:lnTo>
                    <a:pt x="370918" y="2783893"/>
                  </a:lnTo>
                  <a:lnTo>
                    <a:pt x="371568" y="2784922"/>
                  </a:lnTo>
                  <a:lnTo>
                    <a:pt x="372217" y="2785710"/>
                  </a:lnTo>
                  <a:lnTo>
                    <a:pt x="372867" y="2786222"/>
                  </a:lnTo>
                  <a:lnTo>
                    <a:pt x="373517" y="2786297"/>
                  </a:lnTo>
                  <a:lnTo>
                    <a:pt x="374167" y="2786323"/>
                  </a:lnTo>
                  <a:lnTo>
                    <a:pt x="374817" y="2786332"/>
                  </a:lnTo>
                  <a:lnTo>
                    <a:pt x="375467" y="2786330"/>
                  </a:lnTo>
                  <a:lnTo>
                    <a:pt x="376117" y="2786349"/>
                  </a:lnTo>
                  <a:lnTo>
                    <a:pt x="376767" y="2786397"/>
                  </a:lnTo>
                  <a:lnTo>
                    <a:pt x="377417" y="2786610"/>
                  </a:lnTo>
                  <a:lnTo>
                    <a:pt x="378067" y="2787234"/>
                  </a:lnTo>
                  <a:lnTo>
                    <a:pt x="378717" y="2788310"/>
                  </a:lnTo>
                  <a:lnTo>
                    <a:pt x="379367" y="2790020"/>
                  </a:lnTo>
                  <a:lnTo>
                    <a:pt x="380017" y="2792609"/>
                  </a:lnTo>
                  <a:lnTo>
                    <a:pt x="380667" y="2795953"/>
                  </a:lnTo>
                  <a:lnTo>
                    <a:pt x="381317" y="2800215"/>
                  </a:lnTo>
                  <a:lnTo>
                    <a:pt x="381966" y="2805236"/>
                  </a:lnTo>
                  <a:lnTo>
                    <a:pt x="382616" y="2811035"/>
                  </a:lnTo>
                  <a:lnTo>
                    <a:pt x="383266" y="2817774"/>
                  </a:lnTo>
                  <a:lnTo>
                    <a:pt x="383916" y="2825435"/>
                  </a:lnTo>
                  <a:lnTo>
                    <a:pt x="384566" y="2833343"/>
                  </a:lnTo>
                  <a:lnTo>
                    <a:pt x="385216" y="2840940"/>
                  </a:lnTo>
                  <a:lnTo>
                    <a:pt x="385866" y="2847725"/>
                  </a:lnTo>
                  <a:lnTo>
                    <a:pt x="386516" y="2852593"/>
                  </a:lnTo>
                  <a:lnTo>
                    <a:pt x="387166" y="2854887"/>
                  </a:lnTo>
                  <a:lnTo>
                    <a:pt x="387816" y="2854510"/>
                  </a:lnTo>
                  <a:lnTo>
                    <a:pt x="388466" y="2851147"/>
                  </a:lnTo>
                  <a:lnTo>
                    <a:pt x="389116" y="2844758"/>
                  </a:lnTo>
                  <a:lnTo>
                    <a:pt x="389766" y="2835866"/>
                  </a:lnTo>
                  <a:lnTo>
                    <a:pt x="390416" y="2826390"/>
                  </a:lnTo>
                  <a:lnTo>
                    <a:pt x="391066" y="2816498"/>
                  </a:lnTo>
                  <a:lnTo>
                    <a:pt x="391716" y="2806275"/>
                  </a:lnTo>
                  <a:lnTo>
                    <a:pt x="392365" y="2795700"/>
                  </a:lnTo>
                  <a:lnTo>
                    <a:pt x="393015" y="2784515"/>
                  </a:lnTo>
                  <a:lnTo>
                    <a:pt x="393665" y="2772920"/>
                  </a:lnTo>
                  <a:lnTo>
                    <a:pt x="394315" y="2761387"/>
                  </a:lnTo>
                  <a:lnTo>
                    <a:pt x="394965" y="2750079"/>
                  </a:lnTo>
                  <a:lnTo>
                    <a:pt x="395615" y="2739288"/>
                  </a:lnTo>
                  <a:lnTo>
                    <a:pt x="396265" y="2729964"/>
                  </a:lnTo>
                  <a:lnTo>
                    <a:pt x="396915" y="2722443"/>
                  </a:lnTo>
                  <a:lnTo>
                    <a:pt x="397565" y="2716488"/>
                  </a:lnTo>
                  <a:lnTo>
                    <a:pt x="398215" y="2712013"/>
                  </a:lnTo>
                  <a:lnTo>
                    <a:pt x="398865" y="2708944"/>
                  </a:lnTo>
                  <a:lnTo>
                    <a:pt x="399515" y="2706987"/>
                  </a:lnTo>
                  <a:lnTo>
                    <a:pt x="400165" y="2704864"/>
                  </a:lnTo>
                  <a:lnTo>
                    <a:pt x="400815" y="2702435"/>
                  </a:lnTo>
                  <a:lnTo>
                    <a:pt x="401465" y="2699801"/>
                  </a:lnTo>
                  <a:lnTo>
                    <a:pt x="402114" y="2697014"/>
                  </a:lnTo>
                  <a:lnTo>
                    <a:pt x="402764" y="2694200"/>
                  </a:lnTo>
                  <a:lnTo>
                    <a:pt x="403414" y="2691256"/>
                  </a:lnTo>
                  <a:lnTo>
                    <a:pt x="404064" y="2688348"/>
                  </a:lnTo>
                  <a:lnTo>
                    <a:pt x="404714" y="2685764"/>
                  </a:lnTo>
                  <a:lnTo>
                    <a:pt x="405364" y="2683586"/>
                  </a:lnTo>
                  <a:lnTo>
                    <a:pt x="406014" y="2681712"/>
                  </a:lnTo>
                  <a:lnTo>
                    <a:pt x="406664" y="2680105"/>
                  </a:lnTo>
                  <a:lnTo>
                    <a:pt x="407314" y="2678766"/>
                  </a:lnTo>
                  <a:lnTo>
                    <a:pt x="407964" y="2677947"/>
                  </a:lnTo>
                  <a:lnTo>
                    <a:pt x="408614" y="2677602"/>
                  </a:lnTo>
                  <a:lnTo>
                    <a:pt x="409264" y="2677475"/>
                  </a:lnTo>
                  <a:lnTo>
                    <a:pt x="409914" y="2677465"/>
                  </a:lnTo>
                  <a:lnTo>
                    <a:pt x="410564" y="2677176"/>
                  </a:lnTo>
                  <a:lnTo>
                    <a:pt x="411214" y="2676476"/>
                  </a:lnTo>
                  <a:lnTo>
                    <a:pt x="411864" y="2675203"/>
                  </a:lnTo>
                  <a:lnTo>
                    <a:pt x="412513" y="2673359"/>
                  </a:lnTo>
                  <a:lnTo>
                    <a:pt x="413163" y="2670713"/>
                  </a:lnTo>
                  <a:lnTo>
                    <a:pt x="413813" y="2666569"/>
                  </a:lnTo>
                  <a:lnTo>
                    <a:pt x="414463" y="2660638"/>
                  </a:lnTo>
                  <a:lnTo>
                    <a:pt x="415113" y="2653734"/>
                  </a:lnTo>
                  <a:lnTo>
                    <a:pt x="415763" y="2646356"/>
                  </a:lnTo>
                  <a:lnTo>
                    <a:pt x="416413" y="2638561"/>
                  </a:lnTo>
                  <a:lnTo>
                    <a:pt x="417063" y="2630624"/>
                  </a:lnTo>
                  <a:lnTo>
                    <a:pt x="417713" y="2622896"/>
                  </a:lnTo>
                  <a:lnTo>
                    <a:pt x="418363" y="2616148"/>
                  </a:lnTo>
                  <a:lnTo>
                    <a:pt x="419013" y="2611231"/>
                  </a:lnTo>
                  <a:lnTo>
                    <a:pt x="419663" y="2608295"/>
                  </a:lnTo>
                  <a:lnTo>
                    <a:pt x="420313" y="2607375"/>
                  </a:lnTo>
                  <a:lnTo>
                    <a:pt x="420963" y="2608714"/>
                  </a:lnTo>
                  <a:lnTo>
                    <a:pt x="421613" y="2612400"/>
                  </a:lnTo>
                  <a:lnTo>
                    <a:pt x="422262" y="2617745"/>
                  </a:lnTo>
                  <a:lnTo>
                    <a:pt x="422912" y="2623143"/>
                  </a:lnTo>
                  <a:lnTo>
                    <a:pt x="423562" y="2628560"/>
                  </a:lnTo>
                  <a:lnTo>
                    <a:pt x="424212" y="2634010"/>
                  </a:lnTo>
                  <a:lnTo>
                    <a:pt x="424862" y="2639004"/>
                  </a:lnTo>
                  <a:lnTo>
                    <a:pt x="425512" y="2643151"/>
                  </a:lnTo>
                  <a:lnTo>
                    <a:pt x="426162" y="2646174"/>
                  </a:lnTo>
                  <a:lnTo>
                    <a:pt x="426812" y="2648828"/>
                  </a:lnTo>
                  <a:lnTo>
                    <a:pt x="427462" y="2650870"/>
                  </a:lnTo>
                  <a:lnTo>
                    <a:pt x="428112" y="2651495"/>
                  </a:lnTo>
                  <a:lnTo>
                    <a:pt x="428762" y="2649856"/>
                  </a:lnTo>
                  <a:lnTo>
                    <a:pt x="429412" y="2645833"/>
                  </a:lnTo>
                  <a:lnTo>
                    <a:pt x="430062" y="2639793"/>
                  </a:lnTo>
                  <a:lnTo>
                    <a:pt x="430712" y="2631973"/>
                  </a:lnTo>
                  <a:lnTo>
                    <a:pt x="431362" y="2622518"/>
                  </a:lnTo>
                  <a:lnTo>
                    <a:pt x="432012" y="2612231"/>
                  </a:lnTo>
                  <a:lnTo>
                    <a:pt x="432661" y="2602892"/>
                  </a:lnTo>
                  <a:lnTo>
                    <a:pt x="433311" y="2595069"/>
                  </a:lnTo>
                  <a:lnTo>
                    <a:pt x="433961" y="2588978"/>
                  </a:lnTo>
                  <a:lnTo>
                    <a:pt x="434611" y="2584327"/>
                  </a:lnTo>
                  <a:lnTo>
                    <a:pt x="435261" y="2581008"/>
                  </a:lnTo>
                  <a:lnTo>
                    <a:pt x="435911" y="2579197"/>
                  </a:lnTo>
                  <a:lnTo>
                    <a:pt x="436561" y="2577959"/>
                  </a:lnTo>
                  <a:lnTo>
                    <a:pt x="437211" y="2577177"/>
                  </a:lnTo>
                  <a:lnTo>
                    <a:pt x="437861" y="2576825"/>
                  </a:lnTo>
                  <a:lnTo>
                    <a:pt x="438511" y="2576804"/>
                  </a:lnTo>
                  <a:lnTo>
                    <a:pt x="439161" y="2577055"/>
                  </a:lnTo>
                  <a:lnTo>
                    <a:pt x="439811" y="2577457"/>
                  </a:lnTo>
                  <a:lnTo>
                    <a:pt x="440461" y="2577464"/>
                  </a:lnTo>
                  <a:lnTo>
                    <a:pt x="441111" y="2576995"/>
                  </a:lnTo>
                  <a:lnTo>
                    <a:pt x="441761" y="2575709"/>
                  </a:lnTo>
                  <a:lnTo>
                    <a:pt x="442410" y="2573439"/>
                  </a:lnTo>
                  <a:lnTo>
                    <a:pt x="443060" y="2570536"/>
                  </a:lnTo>
                  <a:lnTo>
                    <a:pt x="443710" y="2567159"/>
                  </a:lnTo>
                  <a:lnTo>
                    <a:pt x="444360" y="2563535"/>
                  </a:lnTo>
                  <a:lnTo>
                    <a:pt x="445010" y="2560052"/>
                  </a:lnTo>
                  <a:lnTo>
                    <a:pt x="445660" y="2556931"/>
                  </a:lnTo>
                  <a:lnTo>
                    <a:pt x="446310" y="2554858"/>
                  </a:lnTo>
                  <a:lnTo>
                    <a:pt x="446960" y="2553977"/>
                  </a:lnTo>
                  <a:lnTo>
                    <a:pt x="447610" y="2553490"/>
                  </a:lnTo>
                  <a:lnTo>
                    <a:pt x="448260" y="2553188"/>
                  </a:lnTo>
                  <a:lnTo>
                    <a:pt x="448910" y="2553159"/>
                  </a:lnTo>
                  <a:lnTo>
                    <a:pt x="449560" y="2553317"/>
                  </a:lnTo>
                  <a:lnTo>
                    <a:pt x="450210" y="2553868"/>
                  </a:lnTo>
                  <a:lnTo>
                    <a:pt x="450860" y="2554608"/>
                  </a:lnTo>
                  <a:lnTo>
                    <a:pt x="451510" y="2555952"/>
                  </a:lnTo>
                  <a:lnTo>
                    <a:pt x="452160" y="2558153"/>
                  </a:lnTo>
                  <a:lnTo>
                    <a:pt x="452809" y="2560730"/>
                  </a:lnTo>
                  <a:lnTo>
                    <a:pt x="453459" y="2563519"/>
                  </a:lnTo>
                  <a:lnTo>
                    <a:pt x="454109" y="2566128"/>
                  </a:lnTo>
                  <a:lnTo>
                    <a:pt x="454759" y="2567717"/>
                  </a:lnTo>
                  <a:lnTo>
                    <a:pt x="455409" y="2569384"/>
                  </a:lnTo>
                  <a:lnTo>
                    <a:pt x="456059" y="2570564"/>
                  </a:lnTo>
                  <a:lnTo>
                    <a:pt x="456709" y="2570755"/>
                  </a:lnTo>
                  <a:lnTo>
                    <a:pt x="457359" y="2570898"/>
                  </a:lnTo>
                  <a:lnTo>
                    <a:pt x="458009" y="2569592"/>
                  </a:lnTo>
                  <a:lnTo>
                    <a:pt x="458659" y="2566319"/>
                  </a:lnTo>
                  <a:lnTo>
                    <a:pt x="459309" y="2560810"/>
                  </a:lnTo>
                  <a:lnTo>
                    <a:pt x="459959" y="2552745"/>
                  </a:lnTo>
                  <a:lnTo>
                    <a:pt x="460609" y="2541664"/>
                  </a:lnTo>
                  <a:lnTo>
                    <a:pt x="461259" y="2528600"/>
                  </a:lnTo>
                  <a:lnTo>
                    <a:pt x="461909" y="2513294"/>
                  </a:lnTo>
                  <a:lnTo>
                    <a:pt x="462558" y="2497797"/>
                  </a:lnTo>
                  <a:lnTo>
                    <a:pt x="463208" y="2482545"/>
                  </a:lnTo>
                  <a:lnTo>
                    <a:pt x="463858" y="2467919"/>
                  </a:lnTo>
                  <a:lnTo>
                    <a:pt x="464508" y="2454182"/>
                  </a:lnTo>
                  <a:lnTo>
                    <a:pt x="465158" y="2440366"/>
                  </a:lnTo>
                  <a:lnTo>
                    <a:pt x="465808" y="2426403"/>
                  </a:lnTo>
                  <a:lnTo>
                    <a:pt x="466458" y="2412567"/>
                  </a:lnTo>
                  <a:lnTo>
                    <a:pt x="467108" y="2398763"/>
                  </a:lnTo>
                  <a:lnTo>
                    <a:pt x="467758" y="2386183"/>
                  </a:lnTo>
                  <a:lnTo>
                    <a:pt x="468408" y="2375032"/>
                  </a:lnTo>
                  <a:lnTo>
                    <a:pt x="469058" y="2365388"/>
                  </a:lnTo>
                  <a:lnTo>
                    <a:pt x="469708" y="2356927"/>
                  </a:lnTo>
                  <a:lnTo>
                    <a:pt x="470358" y="2349578"/>
                  </a:lnTo>
                  <a:lnTo>
                    <a:pt x="471008" y="2342479"/>
                  </a:lnTo>
                  <a:lnTo>
                    <a:pt x="471658" y="2335892"/>
                  </a:lnTo>
                  <a:lnTo>
                    <a:pt x="472308" y="2328431"/>
                  </a:lnTo>
                  <a:lnTo>
                    <a:pt x="472957" y="2320131"/>
                  </a:lnTo>
                  <a:lnTo>
                    <a:pt x="473607" y="2311079"/>
                  </a:lnTo>
                  <a:lnTo>
                    <a:pt x="474257" y="2302348"/>
                  </a:lnTo>
                  <a:lnTo>
                    <a:pt x="474907" y="2293998"/>
                  </a:lnTo>
                  <a:lnTo>
                    <a:pt x="475557" y="2285655"/>
                  </a:lnTo>
                  <a:lnTo>
                    <a:pt x="476207" y="2276883"/>
                  </a:lnTo>
                  <a:lnTo>
                    <a:pt x="476857" y="2267814"/>
                  </a:lnTo>
                  <a:lnTo>
                    <a:pt x="477507" y="2257902"/>
                  </a:lnTo>
                  <a:lnTo>
                    <a:pt x="478157" y="2247179"/>
                  </a:lnTo>
                  <a:lnTo>
                    <a:pt x="478807" y="2235627"/>
                  </a:lnTo>
                  <a:lnTo>
                    <a:pt x="479457" y="2223753"/>
                  </a:lnTo>
                  <a:lnTo>
                    <a:pt x="480107" y="2212672"/>
                  </a:lnTo>
                  <a:lnTo>
                    <a:pt x="480757" y="2202529"/>
                  </a:lnTo>
                  <a:lnTo>
                    <a:pt x="481407" y="2193239"/>
                  </a:lnTo>
                  <a:lnTo>
                    <a:pt x="482057" y="2185052"/>
                  </a:lnTo>
                  <a:lnTo>
                    <a:pt x="482706" y="2177783"/>
                  </a:lnTo>
                  <a:lnTo>
                    <a:pt x="483356" y="2170924"/>
                  </a:lnTo>
                  <a:lnTo>
                    <a:pt x="484006" y="2163859"/>
                  </a:lnTo>
                  <a:lnTo>
                    <a:pt x="484656" y="2156456"/>
                  </a:lnTo>
                  <a:lnTo>
                    <a:pt x="485306" y="2149332"/>
                  </a:lnTo>
                  <a:lnTo>
                    <a:pt x="485956" y="2142929"/>
                  </a:lnTo>
                  <a:lnTo>
                    <a:pt x="486606" y="2137242"/>
                  </a:lnTo>
                  <a:lnTo>
                    <a:pt x="487256" y="2133078"/>
                  </a:lnTo>
                  <a:lnTo>
                    <a:pt x="487906" y="2130223"/>
                  </a:lnTo>
                  <a:lnTo>
                    <a:pt x="488556" y="2128815"/>
                  </a:lnTo>
                  <a:lnTo>
                    <a:pt x="489206" y="2129082"/>
                  </a:lnTo>
                  <a:lnTo>
                    <a:pt x="489856" y="2130173"/>
                  </a:lnTo>
                  <a:lnTo>
                    <a:pt x="490506" y="2132549"/>
                  </a:lnTo>
                  <a:lnTo>
                    <a:pt x="491156" y="2136547"/>
                  </a:lnTo>
                  <a:lnTo>
                    <a:pt x="491806" y="2141814"/>
                  </a:lnTo>
                  <a:lnTo>
                    <a:pt x="492456" y="2148475"/>
                  </a:lnTo>
                  <a:lnTo>
                    <a:pt x="493105" y="2157593"/>
                  </a:lnTo>
                  <a:lnTo>
                    <a:pt x="493755" y="2168567"/>
                  </a:lnTo>
                  <a:lnTo>
                    <a:pt x="494405" y="2181703"/>
                  </a:lnTo>
                  <a:lnTo>
                    <a:pt x="495055" y="2195719"/>
                  </a:lnTo>
                  <a:lnTo>
                    <a:pt x="495705" y="2210268"/>
                  </a:lnTo>
                  <a:lnTo>
                    <a:pt x="496355" y="2225073"/>
                  </a:lnTo>
                  <a:lnTo>
                    <a:pt x="497005" y="2239590"/>
                  </a:lnTo>
                  <a:lnTo>
                    <a:pt x="497655" y="2253907"/>
                  </a:lnTo>
                  <a:lnTo>
                    <a:pt x="498305" y="2267886"/>
                  </a:lnTo>
                  <a:lnTo>
                    <a:pt x="498955" y="2281081"/>
                  </a:lnTo>
                  <a:lnTo>
                    <a:pt x="499605" y="2293903"/>
                  </a:lnTo>
                  <a:lnTo>
                    <a:pt x="500255" y="2305591"/>
                  </a:lnTo>
                  <a:lnTo>
                    <a:pt x="500905" y="2315755"/>
                  </a:lnTo>
                  <a:lnTo>
                    <a:pt x="501555" y="2324702"/>
                  </a:lnTo>
                  <a:lnTo>
                    <a:pt x="502205" y="2332653"/>
                  </a:lnTo>
                  <a:lnTo>
                    <a:pt x="502854" y="2339187"/>
                  </a:lnTo>
                  <a:lnTo>
                    <a:pt x="503504" y="2345244"/>
                  </a:lnTo>
                  <a:lnTo>
                    <a:pt x="504154" y="2350471"/>
                  </a:lnTo>
                  <a:lnTo>
                    <a:pt x="504804" y="2356397"/>
                  </a:lnTo>
                  <a:lnTo>
                    <a:pt x="505454" y="2363228"/>
                  </a:lnTo>
                  <a:lnTo>
                    <a:pt x="506104" y="2370925"/>
                  </a:lnTo>
                  <a:lnTo>
                    <a:pt x="506754" y="2378730"/>
                  </a:lnTo>
                  <a:lnTo>
                    <a:pt x="507404" y="2386737"/>
                  </a:lnTo>
                  <a:lnTo>
                    <a:pt x="508054" y="2395460"/>
                  </a:lnTo>
                  <a:lnTo>
                    <a:pt x="508704" y="2405298"/>
                  </a:lnTo>
                  <a:lnTo>
                    <a:pt x="509354" y="2416041"/>
                  </a:lnTo>
                  <a:lnTo>
                    <a:pt x="510004" y="2428422"/>
                  </a:lnTo>
                  <a:lnTo>
                    <a:pt x="510654" y="2442637"/>
                  </a:lnTo>
                  <a:lnTo>
                    <a:pt x="511304" y="2458609"/>
                  </a:lnTo>
                  <a:lnTo>
                    <a:pt x="511954" y="2476059"/>
                  </a:lnTo>
                  <a:lnTo>
                    <a:pt x="512604" y="2493466"/>
                  </a:lnTo>
                  <a:lnTo>
                    <a:pt x="513253" y="2510122"/>
                  </a:lnTo>
                  <a:lnTo>
                    <a:pt x="513903" y="2525991"/>
                  </a:lnTo>
                  <a:lnTo>
                    <a:pt x="514553" y="2540476"/>
                  </a:lnTo>
                  <a:lnTo>
                    <a:pt x="515203" y="2553518"/>
                  </a:lnTo>
                  <a:lnTo>
                    <a:pt x="515853" y="2566253"/>
                  </a:lnTo>
                  <a:lnTo>
                    <a:pt x="516503" y="2579425"/>
                  </a:lnTo>
                  <a:lnTo>
                    <a:pt x="517153" y="2593102"/>
                  </a:lnTo>
                  <a:lnTo>
                    <a:pt x="517803" y="2606451"/>
                  </a:lnTo>
                  <a:lnTo>
                    <a:pt x="518453" y="2619081"/>
                  </a:lnTo>
                  <a:lnTo>
                    <a:pt x="519103" y="2631196"/>
                  </a:lnTo>
                  <a:lnTo>
                    <a:pt x="519753" y="2641868"/>
                  </a:lnTo>
                  <a:lnTo>
                    <a:pt x="520403" y="2650821"/>
                  </a:lnTo>
                  <a:lnTo>
                    <a:pt x="521053" y="2658052"/>
                  </a:lnTo>
                  <a:lnTo>
                    <a:pt x="521703" y="2663321"/>
                  </a:lnTo>
                  <a:lnTo>
                    <a:pt x="522353" y="2667980"/>
                  </a:lnTo>
                  <a:lnTo>
                    <a:pt x="523002" y="2673040"/>
                  </a:lnTo>
                  <a:lnTo>
                    <a:pt x="523652" y="2678398"/>
                  </a:lnTo>
                  <a:lnTo>
                    <a:pt x="524302" y="2684351"/>
                  </a:lnTo>
                  <a:lnTo>
                    <a:pt x="524952" y="2691241"/>
                  </a:lnTo>
                  <a:lnTo>
                    <a:pt x="525602" y="2697268"/>
                  </a:lnTo>
                  <a:lnTo>
                    <a:pt x="526252" y="2702628"/>
                  </a:lnTo>
                  <a:lnTo>
                    <a:pt x="526902" y="2707285"/>
                  </a:lnTo>
                  <a:lnTo>
                    <a:pt x="527552" y="2711688"/>
                  </a:lnTo>
                  <a:lnTo>
                    <a:pt x="528202" y="2715742"/>
                  </a:lnTo>
                  <a:lnTo>
                    <a:pt x="528852" y="2719527"/>
                  </a:lnTo>
                  <a:lnTo>
                    <a:pt x="529502" y="2722689"/>
                  </a:lnTo>
                  <a:lnTo>
                    <a:pt x="530152" y="2724590"/>
                  </a:lnTo>
                  <a:lnTo>
                    <a:pt x="530802" y="2724713"/>
                  </a:lnTo>
                  <a:lnTo>
                    <a:pt x="531452" y="2721996"/>
                  </a:lnTo>
                  <a:lnTo>
                    <a:pt x="532102" y="2715780"/>
                  </a:lnTo>
                  <a:lnTo>
                    <a:pt x="532751" y="2705628"/>
                  </a:lnTo>
                  <a:lnTo>
                    <a:pt x="533401" y="2692080"/>
                  </a:lnTo>
                  <a:lnTo>
                    <a:pt x="534051" y="2675815"/>
                  </a:lnTo>
                  <a:lnTo>
                    <a:pt x="534701" y="2657300"/>
                  </a:lnTo>
                  <a:lnTo>
                    <a:pt x="535351" y="2637612"/>
                  </a:lnTo>
                  <a:lnTo>
                    <a:pt x="536001" y="2617635"/>
                  </a:lnTo>
                  <a:lnTo>
                    <a:pt x="536651" y="2597937"/>
                  </a:lnTo>
                  <a:lnTo>
                    <a:pt x="537301" y="2578381"/>
                  </a:lnTo>
                  <a:lnTo>
                    <a:pt x="537951" y="2559019"/>
                  </a:lnTo>
                  <a:lnTo>
                    <a:pt x="538601" y="2540320"/>
                  </a:lnTo>
                  <a:lnTo>
                    <a:pt x="539251" y="2522198"/>
                  </a:lnTo>
                  <a:lnTo>
                    <a:pt x="539901" y="2505110"/>
                  </a:lnTo>
                  <a:lnTo>
                    <a:pt x="540551" y="2488873"/>
                  </a:lnTo>
                  <a:lnTo>
                    <a:pt x="541201" y="2473886"/>
                  </a:lnTo>
                  <a:lnTo>
                    <a:pt x="541851" y="2459915"/>
                  </a:lnTo>
                  <a:lnTo>
                    <a:pt x="542501" y="2445835"/>
                  </a:lnTo>
                  <a:lnTo>
                    <a:pt x="543150" y="2430177"/>
                  </a:lnTo>
                  <a:lnTo>
                    <a:pt x="543800" y="2412789"/>
                  </a:lnTo>
                  <a:lnTo>
                    <a:pt x="544450" y="2393759"/>
                  </a:lnTo>
                  <a:lnTo>
                    <a:pt x="545100" y="2373739"/>
                  </a:lnTo>
                  <a:lnTo>
                    <a:pt x="545750" y="2353524"/>
                  </a:lnTo>
                  <a:lnTo>
                    <a:pt x="546400" y="2332936"/>
                  </a:lnTo>
                  <a:lnTo>
                    <a:pt x="547050" y="2311859"/>
                  </a:lnTo>
                  <a:lnTo>
                    <a:pt x="547700" y="2289844"/>
                  </a:lnTo>
                  <a:lnTo>
                    <a:pt x="548350" y="2266875"/>
                  </a:lnTo>
                  <a:lnTo>
                    <a:pt x="549000" y="2243321"/>
                  </a:lnTo>
                  <a:lnTo>
                    <a:pt x="549650" y="2219214"/>
                  </a:lnTo>
                  <a:lnTo>
                    <a:pt x="550300" y="2193957"/>
                  </a:lnTo>
                  <a:lnTo>
                    <a:pt x="550950" y="2167672"/>
                  </a:lnTo>
                  <a:lnTo>
                    <a:pt x="551600" y="2140973"/>
                  </a:lnTo>
                  <a:lnTo>
                    <a:pt x="552250" y="2115121"/>
                  </a:lnTo>
                  <a:lnTo>
                    <a:pt x="552899" y="2091110"/>
                  </a:lnTo>
                  <a:lnTo>
                    <a:pt x="553549" y="2069221"/>
                  </a:lnTo>
                  <a:lnTo>
                    <a:pt x="554199" y="2049432"/>
                  </a:lnTo>
                  <a:lnTo>
                    <a:pt x="554849" y="2031505"/>
                  </a:lnTo>
                  <a:lnTo>
                    <a:pt x="555499" y="2014884"/>
                  </a:lnTo>
                  <a:lnTo>
                    <a:pt x="556149" y="1999499"/>
                  </a:lnTo>
                  <a:lnTo>
                    <a:pt x="556799" y="1985427"/>
                  </a:lnTo>
                  <a:lnTo>
                    <a:pt x="557449" y="1972896"/>
                  </a:lnTo>
                  <a:lnTo>
                    <a:pt x="558099" y="1961732"/>
                  </a:lnTo>
                  <a:lnTo>
                    <a:pt x="558749" y="1951873"/>
                  </a:lnTo>
                  <a:lnTo>
                    <a:pt x="559399" y="1943318"/>
                  </a:lnTo>
                  <a:lnTo>
                    <a:pt x="560049" y="1936590"/>
                  </a:lnTo>
                  <a:lnTo>
                    <a:pt x="560699" y="1931700"/>
                  </a:lnTo>
                  <a:lnTo>
                    <a:pt x="561349" y="1928423"/>
                  </a:lnTo>
                  <a:lnTo>
                    <a:pt x="561999" y="1926439"/>
                  </a:lnTo>
                  <a:lnTo>
                    <a:pt x="562649" y="1925394"/>
                  </a:lnTo>
                  <a:lnTo>
                    <a:pt x="563298" y="1924785"/>
                  </a:lnTo>
                  <a:lnTo>
                    <a:pt x="563948" y="1924663"/>
                  </a:lnTo>
                  <a:lnTo>
                    <a:pt x="564598" y="1924895"/>
                  </a:lnTo>
                  <a:lnTo>
                    <a:pt x="565248" y="1925437"/>
                  </a:lnTo>
                  <a:lnTo>
                    <a:pt x="565898" y="1926165"/>
                  </a:lnTo>
                  <a:lnTo>
                    <a:pt x="566548" y="1927110"/>
                  </a:lnTo>
                  <a:lnTo>
                    <a:pt x="567198" y="1928328"/>
                  </a:lnTo>
                  <a:lnTo>
                    <a:pt x="567848" y="1929987"/>
                  </a:lnTo>
                  <a:lnTo>
                    <a:pt x="568498" y="1931819"/>
                  </a:lnTo>
                  <a:lnTo>
                    <a:pt x="569148" y="1933650"/>
                  </a:lnTo>
                  <a:lnTo>
                    <a:pt x="569798" y="1935485"/>
                  </a:lnTo>
                  <a:lnTo>
                    <a:pt x="570448" y="1937337"/>
                  </a:lnTo>
                  <a:lnTo>
                    <a:pt x="571098" y="1938990"/>
                  </a:lnTo>
                  <a:lnTo>
                    <a:pt x="571748" y="1940175"/>
                  </a:lnTo>
                  <a:lnTo>
                    <a:pt x="572398" y="1940950"/>
                  </a:lnTo>
                  <a:lnTo>
                    <a:pt x="573047" y="1941493"/>
                  </a:lnTo>
                  <a:lnTo>
                    <a:pt x="573697" y="1941660"/>
                  </a:lnTo>
                  <a:lnTo>
                    <a:pt x="574347" y="1941343"/>
                  </a:lnTo>
                  <a:lnTo>
                    <a:pt x="574997" y="1940394"/>
                  </a:lnTo>
                  <a:lnTo>
                    <a:pt x="575647" y="1939359"/>
                  </a:lnTo>
                  <a:lnTo>
                    <a:pt x="576297" y="1938602"/>
                  </a:lnTo>
                  <a:lnTo>
                    <a:pt x="576947" y="1938338"/>
                  </a:lnTo>
                  <a:lnTo>
                    <a:pt x="577597" y="1938241"/>
                  </a:lnTo>
                  <a:lnTo>
                    <a:pt x="578247" y="1938057"/>
                  </a:lnTo>
                  <a:lnTo>
                    <a:pt x="578897" y="1937659"/>
                  </a:lnTo>
                  <a:lnTo>
                    <a:pt x="579547" y="1937457"/>
                  </a:lnTo>
                  <a:lnTo>
                    <a:pt x="580197" y="1937974"/>
                  </a:lnTo>
                  <a:lnTo>
                    <a:pt x="580847" y="1939242"/>
                  </a:lnTo>
                  <a:lnTo>
                    <a:pt x="581497" y="1941160"/>
                  </a:lnTo>
                  <a:lnTo>
                    <a:pt x="582147" y="1943879"/>
                  </a:lnTo>
                  <a:lnTo>
                    <a:pt x="582797" y="1948020"/>
                  </a:lnTo>
                  <a:lnTo>
                    <a:pt x="583446" y="1953584"/>
                  </a:lnTo>
                  <a:lnTo>
                    <a:pt x="584096" y="1960644"/>
                  </a:lnTo>
                  <a:lnTo>
                    <a:pt x="584746" y="1968746"/>
                  </a:lnTo>
                  <a:lnTo>
                    <a:pt x="585396" y="1977314"/>
                  </a:lnTo>
                  <a:lnTo>
                    <a:pt x="586046" y="1985863"/>
                  </a:lnTo>
                  <a:lnTo>
                    <a:pt x="586696" y="1993825"/>
                  </a:lnTo>
                  <a:lnTo>
                    <a:pt x="587346" y="2001079"/>
                  </a:lnTo>
                  <a:lnTo>
                    <a:pt x="587996" y="2008171"/>
                  </a:lnTo>
                  <a:lnTo>
                    <a:pt x="588646" y="2015342"/>
                  </a:lnTo>
                  <a:lnTo>
                    <a:pt x="589296" y="2022226"/>
                  </a:lnTo>
                  <a:lnTo>
                    <a:pt x="589946" y="2028227"/>
                  </a:lnTo>
                  <a:lnTo>
                    <a:pt x="590596" y="2033590"/>
                  </a:lnTo>
                  <a:lnTo>
                    <a:pt x="591246" y="2038698"/>
                  </a:lnTo>
                  <a:lnTo>
                    <a:pt x="591896" y="2043340"/>
                  </a:lnTo>
                  <a:lnTo>
                    <a:pt x="592546" y="2046726"/>
                  </a:lnTo>
                  <a:lnTo>
                    <a:pt x="593195" y="2048780"/>
                  </a:lnTo>
                  <a:lnTo>
                    <a:pt x="593845" y="2049493"/>
                  </a:lnTo>
                  <a:lnTo>
                    <a:pt x="594495" y="2049546"/>
                  </a:lnTo>
                  <a:lnTo>
                    <a:pt x="595145" y="2049475"/>
                  </a:lnTo>
                  <a:lnTo>
                    <a:pt x="595795" y="2049767"/>
                  </a:lnTo>
                  <a:lnTo>
                    <a:pt x="596445" y="2050770"/>
                  </a:lnTo>
                  <a:lnTo>
                    <a:pt x="597095" y="2052757"/>
                  </a:lnTo>
                  <a:lnTo>
                    <a:pt x="597745" y="2055627"/>
                  </a:lnTo>
                  <a:lnTo>
                    <a:pt x="598395" y="2059473"/>
                  </a:lnTo>
                  <a:lnTo>
                    <a:pt x="599045" y="2064088"/>
                  </a:lnTo>
                  <a:lnTo>
                    <a:pt x="599695" y="2069290"/>
                  </a:lnTo>
                  <a:lnTo>
                    <a:pt x="600345" y="2074747"/>
                  </a:lnTo>
                  <a:lnTo>
                    <a:pt x="600995" y="2080366"/>
                  </a:lnTo>
                  <a:lnTo>
                    <a:pt x="601645" y="2086322"/>
                  </a:lnTo>
                  <a:lnTo>
                    <a:pt x="602295" y="2092694"/>
                  </a:lnTo>
                  <a:lnTo>
                    <a:pt x="602945" y="2099451"/>
                  </a:lnTo>
                  <a:lnTo>
                    <a:pt x="603594" y="2106712"/>
                  </a:lnTo>
                  <a:lnTo>
                    <a:pt x="604244" y="2114894"/>
                  </a:lnTo>
                  <a:lnTo>
                    <a:pt x="604894" y="2123724"/>
                  </a:lnTo>
                  <a:lnTo>
                    <a:pt x="605544" y="2132977"/>
                  </a:lnTo>
                  <a:lnTo>
                    <a:pt x="606194" y="2142689"/>
                  </a:lnTo>
                  <a:lnTo>
                    <a:pt x="606844" y="2153196"/>
                  </a:lnTo>
                  <a:lnTo>
                    <a:pt x="607494" y="2165241"/>
                  </a:lnTo>
                  <a:lnTo>
                    <a:pt x="608144" y="2178985"/>
                  </a:lnTo>
                  <a:lnTo>
                    <a:pt x="608794" y="2194265"/>
                  </a:lnTo>
                  <a:lnTo>
                    <a:pt x="609444" y="2210801"/>
                  </a:lnTo>
                  <a:lnTo>
                    <a:pt x="610094" y="2228939"/>
                  </a:lnTo>
                  <a:lnTo>
                    <a:pt x="610744" y="2248809"/>
                  </a:lnTo>
                  <a:lnTo>
                    <a:pt x="611394" y="2270890"/>
                  </a:lnTo>
                  <a:lnTo>
                    <a:pt x="612044" y="2294928"/>
                  </a:lnTo>
                  <a:lnTo>
                    <a:pt x="612694" y="2320707"/>
                  </a:lnTo>
                  <a:lnTo>
                    <a:pt x="613343" y="2348301"/>
                  </a:lnTo>
                  <a:lnTo>
                    <a:pt x="613993" y="2377682"/>
                  </a:lnTo>
                  <a:lnTo>
                    <a:pt x="614643" y="2408699"/>
                  </a:lnTo>
                  <a:lnTo>
                    <a:pt x="615293" y="2441119"/>
                  </a:lnTo>
                  <a:lnTo>
                    <a:pt x="615943" y="2474888"/>
                  </a:lnTo>
                  <a:lnTo>
                    <a:pt x="616593" y="2509255"/>
                  </a:lnTo>
                  <a:lnTo>
                    <a:pt x="617243" y="2543404"/>
                  </a:lnTo>
                  <a:lnTo>
                    <a:pt x="617893" y="2576535"/>
                  </a:lnTo>
                  <a:lnTo>
                    <a:pt x="618543" y="2608389"/>
                  </a:lnTo>
                  <a:lnTo>
                    <a:pt x="619193" y="2640069"/>
                  </a:lnTo>
                  <a:lnTo>
                    <a:pt x="619843" y="2671850"/>
                  </a:lnTo>
                  <a:lnTo>
                    <a:pt x="620493" y="2703117"/>
                  </a:lnTo>
                  <a:lnTo>
                    <a:pt x="621143" y="2732782"/>
                  </a:lnTo>
                  <a:lnTo>
                    <a:pt x="621793" y="2761224"/>
                  </a:lnTo>
                  <a:lnTo>
                    <a:pt x="622443" y="2789078"/>
                  </a:lnTo>
                  <a:lnTo>
                    <a:pt x="623093" y="2816075"/>
                  </a:lnTo>
                  <a:lnTo>
                    <a:pt x="623742" y="2840802"/>
                  </a:lnTo>
                  <a:lnTo>
                    <a:pt x="624392" y="2863251"/>
                  </a:lnTo>
                  <a:lnTo>
                    <a:pt x="625042" y="2883471"/>
                  </a:lnTo>
                  <a:lnTo>
                    <a:pt x="625692" y="2901437"/>
                  </a:lnTo>
                  <a:lnTo>
                    <a:pt x="626342" y="2917748"/>
                  </a:lnTo>
                  <a:lnTo>
                    <a:pt x="626992" y="2931357"/>
                  </a:lnTo>
                  <a:lnTo>
                    <a:pt x="627642" y="2942656"/>
                  </a:lnTo>
                  <a:lnTo>
                    <a:pt x="628292" y="2952842"/>
                  </a:lnTo>
                  <a:lnTo>
                    <a:pt x="628942" y="2961356"/>
                  </a:lnTo>
                  <a:lnTo>
                    <a:pt x="629592" y="2968256"/>
                  </a:lnTo>
                  <a:lnTo>
                    <a:pt x="630242" y="2973918"/>
                  </a:lnTo>
                  <a:lnTo>
                    <a:pt x="630892" y="2977848"/>
                  </a:lnTo>
                  <a:lnTo>
                    <a:pt x="631542" y="2980272"/>
                  </a:lnTo>
                  <a:lnTo>
                    <a:pt x="632192" y="2981233"/>
                  </a:lnTo>
                  <a:lnTo>
                    <a:pt x="632842" y="2980953"/>
                  </a:lnTo>
                  <a:lnTo>
                    <a:pt x="633491" y="2979970"/>
                  </a:lnTo>
                  <a:lnTo>
                    <a:pt x="634141" y="2978054"/>
                  </a:lnTo>
                  <a:lnTo>
                    <a:pt x="634791" y="2975085"/>
                  </a:lnTo>
                  <a:lnTo>
                    <a:pt x="635441" y="2971633"/>
                  </a:lnTo>
                  <a:lnTo>
                    <a:pt x="636091" y="2967969"/>
                  </a:lnTo>
                  <a:lnTo>
                    <a:pt x="636741" y="2964136"/>
                  </a:lnTo>
                  <a:lnTo>
                    <a:pt x="637391" y="2960027"/>
                  </a:lnTo>
                  <a:lnTo>
                    <a:pt x="638041" y="2955921"/>
                  </a:lnTo>
                  <a:lnTo>
                    <a:pt x="638691" y="2952056"/>
                  </a:lnTo>
                  <a:lnTo>
                    <a:pt x="639341" y="2948246"/>
                  </a:lnTo>
                  <a:lnTo>
                    <a:pt x="639991" y="2944783"/>
                  </a:lnTo>
                  <a:lnTo>
                    <a:pt x="640641" y="2942144"/>
                  </a:lnTo>
                  <a:lnTo>
                    <a:pt x="641291" y="2940402"/>
                  </a:lnTo>
                  <a:lnTo>
                    <a:pt x="641941" y="2939496"/>
                  </a:lnTo>
                  <a:lnTo>
                    <a:pt x="642591" y="2939137"/>
                  </a:lnTo>
                  <a:lnTo>
                    <a:pt x="643241" y="2939300"/>
                  </a:lnTo>
                  <a:lnTo>
                    <a:pt x="643890" y="2940166"/>
                  </a:lnTo>
                  <a:lnTo>
                    <a:pt x="644540" y="2941520"/>
                  </a:lnTo>
                  <a:lnTo>
                    <a:pt x="645190" y="2942750"/>
                  </a:lnTo>
                  <a:lnTo>
                    <a:pt x="645840" y="2943431"/>
                  </a:lnTo>
                  <a:lnTo>
                    <a:pt x="646490" y="2943738"/>
                  </a:lnTo>
                  <a:lnTo>
                    <a:pt x="647140" y="2943943"/>
                  </a:lnTo>
                  <a:lnTo>
                    <a:pt x="647790" y="2944081"/>
                  </a:lnTo>
                  <a:lnTo>
                    <a:pt x="648440" y="2944140"/>
                  </a:lnTo>
                  <a:lnTo>
                    <a:pt x="649090" y="2944148"/>
                  </a:lnTo>
                  <a:lnTo>
                    <a:pt x="649740" y="2944043"/>
                  </a:lnTo>
                  <a:lnTo>
                    <a:pt x="650390" y="2943430"/>
                  </a:lnTo>
                  <a:lnTo>
                    <a:pt x="651040" y="2942075"/>
                  </a:lnTo>
                  <a:lnTo>
                    <a:pt x="651690" y="2939947"/>
                  </a:lnTo>
                  <a:lnTo>
                    <a:pt x="652340" y="2935828"/>
                  </a:lnTo>
                  <a:lnTo>
                    <a:pt x="652990" y="2929173"/>
                  </a:lnTo>
                  <a:lnTo>
                    <a:pt x="653639" y="2919992"/>
                  </a:lnTo>
                  <a:lnTo>
                    <a:pt x="654289" y="2908063"/>
                  </a:lnTo>
                  <a:lnTo>
                    <a:pt x="654939" y="2892925"/>
                  </a:lnTo>
                  <a:lnTo>
                    <a:pt x="655589" y="2872862"/>
                  </a:lnTo>
                  <a:lnTo>
                    <a:pt x="656239" y="2847663"/>
                  </a:lnTo>
                  <a:lnTo>
                    <a:pt x="656889" y="2820079"/>
                  </a:lnTo>
                  <a:lnTo>
                    <a:pt x="657539" y="2791389"/>
                  </a:lnTo>
                  <a:lnTo>
                    <a:pt x="658189" y="2761185"/>
                  </a:lnTo>
                  <a:lnTo>
                    <a:pt x="658839" y="2729851"/>
                  </a:lnTo>
                  <a:lnTo>
                    <a:pt x="659489" y="2698148"/>
                  </a:lnTo>
                  <a:lnTo>
                    <a:pt x="660139" y="2667827"/>
                  </a:lnTo>
                  <a:lnTo>
                    <a:pt x="660789" y="2638193"/>
                  </a:lnTo>
                  <a:lnTo>
                    <a:pt x="661439" y="2608565"/>
                  </a:lnTo>
                  <a:lnTo>
                    <a:pt x="662089" y="2579560"/>
                  </a:lnTo>
                  <a:lnTo>
                    <a:pt x="662739" y="2551283"/>
                  </a:lnTo>
                  <a:lnTo>
                    <a:pt x="663389" y="2523974"/>
                  </a:lnTo>
                  <a:lnTo>
                    <a:pt x="664038" y="2495980"/>
                  </a:lnTo>
                  <a:lnTo>
                    <a:pt x="664688" y="2467204"/>
                  </a:lnTo>
                  <a:lnTo>
                    <a:pt x="665338" y="2439192"/>
                  </a:lnTo>
                  <a:lnTo>
                    <a:pt x="665988" y="2413845"/>
                  </a:lnTo>
                  <a:lnTo>
                    <a:pt x="666638" y="2390093"/>
                  </a:lnTo>
                  <a:lnTo>
                    <a:pt x="667288" y="2367214"/>
                  </a:lnTo>
                  <a:lnTo>
                    <a:pt x="667938" y="2345200"/>
                  </a:lnTo>
                  <a:lnTo>
                    <a:pt x="668588" y="2324552"/>
                  </a:lnTo>
                  <a:lnTo>
                    <a:pt x="669238" y="2305222"/>
                  </a:lnTo>
                  <a:lnTo>
                    <a:pt x="669888" y="2286545"/>
                  </a:lnTo>
                  <a:lnTo>
                    <a:pt x="670538" y="2268898"/>
                  </a:lnTo>
                  <a:lnTo>
                    <a:pt x="671188" y="2252573"/>
                  </a:lnTo>
                  <a:lnTo>
                    <a:pt x="671838" y="2237613"/>
                  </a:lnTo>
                  <a:lnTo>
                    <a:pt x="672488" y="2224119"/>
                  </a:lnTo>
                  <a:lnTo>
                    <a:pt x="673138" y="2211875"/>
                  </a:lnTo>
                  <a:lnTo>
                    <a:pt x="673787" y="2201902"/>
                  </a:lnTo>
                  <a:lnTo>
                    <a:pt x="674437" y="2194445"/>
                  </a:lnTo>
                  <a:lnTo>
                    <a:pt x="675087" y="2189130"/>
                  </a:lnTo>
                  <a:lnTo>
                    <a:pt x="675737" y="2184806"/>
                  </a:lnTo>
                  <a:lnTo>
                    <a:pt x="676387" y="2181282"/>
                  </a:lnTo>
                  <a:lnTo>
                    <a:pt x="677037" y="2178634"/>
                  </a:lnTo>
                  <a:lnTo>
                    <a:pt x="677687" y="2177022"/>
                  </a:lnTo>
                  <a:lnTo>
                    <a:pt x="678337" y="2175913"/>
                  </a:lnTo>
                  <a:lnTo>
                    <a:pt x="678987" y="2175022"/>
                  </a:lnTo>
                  <a:lnTo>
                    <a:pt x="679637" y="2174206"/>
                  </a:lnTo>
                  <a:lnTo>
                    <a:pt x="680287" y="2173376"/>
                  </a:lnTo>
                  <a:lnTo>
                    <a:pt x="680937" y="2172456"/>
                  </a:lnTo>
                  <a:lnTo>
                    <a:pt x="681587" y="2171248"/>
                  </a:lnTo>
                  <a:lnTo>
                    <a:pt x="682237" y="2169791"/>
                  </a:lnTo>
                  <a:lnTo>
                    <a:pt x="682887" y="2168277"/>
                  </a:lnTo>
                  <a:lnTo>
                    <a:pt x="683536" y="2166844"/>
                  </a:lnTo>
                  <a:lnTo>
                    <a:pt x="684186" y="2165497"/>
                  </a:lnTo>
                  <a:lnTo>
                    <a:pt x="684836" y="2164633"/>
                  </a:lnTo>
                  <a:lnTo>
                    <a:pt x="685486" y="2164463"/>
                  </a:lnTo>
                  <a:lnTo>
                    <a:pt x="686136" y="2165040"/>
                  </a:lnTo>
                  <a:lnTo>
                    <a:pt x="686786" y="2166467"/>
                  </a:lnTo>
                  <a:lnTo>
                    <a:pt x="687436" y="2168957"/>
                  </a:lnTo>
                  <a:lnTo>
                    <a:pt x="688086" y="2173192"/>
                  </a:lnTo>
                  <a:lnTo>
                    <a:pt x="688736" y="2179483"/>
                  </a:lnTo>
                  <a:lnTo>
                    <a:pt x="689386" y="2187211"/>
                  </a:lnTo>
                  <a:lnTo>
                    <a:pt x="690036" y="2196126"/>
                  </a:lnTo>
                  <a:lnTo>
                    <a:pt x="690686" y="2206591"/>
                  </a:lnTo>
                  <a:lnTo>
                    <a:pt x="691336" y="2218787"/>
                  </a:lnTo>
                  <a:lnTo>
                    <a:pt x="691986" y="2232492"/>
                  </a:lnTo>
                  <a:lnTo>
                    <a:pt x="692636" y="2246890"/>
                  </a:lnTo>
                  <a:lnTo>
                    <a:pt x="693286" y="2262283"/>
                  </a:lnTo>
                  <a:lnTo>
                    <a:pt x="693935" y="2279188"/>
                  </a:lnTo>
                  <a:lnTo>
                    <a:pt x="694585" y="2297285"/>
                  </a:lnTo>
                  <a:lnTo>
                    <a:pt x="695235" y="2316601"/>
                  </a:lnTo>
                  <a:lnTo>
                    <a:pt x="695885" y="2337135"/>
                  </a:lnTo>
                  <a:lnTo>
                    <a:pt x="696535" y="2360210"/>
                  </a:lnTo>
                  <a:lnTo>
                    <a:pt x="697185" y="2386305"/>
                  </a:lnTo>
                  <a:lnTo>
                    <a:pt x="697835" y="2414448"/>
                  </a:lnTo>
                  <a:lnTo>
                    <a:pt x="698485" y="2442818"/>
                  </a:lnTo>
                  <a:lnTo>
                    <a:pt x="699135" y="2472206"/>
                  </a:lnTo>
                  <a:lnTo>
                    <a:pt x="699785" y="2503368"/>
                  </a:lnTo>
                  <a:lnTo>
                    <a:pt x="700435" y="2536281"/>
                  </a:lnTo>
                  <a:lnTo>
                    <a:pt x="701085" y="2570153"/>
                  </a:lnTo>
                  <a:lnTo>
                    <a:pt x="701735" y="2604936"/>
                  </a:lnTo>
                  <a:lnTo>
                    <a:pt x="702385" y="2641690"/>
                  </a:lnTo>
                  <a:lnTo>
                    <a:pt x="703035" y="2679740"/>
                  </a:lnTo>
                  <a:lnTo>
                    <a:pt x="703684" y="2718263"/>
                  </a:lnTo>
                  <a:lnTo>
                    <a:pt x="704334" y="2756918"/>
                  </a:lnTo>
                  <a:lnTo>
                    <a:pt x="704984" y="2794886"/>
                  </a:lnTo>
                  <a:lnTo>
                    <a:pt x="705634" y="2831878"/>
                  </a:lnTo>
                  <a:lnTo>
                    <a:pt x="706284" y="2864335"/>
                  </a:lnTo>
                  <a:lnTo>
                    <a:pt x="706934" y="2890172"/>
                  </a:lnTo>
                  <a:lnTo>
                    <a:pt x="707584" y="2909348"/>
                  </a:lnTo>
                  <a:lnTo>
                    <a:pt x="708234" y="2924711"/>
                  </a:lnTo>
                  <a:lnTo>
                    <a:pt x="708884" y="2936585"/>
                  </a:lnTo>
                  <a:lnTo>
                    <a:pt x="709534" y="2944430"/>
                  </a:lnTo>
                  <a:lnTo>
                    <a:pt x="710184" y="2947793"/>
                  </a:lnTo>
                  <a:lnTo>
                    <a:pt x="710834" y="2948786"/>
                  </a:lnTo>
                  <a:lnTo>
                    <a:pt x="711484" y="2948222"/>
                  </a:lnTo>
                  <a:lnTo>
                    <a:pt x="712134" y="2946736"/>
                  </a:lnTo>
                  <a:lnTo>
                    <a:pt x="712784" y="2944865"/>
                  </a:lnTo>
                  <a:lnTo>
                    <a:pt x="713434" y="2942905"/>
                  </a:lnTo>
                  <a:lnTo>
                    <a:pt x="714083" y="2941844"/>
                  </a:lnTo>
                  <a:lnTo>
                    <a:pt x="714733" y="2941762"/>
                  </a:lnTo>
                  <a:lnTo>
                    <a:pt x="715383" y="2942379"/>
                  </a:lnTo>
                  <a:lnTo>
                    <a:pt x="716033" y="2943498"/>
                  </a:lnTo>
                  <a:lnTo>
                    <a:pt x="716683" y="2945236"/>
                  </a:lnTo>
                  <a:lnTo>
                    <a:pt x="717333" y="2947239"/>
                  </a:lnTo>
                  <a:lnTo>
                    <a:pt x="717983" y="2949248"/>
                  </a:lnTo>
                  <a:lnTo>
                    <a:pt x="718633" y="2951027"/>
                  </a:lnTo>
                  <a:lnTo>
                    <a:pt x="719283" y="2951914"/>
                  </a:lnTo>
                  <a:lnTo>
                    <a:pt x="719933" y="2950845"/>
                  </a:lnTo>
                  <a:lnTo>
                    <a:pt x="720583" y="2947192"/>
                  </a:lnTo>
                  <a:lnTo>
                    <a:pt x="721233" y="2941473"/>
                  </a:lnTo>
                  <a:lnTo>
                    <a:pt x="721883" y="2934277"/>
                  </a:lnTo>
                  <a:lnTo>
                    <a:pt x="722533" y="2926487"/>
                  </a:lnTo>
                  <a:lnTo>
                    <a:pt x="723183" y="2917917"/>
                  </a:lnTo>
                  <a:lnTo>
                    <a:pt x="723832" y="2907993"/>
                  </a:lnTo>
                  <a:lnTo>
                    <a:pt x="724482" y="2897053"/>
                  </a:lnTo>
                  <a:lnTo>
                    <a:pt x="725132" y="2885549"/>
                  </a:lnTo>
                  <a:lnTo>
                    <a:pt x="725782" y="2873712"/>
                  </a:lnTo>
                  <a:lnTo>
                    <a:pt x="726432" y="2861426"/>
                  </a:lnTo>
                  <a:lnTo>
                    <a:pt x="727082" y="2848546"/>
                  </a:lnTo>
                  <a:lnTo>
                    <a:pt x="727732" y="2834977"/>
                  </a:lnTo>
                  <a:lnTo>
                    <a:pt x="728382" y="2821420"/>
                  </a:lnTo>
                  <a:lnTo>
                    <a:pt x="729032" y="2808930"/>
                  </a:lnTo>
                  <a:lnTo>
                    <a:pt x="729682" y="2798136"/>
                  </a:lnTo>
                  <a:lnTo>
                    <a:pt x="730332" y="2789265"/>
                  </a:lnTo>
                  <a:lnTo>
                    <a:pt x="730982" y="2781966"/>
                  </a:lnTo>
                  <a:lnTo>
                    <a:pt x="731632" y="2775980"/>
                  </a:lnTo>
                  <a:lnTo>
                    <a:pt x="732282" y="2770479"/>
                  </a:lnTo>
                  <a:lnTo>
                    <a:pt x="732932" y="2765299"/>
                  </a:lnTo>
                  <a:lnTo>
                    <a:pt x="733582" y="2760346"/>
                  </a:lnTo>
                  <a:lnTo>
                    <a:pt x="734231" y="2755444"/>
                  </a:lnTo>
                  <a:lnTo>
                    <a:pt x="734881" y="2750511"/>
                  </a:lnTo>
                  <a:lnTo>
                    <a:pt x="735531" y="2745452"/>
                  </a:lnTo>
                  <a:lnTo>
                    <a:pt x="736181" y="2740346"/>
                  </a:lnTo>
                  <a:lnTo>
                    <a:pt x="736831" y="2735660"/>
                  </a:lnTo>
                  <a:lnTo>
                    <a:pt x="737481" y="2731926"/>
                  </a:lnTo>
                  <a:lnTo>
                    <a:pt x="738131" y="2728840"/>
                  </a:lnTo>
                  <a:lnTo>
                    <a:pt x="738781" y="2726027"/>
                  </a:lnTo>
                  <a:lnTo>
                    <a:pt x="739431" y="2723338"/>
                  </a:lnTo>
                  <a:lnTo>
                    <a:pt x="740081" y="2720896"/>
                  </a:lnTo>
                  <a:lnTo>
                    <a:pt x="740731" y="2718804"/>
                  </a:lnTo>
                  <a:lnTo>
                    <a:pt x="741381" y="2716592"/>
                  </a:lnTo>
                  <a:lnTo>
                    <a:pt x="742031" y="2714164"/>
                  </a:lnTo>
                  <a:lnTo>
                    <a:pt x="742681" y="2711119"/>
                  </a:lnTo>
                  <a:lnTo>
                    <a:pt x="743331" y="2707166"/>
                  </a:lnTo>
                  <a:lnTo>
                    <a:pt x="743980" y="2702860"/>
                  </a:lnTo>
                  <a:lnTo>
                    <a:pt x="744630" y="2697958"/>
                  </a:lnTo>
                  <a:lnTo>
                    <a:pt x="745280" y="2692649"/>
                  </a:lnTo>
                  <a:lnTo>
                    <a:pt x="745930" y="2687203"/>
                  </a:lnTo>
                  <a:lnTo>
                    <a:pt x="746580" y="2681266"/>
                  </a:lnTo>
                  <a:lnTo>
                    <a:pt x="747230" y="2675104"/>
                  </a:lnTo>
                  <a:lnTo>
                    <a:pt x="747880" y="2668960"/>
                  </a:lnTo>
                  <a:lnTo>
                    <a:pt x="748530" y="2662910"/>
                  </a:lnTo>
                  <a:lnTo>
                    <a:pt x="749180" y="2657225"/>
                  </a:lnTo>
                  <a:lnTo>
                    <a:pt x="749830" y="2651937"/>
                  </a:lnTo>
                  <a:lnTo>
                    <a:pt x="750480" y="2646964"/>
                  </a:lnTo>
                  <a:lnTo>
                    <a:pt x="751130" y="2642483"/>
                  </a:lnTo>
                  <a:lnTo>
                    <a:pt x="751780" y="2638805"/>
                  </a:lnTo>
                  <a:lnTo>
                    <a:pt x="752430" y="2636845"/>
                  </a:lnTo>
                  <a:lnTo>
                    <a:pt x="753080" y="2637082"/>
                  </a:lnTo>
                  <a:lnTo>
                    <a:pt x="753730" y="2638799"/>
                  </a:lnTo>
                  <a:lnTo>
                    <a:pt x="754379" y="2641853"/>
                  </a:lnTo>
                  <a:lnTo>
                    <a:pt x="755029" y="2645397"/>
                  </a:lnTo>
                  <a:lnTo>
                    <a:pt x="755679" y="2649216"/>
                  </a:lnTo>
                  <a:lnTo>
                    <a:pt x="756329" y="2653487"/>
                  </a:lnTo>
                  <a:lnTo>
                    <a:pt x="756979" y="2657823"/>
                  </a:lnTo>
                  <a:lnTo>
                    <a:pt x="757629" y="2662045"/>
                  </a:lnTo>
                  <a:lnTo>
                    <a:pt x="758279" y="2666200"/>
                  </a:lnTo>
                  <a:lnTo>
                    <a:pt x="758929" y="2670353"/>
                  </a:lnTo>
                  <a:lnTo>
                    <a:pt x="759579" y="2674481"/>
                  </a:lnTo>
                  <a:lnTo>
                    <a:pt x="760229" y="2678303"/>
                  </a:lnTo>
                  <a:lnTo>
                    <a:pt x="760879" y="2681648"/>
                  </a:lnTo>
                  <a:lnTo>
                    <a:pt x="761529" y="2682773"/>
                  </a:lnTo>
                  <a:lnTo>
                    <a:pt x="762179" y="2680903"/>
                  </a:lnTo>
                  <a:lnTo>
                    <a:pt x="762829" y="2675601"/>
                  </a:lnTo>
                  <a:lnTo>
                    <a:pt x="763479" y="2667189"/>
                  </a:lnTo>
                  <a:lnTo>
                    <a:pt x="764128" y="2655751"/>
                  </a:lnTo>
                  <a:lnTo>
                    <a:pt x="764778" y="2642834"/>
                  </a:lnTo>
                  <a:lnTo>
                    <a:pt x="765428" y="2628921"/>
                  </a:lnTo>
                  <a:lnTo>
                    <a:pt x="766078" y="2614735"/>
                  </a:lnTo>
                  <a:lnTo>
                    <a:pt x="766728" y="2601120"/>
                  </a:lnTo>
                  <a:lnTo>
                    <a:pt x="767378" y="2587858"/>
                  </a:lnTo>
                  <a:lnTo>
                    <a:pt x="768028" y="2574901"/>
                  </a:lnTo>
                  <a:lnTo>
                    <a:pt x="768678" y="2562234"/>
                  </a:lnTo>
                  <a:lnTo>
                    <a:pt x="769328" y="2549920"/>
                  </a:lnTo>
                  <a:lnTo>
                    <a:pt x="769978" y="2537981"/>
                  </a:lnTo>
                  <a:lnTo>
                    <a:pt x="770628" y="2526510"/>
                  </a:lnTo>
                  <a:lnTo>
                    <a:pt x="771278" y="2516505"/>
                  </a:lnTo>
                  <a:lnTo>
                    <a:pt x="771928" y="2508294"/>
                  </a:lnTo>
                  <a:lnTo>
                    <a:pt x="772578" y="2501926"/>
                  </a:lnTo>
                  <a:lnTo>
                    <a:pt x="773228" y="2497232"/>
                  </a:lnTo>
                  <a:lnTo>
                    <a:pt x="773878" y="2494557"/>
                  </a:lnTo>
                  <a:lnTo>
                    <a:pt x="774527" y="2493538"/>
                  </a:lnTo>
                  <a:lnTo>
                    <a:pt x="775177" y="2494109"/>
                  </a:lnTo>
                  <a:lnTo>
                    <a:pt x="775827" y="2495916"/>
                  </a:lnTo>
                  <a:lnTo>
                    <a:pt x="776477" y="2498082"/>
                  </a:lnTo>
                  <a:lnTo>
                    <a:pt x="777127" y="2500760"/>
                  </a:lnTo>
                  <a:lnTo>
                    <a:pt x="777777" y="2503777"/>
                  </a:lnTo>
                  <a:lnTo>
                    <a:pt x="778427" y="2506916"/>
                  </a:lnTo>
                  <a:lnTo>
                    <a:pt x="779077" y="2510140"/>
                  </a:lnTo>
                  <a:lnTo>
                    <a:pt x="779727" y="2513277"/>
                  </a:lnTo>
                  <a:lnTo>
                    <a:pt x="780377" y="2516120"/>
                  </a:lnTo>
                  <a:lnTo>
                    <a:pt x="781027" y="2518518"/>
                  </a:lnTo>
                  <a:lnTo>
                    <a:pt x="781677" y="2520304"/>
                  </a:lnTo>
                  <a:lnTo>
                    <a:pt x="782327" y="2521607"/>
                  </a:lnTo>
                  <a:lnTo>
                    <a:pt x="782977" y="2522662"/>
                  </a:lnTo>
                  <a:lnTo>
                    <a:pt x="783627" y="2523550"/>
                  </a:lnTo>
                  <a:lnTo>
                    <a:pt x="784276" y="2524266"/>
                  </a:lnTo>
                  <a:lnTo>
                    <a:pt x="784926" y="2524658"/>
                  </a:lnTo>
                  <a:lnTo>
                    <a:pt x="785576" y="2524789"/>
                  </a:lnTo>
                  <a:lnTo>
                    <a:pt x="786226" y="2524831"/>
                  </a:lnTo>
                  <a:lnTo>
                    <a:pt x="786876" y="2524677"/>
                  </a:lnTo>
                  <a:lnTo>
                    <a:pt x="787526" y="2524648"/>
                  </a:lnTo>
                  <a:lnTo>
                    <a:pt x="788176" y="2524822"/>
                  </a:lnTo>
                  <a:lnTo>
                    <a:pt x="788826" y="2525036"/>
                  </a:lnTo>
                  <a:lnTo>
                    <a:pt x="789476" y="2525411"/>
                  </a:lnTo>
                  <a:lnTo>
                    <a:pt x="790126" y="2525417"/>
                  </a:lnTo>
                  <a:lnTo>
                    <a:pt x="790776" y="2524610"/>
                  </a:lnTo>
                  <a:lnTo>
                    <a:pt x="791426" y="2522916"/>
                  </a:lnTo>
                  <a:lnTo>
                    <a:pt x="792076" y="2520466"/>
                  </a:lnTo>
                  <a:lnTo>
                    <a:pt x="792726" y="2518019"/>
                  </a:lnTo>
                  <a:lnTo>
                    <a:pt x="793376" y="2515542"/>
                  </a:lnTo>
                  <a:lnTo>
                    <a:pt x="794026" y="2513994"/>
                  </a:lnTo>
                  <a:lnTo>
                    <a:pt x="794675" y="2513783"/>
                  </a:lnTo>
                  <a:lnTo>
                    <a:pt x="795325" y="2515168"/>
                  </a:lnTo>
                  <a:lnTo>
                    <a:pt x="795975" y="2518277"/>
                  </a:lnTo>
                  <a:lnTo>
                    <a:pt x="796625" y="2523310"/>
                  </a:lnTo>
                  <a:lnTo>
                    <a:pt x="797275" y="2529582"/>
                  </a:lnTo>
                  <a:lnTo>
                    <a:pt x="797925" y="2536883"/>
                  </a:lnTo>
                  <a:lnTo>
                    <a:pt x="798575" y="2544851"/>
                  </a:lnTo>
                  <a:lnTo>
                    <a:pt x="799225" y="2553044"/>
                  </a:lnTo>
                  <a:lnTo>
                    <a:pt x="799875" y="2562316"/>
                  </a:lnTo>
                  <a:lnTo>
                    <a:pt x="800525" y="2573355"/>
                  </a:lnTo>
                  <a:lnTo>
                    <a:pt x="801175" y="2586132"/>
                  </a:lnTo>
                  <a:lnTo>
                    <a:pt x="801825" y="2600229"/>
                  </a:lnTo>
                  <a:lnTo>
                    <a:pt x="802475" y="2614754"/>
                  </a:lnTo>
                  <a:lnTo>
                    <a:pt x="803125" y="2629503"/>
                  </a:lnTo>
                  <a:lnTo>
                    <a:pt x="803775" y="2642371"/>
                  </a:lnTo>
                  <a:lnTo>
                    <a:pt x="804424" y="2651856"/>
                  </a:lnTo>
                  <a:lnTo>
                    <a:pt x="805074" y="2656909"/>
                  </a:lnTo>
                  <a:lnTo>
                    <a:pt x="805724" y="2657334"/>
                  </a:lnTo>
                  <a:lnTo>
                    <a:pt x="806374" y="2652777"/>
                  </a:lnTo>
                  <a:lnTo>
                    <a:pt x="807024" y="2643362"/>
                  </a:lnTo>
                  <a:lnTo>
                    <a:pt x="807674" y="2629992"/>
                  </a:lnTo>
                  <a:lnTo>
                    <a:pt x="808324" y="2614762"/>
                  </a:lnTo>
                  <a:lnTo>
                    <a:pt x="808974" y="2599295"/>
                  </a:lnTo>
                  <a:lnTo>
                    <a:pt x="809624" y="2584190"/>
                  </a:lnTo>
                  <a:lnTo>
                    <a:pt x="810274" y="2569455"/>
                  </a:lnTo>
                  <a:lnTo>
                    <a:pt x="810924" y="2555256"/>
                  </a:lnTo>
                  <a:lnTo>
                    <a:pt x="811574" y="2541774"/>
                  </a:lnTo>
                  <a:lnTo>
                    <a:pt x="812224" y="2529000"/>
                  </a:lnTo>
                  <a:lnTo>
                    <a:pt x="812874" y="2516772"/>
                  </a:lnTo>
                  <a:lnTo>
                    <a:pt x="813524" y="2505790"/>
                  </a:lnTo>
                  <a:lnTo>
                    <a:pt x="814173" y="2496337"/>
                  </a:lnTo>
                  <a:lnTo>
                    <a:pt x="814823" y="2488586"/>
                  </a:lnTo>
                  <a:lnTo>
                    <a:pt x="815473" y="2482205"/>
                  </a:lnTo>
                  <a:lnTo>
                    <a:pt x="816123" y="2477321"/>
                  </a:lnTo>
                  <a:lnTo>
                    <a:pt x="816773" y="2474255"/>
                  </a:lnTo>
                  <a:lnTo>
                    <a:pt x="817423" y="2472063"/>
                  </a:lnTo>
                  <a:lnTo>
                    <a:pt x="818073" y="2469719"/>
                  </a:lnTo>
                  <a:lnTo>
                    <a:pt x="818723" y="2466456"/>
                  </a:lnTo>
                  <a:lnTo>
                    <a:pt x="819373" y="2461049"/>
                  </a:lnTo>
                  <a:lnTo>
                    <a:pt x="820023" y="2452375"/>
                  </a:lnTo>
                  <a:lnTo>
                    <a:pt x="820673" y="2441002"/>
                  </a:lnTo>
                  <a:lnTo>
                    <a:pt x="821323" y="2427125"/>
                  </a:lnTo>
                  <a:lnTo>
                    <a:pt x="821973" y="2411361"/>
                  </a:lnTo>
                  <a:lnTo>
                    <a:pt x="822623" y="2395014"/>
                  </a:lnTo>
                  <a:lnTo>
                    <a:pt x="823273" y="2378513"/>
                  </a:lnTo>
                  <a:lnTo>
                    <a:pt x="823923" y="2362738"/>
                  </a:lnTo>
                  <a:lnTo>
                    <a:pt x="824572" y="2348097"/>
                  </a:lnTo>
                  <a:lnTo>
                    <a:pt x="825222" y="2334544"/>
                  </a:lnTo>
                  <a:lnTo>
                    <a:pt x="825872" y="2321884"/>
                  </a:lnTo>
                  <a:lnTo>
                    <a:pt x="826522" y="2310039"/>
                  </a:lnTo>
                  <a:lnTo>
                    <a:pt x="827172" y="2299302"/>
                  </a:lnTo>
                  <a:lnTo>
                    <a:pt x="827822" y="2289381"/>
                  </a:lnTo>
                  <a:lnTo>
                    <a:pt x="828472" y="2280386"/>
                  </a:lnTo>
                  <a:lnTo>
                    <a:pt x="829122" y="2272882"/>
                  </a:lnTo>
                  <a:lnTo>
                    <a:pt x="829772" y="2267612"/>
                  </a:lnTo>
                  <a:lnTo>
                    <a:pt x="830422" y="2264134"/>
                  </a:lnTo>
                  <a:lnTo>
                    <a:pt x="831072" y="2262252"/>
                  </a:lnTo>
                  <a:lnTo>
                    <a:pt x="831722" y="2261473"/>
                  </a:lnTo>
                  <a:lnTo>
                    <a:pt x="832372" y="2261071"/>
                  </a:lnTo>
                  <a:lnTo>
                    <a:pt x="833022" y="2260415"/>
                  </a:lnTo>
                  <a:lnTo>
                    <a:pt x="833672" y="2258758"/>
                  </a:lnTo>
                  <a:lnTo>
                    <a:pt x="834321" y="2256298"/>
                  </a:lnTo>
                  <a:lnTo>
                    <a:pt x="834971" y="2253339"/>
                  </a:lnTo>
                  <a:lnTo>
                    <a:pt x="835621" y="2250025"/>
                  </a:lnTo>
                  <a:lnTo>
                    <a:pt x="836271" y="2247093"/>
                  </a:lnTo>
                  <a:lnTo>
                    <a:pt x="836921" y="2245058"/>
                  </a:lnTo>
                  <a:lnTo>
                    <a:pt x="837571" y="2244318"/>
                  </a:lnTo>
                  <a:lnTo>
                    <a:pt x="838221" y="2244961"/>
                  </a:lnTo>
                  <a:lnTo>
                    <a:pt x="838871" y="2247040"/>
                  </a:lnTo>
                  <a:lnTo>
                    <a:pt x="839521" y="2250912"/>
                  </a:lnTo>
                  <a:lnTo>
                    <a:pt x="840171" y="2256543"/>
                  </a:lnTo>
                  <a:lnTo>
                    <a:pt x="840821" y="2263488"/>
                  </a:lnTo>
                  <a:lnTo>
                    <a:pt x="841471" y="2271469"/>
                  </a:lnTo>
                  <a:lnTo>
                    <a:pt x="842121" y="2280109"/>
                  </a:lnTo>
                  <a:lnTo>
                    <a:pt x="842771" y="2289633"/>
                  </a:lnTo>
                  <a:lnTo>
                    <a:pt x="843421" y="2300156"/>
                  </a:lnTo>
                  <a:lnTo>
                    <a:pt x="844071" y="2311193"/>
                  </a:lnTo>
                  <a:lnTo>
                    <a:pt x="844720" y="2322556"/>
                  </a:lnTo>
                  <a:lnTo>
                    <a:pt x="845370" y="2334214"/>
                  </a:lnTo>
                  <a:lnTo>
                    <a:pt x="846020" y="2345220"/>
                  </a:lnTo>
                  <a:lnTo>
                    <a:pt x="846670" y="2355002"/>
                  </a:lnTo>
                  <a:lnTo>
                    <a:pt x="847320" y="2363550"/>
                  </a:lnTo>
                  <a:lnTo>
                    <a:pt x="847970" y="2370867"/>
                  </a:lnTo>
                  <a:lnTo>
                    <a:pt x="848620" y="2376489"/>
                  </a:lnTo>
                  <a:lnTo>
                    <a:pt x="849270" y="2380238"/>
                  </a:lnTo>
                  <a:lnTo>
                    <a:pt x="849920" y="2382968"/>
                  </a:lnTo>
                  <a:lnTo>
                    <a:pt x="850570" y="2385517"/>
                  </a:lnTo>
                  <a:lnTo>
                    <a:pt x="851220" y="2388670"/>
                  </a:lnTo>
                  <a:lnTo>
                    <a:pt x="851870" y="2393504"/>
                  </a:lnTo>
                  <a:lnTo>
                    <a:pt x="852520" y="2401082"/>
                  </a:lnTo>
                  <a:lnTo>
                    <a:pt x="853170" y="2411179"/>
                  </a:lnTo>
                  <a:lnTo>
                    <a:pt x="853820" y="2423913"/>
                  </a:lnTo>
                  <a:lnTo>
                    <a:pt x="854469" y="2439246"/>
                  </a:lnTo>
                  <a:lnTo>
                    <a:pt x="855119" y="2456764"/>
                  </a:lnTo>
                  <a:lnTo>
                    <a:pt x="855769" y="2476922"/>
                  </a:lnTo>
                  <a:lnTo>
                    <a:pt x="856419" y="2499226"/>
                  </a:lnTo>
                  <a:lnTo>
                    <a:pt x="857069" y="2522944"/>
                  </a:lnTo>
                  <a:lnTo>
                    <a:pt x="857719" y="2547868"/>
                  </a:lnTo>
                  <a:lnTo>
                    <a:pt x="858369" y="2574315"/>
                  </a:lnTo>
                  <a:lnTo>
                    <a:pt x="859019" y="2601973"/>
                  </a:lnTo>
                  <a:lnTo>
                    <a:pt x="859669" y="2629756"/>
                  </a:lnTo>
                  <a:lnTo>
                    <a:pt x="860319" y="2657672"/>
                  </a:lnTo>
                  <a:lnTo>
                    <a:pt x="860969" y="2685206"/>
                  </a:lnTo>
                  <a:lnTo>
                    <a:pt x="861619" y="2711009"/>
                  </a:lnTo>
                  <a:lnTo>
                    <a:pt x="862269" y="2733283"/>
                  </a:lnTo>
                  <a:lnTo>
                    <a:pt x="862919" y="2752401"/>
                  </a:lnTo>
                  <a:lnTo>
                    <a:pt x="863569" y="2768289"/>
                  </a:lnTo>
                  <a:lnTo>
                    <a:pt x="864219" y="2781443"/>
                  </a:lnTo>
                  <a:lnTo>
                    <a:pt x="864868" y="2792262"/>
                  </a:lnTo>
                  <a:lnTo>
                    <a:pt x="865518" y="2800802"/>
                  </a:lnTo>
                  <a:lnTo>
                    <a:pt x="866168" y="2808733"/>
                  </a:lnTo>
                  <a:lnTo>
                    <a:pt x="866818" y="2815610"/>
                  </a:lnTo>
                  <a:lnTo>
                    <a:pt x="867468" y="2821293"/>
                  </a:lnTo>
                  <a:lnTo>
                    <a:pt x="868118" y="2826017"/>
                  </a:lnTo>
                  <a:lnTo>
                    <a:pt x="868768" y="2829749"/>
                  </a:lnTo>
                  <a:lnTo>
                    <a:pt x="869418" y="2832521"/>
                  </a:lnTo>
                  <a:lnTo>
                    <a:pt x="870068" y="2834124"/>
                  </a:lnTo>
                  <a:lnTo>
                    <a:pt x="870718" y="2834851"/>
                  </a:lnTo>
                  <a:lnTo>
                    <a:pt x="871368" y="2834908"/>
                  </a:lnTo>
                  <a:lnTo>
                    <a:pt x="872018" y="2834222"/>
                  </a:lnTo>
                  <a:lnTo>
                    <a:pt x="872668" y="2832099"/>
                  </a:lnTo>
                  <a:lnTo>
                    <a:pt x="873318" y="2826924"/>
                  </a:lnTo>
                  <a:lnTo>
                    <a:pt x="873968" y="2819858"/>
                  </a:lnTo>
                  <a:lnTo>
                    <a:pt x="874617" y="2811866"/>
                  </a:lnTo>
                  <a:lnTo>
                    <a:pt x="875267" y="2802484"/>
                  </a:lnTo>
                  <a:lnTo>
                    <a:pt x="875917" y="2790697"/>
                  </a:lnTo>
                  <a:lnTo>
                    <a:pt x="876567" y="2777422"/>
                  </a:lnTo>
                  <a:lnTo>
                    <a:pt x="877217" y="2763708"/>
                  </a:lnTo>
                  <a:lnTo>
                    <a:pt x="877867" y="2750464"/>
                  </a:lnTo>
                  <a:lnTo>
                    <a:pt x="878517" y="2737702"/>
                  </a:lnTo>
                  <a:lnTo>
                    <a:pt x="879167" y="2724366"/>
                  </a:lnTo>
                  <a:lnTo>
                    <a:pt x="879817" y="2709777"/>
                  </a:lnTo>
                  <a:lnTo>
                    <a:pt x="880467" y="2694464"/>
                  </a:lnTo>
                  <a:lnTo>
                    <a:pt x="881117" y="2678610"/>
                  </a:lnTo>
                  <a:lnTo>
                    <a:pt x="881767" y="2662533"/>
                  </a:lnTo>
                  <a:lnTo>
                    <a:pt x="882417" y="2645991"/>
                  </a:lnTo>
                  <a:lnTo>
                    <a:pt x="883067" y="2629413"/>
                  </a:lnTo>
                  <a:lnTo>
                    <a:pt x="883717" y="2611934"/>
                  </a:lnTo>
                  <a:lnTo>
                    <a:pt x="884367" y="2593182"/>
                  </a:lnTo>
                  <a:lnTo>
                    <a:pt x="885016" y="2573543"/>
                  </a:lnTo>
                  <a:lnTo>
                    <a:pt x="885666" y="2553367"/>
                  </a:lnTo>
                  <a:lnTo>
                    <a:pt x="886316" y="2532620"/>
                  </a:lnTo>
                  <a:lnTo>
                    <a:pt x="886966" y="2510408"/>
                  </a:lnTo>
                  <a:lnTo>
                    <a:pt x="887616" y="2487006"/>
                  </a:lnTo>
                  <a:lnTo>
                    <a:pt x="888266" y="2463598"/>
                  </a:lnTo>
                  <a:lnTo>
                    <a:pt x="888916" y="2441348"/>
                  </a:lnTo>
                  <a:lnTo>
                    <a:pt x="889566" y="2420709"/>
                  </a:lnTo>
                  <a:lnTo>
                    <a:pt x="890216" y="2400078"/>
                  </a:lnTo>
                  <a:lnTo>
                    <a:pt x="890866" y="2379504"/>
                  </a:lnTo>
                  <a:lnTo>
                    <a:pt x="891516" y="2358912"/>
                  </a:lnTo>
                  <a:lnTo>
                    <a:pt x="892166" y="2339074"/>
                  </a:lnTo>
                  <a:lnTo>
                    <a:pt x="892816" y="2320074"/>
                  </a:lnTo>
                  <a:lnTo>
                    <a:pt x="893466" y="2301763"/>
                  </a:lnTo>
                  <a:lnTo>
                    <a:pt x="894116" y="2284316"/>
                  </a:lnTo>
                  <a:lnTo>
                    <a:pt x="894765" y="2268162"/>
                  </a:lnTo>
                  <a:lnTo>
                    <a:pt x="895415" y="2253506"/>
                  </a:lnTo>
                  <a:lnTo>
                    <a:pt x="896065" y="2240525"/>
                  </a:lnTo>
                  <a:lnTo>
                    <a:pt x="896715" y="2229436"/>
                  </a:lnTo>
                  <a:lnTo>
                    <a:pt x="897365" y="2219650"/>
                  </a:lnTo>
                  <a:lnTo>
                    <a:pt x="898015" y="2210718"/>
                  </a:lnTo>
                  <a:lnTo>
                    <a:pt x="898665" y="2202336"/>
                  </a:lnTo>
                  <a:lnTo>
                    <a:pt x="899315" y="2194472"/>
                  </a:lnTo>
                  <a:lnTo>
                    <a:pt x="899965" y="2187973"/>
                  </a:lnTo>
                  <a:lnTo>
                    <a:pt x="900615" y="2182785"/>
                  </a:lnTo>
                  <a:lnTo>
                    <a:pt x="901265" y="2178799"/>
                  </a:lnTo>
                  <a:lnTo>
                    <a:pt x="901915" y="2175816"/>
                  </a:lnTo>
                  <a:lnTo>
                    <a:pt x="902565" y="2173935"/>
                  </a:lnTo>
                  <a:lnTo>
                    <a:pt x="903215" y="2173128"/>
                  </a:lnTo>
                  <a:lnTo>
                    <a:pt x="903865" y="2173260"/>
                  </a:lnTo>
                  <a:lnTo>
                    <a:pt x="904515" y="2173901"/>
                  </a:lnTo>
                  <a:lnTo>
                    <a:pt x="905164" y="2175171"/>
                  </a:lnTo>
                  <a:lnTo>
                    <a:pt x="905814" y="2177472"/>
                  </a:lnTo>
                  <a:lnTo>
                    <a:pt x="906464" y="2180333"/>
                  </a:lnTo>
                  <a:lnTo>
                    <a:pt x="907114" y="2183644"/>
                  </a:lnTo>
                  <a:lnTo>
                    <a:pt x="907764" y="2187363"/>
                  </a:lnTo>
                  <a:lnTo>
                    <a:pt x="908414" y="2191748"/>
                  </a:lnTo>
                  <a:lnTo>
                    <a:pt x="909064" y="2196899"/>
                  </a:lnTo>
                  <a:lnTo>
                    <a:pt x="909714" y="2202475"/>
                  </a:lnTo>
                  <a:lnTo>
                    <a:pt x="910364" y="2208054"/>
                  </a:lnTo>
                  <a:lnTo>
                    <a:pt x="911014" y="2213759"/>
                  </a:lnTo>
                  <a:lnTo>
                    <a:pt x="911664" y="2219325"/>
                  </a:lnTo>
                  <a:lnTo>
                    <a:pt x="912314" y="2224645"/>
                  </a:lnTo>
                  <a:lnTo>
                    <a:pt x="912964" y="2229229"/>
                  </a:lnTo>
                  <a:lnTo>
                    <a:pt x="913614" y="2233239"/>
                  </a:lnTo>
                  <a:lnTo>
                    <a:pt x="914264" y="2236196"/>
                  </a:lnTo>
                  <a:lnTo>
                    <a:pt x="914913" y="2237934"/>
                  </a:lnTo>
                  <a:lnTo>
                    <a:pt x="915563" y="2238151"/>
                  </a:lnTo>
                  <a:lnTo>
                    <a:pt x="916213" y="2237828"/>
                  </a:lnTo>
                  <a:lnTo>
                    <a:pt x="916863" y="2236923"/>
                  </a:lnTo>
                  <a:lnTo>
                    <a:pt x="917513" y="2235293"/>
                  </a:lnTo>
                  <a:lnTo>
                    <a:pt x="918163" y="2232625"/>
                  </a:lnTo>
                  <a:lnTo>
                    <a:pt x="918813" y="2229469"/>
                  </a:lnTo>
                  <a:lnTo>
                    <a:pt x="919463" y="2226801"/>
                  </a:lnTo>
                  <a:lnTo>
                    <a:pt x="920113" y="2224830"/>
                  </a:lnTo>
                  <a:lnTo>
                    <a:pt x="920763" y="2223153"/>
                  </a:lnTo>
                  <a:lnTo>
                    <a:pt x="921413" y="2221785"/>
                  </a:lnTo>
                  <a:lnTo>
                    <a:pt x="922063" y="2220800"/>
                  </a:lnTo>
                  <a:lnTo>
                    <a:pt x="922713" y="2221558"/>
                  </a:lnTo>
                  <a:lnTo>
                    <a:pt x="923363" y="2223801"/>
                  </a:lnTo>
                  <a:lnTo>
                    <a:pt x="924013" y="2227873"/>
                  </a:lnTo>
                  <a:lnTo>
                    <a:pt x="924663" y="2233220"/>
                  </a:lnTo>
                  <a:lnTo>
                    <a:pt x="925312" y="2239721"/>
                  </a:lnTo>
                  <a:lnTo>
                    <a:pt x="925962" y="2246699"/>
                  </a:lnTo>
                  <a:lnTo>
                    <a:pt x="926612" y="2253970"/>
                  </a:lnTo>
                  <a:lnTo>
                    <a:pt x="927262" y="2260904"/>
                  </a:lnTo>
                  <a:lnTo>
                    <a:pt x="927912" y="2267491"/>
                  </a:lnTo>
                  <a:lnTo>
                    <a:pt x="928562" y="2272657"/>
                  </a:lnTo>
                  <a:lnTo>
                    <a:pt x="929212" y="2275822"/>
                  </a:lnTo>
                  <a:lnTo>
                    <a:pt x="929862" y="2277491"/>
                  </a:lnTo>
                  <a:lnTo>
                    <a:pt x="930512" y="2278328"/>
                  </a:lnTo>
                  <a:lnTo>
                    <a:pt x="931162" y="2278787"/>
                  </a:lnTo>
                  <a:lnTo>
                    <a:pt x="931812" y="2279025"/>
                  </a:lnTo>
                  <a:lnTo>
                    <a:pt x="932462" y="2278114"/>
                  </a:lnTo>
                  <a:lnTo>
                    <a:pt x="933112" y="2276164"/>
                  </a:lnTo>
                  <a:lnTo>
                    <a:pt x="933762" y="2273275"/>
                  </a:lnTo>
                  <a:lnTo>
                    <a:pt x="934412" y="2269932"/>
                  </a:lnTo>
                  <a:lnTo>
                    <a:pt x="935061" y="2266051"/>
                  </a:lnTo>
                  <a:lnTo>
                    <a:pt x="935711" y="2261690"/>
                  </a:lnTo>
                  <a:lnTo>
                    <a:pt x="936361" y="2257144"/>
                  </a:lnTo>
                  <a:lnTo>
                    <a:pt x="937011" y="2252935"/>
                  </a:lnTo>
                  <a:lnTo>
                    <a:pt x="937661" y="2248816"/>
                  </a:lnTo>
                  <a:lnTo>
                    <a:pt x="938311" y="2244946"/>
                  </a:lnTo>
                  <a:lnTo>
                    <a:pt x="938961" y="2241013"/>
                  </a:lnTo>
                  <a:lnTo>
                    <a:pt x="939611" y="2236865"/>
                  </a:lnTo>
                  <a:lnTo>
                    <a:pt x="940261" y="2232581"/>
                  </a:lnTo>
                  <a:lnTo>
                    <a:pt x="940911" y="2228122"/>
                  </a:lnTo>
                  <a:lnTo>
                    <a:pt x="941561" y="2223381"/>
                  </a:lnTo>
                  <a:lnTo>
                    <a:pt x="942211" y="2218339"/>
                  </a:lnTo>
                  <a:lnTo>
                    <a:pt x="942861" y="2213134"/>
                  </a:lnTo>
                  <a:lnTo>
                    <a:pt x="943511" y="2207985"/>
                  </a:lnTo>
                  <a:lnTo>
                    <a:pt x="944161" y="2203767"/>
                  </a:lnTo>
                  <a:lnTo>
                    <a:pt x="944811" y="2200715"/>
                  </a:lnTo>
                  <a:lnTo>
                    <a:pt x="945460" y="2199288"/>
                  </a:lnTo>
                  <a:lnTo>
                    <a:pt x="946110" y="2199571"/>
                  </a:lnTo>
                  <a:lnTo>
                    <a:pt x="946760" y="2201882"/>
                  </a:lnTo>
                  <a:lnTo>
                    <a:pt x="947410" y="2206574"/>
                  </a:lnTo>
                  <a:lnTo>
                    <a:pt x="948060" y="2213803"/>
                  </a:lnTo>
                  <a:lnTo>
                    <a:pt x="948710" y="2223266"/>
                  </a:lnTo>
                  <a:lnTo>
                    <a:pt x="949360" y="2235187"/>
                  </a:lnTo>
                  <a:lnTo>
                    <a:pt x="950010" y="2249234"/>
                  </a:lnTo>
                  <a:lnTo>
                    <a:pt x="950660" y="2265509"/>
                  </a:lnTo>
                  <a:lnTo>
                    <a:pt x="951310" y="2283726"/>
                  </a:lnTo>
                  <a:lnTo>
                    <a:pt x="951960" y="2303535"/>
                  </a:lnTo>
                  <a:lnTo>
                    <a:pt x="952610" y="2324578"/>
                  </a:lnTo>
                  <a:lnTo>
                    <a:pt x="953260" y="2346052"/>
                  </a:lnTo>
                  <a:lnTo>
                    <a:pt x="953910" y="2365871"/>
                  </a:lnTo>
                  <a:lnTo>
                    <a:pt x="954560" y="2383326"/>
                  </a:lnTo>
                  <a:lnTo>
                    <a:pt x="955209" y="2397767"/>
                  </a:lnTo>
                  <a:lnTo>
                    <a:pt x="955859" y="2408768"/>
                  </a:lnTo>
                  <a:lnTo>
                    <a:pt x="956509" y="2415997"/>
                  </a:lnTo>
                  <a:lnTo>
                    <a:pt x="957159" y="2419608"/>
                  </a:lnTo>
                  <a:lnTo>
                    <a:pt x="957809" y="2419926"/>
                  </a:lnTo>
                  <a:lnTo>
                    <a:pt x="958459" y="2418499"/>
                  </a:lnTo>
                  <a:lnTo>
                    <a:pt x="959109" y="2415752"/>
                  </a:lnTo>
                  <a:lnTo>
                    <a:pt x="959759" y="2411656"/>
                  </a:lnTo>
                  <a:lnTo>
                    <a:pt x="960409" y="2405908"/>
                  </a:lnTo>
                  <a:lnTo>
                    <a:pt x="961059" y="2399410"/>
                  </a:lnTo>
                  <a:lnTo>
                    <a:pt x="961709" y="2392982"/>
                  </a:lnTo>
                  <a:lnTo>
                    <a:pt x="962359" y="2386773"/>
                  </a:lnTo>
                  <a:lnTo>
                    <a:pt x="963009" y="2381259"/>
                  </a:lnTo>
                  <a:lnTo>
                    <a:pt x="963659" y="2377307"/>
                  </a:lnTo>
                  <a:lnTo>
                    <a:pt x="964309" y="2375106"/>
                  </a:lnTo>
                  <a:lnTo>
                    <a:pt x="964958" y="2374629"/>
                  </a:lnTo>
                  <a:lnTo>
                    <a:pt x="965608" y="2375853"/>
                  </a:lnTo>
                  <a:lnTo>
                    <a:pt x="966258" y="2378488"/>
                  </a:lnTo>
                  <a:lnTo>
                    <a:pt x="966908" y="2382131"/>
                  </a:lnTo>
                  <a:lnTo>
                    <a:pt x="967558" y="2386609"/>
                  </a:lnTo>
                  <a:lnTo>
                    <a:pt x="968208" y="2391150"/>
                  </a:lnTo>
                  <a:lnTo>
                    <a:pt x="968858" y="2395159"/>
                  </a:lnTo>
                  <a:lnTo>
                    <a:pt x="969508" y="2398968"/>
                  </a:lnTo>
                  <a:lnTo>
                    <a:pt x="970158" y="2402935"/>
                  </a:lnTo>
                  <a:lnTo>
                    <a:pt x="970808" y="2406142"/>
                  </a:lnTo>
                  <a:lnTo>
                    <a:pt x="971458" y="2408760"/>
                  </a:lnTo>
                  <a:lnTo>
                    <a:pt x="972108" y="2411037"/>
                  </a:lnTo>
                  <a:lnTo>
                    <a:pt x="972758" y="2412944"/>
                  </a:lnTo>
                  <a:lnTo>
                    <a:pt x="973408" y="2414344"/>
                  </a:lnTo>
                  <a:lnTo>
                    <a:pt x="974058" y="2415210"/>
                  </a:lnTo>
                  <a:lnTo>
                    <a:pt x="974708" y="2415586"/>
                  </a:lnTo>
                  <a:lnTo>
                    <a:pt x="975357" y="2416137"/>
                  </a:lnTo>
                  <a:lnTo>
                    <a:pt x="976007" y="2417034"/>
                  </a:lnTo>
                  <a:lnTo>
                    <a:pt x="976657" y="2418249"/>
                  </a:lnTo>
                  <a:lnTo>
                    <a:pt x="977307" y="2419658"/>
                  </a:lnTo>
                  <a:lnTo>
                    <a:pt x="977957" y="2421214"/>
                  </a:lnTo>
                  <a:lnTo>
                    <a:pt x="978607" y="2422609"/>
                  </a:lnTo>
                  <a:lnTo>
                    <a:pt x="979257" y="2423553"/>
                  </a:lnTo>
                  <a:lnTo>
                    <a:pt x="979907" y="2423780"/>
                  </a:lnTo>
                  <a:lnTo>
                    <a:pt x="980557" y="2424005"/>
                  </a:lnTo>
                  <a:lnTo>
                    <a:pt x="981207" y="2423733"/>
                  </a:lnTo>
                  <a:lnTo>
                    <a:pt x="981857" y="2422754"/>
                  </a:lnTo>
                  <a:lnTo>
                    <a:pt x="982507" y="2421493"/>
                  </a:lnTo>
                  <a:lnTo>
                    <a:pt x="983157" y="2420303"/>
                  </a:lnTo>
                  <a:lnTo>
                    <a:pt x="983807" y="2419181"/>
                  </a:lnTo>
                  <a:lnTo>
                    <a:pt x="984457" y="2418296"/>
                  </a:lnTo>
                  <a:lnTo>
                    <a:pt x="985106" y="2417420"/>
                  </a:lnTo>
                  <a:lnTo>
                    <a:pt x="985756" y="2416857"/>
                  </a:lnTo>
                  <a:lnTo>
                    <a:pt x="986406" y="2417585"/>
                  </a:lnTo>
                  <a:lnTo>
                    <a:pt x="987056" y="2419863"/>
                  </a:lnTo>
                  <a:lnTo>
                    <a:pt x="987706" y="2423698"/>
                  </a:lnTo>
                  <a:lnTo>
                    <a:pt x="988356" y="2429211"/>
                  </a:lnTo>
                  <a:lnTo>
                    <a:pt x="989006" y="2436270"/>
                  </a:lnTo>
                  <a:lnTo>
                    <a:pt x="989656" y="2444604"/>
                  </a:lnTo>
                  <a:lnTo>
                    <a:pt x="990306" y="2453339"/>
                  </a:lnTo>
                  <a:lnTo>
                    <a:pt x="990956" y="2462013"/>
                  </a:lnTo>
                  <a:lnTo>
                    <a:pt x="991606" y="2470093"/>
                  </a:lnTo>
                  <a:lnTo>
                    <a:pt x="992256" y="2477941"/>
                  </a:lnTo>
                  <a:lnTo>
                    <a:pt x="992906" y="2486325"/>
                  </a:lnTo>
                  <a:lnTo>
                    <a:pt x="993556" y="2495771"/>
                  </a:lnTo>
                  <a:lnTo>
                    <a:pt x="994206" y="2505706"/>
                  </a:lnTo>
                  <a:lnTo>
                    <a:pt x="994856" y="2516137"/>
                  </a:lnTo>
                  <a:lnTo>
                    <a:pt x="995505" y="2526484"/>
                  </a:lnTo>
                  <a:lnTo>
                    <a:pt x="996155" y="2535525"/>
                  </a:lnTo>
                  <a:lnTo>
                    <a:pt x="996805" y="2542726"/>
                  </a:lnTo>
                  <a:lnTo>
                    <a:pt x="997455" y="2547966"/>
                  </a:lnTo>
                  <a:lnTo>
                    <a:pt x="998105" y="2551385"/>
                  </a:lnTo>
                  <a:lnTo>
                    <a:pt x="998755" y="2553287"/>
                  </a:lnTo>
                  <a:lnTo>
                    <a:pt x="999405" y="2554077"/>
                  </a:lnTo>
                  <a:lnTo>
                    <a:pt x="1000055" y="2554732"/>
                  </a:lnTo>
                  <a:lnTo>
                    <a:pt x="1000705" y="2556281"/>
                  </a:lnTo>
                  <a:lnTo>
                    <a:pt x="1001355" y="2559593"/>
                  </a:lnTo>
                  <a:lnTo>
                    <a:pt x="1002005" y="2563930"/>
                  </a:lnTo>
                  <a:lnTo>
                    <a:pt x="1002655" y="2568442"/>
                  </a:lnTo>
                  <a:lnTo>
                    <a:pt x="1003305" y="2573734"/>
                  </a:lnTo>
                  <a:lnTo>
                    <a:pt x="1003955" y="2579903"/>
                  </a:lnTo>
                  <a:lnTo>
                    <a:pt x="1004605" y="2586167"/>
                  </a:lnTo>
                  <a:lnTo>
                    <a:pt x="1005254" y="2592025"/>
                  </a:lnTo>
                  <a:lnTo>
                    <a:pt x="1005904" y="2596744"/>
                  </a:lnTo>
                  <a:lnTo>
                    <a:pt x="1006554" y="2600312"/>
                  </a:lnTo>
                  <a:lnTo>
                    <a:pt x="1007204" y="2603231"/>
                  </a:lnTo>
                  <a:lnTo>
                    <a:pt x="1007854" y="2604551"/>
                  </a:lnTo>
                  <a:lnTo>
                    <a:pt x="1008504" y="2604390"/>
                  </a:lnTo>
                  <a:lnTo>
                    <a:pt x="1009154" y="2602967"/>
                  </a:lnTo>
                  <a:lnTo>
                    <a:pt x="1009804" y="2600807"/>
                  </a:lnTo>
                  <a:lnTo>
                    <a:pt x="1010454" y="2597879"/>
                  </a:lnTo>
                  <a:lnTo>
                    <a:pt x="1011104" y="2594380"/>
                  </a:lnTo>
                  <a:lnTo>
                    <a:pt x="1011754" y="2590408"/>
                  </a:lnTo>
                  <a:lnTo>
                    <a:pt x="1012404" y="2586083"/>
                  </a:lnTo>
                  <a:lnTo>
                    <a:pt x="1013054" y="2580356"/>
                  </a:lnTo>
                  <a:lnTo>
                    <a:pt x="1013704" y="2573829"/>
                  </a:lnTo>
                  <a:lnTo>
                    <a:pt x="1014354" y="2567354"/>
                  </a:lnTo>
                  <a:lnTo>
                    <a:pt x="1015004" y="2561442"/>
                  </a:lnTo>
                  <a:lnTo>
                    <a:pt x="1015653" y="2556641"/>
                  </a:lnTo>
                  <a:lnTo>
                    <a:pt x="1016303" y="2553074"/>
                  </a:lnTo>
                  <a:lnTo>
                    <a:pt x="1016953" y="2550109"/>
                  </a:lnTo>
                  <a:lnTo>
                    <a:pt x="1017603" y="2548164"/>
                  </a:lnTo>
                  <a:lnTo>
                    <a:pt x="1018253" y="2546915"/>
                  </a:lnTo>
                  <a:lnTo>
                    <a:pt x="1018903" y="2546026"/>
                  </a:lnTo>
                  <a:lnTo>
                    <a:pt x="1019553" y="2545290"/>
                  </a:lnTo>
                  <a:lnTo>
                    <a:pt x="1020203" y="2544634"/>
                  </a:lnTo>
                  <a:lnTo>
                    <a:pt x="1020853" y="2544191"/>
                  </a:lnTo>
                  <a:lnTo>
                    <a:pt x="1021503" y="2544190"/>
                  </a:lnTo>
                  <a:lnTo>
                    <a:pt x="1022153" y="2544665"/>
                  </a:lnTo>
                  <a:lnTo>
                    <a:pt x="1022803" y="2546350"/>
                  </a:lnTo>
                  <a:lnTo>
                    <a:pt x="1023453" y="2549274"/>
                  </a:lnTo>
                  <a:lnTo>
                    <a:pt x="1024103" y="2553432"/>
                  </a:lnTo>
                  <a:lnTo>
                    <a:pt x="1024753" y="2558639"/>
                  </a:lnTo>
                  <a:lnTo>
                    <a:pt x="1025402" y="2564018"/>
                  </a:lnTo>
                  <a:lnTo>
                    <a:pt x="1026052" y="2568848"/>
                  </a:lnTo>
                  <a:lnTo>
                    <a:pt x="1026702" y="2573776"/>
                  </a:lnTo>
                  <a:lnTo>
                    <a:pt x="1027352" y="2578875"/>
                  </a:lnTo>
                  <a:lnTo>
                    <a:pt x="1028002" y="2582568"/>
                  </a:lnTo>
                  <a:lnTo>
                    <a:pt x="1028652" y="2585233"/>
                  </a:lnTo>
                  <a:lnTo>
                    <a:pt x="1029302" y="2586939"/>
                  </a:lnTo>
                  <a:lnTo>
                    <a:pt x="1029952" y="2586845"/>
                  </a:lnTo>
                  <a:lnTo>
                    <a:pt x="1030602" y="2584095"/>
                  </a:lnTo>
                  <a:lnTo>
                    <a:pt x="1031252" y="2579145"/>
                  </a:lnTo>
                  <a:lnTo>
                    <a:pt x="1031902" y="2571861"/>
                  </a:lnTo>
                  <a:lnTo>
                    <a:pt x="1032552" y="2562690"/>
                  </a:lnTo>
                  <a:lnTo>
                    <a:pt x="1033202" y="2551883"/>
                  </a:lnTo>
                  <a:lnTo>
                    <a:pt x="1033852" y="2539249"/>
                  </a:lnTo>
                  <a:lnTo>
                    <a:pt x="1034502" y="2525280"/>
                  </a:lnTo>
                  <a:lnTo>
                    <a:pt x="1035152" y="2511193"/>
                  </a:lnTo>
                  <a:lnTo>
                    <a:pt x="1035801" y="2497784"/>
                  </a:lnTo>
                  <a:lnTo>
                    <a:pt x="1036451" y="2484740"/>
                  </a:lnTo>
                  <a:lnTo>
                    <a:pt x="1037101" y="2472306"/>
                  </a:lnTo>
                  <a:lnTo>
                    <a:pt x="1037751" y="2462084"/>
                  </a:lnTo>
                  <a:lnTo>
                    <a:pt x="1038401" y="2454401"/>
                  </a:lnTo>
                  <a:lnTo>
                    <a:pt x="1039051" y="2449070"/>
                  </a:lnTo>
                  <a:lnTo>
                    <a:pt x="1039701" y="2446174"/>
                  </a:lnTo>
                  <a:lnTo>
                    <a:pt x="1040351" y="2446207"/>
                  </a:lnTo>
                  <a:lnTo>
                    <a:pt x="1041001" y="2448302"/>
                  </a:lnTo>
                  <a:lnTo>
                    <a:pt x="1041651" y="2452286"/>
                  </a:lnTo>
                  <a:lnTo>
                    <a:pt x="1042301" y="2456598"/>
                  </a:lnTo>
                  <a:lnTo>
                    <a:pt x="1042951" y="2460825"/>
                  </a:lnTo>
                  <a:lnTo>
                    <a:pt x="1043601" y="2464607"/>
                  </a:lnTo>
                  <a:lnTo>
                    <a:pt x="1044251" y="2467533"/>
                  </a:lnTo>
                  <a:lnTo>
                    <a:pt x="1044901" y="2469502"/>
                  </a:lnTo>
                  <a:lnTo>
                    <a:pt x="1045550" y="2470550"/>
                  </a:lnTo>
                  <a:lnTo>
                    <a:pt x="1046200" y="2470595"/>
                  </a:lnTo>
                  <a:lnTo>
                    <a:pt x="1046850" y="2469511"/>
                  </a:lnTo>
                  <a:lnTo>
                    <a:pt x="1047500" y="2467036"/>
                  </a:lnTo>
                  <a:lnTo>
                    <a:pt x="1048150" y="2462478"/>
                  </a:lnTo>
                  <a:lnTo>
                    <a:pt x="1048800" y="2455916"/>
                  </a:lnTo>
                  <a:lnTo>
                    <a:pt x="1049450" y="2448397"/>
                  </a:lnTo>
                  <a:lnTo>
                    <a:pt x="1050100" y="2440031"/>
                  </a:lnTo>
                  <a:lnTo>
                    <a:pt x="1050750" y="2431478"/>
                  </a:lnTo>
                  <a:lnTo>
                    <a:pt x="1051400" y="2423158"/>
                  </a:lnTo>
                  <a:lnTo>
                    <a:pt x="1052050" y="2415481"/>
                  </a:lnTo>
                  <a:lnTo>
                    <a:pt x="1052700" y="2408418"/>
                  </a:lnTo>
                  <a:lnTo>
                    <a:pt x="1053350" y="2402372"/>
                  </a:lnTo>
                  <a:lnTo>
                    <a:pt x="1054000" y="2397626"/>
                  </a:lnTo>
                  <a:lnTo>
                    <a:pt x="1054650" y="2394140"/>
                  </a:lnTo>
                  <a:lnTo>
                    <a:pt x="1055300" y="2391774"/>
                  </a:lnTo>
                  <a:lnTo>
                    <a:pt x="1055949" y="2390435"/>
                  </a:lnTo>
                  <a:lnTo>
                    <a:pt x="1056599" y="2390229"/>
                  </a:lnTo>
                  <a:lnTo>
                    <a:pt x="1057249" y="2391255"/>
                  </a:lnTo>
                  <a:lnTo>
                    <a:pt x="1057899" y="2393634"/>
                  </a:lnTo>
                  <a:lnTo>
                    <a:pt x="1058549" y="2397468"/>
                  </a:lnTo>
                  <a:lnTo>
                    <a:pt x="1059199" y="2401818"/>
                  </a:lnTo>
                  <a:lnTo>
                    <a:pt x="1059849" y="2406489"/>
                  </a:lnTo>
                  <a:lnTo>
                    <a:pt x="1060499" y="2412504"/>
                  </a:lnTo>
                  <a:lnTo>
                    <a:pt x="1061149" y="2419364"/>
                  </a:lnTo>
                  <a:lnTo>
                    <a:pt x="1061799" y="2426981"/>
                  </a:lnTo>
                  <a:lnTo>
                    <a:pt x="1062449" y="2435965"/>
                  </a:lnTo>
                  <a:lnTo>
                    <a:pt x="1063099" y="2446713"/>
                  </a:lnTo>
                  <a:lnTo>
                    <a:pt x="1063749" y="2458919"/>
                  </a:lnTo>
                  <a:lnTo>
                    <a:pt x="1064399" y="2472660"/>
                  </a:lnTo>
                  <a:lnTo>
                    <a:pt x="1065049" y="2486990"/>
                  </a:lnTo>
                  <a:lnTo>
                    <a:pt x="1065698" y="2501613"/>
                  </a:lnTo>
                  <a:lnTo>
                    <a:pt x="1066348" y="2516401"/>
                  </a:lnTo>
                  <a:lnTo>
                    <a:pt x="1066998" y="2531150"/>
                  </a:lnTo>
                  <a:lnTo>
                    <a:pt x="1067648" y="2545483"/>
                  </a:lnTo>
                  <a:lnTo>
                    <a:pt x="1068298" y="2558810"/>
                  </a:lnTo>
                  <a:lnTo>
                    <a:pt x="1068948" y="2571684"/>
                  </a:lnTo>
                  <a:lnTo>
                    <a:pt x="1069598" y="2584390"/>
                  </a:lnTo>
                  <a:lnTo>
                    <a:pt x="1070248" y="2595268"/>
                  </a:lnTo>
                  <a:lnTo>
                    <a:pt x="1070898" y="2604816"/>
                  </a:lnTo>
                  <a:lnTo>
                    <a:pt x="1071548" y="2613529"/>
                  </a:lnTo>
                  <a:lnTo>
                    <a:pt x="1072198" y="2620856"/>
                  </a:lnTo>
                  <a:lnTo>
                    <a:pt x="1072848" y="2626226"/>
                  </a:lnTo>
                  <a:lnTo>
                    <a:pt x="1073498" y="2630249"/>
                  </a:lnTo>
                  <a:lnTo>
                    <a:pt x="1074148" y="2632681"/>
                  </a:lnTo>
                  <a:lnTo>
                    <a:pt x="1074798" y="2635162"/>
                  </a:lnTo>
                  <a:lnTo>
                    <a:pt x="1075448" y="2637534"/>
                  </a:lnTo>
                  <a:lnTo>
                    <a:pt x="1076097" y="2639331"/>
                  </a:lnTo>
                  <a:lnTo>
                    <a:pt x="1076747" y="2641354"/>
                  </a:lnTo>
                  <a:lnTo>
                    <a:pt x="1077397" y="2644321"/>
                  </a:lnTo>
                  <a:lnTo>
                    <a:pt x="1078047" y="2648067"/>
                  </a:lnTo>
                  <a:lnTo>
                    <a:pt x="1078697" y="2651798"/>
                  </a:lnTo>
                  <a:lnTo>
                    <a:pt x="1079347" y="2655260"/>
                  </a:lnTo>
                  <a:lnTo>
                    <a:pt x="1079997" y="2659547"/>
                  </a:lnTo>
                  <a:lnTo>
                    <a:pt x="1080647" y="2665079"/>
                  </a:lnTo>
                  <a:lnTo>
                    <a:pt x="1081297" y="2671376"/>
                  </a:lnTo>
                  <a:lnTo>
                    <a:pt x="1081947" y="2677453"/>
                  </a:lnTo>
                  <a:lnTo>
                    <a:pt x="1082597" y="2683163"/>
                  </a:lnTo>
                  <a:lnTo>
                    <a:pt x="1083247" y="2688324"/>
                  </a:lnTo>
                  <a:lnTo>
                    <a:pt x="1083897" y="2692847"/>
                  </a:lnTo>
                  <a:lnTo>
                    <a:pt x="1084547" y="2696103"/>
                  </a:lnTo>
                  <a:lnTo>
                    <a:pt x="1085197" y="2698585"/>
                  </a:lnTo>
                  <a:lnTo>
                    <a:pt x="1085846" y="2700856"/>
                  </a:lnTo>
                  <a:lnTo>
                    <a:pt x="1086496" y="2702201"/>
                  </a:lnTo>
                  <a:lnTo>
                    <a:pt x="1087146" y="2702212"/>
                  </a:lnTo>
                  <a:lnTo>
                    <a:pt x="1087796" y="2701521"/>
                  </a:lnTo>
                  <a:lnTo>
                    <a:pt x="1088446" y="2700951"/>
                  </a:lnTo>
                  <a:lnTo>
                    <a:pt x="1089096" y="2700475"/>
                  </a:lnTo>
                  <a:lnTo>
                    <a:pt x="1089746" y="2699001"/>
                  </a:lnTo>
                  <a:lnTo>
                    <a:pt x="1090396" y="2695824"/>
                  </a:lnTo>
                  <a:lnTo>
                    <a:pt x="1091046" y="2691379"/>
                  </a:lnTo>
                  <a:lnTo>
                    <a:pt x="1091696" y="2686773"/>
                  </a:lnTo>
                  <a:lnTo>
                    <a:pt x="1092346" y="2682235"/>
                  </a:lnTo>
                  <a:lnTo>
                    <a:pt x="1092996" y="2677762"/>
                  </a:lnTo>
                  <a:lnTo>
                    <a:pt x="1093646" y="2673600"/>
                  </a:lnTo>
                  <a:lnTo>
                    <a:pt x="1094296" y="2669977"/>
                  </a:lnTo>
                  <a:lnTo>
                    <a:pt x="1094946" y="2667128"/>
                  </a:lnTo>
                  <a:lnTo>
                    <a:pt x="1095596" y="2665060"/>
                  </a:lnTo>
                  <a:lnTo>
                    <a:pt x="1096245" y="2663633"/>
                  </a:lnTo>
                  <a:lnTo>
                    <a:pt x="1096895" y="2662549"/>
                  </a:lnTo>
                  <a:lnTo>
                    <a:pt x="1097545" y="2661336"/>
                  </a:lnTo>
                  <a:lnTo>
                    <a:pt x="1098195" y="2659358"/>
                  </a:lnTo>
                  <a:lnTo>
                    <a:pt x="1098845" y="2656187"/>
                  </a:lnTo>
                  <a:lnTo>
                    <a:pt x="1099495" y="2652060"/>
                  </a:lnTo>
                  <a:lnTo>
                    <a:pt x="1100145" y="2647581"/>
                  </a:lnTo>
                  <a:lnTo>
                    <a:pt x="1100795" y="2641945"/>
                  </a:lnTo>
                  <a:lnTo>
                    <a:pt x="1101445" y="2634524"/>
                  </a:lnTo>
                  <a:lnTo>
                    <a:pt x="1102095" y="2625640"/>
                  </a:lnTo>
                  <a:lnTo>
                    <a:pt x="1102745" y="2616339"/>
                  </a:lnTo>
                  <a:lnTo>
                    <a:pt x="1103395" y="2606758"/>
                  </a:lnTo>
                  <a:lnTo>
                    <a:pt x="1104045" y="2596812"/>
                  </a:lnTo>
                  <a:lnTo>
                    <a:pt x="1104695" y="2586456"/>
                  </a:lnTo>
                  <a:lnTo>
                    <a:pt x="1105345" y="2575882"/>
                  </a:lnTo>
                  <a:lnTo>
                    <a:pt x="1105994" y="2565518"/>
                  </a:lnTo>
                  <a:lnTo>
                    <a:pt x="1106644" y="2555709"/>
                  </a:lnTo>
                  <a:lnTo>
                    <a:pt x="1107294" y="2546607"/>
                  </a:lnTo>
                  <a:lnTo>
                    <a:pt x="1107944" y="2539153"/>
                  </a:lnTo>
                  <a:lnTo>
                    <a:pt x="1108594" y="2534349"/>
                  </a:lnTo>
                  <a:lnTo>
                    <a:pt x="1109244" y="2531823"/>
                  </a:lnTo>
                  <a:lnTo>
                    <a:pt x="1109894" y="2530598"/>
                  </a:lnTo>
                  <a:lnTo>
                    <a:pt x="1110544" y="2531327"/>
                  </a:lnTo>
                  <a:lnTo>
                    <a:pt x="1111194" y="2534961"/>
                  </a:lnTo>
                  <a:lnTo>
                    <a:pt x="1111844" y="2541252"/>
                  </a:lnTo>
                  <a:lnTo>
                    <a:pt x="1112494" y="2548539"/>
                  </a:lnTo>
                  <a:lnTo>
                    <a:pt x="1113144" y="2556311"/>
                  </a:lnTo>
                  <a:lnTo>
                    <a:pt x="1113794" y="2564676"/>
                  </a:lnTo>
                  <a:lnTo>
                    <a:pt x="1114444" y="2573792"/>
                  </a:lnTo>
                  <a:lnTo>
                    <a:pt x="1115094" y="2583505"/>
                  </a:lnTo>
                  <a:lnTo>
                    <a:pt x="1115743" y="2593420"/>
                  </a:lnTo>
                  <a:lnTo>
                    <a:pt x="1116393" y="2603496"/>
                  </a:lnTo>
                  <a:lnTo>
                    <a:pt x="1117043" y="2613945"/>
                  </a:lnTo>
                  <a:lnTo>
                    <a:pt x="1117693" y="2624441"/>
                  </a:lnTo>
                  <a:lnTo>
                    <a:pt x="1118343" y="2634110"/>
                  </a:lnTo>
                  <a:lnTo>
                    <a:pt x="1118993" y="2642964"/>
                  </a:lnTo>
                  <a:lnTo>
                    <a:pt x="1119643" y="2651565"/>
                  </a:lnTo>
                  <a:lnTo>
                    <a:pt x="1120293" y="2659656"/>
                  </a:lnTo>
                  <a:lnTo>
                    <a:pt x="1120943" y="2666499"/>
                  </a:lnTo>
                  <a:lnTo>
                    <a:pt x="1121593" y="2672003"/>
                  </a:lnTo>
                  <a:lnTo>
                    <a:pt x="1122243" y="2677124"/>
                  </a:lnTo>
                  <a:lnTo>
                    <a:pt x="1122893" y="2682423"/>
                  </a:lnTo>
                  <a:lnTo>
                    <a:pt x="1123543" y="2687794"/>
                  </a:lnTo>
                  <a:lnTo>
                    <a:pt x="1124193" y="2692961"/>
                  </a:lnTo>
                  <a:lnTo>
                    <a:pt x="1124843" y="2697940"/>
                  </a:lnTo>
                  <a:lnTo>
                    <a:pt x="1125493" y="2702804"/>
                  </a:lnTo>
                  <a:lnTo>
                    <a:pt x="1126142" y="2707447"/>
                  </a:lnTo>
                  <a:lnTo>
                    <a:pt x="1126792" y="2711502"/>
                  </a:lnTo>
                  <a:lnTo>
                    <a:pt x="1127442" y="2714742"/>
                  </a:lnTo>
                  <a:lnTo>
                    <a:pt x="1128092" y="2717137"/>
                  </a:lnTo>
                  <a:lnTo>
                    <a:pt x="1128742" y="2718740"/>
                  </a:lnTo>
                  <a:lnTo>
                    <a:pt x="1129392" y="2719745"/>
                  </a:lnTo>
                  <a:lnTo>
                    <a:pt x="1130042" y="2720772"/>
                  </a:lnTo>
                  <a:lnTo>
                    <a:pt x="1130692" y="2722657"/>
                  </a:lnTo>
                  <a:lnTo>
                    <a:pt x="1131342" y="2726138"/>
                  </a:lnTo>
                  <a:lnTo>
                    <a:pt x="1131992" y="2731105"/>
                  </a:lnTo>
                  <a:lnTo>
                    <a:pt x="1132642" y="2737084"/>
                  </a:lnTo>
                  <a:lnTo>
                    <a:pt x="1133292" y="2744977"/>
                  </a:lnTo>
                  <a:lnTo>
                    <a:pt x="1133942" y="2755490"/>
                  </a:lnTo>
                  <a:lnTo>
                    <a:pt x="1134592" y="2768274"/>
                  </a:lnTo>
                  <a:lnTo>
                    <a:pt x="1135242" y="2782294"/>
                  </a:lnTo>
                  <a:lnTo>
                    <a:pt x="1135891" y="2797290"/>
                  </a:lnTo>
                  <a:lnTo>
                    <a:pt x="1136541" y="2813569"/>
                  </a:lnTo>
                  <a:lnTo>
                    <a:pt x="1137191" y="2831253"/>
                  </a:lnTo>
                  <a:lnTo>
                    <a:pt x="1137841" y="2850208"/>
                  </a:lnTo>
                  <a:lnTo>
                    <a:pt x="1138491" y="2870053"/>
                  </a:lnTo>
                  <a:lnTo>
                    <a:pt x="1139141" y="2890571"/>
                  </a:lnTo>
                  <a:lnTo>
                    <a:pt x="1139791" y="2911216"/>
                  </a:lnTo>
                  <a:lnTo>
                    <a:pt x="1140441" y="2930797"/>
                  </a:lnTo>
                  <a:lnTo>
                    <a:pt x="1141091" y="2948192"/>
                  </a:lnTo>
                  <a:lnTo>
                    <a:pt x="1141741" y="2963419"/>
                  </a:lnTo>
                  <a:lnTo>
                    <a:pt x="1142391" y="2976925"/>
                  </a:lnTo>
                  <a:lnTo>
                    <a:pt x="1143041" y="2987429"/>
                  </a:lnTo>
                  <a:lnTo>
                    <a:pt x="1143691" y="2994258"/>
                  </a:lnTo>
                  <a:lnTo>
                    <a:pt x="1144341" y="2998006"/>
                  </a:lnTo>
                  <a:lnTo>
                    <a:pt x="1144991" y="3000402"/>
                  </a:lnTo>
                  <a:lnTo>
                    <a:pt x="1145641" y="3002171"/>
                  </a:lnTo>
                  <a:lnTo>
                    <a:pt x="1146290" y="3003477"/>
                  </a:lnTo>
                  <a:lnTo>
                    <a:pt x="1146940" y="3004273"/>
                  </a:lnTo>
                  <a:lnTo>
                    <a:pt x="1147590" y="3004896"/>
                  </a:lnTo>
                  <a:lnTo>
                    <a:pt x="1148240" y="3005660"/>
                  </a:lnTo>
                  <a:lnTo>
                    <a:pt x="1148890" y="3006414"/>
                  </a:lnTo>
                  <a:lnTo>
                    <a:pt x="1149540" y="3007174"/>
                  </a:lnTo>
                  <a:lnTo>
                    <a:pt x="1150190" y="3007942"/>
                  </a:lnTo>
                  <a:lnTo>
                    <a:pt x="1150840" y="3008758"/>
                  </a:lnTo>
                  <a:lnTo>
                    <a:pt x="1151490" y="3009688"/>
                  </a:lnTo>
                  <a:lnTo>
                    <a:pt x="1152140" y="3010383"/>
                  </a:lnTo>
                  <a:lnTo>
                    <a:pt x="1152790" y="3010904"/>
                  </a:lnTo>
                  <a:lnTo>
                    <a:pt x="1153440" y="3011303"/>
                  </a:lnTo>
                  <a:lnTo>
                    <a:pt x="1154090" y="3011173"/>
                  </a:lnTo>
                  <a:lnTo>
                    <a:pt x="1154740" y="3010130"/>
                  </a:lnTo>
                  <a:lnTo>
                    <a:pt x="1155390" y="3007910"/>
                  </a:lnTo>
                  <a:lnTo>
                    <a:pt x="1156039" y="3004603"/>
                  </a:lnTo>
                  <a:lnTo>
                    <a:pt x="1156689" y="3000442"/>
                  </a:lnTo>
                  <a:lnTo>
                    <a:pt x="1157339" y="2995640"/>
                  </a:lnTo>
                  <a:lnTo>
                    <a:pt x="1157989" y="2990194"/>
                  </a:lnTo>
                  <a:lnTo>
                    <a:pt x="1158639" y="2984021"/>
                  </a:lnTo>
                  <a:lnTo>
                    <a:pt x="1159289" y="2977421"/>
                  </a:lnTo>
                  <a:lnTo>
                    <a:pt x="1159939" y="2968758"/>
                  </a:lnTo>
                  <a:lnTo>
                    <a:pt x="1160589" y="2956607"/>
                  </a:lnTo>
                  <a:lnTo>
                    <a:pt x="1161239" y="2941353"/>
                  </a:lnTo>
                  <a:lnTo>
                    <a:pt x="1161889" y="2924032"/>
                  </a:lnTo>
                  <a:lnTo>
                    <a:pt x="1162539" y="2904671"/>
                  </a:lnTo>
                  <a:lnTo>
                    <a:pt x="1163189" y="2884761"/>
                  </a:lnTo>
                  <a:lnTo>
                    <a:pt x="1163839" y="2864681"/>
                  </a:lnTo>
                  <a:lnTo>
                    <a:pt x="1164489" y="2845042"/>
                  </a:lnTo>
                  <a:lnTo>
                    <a:pt x="1165139" y="2826170"/>
                  </a:lnTo>
                  <a:lnTo>
                    <a:pt x="1165789" y="2807851"/>
                  </a:lnTo>
                  <a:lnTo>
                    <a:pt x="1166438" y="2789896"/>
                  </a:lnTo>
                  <a:lnTo>
                    <a:pt x="1167088" y="2771919"/>
                  </a:lnTo>
                  <a:lnTo>
                    <a:pt x="1167738" y="2753947"/>
                  </a:lnTo>
                  <a:lnTo>
                    <a:pt x="1168388" y="2736169"/>
                  </a:lnTo>
                  <a:lnTo>
                    <a:pt x="1169038" y="2718346"/>
                  </a:lnTo>
                  <a:lnTo>
                    <a:pt x="1169688" y="2701782"/>
                  </a:lnTo>
                  <a:lnTo>
                    <a:pt x="1170338" y="2687541"/>
                  </a:lnTo>
                  <a:lnTo>
                    <a:pt x="1170988" y="2675485"/>
                  </a:lnTo>
                  <a:lnTo>
                    <a:pt x="1171638" y="2665344"/>
                  </a:lnTo>
                  <a:lnTo>
                    <a:pt x="1172288" y="2657186"/>
                  </a:lnTo>
                  <a:lnTo>
                    <a:pt x="1172938" y="2649767"/>
                  </a:lnTo>
                  <a:lnTo>
                    <a:pt x="1173588" y="2643279"/>
                  </a:lnTo>
                  <a:lnTo>
                    <a:pt x="1174238" y="2637457"/>
                  </a:lnTo>
                  <a:lnTo>
                    <a:pt x="1174888" y="2632030"/>
                  </a:lnTo>
                  <a:lnTo>
                    <a:pt x="1175538" y="2626871"/>
                  </a:lnTo>
                  <a:lnTo>
                    <a:pt x="1176187" y="2621821"/>
                  </a:lnTo>
                  <a:lnTo>
                    <a:pt x="1176837" y="2617044"/>
                  </a:lnTo>
                  <a:lnTo>
                    <a:pt x="1177487" y="2612585"/>
                  </a:lnTo>
                  <a:lnTo>
                    <a:pt x="1178137" y="2608310"/>
                  </a:lnTo>
                  <a:lnTo>
                    <a:pt x="1178787" y="2604262"/>
                  </a:lnTo>
                  <a:lnTo>
                    <a:pt x="1179437" y="2600289"/>
                  </a:lnTo>
                  <a:lnTo>
                    <a:pt x="1180087" y="2596224"/>
                  </a:lnTo>
                  <a:lnTo>
                    <a:pt x="1180737" y="2591978"/>
                  </a:lnTo>
                  <a:lnTo>
                    <a:pt x="1181387" y="2587438"/>
                  </a:lnTo>
                  <a:lnTo>
                    <a:pt x="1182037" y="2582528"/>
                  </a:lnTo>
                  <a:lnTo>
                    <a:pt x="1182687" y="2577702"/>
                  </a:lnTo>
                  <a:lnTo>
                    <a:pt x="1183337" y="2572720"/>
                  </a:lnTo>
                  <a:lnTo>
                    <a:pt x="1183987" y="2567588"/>
                  </a:lnTo>
                  <a:lnTo>
                    <a:pt x="1184637" y="2562501"/>
                  </a:lnTo>
                  <a:lnTo>
                    <a:pt x="1185287" y="2557543"/>
                  </a:lnTo>
                  <a:lnTo>
                    <a:pt x="1185937" y="2552761"/>
                  </a:lnTo>
                  <a:lnTo>
                    <a:pt x="1186586" y="2548462"/>
                  </a:lnTo>
                  <a:lnTo>
                    <a:pt x="1187236" y="2544820"/>
                  </a:lnTo>
                  <a:lnTo>
                    <a:pt x="1187886" y="2541998"/>
                  </a:lnTo>
                  <a:lnTo>
                    <a:pt x="1188536" y="2539885"/>
                  </a:lnTo>
                  <a:lnTo>
                    <a:pt x="1189186" y="2538293"/>
                  </a:lnTo>
                  <a:lnTo>
                    <a:pt x="1189836" y="2537046"/>
                  </a:lnTo>
                  <a:lnTo>
                    <a:pt x="1190486" y="2536207"/>
                  </a:lnTo>
                  <a:lnTo>
                    <a:pt x="1191136" y="2536021"/>
                  </a:lnTo>
                  <a:lnTo>
                    <a:pt x="1191786" y="2536427"/>
                  </a:lnTo>
                  <a:lnTo>
                    <a:pt x="1192436" y="2537975"/>
                  </a:lnTo>
                  <a:lnTo>
                    <a:pt x="1193086" y="2541542"/>
                  </a:lnTo>
                  <a:lnTo>
                    <a:pt x="1193736" y="2546993"/>
                  </a:lnTo>
                  <a:lnTo>
                    <a:pt x="1194386" y="2554032"/>
                  </a:lnTo>
                  <a:lnTo>
                    <a:pt x="1195036" y="2562819"/>
                  </a:lnTo>
                  <a:lnTo>
                    <a:pt x="1195686" y="2572385"/>
                  </a:lnTo>
                  <a:lnTo>
                    <a:pt x="1196335" y="2582443"/>
                  </a:lnTo>
                  <a:lnTo>
                    <a:pt x="1196985" y="2592835"/>
                  </a:lnTo>
                  <a:lnTo>
                    <a:pt x="1197635" y="2603246"/>
                  </a:lnTo>
                  <a:lnTo>
                    <a:pt x="1198285" y="2613802"/>
                  </a:lnTo>
                  <a:lnTo>
                    <a:pt x="1198935" y="2624619"/>
                  </a:lnTo>
                  <a:lnTo>
                    <a:pt x="1199585" y="2635868"/>
                  </a:lnTo>
                  <a:lnTo>
                    <a:pt x="1200235" y="2647952"/>
                  </a:lnTo>
                  <a:lnTo>
                    <a:pt x="1200885" y="2660688"/>
                  </a:lnTo>
                  <a:lnTo>
                    <a:pt x="1201535" y="2673890"/>
                  </a:lnTo>
                  <a:lnTo>
                    <a:pt x="1202185" y="2685847"/>
                  </a:lnTo>
                  <a:lnTo>
                    <a:pt x="1202835" y="2695320"/>
                  </a:lnTo>
                  <a:lnTo>
                    <a:pt x="1203485" y="2702110"/>
                  </a:lnTo>
                  <a:lnTo>
                    <a:pt x="1204135" y="2706489"/>
                  </a:lnTo>
                  <a:lnTo>
                    <a:pt x="1204785" y="2707852"/>
                  </a:lnTo>
                  <a:lnTo>
                    <a:pt x="1205435" y="2708107"/>
                  </a:lnTo>
                  <a:lnTo>
                    <a:pt x="1206085" y="2706835"/>
                  </a:lnTo>
                  <a:lnTo>
                    <a:pt x="1206734" y="2704738"/>
                  </a:lnTo>
                  <a:lnTo>
                    <a:pt x="1207384" y="2702230"/>
                  </a:lnTo>
                  <a:lnTo>
                    <a:pt x="1208034" y="2699089"/>
                  </a:lnTo>
                  <a:lnTo>
                    <a:pt x="1208684" y="2695126"/>
                  </a:lnTo>
                  <a:lnTo>
                    <a:pt x="1209334" y="2690349"/>
                  </a:lnTo>
                  <a:lnTo>
                    <a:pt x="1209984" y="2684345"/>
                  </a:lnTo>
                  <a:lnTo>
                    <a:pt x="1210634" y="2677385"/>
                  </a:lnTo>
                  <a:lnTo>
                    <a:pt x="1211284" y="2669899"/>
                  </a:lnTo>
                  <a:lnTo>
                    <a:pt x="1211934" y="2662677"/>
                  </a:lnTo>
                  <a:lnTo>
                    <a:pt x="1212584" y="2656045"/>
                  </a:lnTo>
                  <a:lnTo>
                    <a:pt x="1213234" y="2650434"/>
                  </a:lnTo>
                  <a:lnTo>
                    <a:pt x="1213884" y="2645573"/>
                  </a:lnTo>
                  <a:lnTo>
                    <a:pt x="1214534" y="2641645"/>
                  </a:lnTo>
                  <a:lnTo>
                    <a:pt x="1215184" y="2637727"/>
                  </a:lnTo>
                  <a:lnTo>
                    <a:pt x="1215834" y="2633656"/>
                  </a:lnTo>
                  <a:lnTo>
                    <a:pt x="1216483" y="2628451"/>
                  </a:lnTo>
                  <a:lnTo>
                    <a:pt x="1217133" y="2622408"/>
                  </a:lnTo>
                  <a:lnTo>
                    <a:pt x="1217783" y="2614960"/>
                  </a:lnTo>
                  <a:lnTo>
                    <a:pt x="1218433" y="2606352"/>
                  </a:lnTo>
                  <a:lnTo>
                    <a:pt x="1219083" y="2596800"/>
                  </a:lnTo>
                  <a:lnTo>
                    <a:pt x="1219733" y="2585966"/>
                  </a:lnTo>
                  <a:lnTo>
                    <a:pt x="1220383" y="2574012"/>
                  </a:lnTo>
                  <a:lnTo>
                    <a:pt x="1221033" y="2561500"/>
                  </a:lnTo>
                  <a:lnTo>
                    <a:pt x="1221683" y="2548883"/>
                  </a:lnTo>
                  <a:lnTo>
                    <a:pt x="1222333" y="2536274"/>
                  </a:lnTo>
                  <a:lnTo>
                    <a:pt x="1222983" y="2523659"/>
                  </a:lnTo>
                  <a:lnTo>
                    <a:pt x="1223633" y="2511149"/>
                  </a:lnTo>
                  <a:lnTo>
                    <a:pt x="1224283" y="2498978"/>
                  </a:lnTo>
                  <a:lnTo>
                    <a:pt x="1224933" y="2487473"/>
                  </a:lnTo>
                  <a:lnTo>
                    <a:pt x="1225583" y="2477067"/>
                  </a:lnTo>
                  <a:lnTo>
                    <a:pt x="1226233" y="2468147"/>
                  </a:lnTo>
                  <a:lnTo>
                    <a:pt x="1226882" y="2460376"/>
                  </a:lnTo>
                  <a:lnTo>
                    <a:pt x="1227532" y="2454194"/>
                  </a:lnTo>
                  <a:lnTo>
                    <a:pt x="1228182" y="2449727"/>
                  </a:lnTo>
                  <a:lnTo>
                    <a:pt x="1228832" y="2446819"/>
                  </a:lnTo>
                  <a:lnTo>
                    <a:pt x="1229482" y="2445607"/>
                  </a:lnTo>
                  <a:lnTo>
                    <a:pt x="1230132" y="2445853"/>
                  </a:lnTo>
                  <a:lnTo>
                    <a:pt x="1230782" y="2447152"/>
                  </a:lnTo>
                  <a:lnTo>
                    <a:pt x="1231432" y="2449107"/>
                  </a:lnTo>
                  <a:lnTo>
                    <a:pt x="1232082" y="2451566"/>
                  </a:lnTo>
                  <a:lnTo>
                    <a:pt x="1232732" y="2454210"/>
                  </a:lnTo>
                  <a:lnTo>
                    <a:pt x="1233382" y="2456996"/>
                  </a:lnTo>
                  <a:lnTo>
                    <a:pt x="1234032" y="2460034"/>
                  </a:lnTo>
                  <a:lnTo>
                    <a:pt x="1234682" y="2463649"/>
                  </a:lnTo>
                  <a:lnTo>
                    <a:pt x="1235332" y="2467724"/>
                  </a:lnTo>
                  <a:lnTo>
                    <a:pt x="1235982" y="2472299"/>
                  </a:lnTo>
                  <a:lnTo>
                    <a:pt x="1236631" y="2477216"/>
                  </a:lnTo>
                  <a:lnTo>
                    <a:pt x="1237281" y="2482820"/>
                  </a:lnTo>
                  <a:lnTo>
                    <a:pt x="1237931" y="2488735"/>
                  </a:lnTo>
                  <a:lnTo>
                    <a:pt x="1238581" y="2495147"/>
                  </a:lnTo>
                  <a:lnTo>
                    <a:pt x="1239231" y="2501829"/>
                  </a:lnTo>
                  <a:lnTo>
                    <a:pt x="1239881" y="2508719"/>
                  </a:lnTo>
                  <a:lnTo>
                    <a:pt x="1240531" y="2515964"/>
                  </a:lnTo>
                  <a:lnTo>
                    <a:pt x="1241181" y="2523773"/>
                  </a:lnTo>
                  <a:lnTo>
                    <a:pt x="1241831" y="2532080"/>
                  </a:lnTo>
                  <a:lnTo>
                    <a:pt x="1242481" y="2541136"/>
                  </a:lnTo>
                  <a:lnTo>
                    <a:pt x="1243131" y="2550889"/>
                  </a:lnTo>
                  <a:lnTo>
                    <a:pt x="1243781" y="2561012"/>
                  </a:lnTo>
                  <a:lnTo>
                    <a:pt x="1244431" y="2570566"/>
                  </a:lnTo>
                  <a:lnTo>
                    <a:pt x="1245081" y="2579521"/>
                  </a:lnTo>
                  <a:lnTo>
                    <a:pt x="1245731" y="2587598"/>
                  </a:lnTo>
                  <a:lnTo>
                    <a:pt x="1246381" y="2594692"/>
                  </a:lnTo>
                  <a:lnTo>
                    <a:pt x="1247030" y="2600243"/>
                  </a:lnTo>
                  <a:lnTo>
                    <a:pt x="1247680" y="2604954"/>
                  </a:lnTo>
                  <a:lnTo>
                    <a:pt x="1248330" y="2609316"/>
                  </a:lnTo>
                  <a:lnTo>
                    <a:pt x="1248980" y="2614087"/>
                  </a:lnTo>
                  <a:lnTo>
                    <a:pt x="1249630" y="2618726"/>
                  </a:lnTo>
                  <a:lnTo>
                    <a:pt x="1250280" y="2623945"/>
                  </a:lnTo>
                  <a:lnTo>
                    <a:pt x="1250930" y="2629677"/>
                  </a:lnTo>
                  <a:lnTo>
                    <a:pt x="1251580" y="2636214"/>
                  </a:lnTo>
                  <a:lnTo>
                    <a:pt x="1252230" y="2643907"/>
                  </a:lnTo>
                  <a:lnTo>
                    <a:pt x="1252880" y="2652447"/>
                  </a:lnTo>
                  <a:lnTo>
                    <a:pt x="1253530" y="2661527"/>
                  </a:lnTo>
                  <a:lnTo>
                    <a:pt x="1254180" y="2671350"/>
                  </a:lnTo>
                  <a:lnTo>
                    <a:pt x="1254830" y="2681728"/>
                  </a:lnTo>
                  <a:lnTo>
                    <a:pt x="1255480" y="2692801"/>
                  </a:lnTo>
                  <a:lnTo>
                    <a:pt x="1256130" y="2704839"/>
                  </a:lnTo>
                  <a:lnTo>
                    <a:pt x="1256779" y="2718190"/>
                  </a:lnTo>
                  <a:lnTo>
                    <a:pt x="1257429" y="2732371"/>
                  </a:lnTo>
                  <a:lnTo>
                    <a:pt x="1258079" y="2746414"/>
                  </a:lnTo>
                  <a:lnTo>
                    <a:pt x="1258729" y="2759895"/>
                  </a:lnTo>
                  <a:lnTo>
                    <a:pt x="1259379" y="2773458"/>
                  </a:lnTo>
                  <a:lnTo>
                    <a:pt x="1260029" y="2785787"/>
                  </a:lnTo>
                  <a:lnTo>
                    <a:pt x="1260679" y="2796518"/>
                  </a:lnTo>
                  <a:lnTo>
                    <a:pt x="1261329" y="2805133"/>
                  </a:lnTo>
                  <a:lnTo>
                    <a:pt x="1261979" y="2811128"/>
                  </a:lnTo>
                  <a:lnTo>
                    <a:pt x="1262629" y="2815114"/>
                  </a:lnTo>
                  <a:lnTo>
                    <a:pt x="1263279" y="2817682"/>
                  </a:lnTo>
                  <a:lnTo>
                    <a:pt x="1263929" y="2819462"/>
                  </a:lnTo>
                  <a:lnTo>
                    <a:pt x="1264579" y="2820871"/>
                  </a:lnTo>
                  <a:lnTo>
                    <a:pt x="1265229" y="2821859"/>
                  </a:lnTo>
                  <a:lnTo>
                    <a:pt x="1265879" y="2822557"/>
                  </a:lnTo>
                  <a:lnTo>
                    <a:pt x="1266528" y="2822990"/>
                  </a:lnTo>
                  <a:lnTo>
                    <a:pt x="1267178" y="2823150"/>
                  </a:lnTo>
                  <a:lnTo>
                    <a:pt x="1267828" y="2823226"/>
                  </a:lnTo>
                  <a:lnTo>
                    <a:pt x="1268478" y="2823238"/>
                  </a:lnTo>
                  <a:lnTo>
                    <a:pt x="1269128" y="2823217"/>
                  </a:lnTo>
                  <a:lnTo>
                    <a:pt x="1269778" y="2823181"/>
                  </a:lnTo>
                  <a:lnTo>
                    <a:pt x="1270428" y="2823140"/>
                  </a:lnTo>
                  <a:lnTo>
                    <a:pt x="1271078" y="2823098"/>
                  </a:lnTo>
                  <a:lnTo>
                    <a:pt x="1271728" y="2823056"/>
                  </a:lnTo>
                  <a:lnTo>
                    <a:pt x="1272378" y="2823012"/>
                  </a:lnTo>
                  <a:lnTo>
                    <a:pt x="1273028" y="2822969"/>
                  </a:lnTo>
                  <a:lnTo>
                    <a:pt x="1273678" y="2822926"/>
                  </a:lnTo>
                  <a:lnTo>
                    <a:pt x="1274328" y="2822912"/>
                  </a:lnTo>
                  <a:lnTo>
                    <a:pt x="1274978" y="2822985"/>
                  </a:lnTo>
                  <a:lnTo>
                    <a:pt x="1275628" y="2823163"/>
                  </a:lnTo>
                  <a:lnTo>
                    <a:pt x="1276278" y="2823489"/>
                  </a:lnTo>
                  <a:lnTo>
                    <a:pt x="1276927" y="2824623"/>
                  </a:lnTo>
                  <a:lnTo>
                    <a:pt x="1277577" y="2826397"/>
                  </a:lnTo>
                  <a:lnTo>
                    <a:pt x="1278227" y="2828722"/>
                  </a:lnTo>
                  <a:lnTo>
                    <a:pt x="1278877" y="2832215"/>
                  </a:lnTo>
                  <a:lnTo>
                    <a:pt x="1279527" y="2837169"/>
                  </a:lnTo>
                  <a:lnTo>
                    <a:pt x="1280177" y="2842506"/>
                  </a:lnTo>
                  <a:lnTo>
                    <a:pt x="1280827" y="2847819"/>
                  </a:lnTo>
                  <a:lnTo>
                    <a:pt x="1281477" y="2853039"/>
                  </a:lnTo>
                  <a:lnTo>
                    <a:pt x="1282127" y="2856696"/>
                  </a:lnTo>
                  <a:lnTo>
                    <a:pt x="1282777" y="2857851"/>
                  </a:lnTo>
                  <a:lnTo>
                    <a:pt x="1283427" y="2855949"/>
                  </a:lnTo>
                  <a:lnTo>
                    <a:pt x="1284077" y="2851040"/>
                  </a:lnTo>
                  <a:lnTo>
                    <a:pt x="1284727" y="2844780"/>
                  </a:lnTo>
                  <a:lnTo>
                    <a:pt x="1285377" y="2837991"/>
                  </a:lnTo>
                  <a:lnTo>
                    <a:pt x="1286027" y="2830643"/>
                  </a:lnTo>
                  <a:lnTo>
                    <a:pt x="1286676" y="2822350"/>
                  </a:lnTo>
                  <a:lnTo>
                    <a:pt x="1287326" y="2813694"/>
                  </a:lnTo>
                  <a:lnTo>
                    <a:pt x="1287976" y="2804713"/>
                  </a:lnTo>
                  <a:lnTo>
                    <a:pt x="1288626" y="2794874"/>
                  </a:lnTo>
                  <a:lnTo>
                    <a:pt x="1289276" y="2783903"/>
                  </a:lnTo>
                  <a:lnTo>
                    <a:pt x="1289926" y="2772820"/>
                  </a:lnTo>
                  <a:lnTo>
                    <a:pt x="1290576" y="2761986"/>
                  </a:lnTo>
                  <a:lnTo>
                    <a:pt x="1291226" y="2751383"/>
                  </a:lnTo>
                  <a:lnTo>
                    <a:pt x="1291876" y="2741965"/>
                  </a:lnTo>
                  <a:lnTo>
                    <a:pt x="1292526" y="2734334"/>
                  </a:lnTo>
                  <a:lnTo>
                    <a:pt x="1293176" y="2728604"/>
                  </a:lnTo>
                  <a:lnTo>
                    <a:pt x="1293826" y="2723700"/>
                  </a:lnTo>
                  <a:lnTo>
                    <a:pt x="1294476" y="2717757"/>
                  </a:lnTo>
                  <a:lnTo>
                    <a:pt x="1295126" y="2709992"/>
                  </a:lnTo>
                  <a:lnTo>
                    <a:pt x="1295776" y="2699335"/>
                  </a:lnTo>
                  <a:lnTo>
                    <a:pt x="1296426" y="2683703"/>
                  </a:lnTo>
                  <a:lnTo>
                    <a:pt x="1297075" y="2661861"/>
                  </a:lnTo>
                  <a:lnTo>
                    <a:pt x="1297725" y="2634519"/>
                  </a:lnTo>
                  <a:lnTo>
                    <a:pt x="1298375" y="2603074"/>
                  </a:lnTo>
                  <a:lnTo>
                    <a:pt x="1299025" y="2567483"/>
                  </a:lnTo>
                  <a:lnTo>
                    <a:pt x="1299675" y="2527388"/>
                  </a:lnTo>
                  <a:lnTo>
                    <a:pt x="1300325" y="2483158"/>
                  </a:lnTo>
                  <a:lnTo>
                    <a:pt x="1300975" y="2437637"/>
                  </a:lnTo>
                  <a:lnTo>
                    <a:pt x="1301625" y="2391687"/>
                  </a:lnTo>
                  <a:lnTo>
                    <a:pt x="1302275" y="2346029"/>
                  </a:lnTo>
                  <a:lnTo>
                    <a:pt x="1302925" y="2299590"/>
                  </a:lnTo>
                  <a:lnTo>
                    <a:pt x="1303575" y="2253884"/>
                  </a:lnTo>
                  <a:lnTo>
                    <a:pt x="1304225" y="2209817"/>
                  </a:lnTo>
                  <a:lnTo>
                    <a:pt x="1304875" y="2168694"/>
                  </a:lnTo>
                  <a:lnTo>
                    <a:pt x="1305525" y="2130701"/>
                  </a:lnTo>
                  <a:lnTo>
                    <a:pt x="1306175" y="2096647"/>
                  </a:lnTo>
                  <a:lnTo>
                    <a:pt x="1306824" y="2066581"/>
                  </a:lnTo>
                  <a:lnTo>
                    <a:pt x="1307474" y="2040159"/>
                  </a:lnTo>
                  <a:lnTo>
                    <a:pt x="1308124" y="2016805"/>
                  </a:lnTo>
                  <a:lnTo>
                    <a:pt x="1308774" y="1996510"/>
                  </a:lnTo>
                  <a:lnTo>
                    <a:pt x="1309424" y="1979468"/>
                  </a:lnTo>
                  <a:lnTo>
                    <a:pt x="1310074" y="1965690"/>
                  </a:lnTo>
                  <a:lnTo>
                    <a:pt x="1310724" y="1954165"/>
                  </a:lnTo>
                  <a:lnTo>
                    <a:pt x="1311374" y="1944663"/>
                  </a:lnTo>
                  <a:lnTo>
                    <a:pt x="1312024" y="1936992"/>
                  </a:lnTo>
                  <a:lnTo>
                    <a:pt x="1312674" y="1931960"/>
                  </a:lnTo>
                  <a:lnTo>
                    <a:pt x="1313324" y="1929168"/>
                  </a:lnTo>
                  <a:lnTo>
                    <a:pt x="1313974" y="1928273"/>
                  </a:lnTo>
                  <a:lnTo>
                    <a:pt x="1314624" y="1928759"/>
                  </a:lnTo>
                  <a:lnTo>
                    <a:pt x="1315274" y="1930669"/>
                  </a:lnTo>
                  <a:lnTo>
                    <a:pt x="1315924" y="1933732"/>
                  </a:lnTo>
                  <a:lnTo>
                    <a:pt x="1316574" y="1937718"/>
                  </a:lnTo>
                  <a:lnTo>
                    <a:pt x="1317223" y="1942201"/>
                  </a:lnTo>
                  <a:lnTo>
                    <a:pt x="1317873" y="1946969"/>
                  </a:lnTo>
                  <a:lnTo>
                    <a:pt x="1318523" y="1951960"/>
                  </a:lnTo>
                  <a:lnTo>
                    <a:pt x="1319173" y="1957090"/>
                  </a:lnTo>
                  <a:lnTo>
                    <a:pt x="1319823" y="1962281"/>
                  </a:lnTo>
                  <a:lnTo>
                    <a:pt x="1320473" y="1967525"/>
                  </a:lnTo>
                  <a:lnTo>
                    <a:pt x="1321123" y="1972814"/>
                  </a:lnTo>
                  <a:lnTo>
                    <a:pt x="1321773" y="1978066"/>
                  </a:lnTo>
                  <a:lnTo>
                    <a:pt x="1322423" y="1983143"/>
                  </a:lnTo>
                  <a:lnTo>
                    <a:pt x="1323073" y="1987984"/>
                  </a:lnTo>
                  <a:lnTo>
                    <a:pt x="1323723" y="1992531"/>
                  </a:lnTo>
                  <a:lnTo>
                    <a:pt x="1324373" y="1996397"/>
                  </a:lnTo>
                  <a:lnTo>
                    <a:pt x="1325023" y="1999402"/>
                  </a:lnTo>
                  <a:lnTo>
                    <a:pt x="1325673" y="2001483"/>
                  </a:lnTo>
                  <a:lnTo>
                    <a:pt x="1326323" y="2003077"/>
                  </a:lnTo>
                  <a:lnTo>
                    <a:pt x="1326972" y="2004697"/>
                  </a:lnTo>
                  <a:lnTo>
                    <a:pt x="1327622" y="2006392"/>
                  </a:lnTo>
                  <a:lnTo>
                    <a:pt x="1328272" y="2008321"/>
                  </a:lnTo>
                  <a:lnTo>
                    <a:pt x="1328922" y="2010973"/>
                  </a:lnTo>
                  <a:lnTo>
                    <a:pt x="1329572" y="2015096"/>
                  </a:lnTo>
                  <a:lnTo>
                    <a:pt x="1330222" y="2021048"/>
                  </a:lnTo>
                  <a:lnTo>
                    <a:pt x="1330872" y="2028898"/>
                  </a:lnTo>
                  <a:lnTo>
                    <a:pt x="1331522" y="2039079"/>
                  </a:lnTo>
                  <a:lnTo>
                    <a:pt x="1332172" y="2052273"/>
                  </a:lnTo>
                  <a:lnTo>
                    <a:pt x="1332822" y="2069016"/>
                  </a:lnTo>
                  <a:lnTo>
                    <a:pt x="1333472" y="2088640"/>
                  </a:lnTo>
                  <a:lnTo>
                    <a:pt x="1334122" y="2111189"/>
                  </a:lnTo>
                  <a:lnTo>
                    <a:pt x="1334772" y="2136769"/>
                  </a:lnTo>
                  <a:lnTo>
                    <a:pt x="1335422" y="2166834"/>
                  </a:lnTo>
                  <a:lnTo>
                    <a:pt x="1336072" y="2201093"/>
                  </a:lnTo>
                  <a:lnTo>
                    <a:pt x="1336722" y="2239346"/>
                  </a:lnTo>
                  <a:lnTo>
                    <a:pt x="1337371" y="2280820"/>
                  </a:lnTo>
                  <a:lnTo>
                    <a:pt x="1338021" y="2325746"/>
                  </a:lnTo>
                  <a:lnTo>
                    <a:pt x="1338671" y="2373299"/>
                  </a:lnTo>
                  <a:lnTo>
                    <a:pt x="1339321" y="2422417"/>
                  </a:lnTo>
                  <a:lnTo>
                    <a:pt x="1339971" y="2472126"/>
                  </a:lnTo>
                  <a:lnTo>
                    <a:pt x="1340621" y="2521911"/>
                  </a:lnTo>
                  <a:lnTo>
                    <a:pt x="1341271" y="2569907"/>
                  </a:lnTo>
                  <a:lnTo>
                    <a:pt x="1341921" y="2613443"/>
                  </a:lnTo>
                  <a:lnTo>
                    <a:pt x="1342571" y="2650820"/>
                  </a:lnTo>
                  <a:lnTo>
                    <a:pt x="1343221" y="2682616"/>
                  </a:lnTo>
                  <a:lnTo>
                    <a:pt x="1343871" y="2708367"/>
                  </a:lnTo>
                  <a:lnTo>
                    <a:pt x="1344521" y="2728607"/>
                  </a:lnTo>
                  <a:lnTo>
                    <a:pt x="1345171" y="2739902"/>
                  </a:lnTo>
                  <a:lnTo>
                    <a:pt x="1345821" y="2743425"/>
                  </a:lnTo>
                  <a:lnTo>
                    <a:pt x="1346471" y="2740627"/>
                  </a:lnTo>
                  <a:lnTo>
                    <a:pt x="1347120" y="2735035"/>
                  </a:lnTo>
                  <a:lnTo>
                    <a:pt x="1347770" y="2726995"/>
                  </a:lnTo>
                  <a:lnTo>
                    <a:pt x="1348420" y="2717922"/>
                  </a:lnTo>
                  <a:lnTo>
                    <a:pt x="1349070" y="2707746"/>
                  </a:lnTo>
                  <a:lnTo>
                    <a:pt x="1349720" y="2696574"/>
                  </a:lnTo>
                  <a:lnTo>
                    <a:pt x="1350370" y="2685323"/>
                  </a:lnTo>
                  <a:lnTo>
                    <a:pt x="1351020" y="2674931"/>
                  </a:lnTo>
                  <a:lnTo>
                    <a:pt x="1351670" y="2665748"/>
                  </a:lnTo>
                  <a:lnTo>
                    <a:pt x="1352320" y="2657341"/>
                  </a:lnTo>
                  <a:lnTo>
                    <a:pt x="1352970" y="2650093"/>
                  </a:lnTo>
                  <a:lnTo>
                    <a:pt x="1353620" y="2644008"/>
                  </a:lnTo>
                  <a:lnTo>
                    <a:pt x="1354270" y="2638555"/>
                  </a:lnTo>
                  <a:lnTo>
                    <a:pt x="1354920" y="2633697"/>
                  </a:lnTo>
                  <a:lnTo>
                    <a:pt x="1355570" y="2629251"/>
                  </a:lnTo>
                  <a:lnTo>
                    <a:pt x="1356220" y="2625088"/>
                  </a:lnTo>
                  <a:lnTo>
                    <a:pt x="1356870" y="2621207"/>
                  </a:lnTo>
                  <a:lnTo>
                    <a:pt x="1357519" y="2617785"/>
                  </a:lnTo>
                  <a:lnTo>
                    <a:pt x="1358169" y="2614926"/>
                  </a:lnTo>
                  <a:lnTo>
                    <a:pt x="1358819" y="2612918"/>
                  </a:lnTo>
                  <a:lnTo>
                    <a:pt x="1359469" y="2611926"/>
                  </a:lnTo>
                  <a:lnTo>
                    <a:pt x="1360119" y="2611620"/>
                  </a:lnTo>
                  <a:lnTo>
                    <a:pt x="1360769" y="2612071"/>
                  </a:lnTo>
                  <a:lnTo>
                    <a:pt x="1361419" y="2614270"/>
                  </a:lnTo>
                  <a:lnTo>
                    <a:pt x="1362069" y="2617825"/>
                  </a:lnTo>
                  <a:lnTo>
                    <a:pt x="1362719" y="2622279"/>
                  </a:lnTo>
                  <a:lnTo>
                    <a:pt x="1363369" y="2626752"/>
                  </a:lnTo>
                  <a:lnTo>
                    <a:pt x="1364019" y="2630888"/>
                  </a:lnTo>
                  <a:lnTo>
                    <a:pt x="1364669" y="2634548"/>
                  </a:lnTo>
                  <a:lnTo>
                    <a:pt x="1365319" y="2637715"/>
                  </a:lnTo>
                  <a:lnTo>
                    <a:pt x="1365969" y="2640048"/>
                  </a:lnTo>
                  <a:lnTo>
                    <a:pt x="1366619" y="2641633"/>
                  </a:lnTo>
                  <a:lnTo>
                    <a:pt x="1367268" y="2642003"/>
                  </a:lnTo>
                  <a:lnTo>
                    <a:pt x="1367918" y="2641338"/>
                  </a:lnTo>
                  <a:lnTo>
                    <a:pt x="1368568" y="2639933"/>
                  </a:lnTo>
                  <a:lnTo>
                    <a:pt x="1369218" y="2638342"/>
                  </a:lnTo>
                  <a:lnTo>
                    <a:pt x="1369868" y="2636507"/>
                  </a:lnTo>
                  <a:lnTo>
                    <a:pt x="1370518" y="2634220"/>
                  </a:lnTo>
                  <a:lnTo>
                    <a:pt x="1371168" y="2630523"/>
                  </a:lnTo>
                  <a:lnTo>
                    <a:pt x="1371818" y="2625774"/>
                  </a:lnTo>
                  <a:lnTo>
                    <a:pt x="1372468" y="2620655"/>
                  </a:lnTo>
                  <a:lnTo>
                    <a:pt x="1373118" y="2615980"/>
                  </a:lnTo>
                  <a:lnTo>
                    <a:pt x="1373768" y="2612627"/>
                  </a:lnTo>
                  <a:lnTo>
                    <a:pt x="1374418" y="2611117"/>
                  </a:lnTo>
                  <a:lnTo>
                    <a:pt x="1375068" y="2610958"/>
                  </a:lnTo>
                  <a:lnTo>
                    <a:pt x="1375718" y="2612936"/>
                  </a:lnTo>
                  <a:lnTo>
                    <a:pt x="1376368" y="2616801"/>
                  </a:lnTo>
                  <a:lnTo>
                    <a:pt x="1377018" y="2622256"/>
                  </a:lnTo>
                  <a:lnTo>
                    <a:pt x="1377667" y="2628923"/>
                  </a:lnTo>
                  <a:lnTo>
                    <a:pt x="1378317" y="2636297"/>
                  </a:lnTo>
                  <a:lnTo>
                    <a:pt x="1378967" y="2643825"/>
                  </a:lnTo>
                  <a:lnTo>
                    <a:pt x="1379617" y="2650955"/>
                  </a:lnTo>
                  <a:lnTo>
                    <a:pt x="1380267" y="2656712"/>
                  </a:lnTo>
                  <a:lnTo>
                    <a:pt x="1380917" y="2660640"/>
                  </a:lnTo>
                  <a:lnTo>
                    <a:pt x="1381567" y="2663345"/>
                  </a:lnTo>
                  <a:lnTo>
                    <a:pt x="1382217" y="2665994"/>
                  </a:lnTo>
                  <a:lnTo>
                    <a:pt x="1382867" y="2668153"/>
                  </a:lnTo>
                  <a:lnTo>
                    <a:pt x="1383517" y="2668949"/>
                  </a:lnTo>
                  <a:lnTo>
                    <a:pt x="1384167" y="2668262"/>
                  </a:lnTo>
                  <a:lnTo>
                    <a:pt x="1384817" y="2666686"/>
                  </a:lnTo>
                  <a:lnTo>
                    <a:pt x="1385467" y="2663639"/>
                  </a:lnTo>
                  <a:lnTo>
                    <a:pt x="1386117" y="2658989"/>
                  </a:lnTo>
                  <a:lnTo>
                    <a:pt x="1386767" y="2653032"/>
                  </a:lnTo>
                  <a:lnTo>
                    <a:pt x="1387416" y="2644581"/>
                  </a:lnTo>
                  <a:lnTo>
                    <a:pt x="1388066" y="2633610"/>
                  </a:lnTo>
                  <a:lnTo>
                    <a:pt x="1388716" y="2619830"/>
                  </a:lnTo>
                  <a:lnTo>
                    <a:pt x="1389366" y="2604290"/>
                  </a:lnTo>
                  <a:lnTo>
                    <a:pt x="1390016" y="2588372"/>
                  </a:lnTo>
                  <a:lnTo>
                    <a:pt x="1390666" y="2572460"/>
                  </a:lnTo>
                  <a:lnTo>
                    <a:pt x="1391316" y="2555740"/>
                  </a:lnTo>
                  <a:lnTo>
                    <a:pt x="1391966" y="2538640"/>
                  </a:lnTo>
                  <a:lnTo>
                    <a:pt x="1392616" y="2521590"/>
                  </a:lnTo>
                  <a:lnTo>
                    <a:pt x="1393266" y="2504931"/>
                  </a:lnTo>
                  <a:lnTo>
                    <a:pt x="1393916" y="2486616"/>
                  </a:lnTo>
                  <a:lnTo>
                    <a:pt x="1394566" y="2465372"/>
                  </a:lnTo>
                  <a:lnTo>
                    <a:pt x="1395216" y="2440328"/>
                  </a:lnTo>
                  <a:lnTo>
                    <a:pt x="1395866" y="2411296"/>
                  </a:lnTo>
                  <a:lnTo>
                    <a:pt x="1396516" y="2378736"/>
                  </a:lnTo>
                  <a:lnTo>
                    <a:pt x="1397165" y="2343733"/>
                  </a:lnTo>
                  <a:lnTo>
                    <a:pt x="1397815" y="2307865"/>
                  </a:lnTo>
                  <a:lnTo>
                    <a:pt x="1398465" y="2272718"/>
                  </a:lnTo>
                  <a:lnTo>
                    <a:pt x="1399115" y="2237842"/>
                  </a:lnTo>
                  <a:lnTo>
                    <a:pt x="1399765" y="2204080"/>
                  </a:lnTo>
                  <a:lnTo>
                    <a:pt x="1400415" y="2172111"/>
                  </a:lnTo>
                  <a:lnTo>
                    <a:pt x="1401065" y="2142236"/>
                  </a:lnTo>
                  <a:lnTo>
                    <a:pt x="1401715" y="2113504"/>
                  </a:lnTo>
                  <a:lnTo>
                    <a:pt x="1402365" y="2085932"/>
                  </a:lnTo>
                  <a:lnTo>
                    <a:pt x="1403015" y="2059495"/>
                  </a:lnTo>
                  <a:lnTo>
                    <a:pt x="1403665" y="2034918"/>
                  </a:lnTo>
                  <a:lnTo>
                    <a:pt x="1404315" y="2012490"/>
                  </a:lnTo>
                  <a:lnTo>
                    <a:pt x="1404965" y="1992020"/>
                  </a:lnTo>
                  <a:lnTo>
                    <a:pt x="1405615" y="1973289"/>
                  </a:lnTo>
                  <a:lnTo>
                    <a:pt x="1406265" y="1955731"/>
                  </a:lnTo>
                  <a:lnTo>
                    <a:pt x="1406915" y="1939010"/>
                  </a:lnTo>
                  <a:lnTo>
                    <a:pt x="1407564" y="1922054"/>
                  </a:lnTo>
                  <a:lnTo>
                    <a:pt x="1408214" y="1904172"/>
                  </a:lnTo>
                  <a:lnTo>
                    <a:pt x="1408864" y="1885246"/>
                  </a:lnTo>
                  <a:lnTo>
                    <a:pt x="1409514" y="1864563"/>
                  </a:lnTo>
                  <a:lnTo>
                    <a:pt x="1410164" y="1842495"/>
                  </a:lnTo>
                  <a:lnTo>
                    <a:pt x="1410814" y="1819174"/>
                  </a:lnTo>
                  <a:lnTo>
                    <a:pt x="1411464" y="1795190"/>
                  </a:lnTo>
                  <a:lnTo>
                    <a:pt x="1412114" y="1770977"/>
                  </a:lnTo>
                  <a:lnTo>
                    <a:pt x="1412764" y="1746658"/>
                  </a:lnTo>
                  <a:lnTo>
                    <a:pt x="1413414" y="1722800"/>
                  </a:lnTo>
                  <a:lnTo>
                    <a:pt x="1414064" y="1699741"/>
                  </a:lnTo>
                  <a:lnTo>
                    <a:pt x="1414714" y="1677507"/>
                  </a:lnTo>
                  <a:lnTo>
                    <a:pt x="1415364" y="1656097"/>
                  </a:lnTo>
                  <a:lnTo>
                    <a:pt x="1416014" y="1635672"/>
                  </a:lnTo>
                  <a:lnTo>
                    <a:pt x="1416664" y="1615795"/>
                  </a:lnTo>
                  <a:lnTo>
                    <a:pt x="1417313" y="1596794"/>
                  </a:lnTo>
                  <a:lnTo>
                    <a:pt x="1417963" y="1578786"/>
                  </a:lnTo>
                  <a:lnTo>
                    <a:pt x="1418613" y="1561942"/>
                  </a:lnTo>
                  <a:lnTo>
                    <a:pt x="1419263" y="1546493"/>
                  </a:lnTo>
                  <a:lnTo>
                    <a:pt x="1419913" y="1532792"/>
                  </a:lnTo>
                  <a:lnTo>
                    <a:pt x="1420563" y="1520830"/>
                  </a:lnTo>
                  <a:lnTo>
                    <a:pt x="1421213" y="1510315"/>
                  </a:lnTo>
                  <a:lnTo>
                    <a:pt x="1421863" y="1500671"/>
                  </a:lnTo>
                  <a:lnTo>
                    <a:pt x="1422513" y="1491628"/>
                  </a:lnTo>
                  <a:lnTo>
                    <a:pt x="1423163" y="1482604"/>
                  </a:lnTo>
                  <a:lnTo>
                    <a:pt x="1423813" y="1473752"/>
                  </a:lnTo>
                  <a:lnTo>
                    <a:pt x="1424463" y="1465151"/>
                  </a:lnTo>
                  <a:lnTo>
                    <a:pt x="1425113" y="1456884"/>
                  </a:lnTo>
                  <a:lnTo>
                    <a:pt x="1425763" y="1449269"/>
                  </a:lnTo>
                  <a:lnTo>
                    <a:pt x="1426413" y="1443240"/>
                  </a:lnTo>
                  <a:lnTo>
                    <a:pt x="1427063" y="1439024"/>
                  </a:lnTo>
                  <a:lnTo>
                    <a:pt x="1427712" y="1436835"/>
                  </a:lnTo>
                  <a:lnTo>
                    <a:pt x="1428362" y="1436798"/>
                  </a:lnTo>
                  <a:lnTo>
                    <a:pt x="1429012" y="1438843"/>
                  </a:lnTo>
                  <a:lnTo>
                    <a:pt x="1429662" y="1442332"/>
                  </a:lnTo>
                  <a:lnTo>
                    <a:pt x="1430312" y="1446806"/>
                  </a:lnTo>
                  <a:lnTo>
                    <a:pt x="1430962" y="1451902"/>
                  </a:lnTo>
                  <a:lnTo>
                    <a:pt x="1431612" y="1457709"/>
                  </a:lnTo>
                  <a:lnTo>
                    <a:pt x="1432262" y="1464023"/>
                  </a:lnTo>
                  <a:lnTo>
                    <a:pt x="1432912" y="1470473"/>
                  </a:lnTo>
                  <a:lnTo>
                    <a:pt x="1433562" y="1476230"/>
                  </a:lnTo>
                  <a:lnTo>
                    <a:pt x="1434212" y="1481330"/>
                  </a:lnTo>
                  <a:lnTo>
                    <a:pt x="1434862" y="1485850"/>
                  </a:lnTo>
                  <a:lnTo>
                    <a:pt x="1435512" y="1489414"/>
                  </a:lnTo>
                  <a:lnTo>
                    <a:pt x="1436162" y="1491355"/>
                  </a:lnTo>
                  <a:lnTo>
                    <a:pt x="1436812" y="1491489"/>
                  </a:lnTo>
                  <a:lnTo>
                    <a:pt x="1437461" y="1489963"/>
                  </a:lnTo>
                  <a:lnTo>
                    <a:pt x="1438111" y="1486996"/>
                  </a:lnTo>
                  <a:lnTo>
                    <a:pt x="1438761" y="1483014"/>
                  </a:lnTo>
                  <a:lnTo>
                    <a:pt x="1439411" y="1478165"/>
                  </a:lnTo>
                  <a:lnTo>
                    <a:pt x="1440061" y="1473100"/>
                  </a:lnTo>
                  <a:lnTo>
                    <a:pt x="1440711" y="1468416"/>
                  </a:lnTo>
                  <a:lnTo>
                    <a:pt x="1441361" y="1464612"/>
                  </a:lnTo>
                  <a:lnTo>
                    <a:pt x="1442011" y="1462237"/>
                  </a:lnTo>
                  <a:lnTo>
                    <a:pt x="1442661" y="1461641"/>
                  </a:lnTo>
                  <a:lnTo>
                    <a:pt x="1443311" y="1463287"/>
                  </a:lnTo>
                  <a:lnTo>
                    <a:pt x="1443961" y="1467061"/>
                  </a:lnTo>
                  <a:lnTo>
                    <a:pt x="1444611" y="1472679"/>
                  </a:lnTo>
                  <a:lnTo>
                    <a:pt x="1445261" y="1479994"/>
                  </a:lnTo>
                  <a:lnTo>
                    <a:pt x="1445911" y="1488661"/>
                  </a:lnTo>
                  <a:lnTo>
                    <a:pt x="1446561" y="1498122"/>
                  </a:lnTo>
                  <a:lnTo>
                    <a:pt x="1447211" y="1507588"/>
                  </a:lnTo>
                  <a:lnTo>
                    <a:pt x="1447860" y="1516656"/>
                  </a:lnTo>
                  <a:lnTo>
                    <a:pt x="1448510" y="1524836"/>
                  </a:lnTo>
                  <a:lnTo>
                    <a:pt x="1449160" y="1532595"/>
                  </a:lnTo>
                  <a:lnTo>
                    <a:pt x="1449810" y="1540192"/>
                  </a:lnTo>
                  <a:lnTo>
                    <a:pt x="1450460" y="1547579"/>
                  </a:lnTo>
                  <a:lnTo>
                    <a:pt x="1451110" y="1554490"/>
                  </a:lnTo>
                  <a:lnTo>
                    <a:pt x="1451760" y="1560526"/>
                  </a:lnTo>
                  <a:lnTo>
                    <a:pt x="1452410" y="1565028"/>
                  </a:lnTo>
                  <a:lnTo>
                    <a:pt x="1453060" y="1567412"/>
                  </a:lnTo>
                  <a:lnTo>
                    <a:pt x="1453710" y="1567756"/>
                  </a:lnTo>
                  <a:lnTo>
                    <a:pt x="1454360" y="1566910"/>
                  </a:lnTo>
                  <a:lnTo>
                    <a:pt x="1455010" y="1565433"/>
                  </a:lnTo>
                  <a:lnTo>
                    <a:pt x="1455660" y="1564176"/>
                  </a:lnTo>
                  <a:lnTo>
                    <a:pt x="1456310" y="1563417"/>
                  </a:lnTo>
                  <a:lnTo>
                    <a:pt x="1456960" y="1563753"/>
                  </a:lnTo>
                  <a:lnTo>
                    <a:pt x="1457609" y="1565588"/>
                  </a:lnTo>
                  <a:lnTo>
                    <a:pt x="1458259" y="1568706"/>
                  </a:lnTo>
                  <a:lnTo>
                    <a:pt x="1458909" y="1572075"/>
                  </a:lnTo>
                  <a:lnTo>
                    <a:pt x="1459559" y="1574922"/>
                  </a:lnTo>
                  <a:lnTo>
                    <a:pt x="1460209" y="1576850"/>
                  </a:lnTo>
                  <a:lnTo>
                    <a:pt x="1460859" y="1577623"/>
                  </a:lnTo>
                  <a:lnTo>
                    <a:pt x="1461509" y="1577413"/>
                  </a:lnTo>
                  <a:lnTo>
                    <a:pt x="1462159" y="1577173"/>
                  </a:lnTo>
                  <a:lnTo>
                    <a:pt x="1462809" y="1577645"/>
                  </a:lnTo>
                  <a:lnTo>
                    <a:pt x="1463459" y="1579148"/>
                  </a:lnTo>
                  <a:lnTo>
                    <a:pt x="1464109" y="1581444"/>
                  </a:lnTo>
                  <a:lnTo>
                    <a:pt x="1464759" y="1584477"/>
                  </a:lnTo>
                  <a:lnTo>
                    <a:pt x="1465409" y="1588352"/>
                  </a:lnTo>
                  <a:lnTo>
                    <a:pt x="1466059" y="1593767"/>
                  </a:lnTo>
                  <a:lnTo>
                    <a:pt x="1466709" y="1600527"/>
                  </a:lnTo>
                  <a:lnTo>
                    <a:pt x="1467359" y="1608032"/>
                  </a:lnTo>
                  <a:lnTo>
                    <a:pt x="1468008" y="1616533"/>
                  </a:lnTo>
                  <a:lnTo>
                    <a:pt x="1468658" y="1626314"/>
                  </a:lnTo>
                  <a:lnTo>
                    <a:pt x="1469308" y="1637319"/>
                  </a:lnTo>
                  <a:lnTo>
                    <a:pt x="1469958" y="1649231"/>
                  </a:lnTo>
                  <a:lnTo>
                    <a:pt x="1470608" y="1661754"/>
                  </a:lnTo>
                  <a:lnTo>
                    <a:pt x="1471258" y="1674605"/>
                  </a:lnTo>
                  <a:lnTo>
                    <a:pt x="1471908" y="1687502"/>
                  </a:lnTo>
                  <a:lnTo>
                    <a:pt x="1472558" y="1699995"/>
                  </a:lnTo>
                  <a:lnTo>
                    <a:pt x="1473208" y="1711519"/>
                  </a:lnTo>
                  <a:lnTo>
                    <a:pt x="1473858" y="1721145"/>
                  </a:lnTo>
                  <a:lnTo>
                    <a:pt x="1474508" y="1728653"/>
                  </a:lnTo>
                  <a:lnTo>
                    <a:pt x="1475158" y="1733709"/>
                  </a:lnTo>
                  <a:lnTo>
                    <a:pt x="1475808" y="1735997"/>
                  </a:lnTo>
                  <a:lnTo>
                    <a:pt x="1476458" y="1735938"/>
                  </a:lnTo>
                  <a:lnTo>
                    <a:pt x="1477108" y="1734171"/>
                  </a:lnTo>
                  <a:lnTo>
                    <a:pt x="1477757" y="1731239"/>
                  </a:lnTo>
                  <a:lnTo>
                    <a:pt x="1478407" y="1727795"/>
                  </a:lnTo>
                  <a:lnTo>
                    <a:pt x="1479057" y="1724487"/>
                  </a:lnTo>
                  <a:lnTo>
                    <a:pt x="1479707" y="1722528"/>
                  </a:lnTo>
                  <a:lnTo>
                    <a:pt x="1480357" y="1722534"/>
                  </a:lnTo>
                  <a:lnTo>
                    <a:pt x="1481007" y="1724876"/>
                  </a:lnTo>
                  <a:lnTo>
                    <a:pt x="1481657" y="1729514"/>
                  </a:lnTo>
                  <a:lnTo>
                    <a:pt x="1482307" y="1735847"/>
                  </a:lnTo>
                  <a:lnTo>
                    <a:pt x="1482957" y="1743805"/>
                  </a:lnTo>
                  <a:lnTo>
                    <a:pt x="1483607" y="1753502"/>
                  </a:lnTo>
                  <a:lnTo>
                    <a:pt x="1484257" y="1764295"/>
                  </a:lnTo>
                  <a:lnTo>
                    <a:pt x="1484907" y="1776054"/>
                  </a:lnTo>
                  <a:lnTo>
                    <a:pt x="1485557" y="1788911"/>
                  </a:lnTo>
                  <a:lnTo>
                    <a:pt x="1486207" y="1802254"/>
                  </a:lnTo>
                  <a:lnTo>
                    <a:pt x="1486857" y="1814366"/>
                  </a:lnTo>
                  <a:lnTo>
                    <a:pt x="1487507" y="1823476"/>
                  </a:lnTo>
                  <a:lnTo>
                    <a:pt x="1488156" y="1828260"/>
                  </a:lnTo>
                  <a:lnTo>
                    <a:pt x="1488806" y="1828859"/>
                  </a:lnTo>
                  <a:lnTo>
                    <a:pt x="1489456" y="1824633"/>
                  </a:lnTo>
                  <a:lnTo>
                    <a:pt x="1490106" y="1814754"/>
                  </a:lnTo>
                  <a:lnTo>
                    <a:pt x="1490756" y="1798465"/>
                  </a:lnTo>
                  <a:lnTo>
                    <a:pt x="1491406" y="1776186"/>
                  </a:lnTo>
                  <a:lnTo>
                    <a:pt x="1492056" y="1749556"/>
                  </a:lnTo>
                  <a:lnTo>
                    <a:pt x="1492706" y="1719439"/>
                  </a:lnTo>
                  <a:lnTo>
                    <a:pt x="1493356" y="1686787"/>
                  </a:lnTo>
                  <a:lnTo>
                    <a:pt x="1494006" y="1652717"/>
                  </a:lnTo>
                  <a:lnTo>
                    <a:pt x="1494656" y="1617540"/>
                  </a:lnTo>
                  <a:lnTo>
                    <a:pt x="1495306" y="1581177"/>
                  </a:lnTo>
                  <a:lnTo>
                    <a:pt x="1495956" y="1543996"/>
                  </a:lnTo>
                  <a:lnTo>
                    <a:pt x="1496606" y="1506714"/>
                  </a:lnTo>
                  <a:lnTo>
                    <a:pt x="1497256" y="1469691"/>
                  </a:lnTo>
                  <a:lnTo>
                    <a:pt x="1497905" y="1433691"/>
                  </a:lnTo>
                  <a:lnTo>
                    <a:pt x="1498555" y="1398377"/>
                  </a:lnTo>
                  <a:lnTo>
                    <a:pt x="1499205" y="1363428"/>
                  </a:lnTo>
                  <a:lnTo>
                    <a:pt x="1499855" y="1329579"/>
                  </a:lnTo>
                  <a:lnTo>
                    <a:pt x="1500505" y="1297543"/>
                  </a:lnTo>
                  <a:lnTo>
                    <a:pt x="1501155" y="1267741"/>
                  </a:lnTo>
                  <a:lnTo>
                    <a:pt x="1501805" y="1240057"/>
                  </a:lnTo>
                  <a:lnTo>
                    <a:pt x="1502455" y="1214348"/>
                  </a:lnTo>
                  <a:lnTo>
                    <a:pt x="1503105" y="1190328"/>
                  </a:lnTo>
                  <a:lnTo>
                    <a:pt x="1503755" y="1167710"/>
                  </a:lnTo>
                  <a:lnTo>
                    <a:pt x="1504405" y="1146227"/>
                  </a:lnTo>
                  <a:lnTo>
                    <a:pt x="1505055" y="1125642"/>
                  </a:lnTo>
                  <a:lnTo>
                    <a:pt x="1505705" y="1105688"/>
                  </a:lnTo>
                  <a:lnTo>
                    <a:pt x="1506355" y="1086438"/>
                  </a:lnTo>
                  <a:lnTo>
                    <a:pt x="1507005" y="1068180"/>
                  </a:lnTo>
                  <a:lnTo>
                    <a:pt x="1507655" y="1050607"/>
                  </a:lnTo>
                  <a:lnTo>
                    <a:pt x="1508304" y="1033756"/>
                  </a:lnTo>
                  <a:lnTo>
                    <a:pt x="1508954" y="1017891"/>
                  </a:lnTo>
                  <a:lnTo>
                    <a:pt x="1509604" y="1002952"/>
                  </a:lnTo>
                  <a:lnTo>
                    <a:pt x="1510254" y="988897"/>
                  </a:lnTo>
                  <a:lnTo>
                    <a:pt x="1510904" y="975457"/>
                  </a:lnTo>
                  <a:lnTo>
                    <a:pt x="1511554" y="962453"/>
                  </a:lnTo>
                  <a:lnTo>
                    <a:pt x="1512204" y="949753"/>
                  </a:lnTo>
                  <a:lnTo>
                    <a:pt x="1512854" y="937328"/>
                  </a:lnTo>
                  <a:lnTo>
                    <a:pt x="1513504" y="925016"/>
                  </a:lnTo>
                  <a:lnTo>
                    <a:pt x="1514154" y="912517"/>
                  </a:lnTo>
                  <a:lnTo>
                    <a:pt x="1514804" y="899806"/>
                  </a:lnTo>
                  <a:lnTo>
                    <a:pt x="1515454" y="887170"/>
                  </a:lnTo>
                  <a:lnTo>
                    <a:pt x="1516104" y="874560"/>
                  </a:lnTo>
                  <a:lnTo>
                    <a:pt x="1516754" y="861995"/>
                  </a:lnTo>
                  <a:lnTo>
                    <a:pt x="1517404" y="849379"/>
                  </a:lnTo>
                  <a:lnTo>
                    <a:pt x="1518053" y="836746"/>
                  </a:lnTo>
                  <a:lnTo>
                    <a:pt x="1518703" y="824175"/>
                  </a:lnTo>
                  <a:lnTo>
                    <a:pt x="1519353" y="811776"/>
                  </a:lnTo>
                  <a:lnTo>
                    <a:pt x="1520003" y="799447"/>
                  </a:lnTo>
                  <a:lnTo>
                    <a:pt x="1520653" y="787109"/>
                  </a:lnTo>
                  <a:lnTo>
                    <a:pt x="1521303" y="774632"/>
                  </a:lnTo>
                  <a:lnTo>
                    <a:pt x="1521953" y="762025"/>
                  </a:lnTo>
                  <a:lnTo>
                    <a:pt x="1522603" y="749429"/>
                  </a:lnTo>
                  <a:lnTo>
                    <a:pt x="1523253" y="737170"/>
                  </a:lnTo>
                  <a:lnTo>
                    <a:pt x="1523903" y="725641"/>
                  </a:lnTo>
                  <a:lnTo>
                    <a:pt x="1524553" y="714736"/>
                  </a:lnTo>
                  <a:lnTo>
                    <a:pt x="1525203" y="704410"/>
                  </a:lnTo>
                  <a:lnTo>
                    <a:pt x="1525853" y="694811"/>
                  </a:lnTo>
                  <a:lnTo>
                    <a:pt x="1526503" y="685838"/>
                  </a:lnTo>
                  <a:lnTo>
                    <a:pt x="1527153" y="677614"/>
                  </a:lnTo>
                  <a:lnTo>
                    <a:pt x="1527803" y="669995"/>
                  </a:lnTo>
                  <a:lnTo>
                    <a:pt x="1528452" y="662648"/>
                  </a:lnTo>
                  <a:lnTo>
                    <a:pt x="1529102" y="655514"/>
                  </a:lnTo>
                  <a:lnTo>
                    <a:pt x="1529752" y="648679"/>
                  </a:lnTo>
                  <a:lnTo>
                    <a:pt x="1530402" y="642220"/>
                  </a:lnTo>
                  <a:lnTo>
                    <a:pt x="1531052" y="636453"/>
                  </a:lnTo>
                  <a:lnTo>
                    <a:pt x="1531702" y="631698"/>
                  </a:lnTo>
                  <a:lnTo>
                    <a:pt x="1532352" y="628017"/>
                  </a:lnTo>
                  <a:lnTo>
                    <a:pt x="1533002" y="625300"/>
                  </a:lnTo>
                  <a:lnTo>
                    <a:pt x="1533652" y="623400"/>
                  </a:lnTo>
                  <a:lnTo>
                    <a:pt x="1534302" y="622470"/>
                  </a:lnTo>
                  <a:lnTo>
                    <a:pt x="1534952" y="622483"/>
                  </a:lnTo>
                  <a:lnTo>
                    <a:pt x="1535602" y="623372"/>
                  </a:lnTo>
                  <a:lnTo>
                    <a:pt x="1536252" y="625156"/>
                  </a:lnTo>
                  <a:lnTo>
                    <a:pt x="1536902" y="627892"/>
                  </a:lnTo>
                  <a:lnTo>
                    <a:pt x="1537552" y="631725"/>
                  </a:lnTo>
                  <a:lnTo>
                    <a:pt x="1538201" y="636955"/>
                  </a:lnTo>
                  <a:lnTo>
                    <a:pt x="1538851" y="643543"/>
                  </a:lnTo>
                  <a:lnTo>
                    <a:pt x="1539501" y="651272"/>
                  </a:lnTo>
                  <a:lnTo>
                    <a:pt x="1540151" y="660084"/>
                  </a:lnTo>
                  <a:lnTo>
                    <a:pt x="1540801" y="669677"/>
                  </a:lnTo>
                  <a:lnTo>
                    <a:pt x="1541451" y="679551"/>
                  </a:lnTo>
                  <a:lnTo>
                    <a:pt x="1542101" y="689403"/>
                  </a:lnTo>
                  <a:lnTo>
                    <a:pt x="1542751" y="699019"/>
                  </a:lnTo>
                  <a:lnTo>
                    <a:pt x="1543401" y="708398"/>
                  </a:lnTo>
                  <a:lnTo>
                    <a:pt x="1544051" y="717580"/>
                  </a:lnTo>
                  <a:lnTo>
                    <a:pt x="1544701" y="726577"/>
                  </a:lnTo>
                  <a:lnTo>
                    <a:pt x="1545351" y="735438"/>
                  </a:lnTo>
                  <a:lnTo>
                    <a:pt x="1546001" y="744333"/>
                  </a:lnTo>
                  <a:lnTo>
                    <a:pt x="1546651" y="753486"/>
                  </a:lnTo>
                  <a:lnTo>
                    <a:pt x="1547301" y="762948"/>
                  </a:lnTo>
                  <a:lnTo>
                    <a:pt x="1547950" y="772518"/>
                  </a:lnTo>
                  <a:lnTo>
                    <a:pt x="1548600" y="782216"/>
                  </a:lnTo>
                  <a:lnTo>
                    <a:pt x="1549250" y="792218"/>
                  </a:lnTo>
                  <a:lnTo>
                    <a:pt x="1549900" y="802776"/>
                  </a:lnTo>
                  <a:lnTo>
                    <a:pt x="1550550" y="814054"/>
                  </a:lnTo>
                  <a:lnTo>
                    <a:pt x="1551200" y="826213"/>
                  </a:lnTo>
                  <a:lnTo>
                    <a:pt x="1551850" y="839333"/>
                  </a:lnTo>
                  <a:lnTo>
                    <a:pt x="1552500" y="853695"/>
                  </a:lnTo>
                  <a:lnTo>
                    <a:pt x="1553150" y="869442"/>
                  </a:lnTo>
                  <a:lnTo>
                    <a:pt x="1553800" y="886507"/>
                  </a:lnTo>
                  <a:lnTo>
                    <a:pt x="1554450" y="904570"/>
                  </a:lnTo>
                  <a:lnTo>
                    <a:pt x="1555100" y="923304"/>
                  </a:lnTo>
                  <a:lnTo>
                    <a:pt x="1555750" y="942090"/>
                  </a:lnTo>
                  <a:lnTo>
                    <a:pt x="1556400" y="960251"/>
                  </a:lnTo>
                  <a:lnTo>
                    <a:pt x="1557050" y="977193"/>
                  </a:lnTo>
                  <a:lnTo>
                    <a:pt x="1557700" y="992865"/>
                  </a:lnTo>
                  <a:lnTo>
                    <a:pt x="1558349" y="1007335"/>
                  </a:lnTo>
                  <a:lnTo>
                    <a:pt x="1558999" y="1020582"/>
                  </a:lnTo>
                  <a:lnTo>
                    <a:pt x="1559649" y="1032207"/>
                  </a:lnTo>
                  <a:lnTo>
                    <a:pt x="1560299" y="1042734"/>
                  </a:lnTo>
                  <a:lnTo>
                    <a:pt x="1560949" y="1052629"/>
                  </a:lnTo>
                  <a:lnTo>
                    <a:pt x="1561599" y="1062021"/>
                  </a:lnTo>
                  <a:lnTo>
                    <a:pt x="1562249" y="1070562"/>
                  </a:lnTo>
                  <a:lnTo>
                    <a:pt x="1562899" y="1077720"/>
                  </a:lnTo>
                  <a:lnTo>
                    <a:pt x="1563549" y="1083185"/>
                  </a:lnTo>
                  <a:lnTo>
                    <a:pt x="1564199" y="1087054"/>
                  </a:lnTo>
                  <a:lnTo>
                    <a:pt x="1564849" y="1089229"/>
                  </a:lnTo>
                  <a:lnTo>
                    <a:pt x="1565499" y="1090098"/>
                  </a:lnTo>
                  <a:lnTo>
                    <a:pt x="1566149" y="1089990"/>
                  </a:lnTo>
                  <a:lnTo>
                    <a:pt x="1566799" y="1089379"/>
                  </a:lnTo>
                  <a:lnTo>
                    <a:pt x="1567449" y="1088517"/>
                  </a:lnTo>
                  <a:lnTo>
                    <a:pt x="1568098" y="1087149"/>
                  </a:lnTo>
                  <a:lnTo>
                    <a:pt x="1568748" y="1085321"/>
                  </a:lnTo>
                  <a:lnTo>
                    <a:pt x="1569398" y="1083207"/>
                  </a:lnTo>
                  <a:lnTo>
                    <a:pt x="1570048" y="1080319"/>
                  </a:lnTo>
                  <a:lnTo>
                    <a:pt x="1570698" y="1076503"/>
                  </a:lnTo>
                  <a:lnTo>
                    <a:pt x="1571348" y="1071932"/>
                  </a:lnTo>
                  <a:lnTo>
                    <a:pt x="1571998" y="1066954"/>
                  </a:lnTo>
                  <a:lnTo>
                    <a:pt x="1572648" y="1062048"/>
                  </a:lnTo>
                  <a:lnTo>
                    <a:pt x="1573298" y="1057658"/>
                  </a:lnTo>
                  <a:lnTo>
                    <a:pt x="1573948" y="1054101"/>
                  </a:lnTo>
                  <a:lnTo>
                    <a:pt x="1574598" y="1051627"/>
                  </a:lnTo>
                  <a:lnTo>
                    <a:pt x="1575248" y="1049973"/>
                  </a:lnTo>
                  <a:lnTo>
                    <a:pt x="1575898" y="1048566"/>
                  </a:lnTo>
                  <a:lnTo>
                    <a:pt x="1576548" y="1046894"/>
                  </a:lnTo>
                  <a:lnTo>
                    <a:pt x="1577198" y="1044486"/>
                  </a:lnTo>
                  <a:lnTo>
                    <a:pt x="1577848" y="1040789"/>
                  </a:lnTo>
                  <a:lnTo>
                    <a:pt x="1578497" y="1035280"/>
                  </a:lnTo>
                  <a:lnTo>
                    <a:pt x="1579147" y="1027432"/>
                  </a:lnTo>
                  <a:lnTo>
                    <a:pt x="1579797" y="1017051"/>
                  </a:lnTo>
                  <a:lnTo>
                    <a:pt x="1580447" y="1004064"/>
                  </a:lnTo>
                  <a:lnTo>
                    <a:pt x="1581097" y="988329"/>
                  </a:lnTo>
                  <a:lnTo>
                    <a:pt x="1581747" y="969881"/>
                  </a:lnTo>
                  <a:lnTo>
                    <a:pt x="1582397" y="948761"/>
                  </a:lnTo>
                  <a:lnTo>
                    <a:pt x="1583047" y="925531"/>
                  </a:lnTo>
                  <a:lnTo>
                    <a:pt x="1583697" y="900805"/>
                  </a:lnTo>
                  <a:lnTo>
                    <a:pt x="1584347" y="875149"/>
                  </a:lnTo>
                  <a:lnTo>
                    <a:pt x="1584997" y="848910"/>
                  </a:lnTo>
                  <a:lnTo>
                    <a:pt x="1585647" y="822888"/>
                  </a:lnTo>
                  <a:lnTo>
                    <a:pt x="1586297" y="797576"/>
                  </a:lnTo>
                  <a:lnTo>
                    <a:pt x="1586947" y="773574"/>
                  </a:lnTo>
                  <a:lnTo>
                    <a:pt x="1587597" y="751164"/>
                  </a:lnTo>
                  <a:lnTo>
                    <a:pt x="1588246" y="730349"/>
                  </a:lnTo>
                  <a:lnTo>
                    <a:pt x="1588896" y="711360"/>
                  </a:lnTo>
                  <a:lnTo>
                    <a:pt x="1589546" y="694647"/>
                  </a:lnTo>
                  <a:lnTo>
                    <a:pt x="1590196" y="680181"/>
                  </a:lnTo>
                  <a:lnTo>
                    <a:pt x="1590846" y="667883"/>
                  </a:lnTo>
                  <a:lnTo>
                    <a:pt x="1591496" y="657505"/>
                  </a:lnTo>
                  <a:lnTo>
                    <a:pt x="1592146" y="649081"/>
                  </a:lnTo>
                  <a:lnTo>
                    <a:pt x="1592796" y="642144"/>
                  </a:lnTo>
                  <a:lnTo>
                    <a:pt x="1593446" y="636404"/>
                  </a:lnTo>
                  <a:lnTo>
                    <a:pt x="1594096" y="631569"/>
                  </a:lnTo>
                  <a:lnTo>
                    <a:pt x="1594746" y="627683"/>
                  </a:lnTo>
                  <a:lnTo>
                    <a:pt x="1595396" y="624377"/>
                  </a:lnTo>
                  <a:lnTo>
                    <a:pt x="1596046" y="621360"/>
                  </a:lnTo>
                  <a:lnTo>
                    <a:pt x="1596696" y="617971"/>
                  </a:lnTo>
                  <a:lnTo>
                    <a:pt x="1597346" y="614072"/>
                  </a:lnTo>
                  <a:lnTo>
                    <a:pt x="1597996" y="609818"/>
                  </a:lnTo>
                  <a:lnTo>
                    <a:pt x="1598645" y="604950"/>
                  </a:lnTo>
                  <a:lnTo>
                    <a:pt x="1599295" y="598893"/>
                  </a:lnTo>
                  <a:lnTo>
                    <a:pt x="1599945" y="591759"/>
                  </a:lnTo>
                  <a:lnTo>
                    <a:pt x="1600595" y="583766"/>
                  </a:lnTo>
                  <a:lnTo>
                    <a:pt x="1601245" y="575186"/>
                  </a:lnTo>
                  <a:lnTo>
                    <a:pt x="1601895" y="566184"/>
                  </a:lnTo>
                  <a:lnTo>
                    <a:pt x="1602545" y="557082"/>
                  </a:lnTo>
                  <a:lnTo>
                    <a:pt x="1603195" y="547920"/>
                  </a:lnTo>
                  <a:lnTo>
                    <a:pt x="1603845" y="538792"/>
                  </a:lnTo>
                  <a:lnTo>
                    <a:pt x="1604495" y="529688"/>
                  </a:lnTo>
                  <a:lnTo>
                    <a:pt x="1605145" y="520565"/>
                  </a:lnTo>
                  <a:lnTo>
                    <a:pt x="1605795" y="511442"/>
                  </a:lnTo>
                  <a:lnTo>
                    <a:pt x="1606445" y="502568"/>
                  </a:lnTo>
                  <a:lnTo>
                    <a:pt x="1607095" y="493990"/>
                  </a:lnTo>
                  <a:lnTo>
                    <a:pt x="1607745" y="485787"/>
                  </a:lnTo>
                  <a:lnTo>
                    <a:pt x="1608394" y="478395"/>
                  </a:lnTo>
                  <a:lnTo>
                    <a:pt x="1609044" y="472149"/>
                  </a:lnTo>
                  <a:lnTo>
                    <a:pt x="1609694" y="467068"/>
                  </a:lnTo>
                  <a:lnTo>
                    <a:pt x="1610344" y="463275"/>
                  </a:lnTo>
                  <a:lnTo>
                    <a:pt x="1610994" y="460863"/>
                  </a:lnTo>
                  <a:lnTo>
                    <a:pt x="1611644" y="459881"/>
                  </a:lnTo>
                  <a:lnTo>
                    <a:pt x="1612294" y="460260"/>
                  </a:lnTo>
                  <a:lnTo>
                    <a:pt x="1612944" y="461977"/>
                  </a:lnTo>
                  <a:lnTo>
                    <a:pt x="1613594" y="465049"/>
                  </a:lnTo>
                  <a:lnTo>
                    <a:pt x="1614244" y="469400"/>
                  </a:lnTo>
                  <a:lnTo>
                    <a:pt x="1614894" y="475261"/>
                  </a:lnTo>
                  <a:lnTo>
                    <a:pt x="1615544" y="482559"/>
                  </a:lnTo>
                  <a:lnTo>
                    <a:pt x="1616194" y="491135"/>
                  </a:lnTo>
                  <a:lnTo>
                    <a:pt x="1616844" y="500812"/>
                  </a:lnTo>
                  <a:lnTo>
                    <a:pt x="1617494" y="511441"/>
                  </a:lnTo>
                  <a:lnTo>
                    <a:pt x="1618144" y="522709"/>
                  </a:lnTo>
                  <a:lnTo>
                    <a:pt x="1618793" y="534501"/>
                  </a:lnTo>
                  <a:lnTo>
                    <a:pt x="1619443" y="546500"/>
                  </a:lnTo>
                  <a:lnTo>
                    <a:pt x="1620093" y="558350"/>
                  </a:lnTo>
                  <a:lnTo>
                    <a:pt x="1620743" y="570145"/>
                  </a:lnTo>
                  <a:lnTo>
                    <a:pt x="1621393" y="581835"/>
                  </a:lnTo>
                  <a:lnTo>
                    <a:pt x="1622043" y="593379"/>
                  </a:lnTo>
                  <a:lnTo>
                    <a:pt x="1622693" y="604796"/>
                  </a:lnTo>
                  <a:lnTo>
                    <a:pt x="1623343" y="615899"/>
                  </a:lnTo>
                  <a:lnTo>
                    <a:pt x="1623993" y="626889"/>
                  </a:lnTo>
                  <a:lnTo>
                    <a:pt x="1624643" y="637674"/>
                  </a:lnTo>
                  <a:lnTo>
                    <a:pt x="1625293" y="648458"/>
                  </a:lnTo>
                  <a:lnTo>
                    <a:pt x="1625943" y="659543"/>
                  </a:lnTo>
                  <a:lnTo>
                    <a:pt x="1626593" y="671261"/>
                  </a:lnTo>
                  <a:lnTo>
                    <a:pt x="1627243" y="683661"/>
                  </a:lnTo>
                  <a:lnTo>
                    <a:pt x="1627893" y="696969"/>
                  </a:lnTo>
                  <a:lnTo>
                    <a:pt x="1628542" y="711153"/>
                  </a:lnTo>
                  <a:lnTo>
                    <a:pt x="1629192" y="726728"/>
                  </a:lnTo>
                  <a:lnTo>
                    <a:pt x="1629842" y="743935"/>
                  </a:lnTo>
                  <a:lnTo>
                    <a:pt x="1630492" y="762243"/>
                  </a:lnTo>
                  <a:lnTo>
                    <a:pt x="1631142" y="781606"/>
                  </a:lnTo>
                  <a:lnTo>
                    <a:pt x="1631792" y="802322"/>
                  </a:lnTo>
                  <a:lnTo>
                    <a:pt x="1632442" y="824199"/>
                  </a:lnTo>
                  <a:lnTo>
                    <a:pt x="1633092" y="847383"/>
                  </a:lnTo>
                  <a:lnTo>
                    <a:pt x="1633742" y="871597"/>
                  </a:lnTo>
                  <a:lnTo>
                    <a:pt x="1634392" y="896471"/>
                  </a:lnTo>
                  <a:lnTo>
                    <a:pt x="1635042" y="921748"/>
                  </a:lnTo>
                  <a:lnTo>
                    <a:pt x="1635692" y="947107"/>
                  </a:lnTo>
                  <a:lnTo>
                    <a:pt x="1636342" y="972193"/>
                  </a:lnTo>
                  <a:lnTo>
                    <a:pt x="1636992" y="996811"/>
                  </a:lnTo>
                  <a:lnTo>
                    <a:pt x="1637642" y="1020827"/>
                  </a:lnTo>
                  <a:lnTo>
                    <a:pt x="1638292" y="1044414"/>
                  </a:lnTo>
                  <a:lnTo>
                    <a:pt x="1638941" y="1067149"/>
                  </a:lnTo>
                  <a:lnTo>
                    <a:pt x="1639591" y="1088838"/>
                  </a:lnTo>
                  <a:lnTo>
                    <a:pt x="1640241" y="1109715"/>
                  </a:lnTo>
                  <a:lnTo>
                    <a:pt x="1640891" y="1129072"/>
                  </a:lnTo>
                  <a:lnTo>
                    <a:pt x="1641541" y="1145965"/>
                  </a:lnTo>
                  <a:lnTo>
                    <a:pt x="1642191" y="1160195"/>
                  </a:lnTo>
                  <a:lnTo>
                    <a:pt x="1642841" y="1170953"/>
                  </a:lnTo>
                  <a:lnTo>
                    <a:pt x="1643491" y="1177688"/>
                  </a:lnTo>
                  <a:lnTo>
                    <a:pt x="1644141" y="1181065"/>
                  </a:lnTo>
                  <a:lnTo>
                    <a:pt x="1644791" y="1181686"/>
                  </a:lnTo>
                  <a:lnTo>
                    <a:pt x="1645441" y="1180237"/>
                  </a:lnTo>
                  <a:lnTo>
                    <a:pt x="1646091" y="1177629"/>
                  </a:lnTo>
                  <a:lnTo>
                    <a:pt x="1646741" y="1174590"/>
                  </a:lnTo>
                  <a:lnTo>
                    <a:pt x="1647391" y="1171142"/>
                  </a:lnTo>
                  <a:lnTo>
                    <a:pt x="1648041" y="1167413"/>
                  </a:lnTo>
                  <a:lnTo>
                    <a:pt x="1648690" y="1163485"/>
                  </a:lnTo>
                  <a:lnTo>
                    <a:pt x="1649340" y="1159740"/>
                  </a:lnTo>
                  <a:lnTo>
                    <a:pt x="1649990" y="1156541"/>
                  </a:lnTo>
                  <a:lnTo>
                    <a:pt x="1650640" y="1154059"/>
                  </a:lnTo>
                  <a:lnTo>
                    <a:pt x="1651290" y="1152116"/>
                  </a:lnTo>
                  <a:lnTo>
                    <a:pt x="1651940" y="1151017"/>
                  </a:lnTo>
                  <a:lnTo>
                    <a:pt x="1652590" y="1151606"/>
                  </a:lnTo>
                  <a:lnTo>
                    <a:pt x="1653240" y="1153895"/>
                  </a:lnTo>
                  <a:lnTo>
                    <a:pt x="1653890" y="1156769"/>
                  </a:lnTo>
                  <a:lnTo>
                    <a:pt x="1654540" y="1159648"/>
                  </a:lnTo>
                  <a:lnTo>
                    <a:pt x="1655190" y="1161692"/>
                  </a:lnTo>
                  <a:lnTo>
                    <a:pt x="1655840" y="1162346"/>
                  </a:lnTo>
                  <a:lnTo>
                    <a:pt x="1656490" y="1161143"/>
                  </a:lnTo>
                  <a:lnTo>
                    <a:pt x="1657140" y="1158065"/>
                  </a:lnTo>
                  <a:lnTo>
                    <a:pt x="1657790" y="1152777"/>
                  </a:lnTo>
                  <a:lnTo>
                    <a:pt x="1658440" y="1145555"/>
                  </a:lnTo>
                  <a:lnTo>
                    <a:pt x="1659089" y="1136438"/>
                  </a:lnTo>
                  <a:lnTo>
                    <a:pt x="1659739" y="1125355"/>
                  </a:lnTo>
                  <a:lnTo>
                    <a:pt x="1660389" y="1112594"/>
                  </a:lnTo>
                  <a:lnTo>
                    <a:pt x="1661039" y="1098583"/>
                  </a:lnTo>
                  <a:lnTo>
                    <a:pt x="1661689" y="1083575"/>
                  </a:lnTo>
                  <a:lnTo>
                    <a:pt x="1662339" y="1067674"/>
                  </a:lnTo>
                  <a:lnTo>
                    <a:pt x="1662989" y="1051439"/>
                  </a:lnTo>
                  <a:lnTo>
                    <a:pt x="1663639" y="1035363"/>
                  </a:lnTo>
                  <a:lnTo>
                    <a:pt x="1664289" y="1019892"/>
                  </a:lnTo>
                  <a:lnTo>
                    <a:pt x="1664939" y="1005217"/>
                  </a:lnTo>
                  <a:lnTo>
                    <a:pt x="1665589" y="991632"/>
                  </a:lnTo>
                  <a:lnTo>
                    <a:pt x="1666239" y="979061"/>
                  </a:lnTo>
                  <a:lnTo>
                    <a:pt x="1666889" y="967359"/>
                  </a:lnTo>
                  <a:lnTo>
                    <a:pt x="1667539" y="956644"/>
                  </a:lnTo>
                  <a:lnTo>
                    <a:pt x="1668189" y="946872"/>
                  </a:lnTo>
                  <a:lnTo>
                    <a:pt x="1668838" y="937903"/>
                  </a:lnTo>
                  <a:lnTo>
                    <a:pt x="1669488" y="929693"/>
                  </a:lnTo>
                  <a:lnTo>
                    <a:pt x="1670138" y="922184"/>
                  </a:lnTo>
                  <a:lnTo>
                    <a:pt x="1670788" y="915122"/>
                  </a:lnTo>
                  <a:lnTo>
                    <a:pt x="1671438" y="908351"/>
                  </a:lnTo>
                  <a:lnTo>
                    <a:pt x="1672088" y="901902"/>
                  </a:lnTo>
                  <a:lnTo>
                    <a:pt x="1672738" y="895600"/>
                  </a:lnTo>
                  <a:lnTo>
                    <a:pt x="1673388" y="889451"/>
                  </a:lnTo>
                  <a:lnTo>
                    <a:pt x="1674038" y="883316"/>
                  </a:lnTo>
                  <a:lnTo>
                    <a:pt x="1674688" y="877793"/>
                  </a:lnTo>
                  <a:lnTo>
                    <a:pt x="1675338" y="873303"/>
                  </a:lnTo>
                  <a:lnTo>
                    <a:pt x="1675988" y="870375"/>
                  </a:lnTo>
                  <a:lnTo>
                    <a:pt x="1676638" y="868811"/>
                  </a:lnTo>
                  <a:lnTo>
                    <a:pt x="1677288" y="868467"/>
                  </a:lnTo>
                  <a:lnTo>
                    <a:pt x="1677938" y="869062"/>
                  </a:lnTo>
                  <a:lnTo>
                    <a:pt x="1678588" y="870429"/>
                  </a:lnTo>
                  <a:lnTo>
                    <a:pt x="1679237" y="872351"/>
                  </a:lnTo>
                  <a:lnTo>
                    <a:pt x="1679887" y="874488"/>
                  </a:lnTo>
                  <a:lnTo>
                    <a:pt x="1680537" y="876590"/>
                  </a:lnTo>
                  <a:lnTo>
                    <a:pt x="1681187" y="878279"/>
                  </a:lnTo>
                  <a:lnTo>
                    <a:pt x="1681837" y="878956"/>
                  </a:lnTo>
                  <a:lnTo>
                    <a:pt x="1682487" y="878626"/>
                  </a:lnTo>
                  <a:lnTo>
                    <a:pt x="1683137" y="877348"/>
                  </a:lnTo>
                  <a:lnTo>
                    <a:pt x="1683787" y="875202"/>
                  </a:lnTo>
                  <a:lnTo>
                    <a:pt x="1684437" y="872082"/>
                  </a:lnTo>
                  <a:lnTo>
                    <a:pt x="1685087" y="867746"/>
                  </a:lnTo>
                  <a:lnTo>
                    <a:pt x="1685737" y="862228"/>
                  </a:lnTo>
                  <a:lnTo>
                    <a:pt x="1686387" y="856117"/>
                  </a:lnTo>
                  <a:lnTo>
                    <a:pt x="1687037" y="849372"/>
                  </a:lnTo>
                  <a:lnTo>
                    <a:pt x="1687687" y="842123"/>
                  </a:lnTo>
                  <a:lnTo>
                    <a:pt x="1688337" y="834361"/>
                  </a:lnTo>
                  <a:lnTo>
                    <a:pt x="1688986" y="826236"/>
                  </a:lnTo>
                  <a:lnTo>
                    <a:pt x="1689636" y="817768"/>
                  </a:lnTo>
                  <a:lnTo>
                    <a:pt x="1690286" y="809522"/>
                  </a:lnTo>
                  <a:lnTo>
                    <a:pt x="1690936" y="801638"/>
                  </a:lnTo>
                  <a:lnTo>
                    <a:pt x="1691586" y="794657"/>
                  </a:lnTo>
                  <a:lnTo>
                    <a:pt x="1692236" y="788594"/>
                  </a:lnTo>
                  <a:lnTo>
                    <a:pt x="1692886" y="783653"/>
                  </a:lnTo>
                  <a:lnTo>
                    <a:pt x="1693536" y="779835"/>
                  </a:lnTo>
                  <a:lnTo>
                    <a:pt x="1694186" y="776683"/>
                  </a:lnTo>
                  <a:lnTo>
                    <a:pt x="1694836" y="773583"/>
                  </a:lnTo>
                  <a:lnTo>
                    <a:pt x="1695486" y="770033"/>
                  </a:lnTo>
                  <a:lnTo>
                    <a:pt x="1696136" y="765827"/>
                  </a:lnTo>
                  <a:lnTo>
                    <a:pt x="1696786" y="760520"/>
                  </a:lnTo>
                  <a:lnTo>
                    <a:pt x="1697436" y="753809"/>
                  </a:lnTo>
                  <a:lnTo>
                    <a:pt x="1698086" y="745531"/>
                  </a:lnTo>
                  <a:lnTo>
                    <a:pt x="1698735" y="735758"/>
                  </a:lnTo>
                  <a:lnTo>
                    <a:pt x="1699385" y="724917"/>
                  </a:lnTo>
                  <a:lnTo>
                    <a:pt x="1700035" y="713187"/>
                  </a:lnTo>
                  <a:lnTo>
                    <a:pt x="1700685" y="700809"/>
                  </a:lnTo>
                  <a:lnTo>
                    <a:pt x="1701335" y="687864"/>
                  </a:lnTo>
                  <a:lnTo>
                    <a:pt x="1701985" y="674830"/>
                  </a:lnTo>
                  <a:lnTo>
                    <a:pt x="1702635" y="662054"/>
                  </a:lnTo>
                  <a:lnTo>
                    <a:pt x="1703285" y="649801"/>
                  </a:lnTo>
                  <a:lnTo>
                    <a:pt x="1703935" y="638372"/>
                  </a:lnTo>
                  <a:lnTo>
                    <a:pt x="1704585" y="627953"/>
                  </a:lnTo>
                  <a:lnTo>
                    <a:pt x="1705235" y="618577"/>
                  </a:lnTo>
                  <a:lnTo>
                    <a:pt x="1705885" y="610217"/>
                  </a:lnTo>
                  <a:lnTo>
                    <a:pt x="1706535" y="603166"/>
                  </a:lnTo>
                  <a:lnTo>
                    <a:pt x="1707185" y="597329"/>
                  </a:lnTo>
                  <a:lnTo>
                    <a:pt x="1707835" y="592659"/>
                  </a:lnTo>
                  <a:lnTo>
                    <a:pt x="1708485" y="588775"/>
                  </a:lnTo>
                  <a:lnTo>
                    <a:pt x="1709134" y="585427"/>
                  </a:lnTo>
                  <a:lnTo>
                    <a:pt x="1709784" y="582292"/>
                  </a:lnTo>
                  <a:lnTo>
                    <a:pt x="1710434" y="579272"/>
                  </a:lnTo>
                  <a:lnTo>
                    <a:pt x="1711084" y="576265"/>
                  </a:lnTo>
                  <a:lnTo>
                    <a:pt x="1711734" y="572885"/>
                  </a:lnTo>
                  <a:lnTo>
                    <a:pt x="1712384" y="568833"/>
                  </a:lnTo>
                  <a:lnTo>
                    <a:pt x="1713034" y="564096"/>
                  </a:lnTo>
                  <a:lnTo>
                    <a:pt x="1713684" y="558889"/>
                  </a:lnTo>
                  <a:lnTo>
                    <a:pt x="1714334" y="553622"/>
                  </a:lnTo>
                  <a:lnTo>
                    <a:pt x="1714984" y="548236"/>
                  </a:lnTo>
                  <a:lnTo>
                    <a:pt x="1715634" y="542645"/>
                  </a:lnTo>
                  <a:lnTo>
                    <a:pt x="1716284" y="536884"/>
                  </a:lnTo>
                  <a:lnTo>
                    <a:pt x="1716934" y="530949"/>
                  </a:lnTo>
                  <a:lnTo>
                    <a:pt x="1717584" y="524845"/>
                  </a:lnTo>
                  <a:lnTo>
                    <a:pt x="1718234" y="518685"/>
                  </a:lnTo>
                  <a:lnTo>
                    <a:pt x="1718883" y="512141"/>
                  </a:lnTo>
                  <a:lnTo>
                    <a:pt x="1719533" y="505357"/>
                  </a:lnTo>
                  <a:lnTo>
                    <a:pt x="1720183" y="498564"/>
                  </a:lnTo>
                  <a:lnTo>
                    <a:pt x="1720833" y="491628"/>
                  </a:lnTo>
                  <a:lnTo>
                    <a:pt x="1721483" y="484502"/>
                  </a:lnTo>
                  <a:lnTo>
                    <a:pt x="1722133" y="477143"/>
                  </a:lnTo>
                  <a:lnTo>
                    <a:pt x="1722783" y="469088"/>
                  </a:lnTo>
                  <a:lnTo>
                    <a:pt x="1723433" y="460281"/>
                  </a:lnTo>
                  <a:lnTo>
                    <a:pt x="1724083" y="450514"/>
                  </a:lnTo>
                  <a:lnTo>
                    <a:pt x="1724733" y="439960"/>
                  </a:lnTo>
                  <a:lnTo>
                    <a:pt x="1725383" y="428616"/>
                  </a:lnTo>
                  <a:lnTo>
                    <a:pt x="1726033" y="416831"/>
                  </a:lnTo>
                  <a:lnTo>
                    <a:pt x="1726683" y="405053"/>
                  </a:lnTo>
                  <a:lnTo>
                    <a:pt x="1727333" y="393587"/>
                  </a:lnTo>
                  <a:lnTo>
                    <a:pt x="1727983" y="382574"/>
                  </a:lnTo>
                  <a:lnTo>
                    <a:pt x="1728633" y="372328"/>
                  </a:lnTo>
                  <a:lnTo>
                    <a:pt x="1729282" y="363050"/>
                  </a:lnTo>
                  <a:lnTo>
                    <a:pt x="1729932" y="354820"/>
                  </a:lnTo>
                  <a:lnTo>
                    <a:pt x="1730582" y="347731"/>
                  </a:lnTo>
                  <a:lnTo>
                    <a:pt x="1731232" y="341806"/>
                  </a:lnTo>
                  <a:lnTo>
                    <a:pt x="1731882" y="337079"/>
                  </a:lnTo>
                  <a:lnTo>
                    <a:pt x="1732532" y="333722"/>
                  </a:lnTo>
                  <a:lnTo>
                    <a:pt x="1733182" y="331560"/>
                  </a:lnTo>
                  <a:lnTo>
                    <a:pt x="1733832" y="330432"/>
                  </a:lnTo>
                  <a:lnTo>
                    <a:pt x="1734482" y="330011"/>
                  </a:lnTo>
                  <a:lnTo>
                    <a:pt x="1735132" y="330262"/>
                  </a:lnTo>
                  <a:lnTo>
                    <a:pt x="1735782" y="330915"/>
                  </a:lnTo>
                  <a:lnTo>
                    <a:pt x="1736432" y="331679"/>
                  </a:lnTo>
                  <a:lnTo>
                    <a:pt x="1737082" y="332344"/>
                  </a:lnTo>
                  <a:lnTo>
                    <a:pt x="1737732" y="332940"/>
                  </a:lnTo>
                  <a:lnTo>
                    <a:pt x="1738382" y="333580"/>
                  </a:lnTo>
                  <a:lnTo>
                    <a:pt x="1739031" y="334093"/>
                  </a:lnTo>
                  <a:lnTo>
                    <a:pt x="1739681" y="334306"/>
                  </a:lnTo>
                  <a:lnTo>
                    <a:pt x="1740331" y="334077"/>
                  </a:lnTo>
                  <a:lnTo>
                    <a:pt x="1740981" y="333630"/>
                  </a:lnTo>
                  <a:lnTo>
                    <a:pt x="1741631" y="333145"/>
                  </a:lnTo>
                  <a:lnTo>
                    <a:pt x="1742281" y="332658"/>
                  </a:lnTo>
                  <a:lnTo>
                    <a:pt x="1742931" y="332142"/>
                  </a:lnTo>
                  <a:lnTo>
                    <a:pt x="1743581" y="331648"/>
                  </a:lnTo>
                  <a:lnTo>
                    <a:pt x="1744231" y="331511"/>
                  </a:lnTo>
                  <a:lnTo>
                    <a:pt x="1744881" y="331902"/>
                  </a:lnTo>
                  <a:lnTo>
                    <a:pt x="1745531" y="332819"/>
                  </a:lnTo>
                  <a:lnTo>
                    <a:pt x="1746181" y="334196"/>
                  </a:lnTo>
                  <a:lnTo>
                    <a:pt x="1746831" y="335994"/>
                  </a:lnTo>
                  <a:lnTo>
                    <a:pt x="1747481" y="338172"/>
                  </a:lnTo>
                  <a:lnTo>
                    <a:pt x="1748131" y="340531"/>
                  </a:lnTo>
                  <a:lnTo>
                    <a:pt x="1748781" y="342917"/>
                  </a:lnTo>
                  <a:lnTo>
                    <a:pt x="1749430" y="345233"/>
                  </a:lnTo>
                  <a:lnTo>
                    <a:pt x="1750080" y="347626"/>
                  </a:lnTo>
                  <a:lnTo>
                    <a:pt x="1750730" y="349815"/>
                  </a:lnTo>
                  <a:lnTo>
                    <a:pt x="1751380" y="351787"/>
                  </a:lnTo>
                  <a:lnTo>
                    <a:pt x="1752030" y="353637"/>
                  </a:lnTo>
                  <a:lnTo>
                    <a:pt x="1752680" y="355395"/>
                  </a:lnTo>
                  <a:lnTo>
                    <a:pt x="1753330" y="357212"/>
                  </a:lnTo>
                  <a:lnTo>
                    <a:pt x="1753980" y="358996"/>
                  </a:lnTo>
                  <a:lnTo>
                    <a:pt x="1754630" y="360526"/>
                  </a:lnTo>
                  <a:lnTo>
                    <a:pt x="1755280" y="362009"/>
                  </a:lnTo>
                  <a:lnTo>
                    <a:pt x="1755930" y="363431"/>
                  </a:lnTo>
                  <a:lnTo>
                    <a:pt x="1756580" y="364773"/>
                  </a:lnTo>
                  <a:lnTo>
                    <a:pt x="1757230" y="365922"/>
                  </a:lnTo>
                  <a:lnTo>
                    <a:pt x="1757880" y="367028"/>
                  </a:lnTo>
                  <a:lnTo>
                    <a:pt x="1758530" y="368033"/>
                  </a:lnTo>
                  <a:lnTo>
                    <a:pt x="1759179" y="369040"/>
                  </a:lnTo>
                  <a:lnTo>
                    <a:pt x="1759829" y="370030"/>
                  </a:lnTo>
                  <a:lnTo>
                    <a:pt x="1760479" y="371337"/>
                  </a:lnTo>
                  <a:lnTo>
                    <a:pt x="1761129" y="372908"/>
                  </a:lnTo>
                  <a:lnTo>
                    <a:pt x="1761779" y="374703"/>
                  </a:lnTo>
                  <a:lnTo>
                    <a:pt x="1762429" y="376747"/>
                  </a:lnTo>
                  <a:lnTo>
                    <a:pt x="1763079" y="378943"/>
                  </a:lnTo>
                  <a:lnTo>
                    <a:pt x="1763729" y="381404"/>
                  </a:lnTo>
                  <a:lnTo>
                    <a:pt x="1764379" y="384250"/>
                  </a:lnTo>
                  <a:lnTo>
                    <a:pt x="1765029" y="387152"/>
                  </a:lnTo>
                  <a:lnTo>
                    <a:pt x="1765679" y="390156"/>
                  </a:lnTo>
                  <a:lnTo>
                    <a:pt x="1766329" y="393379"/>
                  </a:lnTo>
                  <a:lnTo>
                    <a:pt x="1766979" y="397045"/>
                  </a:lnTo>
                  <a:lnTo>
                    <a:pt x="1767629" y="401054"/>
                  </a:lnTo>
                  <a:lnTo>
                    <a:pt x="1768279" y="405476"/>
                  </a:lnTo>
                  <a:lnTo>
                    <a:pt x="1768929" y="410152"/>
                  </a:lnTo>
                  <a:lnTo>
                    <a:pt x="1769578" y="415124"/>
                  </a:lnTo>
                  <a:lnTo>
                    <a:pt x="1770228" y="420138"/>
                  </a:lnTo>
                  <a:lnTo>
                    <a:pt x="1770878" y="424916"/>
                  </a:lnTo>
                  <a:lnTo>
                    <a:pt x="1771528" y="429410"/>
                  </a:lnTo>
                  <a:lnTo>
                    <a:pt x="1772178" y="433529"/>
                  </a:lnTo>
                  <a:lnTo>
                    <a:pt x="1772828" y="437410"/>
                  </a:lnTo>
                  <a:lnTo>
                    <a:pt x="1773478" y="440948"/>
                  </a:lnTo>
                  <a:lnTo>
                    <a:pt x="1774128" y="444077"/>
                  </a:lnTo>
                  <a:lnTo>
                    <a:pt x="1774778" y="447034"/>
                  </a:lnTo>
                  <a:lnTo>
                    <a:pt x="1775428" y="450079"/>
                  </a:lnTo>
                  <a:lnTo>
                    <a:pt x="1776078" y="453226"/>
                  </a:lnTo>
                  <a:lnTo>
                    <a:pt x="1776728" y="456432"/>
                  </a:lnTo>
                  <a:lnTo>
                    <a:pt x="1777378" y="459748"/>
                  </a:lnTo>
                  <a:lnTo>
                    <a:pt x="1778028" y="463267"/>
                  </a:lnTo>
                  <a:lnTo>
                    <a:pt x="1778678" y="467214"/>
                  </a:lnTo>
                  <a:lnTo>
                    <a:pt x="1779327" y="471622"/>
                  </a:lnTo>
                  <a:lnTo>
                    <a:pt x="1779977" y="476653"/>
                  </a:lnTo>
                  <a:lnTo>
                    <a:pt x="1780627" y="482640"/>
                  </a:lnTo>
                  <a:lnTo>
                    <a:pt x="1781277" y="489723"/>
                  </a:lnTo>
                  <a:lnTo>
                    <a:pt x="1781927" y="498104"/>
                  </a:lnTo>
                  <a:lnTo>
                    <a:pt x="1782577" y="507642"/>
                  </a:lnTo>
                  <a:lnTo>
                    <a:pt x="1783227" y="518532"/>
                  </a:lnTo>
                  <a:lnTo>
                    <a:pt x="1783877" y="530986"/>
                  </a:lnTo>
                  <a:lnTo>
                    <a:pt x="1784527" y="544841"/>
                  </a:lnTo>
                  <a:lnTo>
                    <a:pt x="1785177" y="559875"/>
                  </a:lnTo>
                  <a:lnTo>
                    <a:pt x="1785827" y="576193"/>
                  </a:lnTo>
                  <a:lnTo>
                    <a:pt x="1786477" y="593988"/>
                  </a:lnTo>
                  <a:lnTo>
                    <a:pt x="1787127" y="613706"/>
                  </a:lnTo>
                  <a:lnTo>
                    <a:pt x="1787777" y="635502"/>
                  </a:lnTo>
                  <a:lnTo>
                    <a:pt x="1788427" y="659450"/>
                  </a:lnTo>
                  <a:lnTo>
                    <a:pt x="1789077" y="685604"/>
                  </a:lnTo>
                  <a:lnTo>
                    <a:pt x="1789726" y="714223"/>
                  </a:lnTo>
                  <a:lnTo>
                    <a:pt x="1790376" y="745271"/>
                  </a:lnTo>
                  <a:lnTo>
                    <a:pt x="1791026" y="778688"/>
                  </a:lnTo>
                  <a:lnTo>
                    <a:pt x="1791676" y="814173"/>
                  </a:lnTo>
                  <a:lnTo>
                    <a:pt x="1792326" y="851854"/>
                  </a:lnTo>
                  <a:lnTo>
                    <a:pt x="1792976" y="891235"/>
                  </a:lnTo>
                  <a:lnTo>
                    <a:pt x="1793626" y="932044"/>
                  </a:lnTo>
                  <a:lnTo>
                    <a:pt x="1794276" y="974239"/>
                  </a:lnTo>
                  <a:lnTo>
                    <a:pt x="1794926" y="1017905"/>
                  </a:lnTo>
                  <a:lnTo>
                    <a:pt x="1795576" y="1063075"/>
                  </a:lnTo>
                  <a:lnTo>
                    <a:pt x="1796226" y="1109293"/>
                  </a:lnTo>
                  <a:lnTo>
                    <a:pt x="1796876" y="1155549"/>
                  </a:lnTo>
                  <a:lnTo>
                    <a:pt x="1797526" y="1201614"/>
                  </a:lnTo>
                  <a:lnTo>
                    <a:pt x="1798176" y="1247324"/>
                  </a:lnTo>
                  <a:lnTo>
                    <a:pt x="1798826" y="1292767"/>
                  </a:lnTo>
                  <a:lnTo>
                    <a:pt x="1799475" y="1336863"/>
                  </a:lnTo>
                  <a:lnTo>
                    <a:pt x="1800125" y="1378729"/>
                  </a:lnTo>
                  <a:lnTo>
                    <a:pt x="1800775" y="1418033"/>
                  </a:lnTo>
                  <a:lnTo>
                    <a:pt x="1801425" y="1455665"/>
                  </a:lnTo>
                  <a:lnTo>
                    <a:pt x="1802075" y="1491505"/>
                  </a:lnTo>
                  <a:lnTo>
                    <a:pt x="1802725" y="1526526"/>
                  </a:lnTo>
                  <a:lnTo>
                    <a:pt x="1803375" y="1561136"/>
                  </a:lnTo>
                  <a:lnTo>
                    <a:pt x="1804025" y="1595874"/>
                  </a:lnTo>
                  <a:lnTo>
                    <a:pt x="1804675" y="1631398"/>
                  </a:lnTo>
                  <a:lnTo>
                    <a:pt x="1805325" y="1667199"/>
                  </a:lnTo>
                  <a:lnTo>
                    <a:pt x="1805975" y="1702647"/>
                  </a:lnTo>
                  <a:lnTo>
                    <a:pt x="1806625" y="1736853"/>
                  </a:lnTo>
                  <a:lnTo>
                    <a:pt x="1807275" y="1768593"/>
                  </a:lnTo>
                  <a:lnTo>
                    <a:pt x="1807925" y="1795183"/>
                  </a:lnTo>
                  <a:lnTo>
                    <a:pt x="1808575" y="1815142"/>
                  </a:lnTo>
                  <a:lnTo>
                    <a:pt x="1809225" y="1827953"/>
                  </a:lnTo>
                  <a:lnTo>
                    <a:pt x="1809874" y="1833690"/>
                  </a:lnTo>
                  <a:lnTo>
                    <a:pt x="1810524" y="1832251"/>
                  </a:lnTo>
                  <a:lnTo>
                    <a:pt x="1811174" y="1822817"/>
                  </a:lnTo>
                  <a:lnTo>
                    <a:pt x="1811824" y="1804974"/>
                  </a:lnTo>
                  <a:lnTo>
                    <a:pt x="1812474" y="1779729"/>
                  </a:lnTo>
                  <a:lnTo>
                    <a:pt x="1813124" y="1747382"/>
                  </a:lnTo>
                  <a:lnTo>
                    <a:pt x="1813774" y="1708797"/>
                  </a:lnTo>
                  <a:lnTo>
                    <a:pt x="1814424" y="1666071"/>
                  </a:lnTo>
                  <a:lnTo>
                    <a:pt x="1815074" y="1621344"/>
                  </a:lnTo>
                  <a:lnTo>
                    <a:pt x="1815724" y="1576216"/>
                  </a:lnTo>
                  <a:lnTo>
                    <a:pt x="1816374" y="1532213"/>
                  </a:lnTo>
                  <a:lnTo>
                    <a:pt x="1817024" y="1489835"/>
                  </a:lnTo>
                  <a:lnTo>
                    <a:pt x="1817674" y="1450455"/>
                  </a:lnTo>
                  <a:lnTo>
                    <a:pt x="1818324" y="1414327"/>
                  </a:lnTo>
                  <a:lnTo>
                    <a:pt x="1818974" y="1381033"/>
                  </a:lnTo>
                  <a:lnTo>
                    <a:pt x="1819623" y="1350747"/>
                  </a:lnTo>
                  <a:lnTo>
                    <a:pt x="1820273" y="1323211"/>
                  </a:lnTo>
                  <a:lnTo>
                    <a:pt x="1820923" y="1298281"/>
                  </a:lnTo>
                  <a:lnTo>
                    <a:pt x="1821573" y="1275992"/>
                  </a:lnTo>
                  <a:lnTo>
                    <a:pt x="1822223" y="1255999"/>
                  </a:lnTo>
                  <a:lnTo>
                    <a:pt x="1822873" y="1238453"/>
                  </a:lnTo>
                  <a:lnTo>
                    <a:pt x="1823523" y="1223396"/>
                  </a:lnTo>
                  <a:lnTo>
                    <a:pt x="1824173" y="1210214"/>
                  </a:lnTo>
                  <a:lnTo>
                    <a:pt x="1824823" y="1198466"/>
                  </a:lnTo>
                  <a:lnTo>
                    <a:pt x="1825473" y="1187974"/>
                  </a:lnTo>
                  <a:lnTo>
                    <a:pt x="1826123" y="1178652"/>
                  </a:lnTo>
                  <a:lnTo>
                    <a:pt x="1826773" y="1170549"/>
                  </a:lnTo>
                  <a:lnTo>
                    <a:pt x="1827423" y="1163330"/>
                  </a:lnTo>
                  <a:lnTo>
                    <a:pt x="1828073" y="1156507"/>
                  </a:lnTo>
                  <a:lnTo>
                    <a:pt x="1828723" y="1149971"/>
                  </a:lnTo>
                  <a:lnTo>
                    <a:pt x="1829372" y="1143441"/>
                  </a:lnTo>
                  <a:lnTo>
                    <a:pt x="1830022" y="1136622"/>
                  </a:lnTo>
                  <a:lnTo>
                    <a:pt x="1830672" y="1129357"/>
                  </a:lnTo>
                  <a:lnTo>
                    <a:pt x="1831322" y="1121363"/>
                  </a:lnTo>
                  <a:lnTo>
                    <a:pt x="1831972" y="1112053"/>
                  </a:lnTo>
                  <a:lnTo>
                    <a:pt x="1832622" y="1101490"/>
                  </a:lnTo>
                  <a:lnTo>
                    <a:pt x="1833272" y="1089800"/>
                  </a:lnTo>
                  <a:lnTo>
                    <a:pt x="1833922" y="1076799"/>
                  </a:lnTo>
                  <a:lnTo>
                    <a:pt x="1834572" y="1062704"/>
                  </a:lnTo>
                  <a:lnTo>
                    <a:pt x="1835222" y="1047506"/>
                  </a:lnTo>
                  <a:lnTo>
                    <a:pt x="1835872" y="1031185"/>
                  </a:lnTo>
                  <a:lnTo>
                    <a:pt x="1836522" y="1014203"/>
                  </a:lnTo>
                  <a:lnTo>
                    <a:pt x="1837172" y="996726"/>
                  </a:lnTo>
                  <a:lnTo>
                    <a:pt x="1837822" y="979106"/>
                  </a:lnTo>
                  <a:lnTo>
                    <a:pt x="1838472" y="961930"/>
                  </a:lnTo>
                  <a:lnTo>
                    <a:pt x="1839122" y="945599"/>
                  </a:lnTo>
                  <a:lnTo>
                    <a:pt x="1839771" y="930622"/>
                  </a:lnTo>
                  <a:lnTo>
                    <a:pt x="1840421" y="917422"/>
                  </a:lnTo>
                  <a:lnTo>
                    <a:pt x="1841071" y="906185"/>
                  </a:lnTo>
                  <a:lnTo>
                    <a:pt x="1841721" y="897264"/>
                  </a:lnTo>
                  <a:lnTo>
                    <a:pt x="1842371" y="890563"/>
                  </a:lnTo>
                  <a:lnTo>
                    <a:pt x="1843021" y="885952"/>
                  </a:lnTo>
                  <a:lnTo>
                    <a:pt x="1843671" y="883598"/>
                  </a:lnTo>
                  <a:lnTo>
                    <a:pt x="1844321" y="883354"/>
                  </a:lnTo>
                  <a:lnTo>
                    <a:pt x="1844971" y="884995"/>
                  </a:lnTo>
                  <a:lnTo>
                    <a:pt x="1845621" y="888675"/>
                  </a:lnTo>
                  <a:lnTo>
                    <a:pt x="1846271" y="894193"/>
                  </a:lnTo>
                  <a:lnTo>
                    <a:pt x="1846921" y="901214"/>
                  </a:lnTo>
                  <a:lnTo>
                    <a:pt x="1847571" y="909461"/>
                  </a:lnTo>
                  <a:lnTo>
                    <a:pt x="1848221" y="918343"/>
                  </a:lnTo>
                  <a:lnTo>
                    <a:pt x="1848871" y="927521"/>
                  </a:lnTo>
                  <a:lnTo>
                    <a:pt x="1849520" y="936891"/>
                  </a:lnTo>
                  <a:lnTo>
                    <a:pt x="1850170" y="945864"/>
                  </a:lnTo>
                  <a:lnTo>
                    <a:pt x="1850820" y="953779"/>
                  </a:lnTo>
                  <a:lnTo>
                    <a:pt x="1851470" y="960330"/>
                  </a:lnTo>
                  <a:lnTo>
                    <a:pt x="1852120" y="964940"/>
                  </a:lnTo>
                  <a:lnTo>
                    <a:pt x="1852770" y="967527"/>
                  </a:lnTo>
                  <a:lnTo>
                    <a:pt x="1853420" y="968384"/>
                  </a:lnTo>
                  <a:lnTo>
                    <a:pt x="1854070" y="967516"/>
                  </a:lnTo>
                  <a:lnTo>
                    <a:pt x="1854720" y="965034"/>
                  </a:lnTo>
                  <a:lnTo>
                    <a:pt x="1855370" y="960946"/>
                  </a:lnTo>
                  <a:lnTo>
                    <a:pt x="1856020" y="955453"/>
                  </a:lnTo>
                  <a:lnTo>
                    <a:pt x="1856670" y="949074"/>
                  </a:lnTo>
                  <a:lnTo>
                    <a:pt x="1857320" y="942168"/>
                  </a:lnTo>
                  <a:lnTo>
                    <a:pt x="1857970" y="934914"/>
                  </a:lnTo>
                  <a:lnTo>
                    <a:pt x="1858620" y="926891"/>
                  </a:lnTo>
                  <a:lnTo>
                    <a:pt x="1859270" y="917617"/>
                  </a:lnTo>
                  <a:lnTo>
                    <a:pt x="1859919" y="907240"/>
                  </a:lnTo>
                  <a:lnTo>
                    <a:pt x="1860569" y="896542"/>
                  </a:lnTo>
                  <a:lnTo>
                    <a:pt x="1861219" y="885754"/>
                  </a:lnTo>
                  <a:lnTo>
                    <a:pt x="1861869" y="875411"/>
                  </a:lnTo>
                  <a:lnTo>
                    <a:pt x="1862519" y="865520"/>
                  </a:lnTo>
                  <a:lnTo>
                    <a:pt x="1863169" y="856019"/>
                  </a:lnTo>
                  <a:lnTo>
                    <a:pt x="1863819" y="847284"/>
                  </a:lnTo>
                  <a:lnTo>
                    <a:pt x="1864469" y="839760"/>
                  </a:lnTo>
                  <a:lnTo>
                    <a:pt x="1865119" y="833152"/>
                  </a:lnTo>
                  <a:lnTo>
                    <a:pt x="1865769" y="827235"/>
                  </a:lnTo>
                  <a:lnTo>
                    <a:pt x="1866419" y="821876"/>
                  </a:lnTo>
                  <a:lnTo>
                    <a:pt x="1867069" y="816729"/>
                  </a:lnTo>
                  <a:lnTo>
                    <a:pt x="1867719" y="811922"/>
                  </a:lnTo>
                  <a:lnTo>
                    <a:pt x="1868369" y="807587"/>
                  </a:lnTo>
                  <a:lnTo>
                    <a:pt x="1869019" y="803677"/>
                  </a:lnTo>
                  <a:lnTo>
                    <a:pt x="1869668" y="800162"/>
                  </a:lnTo>
                  <a:lnTo>
                    <a:pt x="1870318" y="796425"/>
                  </a:lnTo>
                  <a:lnTo>
                    <a:pt x="1870968" y="791907"/>
                  </a:lnTo>
                  <a:lnTo>
                    <a:pt x="1871618" y="786312"/>
                  </a:lnTo>
                  <a:lnTo>
                    <a:pt x="1872268" y="779495"/>
                  </a:lnTo>
                  <a:lnTo>
                    <a:pt x="1872918" y="771383"/>
                  </a:lnTo>
                  <a:lnTo>
                    <a:pt x="1873568" y="761944"/>
                  </a:lnTo>
                  <a:lnTo>
                    <a:pt x="1874218" y="750999"/>
                  </a:lnTo>
                  <a:lnTo>
                    <a:pt x="1874868" y="738771"/>
                  </a:lnTo>
                  <a:lnTo>
                    <a:pt x="1875518" y="725374"/>
                  </a:lnTo>
                  <a:lnTo>
                    <a:pt x="1876168" y="711171"/>
                  </a:lnTo>
                  <a:lnTo>
                    <a:pt x="1876818" y="696761"/>
                  </a:lnTo>
                  <a:lnTo>
                    <a:pt x="1877468" y="682491"/>
                  </a:lnTo>
                  <a:lnTo>
                    <a:pt x="1878118" y="668610"/>
                  </a:lnTo>
                  <a:lnTo>
                    <a:pt x="1878768" y="655491"/>
                  </a:lnTo>
                  <a:lnTo>
                    <a:pt x="1879418" y="643423"/>
                  </a:lnTo>
                  <a:lnTo>
                    <a:pt x="1880067" y="632765"/>
                  </a:lnTo>
                  <a:lnTo>
                    <a:pt x="1880717" y="623974"/>
                  </a:lnTo>
                  <a:lnTo>
                    <a:pt x="1881367" y="617104"/>
                  </a:lnTo>
                  <a:lnTo>
                    <a:pt x="1882017" y="612156"/>
                  </a:lnTo>
                  <a:lnTo>
                    <a:pt x="1882667" y="609002"/>
                  </a:lnTo>
                  <a:lnTo>
                    <a:pt x="1883317" y="607585"/>
                  </a:lnTo>
                  <a:lnTo>
                    <a:pt x="1883967" y="607970"/>
                  </a:lnTo>
                  <a:lnTo>
                    <a:pt x="1884617" y="610299"/>
                  </a:lnTo>
                  <a:lnTo>
                    <a:pt x="1885267" y="614589"/>
                  </a:lnTo>
                  <a:lnTo>
                    <a:pt x="1885917" y="620371"/>
                  </a:lnTo>
                  <a:lnTo>
                    <a:pt x="1886567" y="627281"/>
                  </a:lnTo>
                  <a:lnTo>
                    <a:pt x="1887217" y="635027"/>
                  </a:lnTo>
                  <a:lnTo>
                    <a:pt x="1887867" y="643446"/>
                  </a:lnTo>
                  <a:lnTo>
                    <a:pt x="1888517" y="652274"/>
                  </a:lnTo>
                  <a:lnTo>
                    <a:pt x="1889167" y="660998"/>
                  </a:lnTo>
                  <a:lnTo>
                    <a:pt x="1889816" y="669258"/>
                  </a:lnTo>
                  <a:lnTo>
                    <a:pt x="1890466" y="676749"/>
                  </a:lnTo>
                  <a:lnTo>
                    <a:pt x="1891116" y="683324"/>
                  </a:lnTo>
                  <a:lnTo>
                    <a:pt x="1891766" y="689068"/>
                  </a:lnTo>
                  <a:lnTo>
                    <a:pt x="1892416" y="693850"/>
                  </a:lnTo>
                  <a:lnTo>
                    <a:pt x="1893066" y="697296"/>
                  </a:lnTo>
                  <a:lnTo>
                    <a:pt x="1893716" y="699591"/>
                  </a:lnTo>
                  <a:lnTo>
                    <a:pt x="1894366" y="700803"/>
                  </a:lnTo>
                  <a:lnTo>
                    <a:pt x="1895016" y="701259"/>
                  </a:lnTo>
                  <a:lnTo>
                    <a:pt x="1895666" y="701229"/>
                  </a:lnTo>
                  <a:lnTo>
                    <a:pt x="1896316" y="700566"/>
                  </a:lnTo>
                  <a:lnTo>
                    <a:pt x="1896966" y="699152"/>
                  </a:lnTo>
                  <a:lnTo>
                    <a:pt x="1897616" y="696990"/>
                  </a:lnTo>
                  <a:lnTo>
                    <a:pt x="1898266" y="693862"/>
                  </a:lnTo>
                  <a:lnTo>
                    <a:pt x="1898916" y="690082"/>
                  </a:lnTo>
                  <a:lnTo>
                    <a:pt x="1899566" y="686011"/>
                  </a:lnTo>
                  <a:lnTo>
                    <a:pt x="1900215" y="681808"/>
                  </a:lnTo>
                  <a:lnTo>
                    <a:pt x="1900865" y="678081"/>
                  </a:lnTo>
                  <a:lnTo>
                    <a:pt x="1901515" y="675017"/>
                  </a:lnTo>
                  <a:lnTo>
                    <a:pt x="1902165" y="672888"/>
                  </a:lnTo>
                  <a:lnTo>
                    <a:pt x="1902815" y="672368"/>
                  </a:lnTo>
                  <a:lnTo>
                    <a:pt x="1903465" y="673508"/>
                  </a:lnTo>
                  <a:lnTo>
                    <a:pt x="1904115" y="676203"/>
                  </a:lnTo>
                  <a:lnTo>
                    <a:pt x="1904765" y="680306"/>
                  </a:lnTo>
                  <a:lnTo>
                    <a:pt x="1905415" y="685743"/>
                  </a:lnTo>
                  <a:lnTo>
                    <a:pt x="1906065" y="692600"/>
                  </a:lnTo>
                  <a:lnTo>
                    <a:pt x="1906715" y="701062"/>
                  </a:lnTo>
                  <a:lnTo>
                    <a:pt x="1907365" y="711318"/>
                  </a:lnTo>
                  <a:lnTo>
                    <a:pt x="1908015" y="723803"/>
                  </a:lnTo>
                  <a:lnTo>
                    <a:pt x="1908665" y="738279"/>
                  </a:lnTo>
                  <a:lnTo>
                    <a:pt x="1909315" y="754435"/>
                  </a:lnTo>
                  <a:lnTo>
                    <a:pt x="1909964" y="772046"/>
                  </a:lnTo>
                  <a:lnTo>
                    <a:pt x="1910614" y="790592"/>
                  </a:lnTo>
                  <a:lnTo>
                    <a:pt x="1911264" y="809727"/>
                  </a:lnTo>
                  <a:lnTo>
                    <a:pt x="1911914" y="829010"/>
                  </a:lnTo>
                  <a:lnTo>
                    <a:pt x="1912564" y="847601"/>
                  </a:lnTo>
                  <a:lnTo>
                    <a:pt x="1913214" y="864818"/>
                  </a:lnTo>
                  <a:lnTo>
                    <a:pt x="1913864" y="880253"/>
                  </a:lnTo>
                  <a:lnTo>
                    <a:pt x="1914514" y="893423"/>
                  </a:lnTo>
                  <a:lnTo>
                    <a:pt x="1915164" y="904155"/>
                  </a:lnTo>
                  <a:lnTo>
                    <a:pt x="1915814" y="912482"/>
                  </a:lnTo>
                  <a:lnTo>
                    <a:pt x="1916464" y="918212"/>
                  </a:lnTo>
                  <a:lnTo>
                    <a:pt x="1917114" y="920956"/>
                  </a:lnTo>
                  <a:lnTo>
                    <a:pt x="1917764" y="920706"/>
                  </a:lnTo>
                  <a:lnTo>
                    <a:pt x="1918414" y="918042"/>
                  </a:lnTo>
                  <a:lnTo>
                    <a:pt x="1919064" y="913420"/>
                  </a:lnTo>
                  <a:lnTo>
                    <a:pt x="1919714" y="907432"/>
                  </a:lnTo>
                  <a:lnTo>
                    <a:pt x="1920363" y="900453"/>
                  </a:lnTo>
                  <a:lnTo>
                    <a:pt x="1921013" y="892661"/>
                  </a:lnTo>
                  <a:lnTo>
                    <a:pt x="1921663" y="884651"/>
                  </a:lnTo>
                  <a:lnTo>
                    <a:pt x="1922313" y="876765"/>
                  </a:lnTo>
                  <a:lnTo>
                    <a:pt x="1922963" y="869110"/>
                  </a:lnTo>
                  <a:lnTo>
                    <a:pt x="1923613" y="862122"/>
                  </a:lnTo>
                  <a:lnTo>
                    <a:pt x="1924263" y="855835"/>
                  </a:lnTo>
                  <a:lnTo>
                    <a:pt x="1924913" y="850263"/>
                  </a:lnTo>
                  <a:lnTo>
                    <a:pt x="1925563" y="845667"/>
                  </a:lnTo>
                  <a:lnTo>
                    <a:pt x="1926213" y="841391"/>
                  </a:lnTo>
                  <a:lnTo>
                    <a:pt x="1926863" y="837061"/>
                  </a:lnTo>
                  <a:lnTo>
                    <a:pt x="1927513" y="832413"/>
                  </a:lnTo>
                  <a:lnTo>
                    <a:pt x="1928163" y="827012"/>
                  </a:lnTo>
                  <a:lnTo>
                    <a:pt x="1928813" y="820588"/>
                  </a:lnTo>
                  <a:lnTo>
                    <a:pt x="1929463" y="813222"/>
                  </a:lnTo>
                  <a:lnTo>
                    <a:pt x="1930112" y="804900"/>
                  </a:lnTo>
                  <a:lnTo>
                    <a:pt x="1930762" y="796309"/>
                  </a:lnTo>
                  <a:lnTo>
                    <a:pt x="1931412" y="787865"/>
                  </a:lnTo>
                  <a:lnTo>
                    <a:pt x="1932062" y="779731"/>
                  </a:lnTo>
                  <a:lnTo>
                    <a:pt x="1932712" y="772080"/>
                  </a:lnTo>
                  <a:lnTo>
                    <a:pt x="1933362" y="764651"/>
                  </a:lnTo>
                  <a:lnTo>
                    <a:pt x="1934012" y="757430"/>
                  </a:lnTo>
                  <a:lnTo>
                    <a:pt x="1934662" y="750443"/>
                  </a:lnTo>
                  <a:lnTo>
                    <a:pt x="1935312" y="743307"/>
                  </a:lnTo>
                  <a:lnTo>
                    <a:pt x="1935962" y="736518"/>
                  </a:lnTo>
                  <a:lnTo>
                    <a:pt x="1936612" y="730500"/>
                  </a:lnTo>
                  <a:lnTo>
                    <a:pt x="1937262" y="725404"/>
                  </a:lnTo>
                  <a:lnTo>
                    <a:pt x="1937912" y="721324"/>
                  </a:lnTo>
                  <a:lnTo>
                    <a:pt x="1938562" y="718382"/>
                  </a:lnTo>
                  <a:lnTo>
                    <a:pt x="1939212" y="716224"/>
                  </a:lnTo>
                  <a:lnTo>
                    <a:pt x="1939862" y="714525"/>
                  </a:lnTo>
                  <a:lnTo>
                    <a:pt x="1940511" y="712614"/>
                  </a:lnTo>
                  <a:lnTo>
                    <a:pt x="1941161" y="709882"/>
                  </a:lnTo>
                  <a:lnTo>
                    <a:pt x="1941811" y="706202"/>
                  </a:lnTo>
                  <a:lnTo>
                    <a:pt x="1942461" y="701358"/>
                  </a:lnTo>
                  <a:lnTo>
                    <a:pt x="1943111" y="695293"/>
                  </a:lnTo>
                  <a:lnTo>
                    <a:pt x="1943761" y="687965"/>
                  </a:lnTo>
                  <a:lnTo>
                    <a:pt x="1944411" y="679335"/>
                  </a:lnTo>
                  <a:lnTo>
                    <a:pt x="1945061" y="669541"/>
                  </a:lnTo>
                  <a:lnTo>
                    <a:pt x="1945711" y="658834"/>
                  </a:lnTo>
                  <a:lnTo>
                    <a:pt x="1946361" y="647376"/>
                  </a:lnTo>
                  <a:lnTo>
                    <a:pt x="1947011" y="635358"/>
                  </a:lnTo>
                  <a:lnTo>
                    <a:pt x="1947661" y="622993"/>
                  </a:lnTo>
                  <a:lnTo>
                    <a:pt x="1948311" y="610583"/>
                  </a:lnTo>
                  <a:lnTo>
                    <a:pt x="1948961" y="598438"/>
                  </a:lnTo>
                  <a:lnTo>
                    <a:pt x="1949611" y="586841"/>
                  </a:lnTo>
                  <a:lnTo>
                    <a:pt x="1950260" y="575762"/>
                  </a:lnTo>
                  <a:lnTo>
                    <a:pt x="1950910" y="564902"/>
                  </a:lnTo>
                  <a:lnTo>
                    <a:pt x="1951560" y="554028"/>
                  </a:lnTo>
                  <a:lnTo>
                    <a:pt x="1952210" y="543265"/>
                  </a:lnTo>
                  <a:lnTo>
                    <a:pt x="1952860" y="532681"/>
                  </a:lnTo>
                  <a:lnTo>
                    <a:pt x="1953510" y="522446"/>
                  </a:lnTo>
                  <a:lnTo>
                    <a:pt x="1954160" y="512821"/>
                  </a:lnTo>
                  <a:lnTo>
                    <a:pt x="1954810" y="503861"/>
                  </a:lnTo>
                  <a:lnTo>
                    <a:pt x="1955460" y="495614"/>
                  </a:lnTo>
                  <a:lnTo>
                    <a:pt x="1956110" y="488088"/>
                  </a:lnTo>
                  <a:lnTo>
                    <a:pt x="1956760" y="481357"/>
                  </a:lnTo>
                  <a:lnTo>
                    <a:pt x="1957410" y="475570"/>
                  </a:lnTo>
                  <a:lnTo>
                    <a:pt x="1958060" y="470436"/>
                  </a:lnTo>
                  <a:lnTo>
                    <a:pt x="1958710" y="465967"/>
                  </a:lnTo>
                  <a:lnTo>
                    <a:pt x="1959360" y="462198"/>
                  </a:lnTo>
                  <a:lnTo>
                    <a:pt x="1960010" y="459205"/>
                  </a:lnTo>
                  <a:lnTo>
                    <a:pt x="1960659" y="457258"/>
                  </a:lnTo>
                  <a:lnTo>
                    <a:pt x="1961309" y="456470"/>
                  </a:lnTo>
                  <a:lnTo>
                    <a:pt x="1961959" y="456482"/>
                  </a:lnTo>
                  <a:lnTo>
                    <a:pt x="1962609" y="456977"/>
                  </a:lnTo>
                  <a:lnTo>
                    <a:pt x="1963259" y="457586"/>
                  </a:lnTo>
                  <a:lnTo>
                    <a:pt x="1963909" y="457654"/>
                  </a:lnTo>
                  <a:lnTo>
                    <a:pt x="1964559" y="457042"/>
                  </a:lnTo>
                  <a:lnTo>
                    <a:pt x="1965209" y="455485"/>
                  </a:lnTo>
                  <a:lnTo>
                    <a:pt x="1965859" y="452762"/>
                  </a:lnTo>
                  <a:lnTo>
                    <a:pt x="1966509" y="448849"/>
                  </a:lnTo>
                  <a:lnTo>
                    <a:pt x="1967159" y="443805"/>
                  </a:lnTo>
                  <a:lnTo>
                    <a:pt x="1967809" y="437956"/>
                  </a:lnTo>
                  <a:lnTo>
                    <a:pt x="1968459" y="431389"/>
                  </a:lnTo>
                  <a:lnTo>
                    <a:pt x="1969109" y="424127"/>
                  </a:lnTo>
                  <a:lnTo>
                    <a:pt x="1969759" y="416307"/>
                  </a:lnTo>
                  <a:lnTo>
                    <a:pt x="1970408" y="408117"/>
                  </a:lnTo>
                  <a:lnTo>
                    <a:pt x="1971058" y="399648"/>
                  </a:lnTo>
                  <a:lnTo>
                    <a:pt x="1971708" y="391271"/>
                  </a:lnTo>
                  <a:lnTo>
                    <a:pt x="1972358" y="383357"/>
                  </a:lnTo>
                  <a:lnTo>
                    <a:pt x="1973008" y="376225"/>
                  </a:lnTo>
                  <a:lnTo>
                    <a:pt x="1973658" y="370299"/>
                  </a:lnTo>
                  <a:lnTo>
                    <a:pt x="1974308" y="365512"/>
                  </a:lnTo>
                  <a:lnTo>
                    <a:pt x="1974958" y="361928"/>
                  </a:lnTo>
                  <a:lnTo>
                    <a:pt x="1975608" y="359703"/>
                  </a:lnTo>
                  <a:lnTo>
                    <a:pt x="1976258" y="358755"/>
                  </a:lnTo>
                  <a:lnTo>
                    <a:pt x="1976908" y="358852"/>
                  </a:lnTo>
                  <a:lnTo>
                    <a:pt x="1977558" y="359717"/>
                  </a:lnTo>
                  <a:lnTo>
                    <a:pt x="1978208" y="360979"/>
                  </a:lnTo>
                  <a:lnTo>
                    <a:pt x="1978858" y="362341"/>
                  </a:lnTo>
                  <a:lnTo>
                    <a:pt x="1979508" y="363706"/>
                  </a:lnTo>
                  <a:lnTo>
                    <a:pt x="1980157" y="364875"/>
                  </a:lnTo>
                  <a:lnTo>
                    <a:pt x="1980807" y="365593"/>
                  </a:lnTo>
                  <a:lnTo>
                    <a:pt x="1981457" y="365707"/>
                  </a:lnTo>
                  <a:lnTo>
                    <a:pt x="1982107" y="365289"/>
                  </a:lnTo>
                  <a:lnTo>
                    <a:pt x="1982757" y="364509"/>
                  </a:lnTo>
                  <a:lnTo>
                    <a:pt x="1983407" y="363758"/>
                  </a:lnTo>
                  <a:lnTo>
                    <a:pt x="1984057" y="363342"/>
                  </a:lnTo>
                  <a:lnTo>
                    <a:pt x="1984707" y="363167"/>
                  </a:lnTo>
                  <a:lnTo>
                    <a:pt x="1985357" y="363152"/>
                  </a:lnTo>
                  <a:lnTo>
                    <a:pt x="1986007" y="363205"/>
                  </a:lnTo>
                  <a:lnTo>
                    <a:pt x="1986657" y="363209"/>
                  </a:lnTo>
                  <a:lnTo>
                    <a:pt x="1987307" y="363258"/>
                  </a:lnTo>
                  <a:lnTo>
                    <a:pt x="1987957" y="363489"/>
                  </a:lnTo>
                  <a:lnTo>
                    <a:pt x="1988607" y="364018"/>
                  </a:lnTo>
                  <a:lnTo>
                    <a:pt x="1989257" y="364838"/>
                  </a:lnTo>
                  <a:lnTo>
                    <a:pt x="1989907" y="365844"/>
                  </a:lnTo>
                  <a:lnTo>
                    <a:pt x="1990556" y="367105"/>
                  </a:lnTo>
                  <a:lnTo>
                    <a:pt x="1991206" y="368791"/>
                  </a:lnTo>
                  <a:lnTo>
                    <a:pt x="1991856" y="370590"/>
                  </a:lnTo>
                  <a:lnTo>
                    <a:pt x="1992506" y="372122"/>
                  </a:lnTo>
                  <a:lnTo>
                    <a:pt x="1993156" y="373107"/>
                  </a:lnTo>
                  <a:lnTo>
                    <a:pt x="1993806" y="373465"/>
                  </a:lnTo>
                  <a:lnTo>
                    <a:pt x="1994456" y="373490"/>
                  </a:lnTo>
                  <a:lnTo>
                    <a:pt x="1995106" y="373722"/>
                  </a:lnTo>
                  <a:lnTo>
                    <a:pt x="1995756" y="374279"/>
                  </a:lnTo>
                  <a:lnTo>
                    <a:pt x="1996406" y="375493"/>
                  </a:lnTo>
                  <a:lnTo>
                    <a:pt x="1997056" y="377372"/>
                  </a:lnTo>
                  <a:lnTo>
                    <a:pt x="1997706" y="379966"/>
                  </a:lnTo>
                  <a:lnTo>
                    <a:pt x="1998356" y="383346"/>
                  </a:lnTo>
                  <a:lnTo>
                    <a:pt x="1999006" y="387472"/>
                  </a:lnTo>
                  <a:lnTo>
                    <a:pt x="1999656" y="392200"/>
                  </a:lnTo>
                  <a:lnTo>
                    <a:pt x="2000305" y="397399"/>
                  </a:lnTo>
                  <a:lnTo>
                    <a:pt x="2000955" y="402764"/>
                  </a:lnTo>
                  <a:lnTo>
                    <a:pt x="2001605" y="408405"/>
                  </a:lnTo>
                  <a:lnTo>
                    <a:pt x="2002255" y="414268"/>
                  </a:lnTo>
                  <a:lnTo>
                    <a:pt x="2002905" y="420010"/>
                  </a:lnTo>
                  <a:lnTo>
                    <a:pt x="2003555" y="425480"/>
                  </a:lnTo>
                  <a:lnTo>
                    <a:pt x="2004205" y="430541"/>
                  </a:lnTo>
                  <a:lnTo>
                    <a:pt x="2004855" y="434800"/>
                  </a:lnTo>
                  <a:lnTo>
                    <a:pt x="2005505" y="438238"/>
                  </a:lnTo>
                  <a:lnTo>
                    <a:pt x="2006155" y="440682"/>
                  </a:lnTo>
                  <a:lnTo>
                    <a:pt x="2006805" y="442236"/>
                  </a:lnTo>
                  <a:lnTo>
                    <a:pt x="2007455" y="443073"/>
                  </a:lnTo>
                  <a:lnTo>
                    <a:pt x="2008105" y="443184"/>
                  </a:lnTo>
                  <a:lnTo>
                    <a:pt x="2008755" y="442678"/>
                  </a:lnTo>
                  <a:lnTo>
                    <a:pt x="2009405" y="442038"/>
                  </a:lnTo>
                  <a:lnTo>
                    <a:pt x="2010055" y="441670"/>
                  </a:lnTo>
                  <a:lnTo>
                    <a:pt x="2010704" y="441930"/>
                  </a:lnTo>
                  <a:lnTo>
                    <a:pt x="2011354" y="443034"/>
                  </a:lnTo>
                  <a:lnTo>
                    <a:pt x="2012004" y="445117"/>
                  </a:lnTo>
                  <a:lnTo>
                    <a:pt x="2012654" y="448292"/>
                  </a:lnTo>
                  <a:lnTo>
                    <a:pt x="2013304" y="452462"/>
                  </a:lnTo>
                  <a:lnTo>
                    <a:pt x="2013954" y="457233"/>
                  </a:lnTo>
                  <a:lnTo>
                    <a:pt x="2014604" y="461979"/>
                  </a:lnTo>
                  <a:lnTo>
                    <a:pt x="2015254" y="466279"/>
                  </a:lnTo>
                  <a:lnTo>
                    <a:pt x="2015904" y="469681"/>
                  </a:lnTo>
                  <a:lnTo>
                    <a:pt x="2016554" y="471828"/>
                  </a:lnTo>
                  <a:lnTo>
                    <a:pt x="2017204" y="472699"/>
                  </a:lnTo>
                  <a:lnTo>
                    <a:pt x="2017854" y="472336"/>
                  </a:lnTo>
                  <a:lnTo>
                    <a:pt x="2018504" y="470788"/>
                  </a:lnTo>
                  <a:lnTo>
                    <a:pt x="2019154" y="467991"/>
                  </a:lnTo>
                  <a:lnTo>
                    <a:pt x="2019804" y="463965"/>
                  </a:lnTo>
                  <a:lnTo>
                    <a:pt x="2020453" y="458756"/>
                  </a:lnTo>
                  <a:lnTo>
                    <a:pt x="2021103" y="452388"/>
                  </a:lnTo>
                  <a:lnTo>
                    <a:pt x="2021753" y="445071"/>
                  </a:lnTo>
                  <a:lnTo>
                    <a:pt x="2022403" y="437265"/>
                  </a:lnTo>
                  <a:lnTo>
                    <a:pt x="2023053" y="429290"/>
                  </a:lnTo>
                  <a:lnTo>
                    <a:pt x="2023703" y="421423"/>
                  </a:lnTo>
                  <a:lnTo>
                    <a:pt x="2024353" y="414231"/>
                  </a:lnTo>
                  <a:lnTo>
                    <a:pt x="2025003" y="407911"/>
                  </a:lnTo>
                  <a:lnTo>
                    <a:pt x="2025653" y="402524"/>
                  </a:lnTo>
                  <a:lnTo>
                    <a:pt x="2026303" y="398111"/>
                  </a:lnTo>
                  <a:lnTo>
                    <a:pt x="2026953" y="394231"/>
                  </a:lnTo>
                  <a:lnTo>
                    <a:pt x="2027603" y="390301"/>
                  </a:lnTo>
                  <a:lnTo>
                    <a:pt x="2028253" y="386134"/>
                  </a:lnTo>
                  <a:lnTo>
                    <a:pt x="2028903" y="381477"/>
                  </a:lnTo>
                  <a:lnTo>
                    <a:pt x="2029553" y="376497"/>
                  </a:lnTo>
                  <a:lnTo>
                    <a:pt x="2030203" y="371354"/>
                  </a:lnTo>
                  <a:lnTo>
                    <a:pt x="2030852" y="366002"/>
                  </a:lnTo>
                  <a:lnTo>
                    <a:pt x="2031502" y="360421"/>
                  </a:lnTo>
                  <a:lnTo>
                    <a:pt x="2032152" y="354677"/>
                  </a:lnTo>
                  <a:lnTo>
                    <a:pt x="2032802" y="348891"/>
                  </a:lnTo>
                  <a:lnTo>
                    <a:pt x="2033452" y="343243"/>
                  </a:lnTo>
                  <a:lnTo>
                    <a:pt x="2034102" y="337550"/>
                  </a:lnTo>
                  <a:lnTo>
                    <a:pt x="2034752" y="331920"/>
                  </a:lnTo>
                  <a:lnTo>
                    <a:pt x="2035402" y="326800"/>
                  </a:lnTo>
                  <a:lnTo>
                    <a:pt x="2036052" y="322279"/>
                  </a:lnTo>
                  <a:lnTo>
                    <a:pt x="2036702" y="318481"/>
                  </a:lnTo>
                  <a:lnTo>
                    <a:pt x="2037352" y="315744"/>
                  </a:lnTo>
                  <a:lnTo>
                    <a:pt x="2038002" y="314070"/>
                  </a:lnTo>
                  <a:lnTo>
                    <a:pt x="2038652" y="313564"/>
                  </a:lnTo>
                  <a:lnTo>
                    <a:pt x="2039302" y="313851"/>
                  </a:lnTo>
                  <a:lnTo>
                    <a:pt x="2039952" y="314413"/>
                  </a:lnTo>
                  <a:lnTo>
                    <a:pt x="2040601" y="314984"/>
                  </a:lnTo>
                  <a:lnTo>
                    <a:pt x="2041251" y="315372"/>
                  </a:lnTo>
                  <a:lnTo>
                    <a:pt x="2041901" y="315045"/>
                  </a:lnTo>
                  <a:lnTo>
                    <a:pt x="2042551" y="313666"/>
                  </a:lnTo>
                  <a:lnTo>
                    <a:pt x="2043201" y="311082"/>
                  </a:lnTo>
                  <a:lnTo>
                    <a:pt x="2043851" y="307398"/>
                  </a:lnTo>
                  <a:lnTo>
                    <a:pt x="2044501" y="302655"/>
                  </a:lnTo>
                  <a:lnTo>
                    <a:pt x="2045151" y="296876"/>
                  </a:lnTo>
                  <a:lnTo>
                    <a:pt x="2045801" y="290256"/>
                  </a:lnTo>
                  <a:lnTo>
                    <a:pt x="2046451" y="283128"/>
                  </a:lnTo>
                  <a:lnTo>
                    <a:pt x="2047101" y="275917"/>
                  </a:lnTo>
                  <a:lnTo>
                    <a:pt x="2047751" y="268786"/>
                  </a:lnTo>
                  <a:lnTo>
                    <a:pt x="2048401" y="262098"/>
                  </a:lnTo>
                  <a:lnTo>
                    <a:pt x="2049051" y="256149"/>
                  </a:lnTo>
                  <a:lnTo>
                    <a:pt x="2049701" y="251056"/>
                  </a:lnTo>
                  <a:lnTo>
                    <a:pt x="2050351" y="246937"/>
                  </a:lnTo>
                  <a:lnTo>
                    <a:pt x="2051000" y="243814"/>
                  </a:lnTo>
                  <a:lnTo>
                    <a:pt x="2051650" y="241653"/>
                  </a:lnTo>
                  <a:lnTo>
                    <a:pt x="2052300" y="240354"/>
                  </a:lnTo>
                  <a:lnTo>
                    <a:pt x="2052950" y="239808"/>
                  </a:lnTo>
                  <a:lnTo>
                    <a:pt x="2053600" y="239653"/>
                  </a:lnTo>
                  <a:lnTo>
                    <a:pt x="2054250" y="239619"/>
                  </a:lnTo>
                  <a:lnTo>
                    <a:pt x="2054900" y="239282"/>
                  </a:lnTo>
                  <a:lnTo>
                    <a:pt x="2055550" y="238427"/>
                  </a:lnTo>
                  <a:lnTo>
                    <a:pt x="2056200" y="236821"/>
                  </a:lnTo>
                  <a:lnTo>
                    <a:pt x="2056850" y="234142"/>
                  </a:lnTo>
                  <a:lnTo>
                    <a:pt x="2057500" y="230442"/>
                  </a:lnTo>
                  <a:lnTo>
                    <a:pt x="2058150" y="225721"/>
                  </a:lnTo>
                  <a:lnTo>
                    <a:pt x="2058800" y="219977"/>
                  </a:lnTo>
                  <a:lnTo>
                    <a:pt x="2059450" y="213711"/>
                  </a:lnTo>
                  <a:lnTo>
                    <a:pt x="2060100" y="207293"/>
                  </a:lnTo>
                  <a:lnTo>
                    <a:pt x="2060749" y="201145"/>
                  </a:lnTo>
                  <a:lnTo>
                    <a:pt x="2061399" y="195711"/>
                  </a:lnTo>
                  <a:lnTo>
                    <a:pt x="2062049" y="191069"/>
                  </a:lnTo>
                  <a:lnTo>
                    <a:pt x="2062699" y="187152"/>
                  </a:lnTo>
                  <a:lnTo>
                    <a:pt x="2063349" y="184307"/>
                  </a:lnTo>
                  <a:lnTo>
                    <a:pt x="2063999" y="182734"/>
                  </a:lnTo>
                  <a:lnTo>
                    <a:pt x="2064649" y="182514"/>
                  </a:lnTo>
                  <a:lnTo>
                    <a:pt x="2065299" y="183604"/>
                  </a:lnTo>
                  <a:lnTo>
                    <a:pt x="2065949" y="185868"/>
                  </a:lnTo>
                  <a:lnTo>
                    <a:pt x="2066599" y="189218"/>
                  </a:lnTo>
                  <a:lnTo>
                    <a:pt x="2067249" y="193397"/>
                  </a:lnTo>
                  <a:lnTo>
                    <a:pt x="2067899" y="197896"/>
                  </a:lnTo>
                  <a:lnTo>
                    <a:pt x="2068549" y="202318"/>
                  </a:lnTo>
                  <a:lnTo>
                    <a:pt x="2069199" y="206194"/>
                  </a:lnTo>
                  <a:lnTo>
                    <a:pt x="2069849" y="209210"/>
                  </a:lnTo>
                  <a:lnTo>
                    <a:pt x="2070499" y="211006"/>
                  </a:lnTo>
                  <a:lnTo>
                    <a:pt x="2071148" y="211491"/>
                  </a:lnTo>
                  <a:lnTo>
                    <a:pt x="2071798" y="210894"/>
                  </a:lnTo>
                  <a:lnTo>
                    <a:pt x="2072448" y="209557"/>
                  </a:lnTo>
                  <a:lnTo>
                    <a:pt x="2073098" y="207618"/>
                  </a:lnTo>
                  <a:lnTo>
                    <a:pt x="2073748" y="205159"/>
                  </a:lnTo>
                  <a:lnTo>
                    <a:pt x="2074398" y="202438"/>
                  </a:lnTo>
                  <a:lnTo>
                    <a:pt x="2075048" y="199656"/>
                  </a:lnTo>
                  <a:lnTo>
                    <a:pt x="2075698" y="196958"/>
                  </a:lnTo>
                  <a:lnTo>
                    <a:pt x="2076348" y="194424"/>
                  </a:lnTo>
                  <a:lnTo>
                    <a:pt x="2076998" y="192042"/>
                  </a:lnTo>
                  <a:lnTo>
                    <a:pt x="2077648" y="189907"/>
                  </a:lnTo>
                  <a:lnTo>
                    <a:pt x="2078298" y="188282"/>
                  </a:lnTo>
                  <a:lnTo>
                    <a:pt x="2078948" y="187167"/>
                  </a:lnTo>
                  <a:lnTo>
                    <a:pt x="2079598" y="186394"/>
                  </a:lnTo>
                  <a:lnTo>
                    <a:pt x="2080248" y="185943"/>
                  </a:lnTo>
                  <a:lnTo>
                    <a:pt x="2080897" y="185522"/>
                  </a:lnTo>
                  <a:lnTo>
                    <a:pt x="2081547" y="185079"/>
                  </a:lnTo>
                  <a:lnTo>
                    <a:pt x="2082197" y="184482"/>
                  </a:lnTo>
                  <a:lnTo>
                    <a:pt x="2082847" y="183370"/>
                  </a:lnTo>
                  <a:lnTo>
                    <a:pt x="2083497" y="181756"/>
                  </a:lnTo>
                  <a:lnTo>
                    <a:pt x="2084147" y="179886"/>
                  </a:lnTo>
                  <a:lnTo>
                    <a:pt x="2084797" y="177848"/>
                  </a:lnTo>
                  <a:lnTo>
                    <a:pt x="2085447" y="175737"/>
                  </a:lnTo>
                  <a:lnTo>
                    <a:pt x="2086097" y="173772"/>
                  </a:lnTo>
                  <a:lnTo>
                    <a:pt x="2086747" y="172224"/>
                  </a:lnTo>
                  <a:lnTo>
                    <a:pt x="2087397" y="171483"/>
                  </a:lnTo>
                  <a:lnTo>
                    <a:pt x="2088047" y="171652"/>
                  </a:lnTo>
                  <a:lnTo>
                    <a:pt x="2088697" y="172646"/>
                  </a:lnTo>
                  <a:lnTo>
                    <a:pt x="2089347" y="174540"/>
                  </a:lnTo>
                  <a:lnTo>
                    <a:pt x="2089997" y="177405"/>
                  </a:lnTo>
                  <a:lnTo>
                    <a:pt x="2090647" y="181215"/>
                  </a:lnTo>
                  <a:lnTo>
                    <a:pt x="2091296" y="185861"/>
                  </a:lnTo>
                  <a:lnTo>
                    <a:pt x="2091946" y="191107"/>
                  </a:lnTo>
                  <a:lnTo>
                    <a:pt x="2092596" y="197174"/>
                  </a:lnTo>
                  <a:lnTo>
                    <a:pt x="2093246" y="203935"/>
                  </a:lnTo>
                  <a:lnTo>
                    <a:pt x="2093896" y="211043"/>
                  </a:lnTo>
                  <a:lnTo>
                    <a:pt x="2094546" y="218199"/>
                  </a:lnTo>
                  <a:lnTo>
                    <a:pt x="2095196" y="225243"/>
                  </a:lnTo>
                  <a:lnTo>
                    <a:pt x="2095846" y="231941"/>
                  </a:lnTo>
                  <a:lnTo>
                    <a:pt x="2096496" y="238027"/>
                  </a:lnTo>
                  <a:lnTo>
                    <a:pt x="2097146" y="243142"/>
                  </a:lnTo>
                  <a:lnTo>
                    <a:pt x="2097796" y="246981"/>
                  </a:lnTo>
                  <a:lnTo>
                    <a:pt x="2098446" y="249730"/>
                  </a:lnTo>
                  <a:lnTo>
                    <a:pt x="2099096" y="251513"/>
                  </a:lnTo>
                  <a:lnTo>
                    <a:pt x="2099746" y="252455"/>
                  </a:lnTo>
                  <a:lnTo>
                    <a:pt x="2100396" y="252877"/>
                  </a:lnTo>
                  <a:lnTo>
                    <a:pt x="2101045" y="252936"/>
                  </a:lnTo>
                  <a:lnTo>
                    <a:pt x="2101695" y="252874"/>
                  </a:lnTo>
                  <a:lnTo>
                    <a:pt x="2102345" y="252556"/>
                  </a:lnTo>
                  <a:lnTo>
                    <a:pt x="2102995" y="251943"/>
                  </a:lnTo>
                  <a:lnTo>
                    <a:pt x="2103645" y="250918"/>
                  </a:lnTo>
                  <a:lnTo>
                    <a:pt x="2104295" y="249576"/>
                  </a:lnTo>
                  <a:lnTo>
                    <a:pt x="2104945" y="247993"/>
                  </a:lnTo>
                  <a:lnTo>
                    <a:pt x="2105595" y="246119"/>
                  </a:lnTo>
                  <a:lnTo>
                    <a:pt x="2106245" y="244179"/>
                  </a:lnTo>
                  <a:lnTo>
                    <a:pt x="2106895" y="242291"/>
                  </a:lnTo>
                  <a:lnTo>
                    <a:pt x="2107545" y="240613"/>
                  </a:lnTo>
                  <a:lnTo>
                    <a:pt x="2108195" y="239281"/>
                  </a:lnTo>
                  <a:lnTo>
                    <a:pt x="2108845" y="238295"/>
                  </a:lnTo>
                  <a:lnTo>
                    <a:pt x="2109495" y="237749"/>
                  </a:lnTo>
                  <a:lnTo>
                    <a:pt x="2110145" y="237824"/>
                  </a:lnTo>
                  <a:lnTo>
                    <a:pt x="2110795" y="238424"/>
                  </a:lnTo>
                  <a:lnTo>
                    <a:pt x="2111444" y="239660"/>
                  </a:lnTo>
                  <a:lnTo>
                    <a:pt x="2112094" y="241795"/>
                  </a:lnTo>
                  <a:lnTo>
                    <a:pt x="2112744" y="244936"/>
                  </a:lnTo>
                  <a:lnTo>
                    <a:pt x="2113394" y="249086"/>
                  </a:lnTo>
                  <a:lnTo>
                    <a:pt x="2114044" y="254078"/>
                  </a:lnTo>
                  <a:lnTo>
                    <a:pt x="2114694" y="259909"/>
                  </a:lnTo>
                  <a:lnTo>
                    <a:pt x="2115344" y="266833"/>
                  </a:lnTo>
                  <a:lnTo>
                    <a:pt x="2115994" y="274628"/>
                  </a:lnTo>
                  <a:lnTo>
                    <a:pt x="2116644" y="282992"/>
                  </a:lnTo>
                  <a:lnTo>
                    <a:pt x="2117294" y="291820"/>
                  </a:lnTo>
                  <a:lnTo>
                    <a:pt x="2117944" y="300902"/>
                  </a:lnTo>
                  <a:lnTo>
                    <a:pt x="2118594" y="310311"/>
                  </a:lnTo>
                  <a:lnTo>
                    <a:pt x="2119244" y="319672"/>
                  </a:lnTo>
                  <a:lnTo>
                    <a:pt x="2119894" y="328475"/>
                  </a:lnTo>
                  <a:lnTo>
                    <a:pt x="2120544" y="336657"/>
                  </a:lnTo>
                  <a:lnTo>
                    <a:pt x="2121193" y="344409"/>
                  </a:lnTo>
                  <a:lnTo>
                    <a:pt x="2121843" y="351669"/>
                  </a:lnTo>
                  <a:lnTo>
                    <a:pt x="2122493" y="358422"/>
                  </a:lnTo>
                  <a:lnTo>
                    <a:pt x="2123143" y="364922"/>
                  </a:lnTo>
                  <a:lnTo>
                    <a:pt x="2123793" y="371554"/>
                  </a:lnTo>
                  <a:lnTo>
                    <a:pt x="2124443" y="378471"/>
                  </a:lnTo>
                  <a:lnTo>
                    <a:pt x="2125093" y="385328"/>
                  </a:lnTo>
                  <a:lnTo>
                    <a:pt x="2125743" y="392091"/>
                  </a:lnTo>
                  <a:lnTo>
                    <a:pt x="2126393" y="398956"/>
                  </a:lnTo>
                  <a:lnTo>
                    <a:pt x="2127043" y="406118"/>
                  </a:lnTo>
                  <a:lnTo>
                    <a:pt x="2127693" y="413804"/>
                  </a:lnTo>
                  <a:lnTo>
                    <a:pt x="2128343" y="421742"/>
                  </a:lnTo>
                  <a:lnTo>
                    <a:pt x="2128993" y="430070"/>
                  </a:lnTo>
                  <a:lnTo>
                    <a:pt x="2129643" y="439044"/>
                  </a:lnTo>
                  <a:lnTo>
                    <a:pt x="2130293" y="448846"/>
                  </a:lnTo>
                  <a:lnTo>
                    <a:pt x="2130942" y="459139"/>
                  </a:lnTo>
                  <a:lnTo>
                    <a:pt x="2131592" y="469782"/>
                  </a:lnTo>
                  <a:lnTo>
                    <a:pt x="2132242" y="480715"/>
                  </a:lnTo>
                  <a:lnTo>
                    <a:pt x="2132892" y="491796"/>
                  </a:lnTo>
                  <a:lnTo>
                    <a:pt x="2133542" y="503056"/>
                  </a:lnTo>
                  <a:lnTo>
                    <a:pt x="2134192" y="514490"/>
                  </a:lnTo>
                  <a:lnTo>
                    <a:pt x="2134842" y="526289"/>
                  </a:lnTo>
                  <a:lnTo>
                    <a:pt x="2135492" y="538869"/>
                  </a:lnTo>
                  <a:lnTo>
                    <a:pt x="2136142" y="552363"/>
                  </a:lnTo>
                  <a:lnTo>
                    <a:pt x="2136792" y="566683"/>
                  </a:lnTo>
                  <a:lnTo>
                    <a:pt x="2137442" y="581698"/>
                  </a:lnTo>
                  <a:lnTo>
                    <a:pt x="2138092" y="597696"/>
                  </a:lnTo>
                  <a:lnTo>
                    <a:pt x="2138742" y="614588"/>
                  </a:lnTo>
                  <a:lnTo>
                    <a:pt x="2139392" y="632490"/>
                  </a:lnTo>
                  <a:lnTo>
                    <a:pt x="2140042" y="651379"/>
                  </a:lnTo>
                  <a:lnTo>
                    <a:pt x="2140692" y="671076"/>
                  </a:lnTo>
                  <a:lnTo>
                    <a:pt x="2141341" y="691576"/>
                  </a:lnTo>
                  <a:lnTo>
                    <a:pt x="2141991" y="712564"/>
                  </a:lnTo>
                  <a:lnTo>
                    <a:pt x="2142641" y="733510"/>
                  </a:lnTo>
                  <a:lnTo>
                    <a:pt x="2143291" y="753947"/>
                  </a:lnTo>
                  <a:lnTo>
                    <a:pt x="2143941" y="773463"/>
                  </a:lnTo>
                  <a:lnTo>
                    <a:pt x="2144591" y="791471"/>
                  </a:lnTo>
                  <a:lnTo>
                    <a:pt x="2145241" y="807660"/>
                  </a:lnTo>
                  <a:lnTo>
                    <a:pt x="2145891" y="822061"/>
                  </a:lnTo>
                  <a:lnTo>
                    <a:pt x="2146541" y="834782"/>
                  </a:lnTo>
                  <a:lnTo>
                    <a:pt x="2147191" y="845538"/>
                  </a:lnTo>
                  <a:lnTo>
                    <a:pt x="2147841" y="853983"/>
                  </a:lnTo>
                  <a:lnTo>
                    <a:pt x="2148491" y="860442"/>
                  </a:lnTo>
                  <a:lnTo>
                    <a:pt x="2149141" y="864909"/>
                  </a:lnTo>
                  <a:lnTo>
                    <a:pt x="2149791" y="867162"/>
                  </a:lnTo>
                  <a:lnTo>
                    <a:pt x="2150441" y="867437"/>
                  </a:lnTo>
                  <a:lnTo>
                    <a:pt x="2151090" y="865307"/>
                  </a:lnTo>
                  <a:lnTo>
                    <a:pt x="2151740" y="861471"/>
                  </a:lnTo>
                  <a:lnTo>
                    <a:pt x="2152390" y="856371"/>
                  </a:lnTo>
                  <a:lnTo>
                    <a:pt x="2153040" y="849725"/>
                  </a:lnTo>
                  <a:lnTo>
                    <a:pt x="2153690" y="841111"/>
                  </a:lnTo>
                  <a:lnTo>
                    <a:pt x="2154340" y="831044"/>
                  </a:lnTo>
                  <a:lnTo>
                    <a:pt x="2154990" y="819414"/>
                  </a:lnTo>
                  <a:lnTo>
                    <a:pt x="2155640" y="806131"/>
                  </a:lnTo>
                  <a:lnTo>
                    <a:pt x="2156290" y="791016"/>
                  </a:lnTo>
                  <a:lnTo>
                    <a:pt x="2156940" y="774463"/>
                  </a:lnTo>
                  <a:lnTo>
                    <a:pt x="2157590" y="756889"/>
                  </a:lnTo>
                  <a:lnTo>
                    <a:pt x="2158240" y="738407"/>
                  </a:lnTo>
                  <a:lnTo>
                    <a:pt x="2158890" y="718894"/>
                  </a:lnTo>
                  <a:lnTo>
                    <a:pt x="2159540" y="698271"/>
                  </a:lnTo>
                  <a:lnTo>
                    <a:pt x="2160190" y="676547"/>
                  </a:lnTo>
                  <a:lnTo>
                    <a:pt x="2160840" y="653943"/>
                  </a:lnTo>
                  <a:lnTo>
                    <a:pt x="2161489" y="630338"/>
                  </a:lnTo>
                  <a:lnTo>
                    <a:pt x="2162139" y="606020"/>
                  </a:lnTo>
                  <a:lnTo>
                    <a:pt x="2162789" y="581379"/>
                  </a:lnTo>
                  <a:lnTo>
                    <a:pt x="2163439" y="556854"/>
                  </a:lnTo>
                  <a:lnTo>
                    <a:pt x="2164089" y="532618"/>
                  </a:lnTo>
                  <a:lnTo>
                    <a:pt x="2164739" y="508981"/>
                  </a:lnTo>
                  <a:lnTo>
                    <a:pt x="2165389" y="486233"/>
                  </a:lnTo>
                  <a:lnTo>
                    <a:pt x="2166039" y="464413"/>
                  </a:lnTo>
                  <a:lnTo>
                    <a:pt x="2166689" y="443223"/>
                  </a:lnTo>
                  <a:lnTo>
                    <a:pt x="2167339" y="422651"/>
                  </a:lnTo>
                  <a:lnTo>
                    <a:pt x="2167989" y="402550"/>
                  </a:lnTo>
                  <a:lnTo>
                    <a:pt x="2168639" y="383025"/>
                  </a:lnTo>
                  <a:lnTo>
                    <a:pt x="2169289" y="364304"/>
                  </a:lnTo>
                  <a:lnTo>
                    <a:pt x="2169939" y="346393"/>
                  </a:lnTo>
                  <a:lnTo>
                    <a:pt x="2170589" y="329500"/>
                  </a:lnTo>
                  <a:lnTo>
                    <a:pt x="2171238" y="313903"/>
                  </a:lnTo>
                  <a:lnTo>
                    <a:pt x="2171888" y="299504"/>
                  </a:lnTo>
                  <a:lnTo>
                    <a:pt x="2172538" y="286310"/>
                  </a:lnTo>
                  <a:lnTo>
                    <a:pt x="2173188" y="274416"/>
                  </a:lnTo>
                  <a:lnTo>
                    <a:pt x="2173838" y="263716"/>
                  </a:lnTo>
                  <a:lnTo>
                    <a:pt x="2174488" y="254116"/>
                  </a:lnTo>
                  <a:lnTo>
                    <a:pt x="2175138" y="245477"/>
                  </a:lnTo>
                  <a:lnTo>
                    <a:pt x="2175788" y="237724"/>
                  </a:lnTo>
                  <a:lnTo>
                    <a:pt x="2176438" y="230932"/>
                  </a:lnTo>
                  <a:lnTo>
                    <a:pt x="2177088" y="225084"/>
                  </a:lnTo>
                  <a:lnTo>
                    <a:pt x="2177738" y="220097"/>
                  </a:lnTo>
                  <a:lnTo>
                    <a:pt x="2178388" y="215829"/>
                  </a:lnTo>
                  <a:lnTo>
                    <a:pt x="2179038" y="212087"/>
                  </a:lnTo>
                  <a:lnTo>
                    <a:pt x="2179688" y="208884"/>
                  </a:lnTo>
                  <a:lnTo>
                    <a:pt x="2180338" y="206080"/>
                  </a:lnTo>
                  <a:lnTo>
                    <a:pt x="2180988" y="203391"/>
                  </a:lnTo>
                  <a:lnTo>
                    <a:pt x="2181637" y="200637"/>
                  </a:lnTo>
                  <a:lnTo>
                    <a:pt x="2182287" y="197657"/>
                  </a:lnTo>
                  <a:lnTo>
                    <a:pt x="2182937" y="194215"/>
                  </a:lnTo>
                  <a:lnTo>
                    <a:pt x="2183587" y="190379"/>
                  </a:lnTo>
                  <a:lnTo>
                    <a:pt x="2184237" y="186132"/>
                  </a:lnTo>
                  <a:lnTo>
                    <a:pt x="2184887" y="181493"/>
                  </a:lnTo>
                  <a:lnTo>
                    <a:pt x="2185537" y="176499"/>
                  </a:lnTo>
                  <a:lnTo>
                    <a:pt x="2186187" y="171278"/>
                  </a:lnTo>
                  <a:lnTo>
                    <a:pt x="2186837" y="165929"/>
                  </a:lnTo>
                  <a:lnTo>
                    <a:pt x="2187487" y="160593"/>
                  </a:lnTo>
                  <a:lnTo>
                    <a:pt x="2188137" y="155363"/>
                  </a:lnTo>
                  <a:lnTo>
                    <a:pt x="2188787" y="150307"/>
                  </a:lnTo>
                  <a:lnTo>
                    <a:pt x="2189437" y="145392"/>
                  </a:lnTo>
                  <a:lnTo>
                    <a:pt x="2190087" y="140734"/>
                  </a:lnTo>
                  <a:lnTo>
                    <a:pt x="2190737" y="136510"/>
                  </a:lnTo>
                  <a:lnTo>
                    <a:pt x="2191386" y="132937"/>
                  </a:lnTo>
                  <a:lnTo>
                    <a:pt x="2192036" y="130266"/>
                  </a:lnTo>
                  <a:lnTo>
                    <a:pt x="2192686" y="128708"/>
                  </a:lnTo>
                  <a:lnTo>
                    <a:pt x="2193336" y="128281"/>
                  </a:lnTo>
                  <a:lnTo>
                    <a:pt x="2193986" y="128807"/>
                  </a:lnTo>
                  <a:lnTo>
                    <a:pt x="2194636" y="130145"/>
                  </a:lnTo>
                  <a:lnTo>
                    <a:pt x="2195286" y="132229"/>
                  </a:lnTo>
                  <a:lnTo>
                    <a:pt x="2195936" y="134789"/>
                  </a:lnTo>
                  <a:lnTo>
                    <a:pt x="2196586" y="137465"/>
                  </a:lnTo>
                  <a:lnTo>
                    <a:pt x="2197236" y="140010"/>
                  </a:lnTo>
                  <a:lnTo>
                    <a:pt x="2197886" y="142136"/>
                  </a:lnTo>
                  <a:lnTo>
                    <a:pt x="2198536" y="143859"/>
                  </a:lnTo>
                  <a:lnTo>
                    <a:pt x="2199186" y="145180"/>
                  </a:lnTo>
                  <a:lnTo>
                    <a:pt x="2199836" y="145876"/>
                  </a:lnTo>
                  <a:lnTo>
                    <a:pt x="2200486" y="145925"/>
                  </a:lnTo>
                  <a:lnTo>
                    <a:pt x="2201136" y="145308"/>
                  </a:lnTo>
                  <a:lnTo>
                    <a:pt x="2201785" y="143716"/>
                  </a:lnTo>
                  <a:lnTo>
                    <a:pt x="2202435" y="140975"/>
                  </a:lnTo>
                  <a:lnTo>
                    <a:pt x="2203085" y="136910"/>
                  </a:lnTo>
                  <a:lnTo>
                    <a:pt x="2203735" y="131626"/>
                  </a:lnTo>
                  <a:lnTo>
                    <a:pt x="2204385" y="125216"/>
                  </a:lnTo>
                  <a:lnTo>
                    <a:pt x="2205035" y="117720"/>
                  </a:lnTo>
                  <a:lnTo>
                    <a:pt x="2205685" y="109344"/>
                  </a:lnTo>
                  <a:lnTo>
                    <a:pt x="2206335" y="100289"/>
                  </a:lnTo>
                  <a:lnTo>
                    <a:pt x="2206985" y="90852"/>
                  </a:lnTo>
                  <a:lnTo>
                    <a:pt x="2207635" y="81319"/>
                  </a:lnTo>
                  <a:lnTo>
                    <a:pt x="2208285" y="71713"/>
                  </a:lnTo>
                  <a:lnTo>
                    <a:pt x="2208935" y="62170"/>
                  </a:lnTo>
                  <a:lnTo>
                    <a:pt x="2209585" y="52922"/>
                  </a:lnTo>
                  <a:lnTo>
                    <a:pt x="2210235" y="43914"/>
                  </a:lnTo>
                  <a:lnTo>
                    <a:pt x="2210885" y="35234"/>
                  </a:lnTo>
                  <a:lnTo>
                    <a:pt x="2211534" y="27032"/>
                  </a:lnTo>
                  <a:lnTo>
                    <a:pt x="2212184" y="19434"/>
                  </a:lnTo>
                  <a:lnTo>
                    <a:pt x="2212834" y="12567"/>
                  </a:lnTo>
                  <a:lnTo>
                    <a:pt x="2213484" y="6488"/>
                  </a:lnTo>
                  <a:lnTo>
                    <a:pt x="2214134" y="1328"/>
                  </a:lnTo>
                  <a:lnTo>
                    <a:pt x="2214348" y="0"/>
                  </a:lnTo>
                </a:path>
              </a:pathLst>
            </a:custGeom>
            <a:ln w="8130" cap="flat">
              <a:solidFill>
                <a:srgbClr val="006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09065" y="3262477"/>
              <a:ext cx="6314475" cy="3100219"/>
            </a:xfrm>
            <a:custGeom>
              <a:avLst/>
              <a:pathLst>
                <a:path w="6314475" h="3100219">
                  <a:moveTo>
                    <a:pt x="0" y="0"/>
                  </a:moveTo>
                  <a:lnTo>
                    <a:pt x="353" y="2488"/>
                  </a:lnTo>
                  <a:lnTo>
                    <a:pt x="1003" y="8307"/>
                  </a:lnTo>
                  <a:lnTo>
                    <a:pt x="1653" y="15279"/>
                  </a:lnTo>
                  <a:lnTo>
                    <a:pt x="2303" y="23225"/>
                  </a:lnTo>
                  <a:lnTo>
                    <a:pt x="2953" y="32048"/>
                  </a:lnTo>
                  <a:lnTo>
                    <a:pt x="3603" y="41544"/>
                  </a:lnTo>
                  <a:lnTo>
                    <a:pt x="4253" y="51463"/>
                  </a:lnTo>
                  <a:lnTo>
                    <a:pt x="4903" y="61504"/>
                  </a:lnTo>
                  <a:lnTo>
                    <a:pt x="5553" y="71365"/>
                  </a:lnTo>
                  <a:lnTo>
                    <a:pt x="6203" y="80658"/>
                  </a:lnTo>
                  <a:lnTo>
                    <a:pt x="6853" y="89027"/>
                  </a:lnTo>
                  <a:lnTo>
                    <a:pt x="7503" y="96292"/>
                  </a:lnTo>
                  <a:lnTo>
                    <a:pt x="8152" y="102560"/>
                  </a:lnTo>
                  <a:lnTo>
                    <a:pt x="8802" y="107830"/>
                  </a:lnTo>
                  <a:lnTo>
                    <a:pt x="9452" y="112077"/>
                  </a:lnTo>
                  <a:lnTo>
                    <a:pt x="10102" y="115540"/>
                  </a:lnTo>
                  <a:lnTo>
                    <a:pt x="10752" y="118709"/>
                  </a:lnTo>
                  <a:lnTo>
                    <a:pt x="11402" y="121759"/>
                  </a:lnTo>
                  <a:lnTo>
                    <a:pt x="12052" y="124853"/>
                  </a:lnTo>
                  <a:lnTo>
                    <a:pt x="12702" y="128050"/>
                  </a:lnTo>
                  <a:lnTo>
                    <a:pt x="13352" y="131627"/>
                  </a:lnTo>
                  <a:lnTo>
                    <a:pt x="14002" y="135871"/>
                  </a:lnTo>
                  <a:lnTo>
                    <a:pt x="14652" y="141032"/>
                  </a:lnTo>
                  <a:lnTo>
                    <a:pt x="15302" y="147171"/>
                  </a:lnTo>
                  <a:lnTo>
                    <a:pt x="15952" y="154631"/>
                  </a:lnTo>
                  <a:lnTo>
                    <a:pt x="16602" y="163656"/>
                  </a:lnTo>
                  <a:lnTo>
                    <a:pt x="17252" y="174298"/>
                  </a:lnTo>
                  <a:lnTo>
                    <a:pt x="17901" y="186259"/>
                  </a:lnTo>
                  <a:lnTo>
                    <a:pt x="18551" y="199544"/>
                  </a:lnTo>
                  <a:lnTo>
                    <a:pt x="19201" y="214098"/>
                  </a:lnTo>
                  <a:lnTo>
                    <a:pt x="19851" y="229573"/>
                  </a:lnTo>
                  <a:lnTo>
                    <a:pt x="20501" y="245784"/>
                  </a:lnTo>
                  <a:lnTo>
                    <a:pt x="21151" y="262623"/>
                  </a:lnTo>
                  <a:lnTo>
                    <a:pt x="21801" y="280055"/>
                  </a:lnTo>
                  <a:lnTo>
                    <a:pt x="22451" y="298252"/>
                  </a:lnTo>
                  <a:lnTo>
                    <a:pt x="23101" y="317046"/>
                  </a:lnTo>
                  <a:lnTo>
                    <a:pt x="23751" y="336256"/>
                  </a:lnTo>
                  <a:lnTo>
                    <a:pt x="24401" y="356008"/>
                  </a:lnTo>
                  <a:lnTo>
                    <a:pt x="25051" y="376371"/>
                  </a:lnTo>
                  <a:lnTo>
                    <a:pt x="25701" y="397205"/>
                  </a:lnTo>
                  <a:lnTo>
                    <a:pt x="26351" y="418299"/>
                  </a:lnTo>
                  <a:lnTo>
                    <a:pt x="27001" y="439497"/>
                  </a:lnTo>
                  <a:lnTo>
                    <a:pt x="27651" y="460862"/>
                  </a:lnTo>
                  <a:lnTo>
                    <a:pt x="28300" y="482186"/>
                  </a:lnTo>
                  <a:lnTo>
                    <a:pt x="28950" y="503109"/>
                  </a:lnTo>
                  <a:lnTo>
                    <a:pt x="29600" y="523405"/>
                  </a:lnTo>
                  <a:lnTo>
                    <a:pt x="30250" y="542497"/>
                  </a:lnTo>
                  <a:lnTo>
                    <a:pt x="30900" y="559998"/>
                  </a:lnTo>
                  <a:lnTo>
                    <a:pt x="31550" y="575377"/>
                  </a:lnTo>
                  <a:lnTo>
                    <a:pt x="32200" y="587979"/>
                  </a:lnTo>
                  <a:lnTo>
                    <a:pt x="32850" y="597355"/>
                  </a:lnTo>
                  <a:lnTo>
                    <a:pt x="33500" y="603702"/>
                  </a:lnTo>
                  <a:lnTo>
                    <a:pt x="34150" y="606962"/>
                  </a:lnTo>
                  <a:lnTo>
                    <a:pt x="34800" y="607203"/>
                  </a:lnTo>
                  <a:lnTo>
                    <a:pt x="35450" y="604459"/>
                  </a:lnTo>
                  <a:lnTo>
                    <a:pt x="36100" y="599333"/>
                  </a:lnTo>
                  <a:lnTo>
                    <a:pt x="36750" y="592241"/>
                  </a:lnTo>
                  <a:lnTo>
                    <a:pt x="37400" y="583804"/>
                  </a:lnTo>
                  <a:lnTo>
                    <a:pt x="38049" y="574443"/>
                  </a:lnTo>
                  <a:lnTo>
                    <a:pt x="38699" y="564736"/>
                  </a:lnTo>
                  <a:lnTo>
                    <a:pt x="39349" y="555358"/>
                  </a:lnTo>
                  <a:lnTo>
                    <a:pt x="39999" y="546616"/>
                  </a:lnTo>
                  <a:lnTo>
                    <a:pt x="40649" y="538738"/>
                  </a:lnTo>
                  <a:lnTo>
                    <a:pt x="41299" y="532103"/>
                  </a:lnTo>
                  <a:lnTo>
                    <a:pt x="41949" y="526904"/>
                  </a:lnTo>
                  <a:lnTo>
                    <a:pt x="42599" y="523428"/>
                  </a:lnTo>
                  <a:lnTo>
                    <a:pt x="43249" y="521269"/>
                  </a:lnTo>
                  <a:lnTo>
                    <a:pt x="43899" y="520081"/>
                  </a:lnTo>
                  <a:lnTo>
                    <a:pt x="44549" y="520011"/>
                  </a:lnTo>
                  <a:lnTo>
                    <a:pt x="45199" y="521003"/>
                  </a:lnTo>
                  <a:lnTo>
                    <a:pt x="45849" y="522801"/>
                  </a:lnTo>
                  <a:lnTo>
                    <a:pt x="46499" y="525441"/>
                  </a:lnTo>
                  <a:lnTo>
                    <a:pt x="47149" y="528474"/>
                  </a:lnTo>
                  <a:lnTo>
                    <a:pt x="47799" y="531742"/>
                  </a:lnTo>
                  <a:lnTo>
                    <a:pt x="48448" y="535125"/>
                  </a:lnTo>
                  <a:lnTo>
                    <a:pt x="49098" y="538428"/>
                  </a:lnTo>
                  <a:lnTo>
                    <a:pt x="49748" y="541740"/>
                  </a:lnTo>
                  <a:lnTo>
                    <a:pt x="50398" y="545125"/>
                  </a:lnTo>
                  <a:lnTo>
                    <a:pt x="51048" y="548392"/>
                  </a:lnTo>
                  <a:lnTo>
                    <a:pt x="51698" y="551535"/>
                  </a:lnTo>
                  <a:lnTo>
                    <a:pt x="52348" y="554509"/>
                  </a:lnTo>
                  <a:lnTo>
                    <a:pt x="52998" y="557378"/>
                  </a:lnTo>
                  <a:lnTo>
                    <a:pt x="53648" y="560183"/>
                  </a:lnTo>
                  <a:lnTo>
                    <a:pt x="54298" y="562537"/>
                  </a:lnTo>
                  <a:lnTo>
                    <a:pt x="54948" y="564352"/>
                  </a:lnTo>
                  <a:lnTo>
                    <a:pt x="55598" y="565494"/>
                  </a:lnTo>
                  <a:lnTo>
                    <a:pt x="56248" y="565555"/>
                  </a:lnTo>
                  <a:lnTo>
                    <a:pt x="56898" y="564386"/>
                  </a:lnTo>
                  <a:lnTo>
                    <a:pt x="57548" y="561925"/>
                  </a:lnTo>
                  <a:lnTo>
                    <a:pt x="58197" y="558216"/>
                  </a:lnTo>
                  <a:lnTo>
                    <a:pt x="58847" y="553194"/>
                  </a:lnTo>
                  <a:lnTo>
                    <a:pt x="59497" y="546854"/>
                  </a:lnTo>
                  <a:lnTo>
                    <a:pt x="60147" y="539207"/>
                  </a:lnTo>
                  <a:lnTo>
                    <a:pt x="60797" y="530401"/>
                  </a:lnTo>
                  <a:lnTo>
                    <a:pt x="61447" y="520611"/>
                  </a:lnTo>
                  <a:lnTo>
                    <a:pt x="62097" y="509899"/>
                  </a:lnTo>
                  <a:lnTo>
                    <a:pt x="62747" y="498377"/>
                  </a:lnTo>
                  <a:lnTo>
                    <a:pt x="63397" y="486584"/>
                  </a:lnTo>
                  <a:lnTo>
                    <a:pt x="64047" y="475201"/>
                  </a:lnTo>
                  <a:lnTo>
                    <a:pt x="64697" y="464731"/>
                  </a:lnTo>
                  <a:lnTo>
                    <a:pt x="65347" y="455634"/>
                  </a:lnTo>
                  <a:lnTo>
                    <a:pt x="65997" y="448209"/>
                  </a:lnTo>
                  <a:lnTo>
                    <a:pt x="66647" y="442834"/>
                  </a:lnTo>
                  <a:lnTo>
                    <a:pt x="67297" y="439767"/>
                  </a:lnTo>
                  <a:lnTo>
                    <a:pt x="67947" y="439019"/>
                  </a:lnTo>
                  <a:lnTo>
                    <a:pt x="68596" y="440478"/>
                  </a:lnTo>
                  <a:lnTo>
                    <a:pt x="69246" y="444008"/>
                  </a:lnTo>
                  <a:lnTo>
                    <a:pt x="69896" y="449509"/>
                  </a:lnTo>
                  <a:lnTo>
                    <a:pt x="70546" y="456984"/>
                  </a:lnTo>
                  <a:lnTo>
                    <a:pt x="71196" y="466378"/>
                  </a:lnTo>
                  <a:lnTo>
                    <a:pt x="71846" y="477486"/>
                  </a:lnTo>
                  <a:lnTo>
                    <a:pt x="72496" y="490437"/>
                  </a:lnTo>
                  <a:lnTo>
                    <a:pt x="73146" y="504928"/>
                  </a:lnTo>
                  <a:lnTo>
                    <a:pt x="73796" y="520526"/>
                  </a:lnTo>
                  <a:lnTo>
                    <a:pt x="74446" y="536749"/>
                  </a:lnTo>
                  <a:lnTo>
                    <a:pt x="75096" y="552810"/>
                  </a:lnTo>
                  <a:lnTo>
                    <a:pt x="75746" y="568477"/>
                  </a:lnTo>
                  <a:lnTo>
                    <a:pt x="76396" y="583641"/>
                  </a:lnTo>
                  <a:lnTo>
                    <a:pt x="77046" y="597769"/>
                  </a:lnTo>
                  <a:lnTo>
                    <a:pt x="77696" y="610779"/>
                  </a:lnTo>
                  <a:lnTo>
                    <a:pt x="78345" y="622651"/>
                  </a:lnTo>
                  <a:lnTo>
                    <a:pt x="78995" y="633342"/>
                  </a:lnTo>
                  <a:lnTo>
                    <a:pt x="79645" y="643174"/>
                  </a:lnTo>
                  <a:lnTo>
                    <a:pt x="80295" y="652149"/>
                  </a:lnTo>
                  <a:lnTo>
                    <a:pt x="80945" y="660127"/>
                  </a:lnTo>
                  <a:lnTo>
                    <a:pt x="81595" y="667449"/>
                  </a:lnTo>
                  <a:lnTo>
                    <a:pt x="82245" y="674082"/>
                  </a:lnTo>
                  <a:lnTo>
                    <a:pt x="82895" y="680122"/>
                  </a:lnTo>
                  <a:lnTo>
                    <a:pt x="83545" y="685693"/>
                  </a:lnTo>
                  <a:lnTo>
                    <a:pt x="84195" y="691073"/>
                  </a:lnTo>
                  <a:lnTo>
                    <a:pt x="84845" y="696745"/>
                  </a:lnTo>
                  <a:lnTo>
                    <a:pt x="85495" y="702802"/>
                  </a:lnTo>
                  <a:lnTo>
                    <a:pt x="86145" y="709160"/>
                  </a:lnTo>
                  <a:lnTo>
                    <a:pt x="86795" y="716127"/>
                  </a:lnTo>
                  <a:lnTo>
                    <a:pt x="87445" y="723555"/>
                  </a:lnTo>
                  <a:lnTo>
                    <a:pt x="88095" y="731491"/>
                  </a:lnTo>
                  <a:lnTo>
                    <a:pt x="88744" y="740198"/>
                  </a:lnTo>
                  <a:lnTo>
                    <a:pt x="89394" y="749779"/>
                  </a:lnTo>
                  <a:lnTo>
                    <a:pt x="90044" y="760315"/>
                  </a:lnTo>
                  <a:lnTo>
                    <a:pt x="90694" y="771990"/>
                  </a:lnTo>
                  <a:lnTo>
                    <a:pt x="91344" y="784865"/>
                  </a:lnTo>
                  <a:lnTo>
                    <a:pt x="91994" y="799255"/>
                  </a:lnTo>
                  <a:lnTo>
                    <a:pt x="92644" y="815447"/>
                  </a:lnTo>
                  <a:lnTo>
                    <a:pt x="93294" y="833639"/>
                  </a:lnTo>
                  <a:lnTo>
                    <a:pt x="93944" y="853943"/>
                  </a:lnTo>
                  <a:lnTo>
                    <a:pt x="94594" y="876648"/>
                  </a:lnTo>
                  <a:lnTo>
                    <a:pt x="95244" y="901981"/>
                  </a:lnTo>
                  <a:lnTo>
                    <a:pt x="95894" y="929467"/>
                  </a:lnTo>
                  <a:lnTo>
                    <a:pt x="96544" y="958181"/>
                  </a:lnTo>
                  <a:lnTo>
                    <a:pt x="97194" y="987746"/>
                  </a:lnTo>
                  <a:lnTo>
                    <a:pt x="97844" y="1017445"/>
                  </a:lnTo>
                  <a:lnTo>
                    <a:pt x="98493" y="1046146"/>
                  </a:lnTo>
                  <a:lnTo>
                    <a:pt x="99143" y="1072280"/>
                  </a:lnTo>
                  <a:lnTo>
                    <a:pt x="99793" y="1094211"/>
                  </a:lnTo>
                  <a:lnTo>
                    <a:pt x="100443" y="1111486"/>
                  </a:lnTo>
                  <a:lnTo>
                    <a:pt x="101093" y="1123738"/>
                  </a:lnTo>
                  <a:lnTo>
                    <a:pt x="101743" y="1130065"/>
                  </a:lnTo>
                  <a:lnTo>
                    <a:pt x="102393" y="1129940"/>
                  </a:lnTo>
                  <a:lnTo>
                    <a:pt x="103043" y="1123408"/>
                  </a:lnTo>
                  <a:lnTo>
                    <a:pt x="103693" y="1110235"/>
                  </a:lnTo>
                  <a:lnTo>
                    <a:pt x="104343" y="1090934"/>
                  </a:lnTo>
                  <a:lnTo>
                    <a:pt x="104993" y="1066120"/>
                  </a:lnTo>
                  <a:lnTo>
                    <a:pt x="105643" y="1037165"/>
                  </a:lnTo>
                  <a:lnTo>
                    <a:pt x="106293" y="1005777"/>
                  </a:lnTo>
                  <a:lnTo>
                    <a:pt x="106943" y="972904"/>
                  </a:lnTo>
                  <a:lnTo>
                    <a:pt x="107593" y="939671"/>
                  </a:lnTo>
                  <a:lnTo>
                    <a:pt x="108243" y="906958"/>
                  </a:lnTo>
                  <a:lnTo>
                    <a:pt x="108892" y="875536"/>
                  </a:lnTo>
                  <a:lnTo>
                    <a:pt x="109542" y="846373"/>
                  </a:lnTo>
                  <a:lnTo>
                    <a:pt x="110192" y="819219"/>
                  </a:lnTo>
                  <a:lnTo>
                    <a:pt x="110842" y="793901"/>
                  </a:lnTo>
                  <a:lnTo>
                    <a:pt x="111492" y="770469"/>
                  </a:lnTo>
                  <a:lnTo>
                    <a:pt x="112142" y="748896"/>
                  </a:lnTo>
                  <a:lnTo>
                    <a:pt x="112792" y="729215"/>
                  </a:lnTo>
                  <a:lnTo>
                    <a:pt x="113442" y="711572"/>
                  </a:lnTo>
                  <a:lnTo>
                    <a:pt x="114092" y="695325"/>
                  </a:lnTo>
                  <a:lnTo>
                    <a:pt x="114742" y="680228"/>
                  </a:lnTo>
                  <a:lnTo>
                    <a:pt x="115392" y="666267"/>
                  </a:lnTo>
                  <a:lnTo>
                    <a:pt x="116042" y="653496"/>
                  </a:lnTo>
                  <a:lnTo>
                    <a:pt x="116692" y="641531"/>
                  </a:lnTo>
                  <a:lnTo>
                    <a:pt x="117342" y="630226"/>
                  </a:lnTo>
                  <a:lnTo>
                    <a:pt x="117992" y="619569"/>
                  </a:lnTo>
                  <a:lnTo>
                    <a:pt x="118641" y="609562"/>
                  </a:lnTo>
                  <a:lnTo>
                    <a:pt x="119291" y="600108"/>
                  </a:lnTo>
                  <a:lnTo>
                    <a:pt x="119941" y="591362"/>
                  </a:lnTo>
                  <a:lnTo>
                    <a:pt x="120591" y="583415"/>
                  </a:lnTo>
                  <a:lnTo>
                    <a:pt x="121241" y="576418"/>
                  </a:lnTo>
                  <a:lnTo>
                    <a:pt x="121891" y="570401"/>
                  </a:lnTo>
                  <a:lnTo>
                    <a:pt x="122541" y="565186"/>
                  </a:lnTo>
                  <a:lnTo>
                    <a:pt x="123191" y="560615"/>
                  </a:lnTo>
                  <a:lnTo>
                    <a:pt x="123841" y="556909"/>
                  </a:lnTo>
                  <a:lnTo>
                    <a:pt x="124491" y="554051"/>
                  </a:lnTo>
                  <a:lnTo>
                    <a:pt x="125141" y="552028"/>
                  </a:lnTo>
                  <a:lnTo>
                    <a:pt x="125791" y="550668"/>
                  </a:lnTo>
                  <a:lnTo>
                    <a:pt x="126441" y="550127"/>
                  </a:lnTo>
                  <a:lnTo>
                    <a:pt x="127091" y="550379"/>
                  </a:lnTo>
                  <a:lnTo>
                    <a:pt x="127741" y="551402"/>
                  </a:lnTo>
                  <a:lnTo>
                    <a:pt x="128391" y="553197"/>
                  </a:lnTo>
                  <a:lnTo>
                    <a:pt x="129040" y="555819"/>
                  </a:lnTo>
                  <a:lnTo>
                    <a:pt x="129690" y="559083"/>
                  </a:lnTo>
                  <a:lnTo>
                    <a:pt x="130340" y="562988"/>
                  </a:lnTo>
                  <a:lnTo>
                    <a:pt x="130990" y="567556"/>
                  </a:lnTo>
                  <a:lnTo>
                    <a:pt x="131640" y="572896"/>
                  </a:lnTo>
                  <a:lnTo>
                    <a:pt x="132290" y="579382"/>
                  </a:lnTo>
                  <a:lnTo>
                    <a:pt x="132940" y="587092"/>
                  </a:lnTo>
                  <a:lnTo>
                    <a:pt x="133590" y="596115"/>
                  </a:lnTo>
                  <a:lnTo>
                    <a:pt x="134240" y="606792"/>
                  </a:lnTo>
                  <a:lnTo>
                    <a:pt x="134890" y="619071"/>
                  </a:lnTo>
                  <a:lnTo>
                    <a:pt x="135540" y="632928"/>
                  </a:lnTo>
                  <a:lnTo>
                    <a:pt x="136190" y="648413"/>
                  </a:lnTo>
                  <a:lnTo>
                    <a:pt x="136840" y="665278"/>
                  </a:lnTo>
                  <a:lnTo>
                    <a:pt x="137490" y="683374"/>
                  </a:lnTo>
                  <a:lnTo>
                    <a:pt x="138140" y="702692"/>
                  </a:lnTo>
                  <a:lnTo>
                    <a:pt x="138789" y="722839"/>
                  </a:lnTo>
                  <a:lnTo>
                    <a:pt x="139439" y="743848"/>
                  </a:lnTo>
                  <a:lnTo>
                    <a:pt x="140089" y="765533"/>
                  </a:lnTo>
                  <a:lnTo>
                    <a:pt x="140739" y="787579"/>
                  </a:lnTo>
                  <a:lnTo>
                    <a:pt x="141389" y="809677"/>
                  </a:lnTo>
                  <a:lnTo>
                    <a:pt x="142039" y="830749"/>
                  </a:lnTo>
                  <a:lnTo>
                    <a:pt x="142689" y="849918"/>
                  </a:lnTo>
                  <a:lnTo>
                    <a:pt x="143339" y="866691"/>
                  </a:lnTo>
                  <a:lnTo>
                    <a:pt x="143989" y="880025"/>
                  </a:lnTo>
                  <a:lnTo>
                    <a:pt x="144639" y="889195"/>
                  </a:lnTo>
                  <a:lnTo>
                    <a:pt x="145289" y="894026"/>
                  </a:lnTo>
                  <a:lnTo>
                    <a:pt x="145939" y="894602"/>
                  </a:lnTo>
                  <a:lnTo>
                    <a:pt x="146589" y="891627"/>
                  </a:lnTo>
                  <a:lnTo>
                    <a:pt x="147239" y="885735"/>
                  </a:lnTo>
                  <a:lnTo>
                    <a:pt x="147889" y="876633"/>
                  </a:lnTo>
                  <a:lnTo>
                    <a:pt x="148538" y="864978"/>
                  </a:lnTo>
                  <a:lnTo>
                    <a:pt x="149188" y="851860"/>
                  </a:lnTo>
                  <a:lnTo>
                    <a:pt x="149838" y="837684"/>
                  </a:lnTo>
                  <a:lnTo>
                    <a:pt x="150488" y="822499"/>
                  </a:lnTo>
                  <a:lnTo>
                    <a:pt x="151138" y="806266"/>
                  </a:lnTo>
                  <a:lnTo>
                    <a:pt x="151788" y="789454"/>
                  </a:lnTo>
                  <a:lnTo>
                    <a:pt x="152438" y="772701"/>
                  </a:lnTo>
                  <a:lnTo>
                    <a:pt x="153088" y="755941"/>
                  </a:lnTo>
                  <a:lnTo>
                    <a:pt x="153738" y="739272"/>
                  </a:lnTo>
                  <a:lnTo>
                    <a:pt x="154388" y="723227"/>
                  </a:lnTo>
                  <a:lnTo>
                    <a:pt x="155038" y="708032"/>
                  </a:lnTo>
                  <a:lnTo>
                    <a:pt x="155688" y="693611"/>
                  </a:lnTo>
                  <a:lnTo>
                    <a:pt x="156338" y="679884"/>
                  </a:lnTo>
                  <a:lnTo>
                    <a:pt x="156988" y="666638"/>
                  </a:lnTo>
                  <a:lnTo>
                    <a:pt x="157638" y="654182"/>
                  </a:lnTo>
                  <a:lnTo>
                    <a:pt x="158288" y="642570"/>
                  </a:lnTo>
                  <a:lnTo>
                    <a:pt x="158937" y="631209"/>
                  </a:lnTo>
                  <a:lnTo>
                    <a:pt x="159587" y="619845"/>
                  </a:lnTo>
                  <a:lnTo>
                    <a:pt x="160237" y="608681"/>
                  </a:lnTo>
                  <a:lnTo>
                    <a:pt x="160887" y="597776"/>
                  </a:lnTo>
                  <a:lnTo>
                    <a:pt x="161537" y="587142"/>
                  </a:lnTo>
                  <a:lnTo>
                    <a:pt x="162187" y="576704"/>
                  </a:lnTo>
                  <a:lnTo>
                    <a:pt x="162837" y="566366"/>
                  </a:lnTo>
                  <a:lnTo>
                    <a:pt x="163487" y="556025"/>
                  </a:lnTo>
                  <a:lnTo>
                    <a:pt x="164137" y="545481"/>
                  </a:lnTo>
                  <a:lnTo>
                    <a:pt x="164787" y="534394"/>
                  </a:lnTo>
                  <a:lnTo>
                    <a:pt x="165437" y="522752"/>
                  </a:lnTo>
                  <a:lnTo>
                    <a:pt x="166087" y="510668"/>
                  </a:lnTo>
                  <a:lnTo>
                    <a:pt x="166737" y="498281"/>
                  </a:lnTo>
                  <a:lnTo>
                    <a:pt x="167387" y="485892"/>
                  </a:lnTo>
                  <a:lnTo>
                    <a:pt x="168037" y="473591"/>
                  </a:lnTo>
                  <a:lnTo>
                    <a:pt x="168686" y="461651"/>
                  </a:lnTo>
                  <a:lnTo>
                    <a:pt x="169336" y="450509"/>
                  </a:lnTo>
                  <a:lnTo>
                    <a:pt x="169986" y="440269"/>
                  </a:lnTo>
                  <a:lnTo>
                    <a:pt x="170636" y="430844"/>
                  </a:lnTo>
                  <a:lnTo>
                    <a:pt x="171286" y="422146"/>
                  </a:lnTo>
                  <a:lnTo>
                    <a:pt x="171936" y="414079"/>
                  </a:lnTo>
                  <a:lnTo>
                    <a:pt x="172586" y="406762"/>
                  </a:lnTo>
                  <a:lnTo>
                    <a:pt x="173236" y="400206"/>
                  </a:lnTo>
                  <a:lnTo>
                    <a:pt x="173886" y="394246"/>
                  </a:lnTo>
                  <a:lnTo>
                    <a:pt x="174536" y="389104"/>
                  </a:lnTo>
                  <a:lnTo>
                    <a:pt x="175186" y="385034"/>
                  </a:lnTo>
                  <a:lnTo>
                    <a:pt x="175836" y="382053"/>
                  </a:lnTo>
                  <a:lnTo>
                    <a:pt x="176486" y="380361"/>
                  </a:lnTo>
                  <a:lnTo>
                    <a:pt x="177136" y="379965"/>
                  </a:lnTo>
                  <a:lnTo>
                    <a:pt x="177786" y="380790"/>
                  </a:lnTo>
                  <a:lnTo>
                    <a:pt x="178436" y="382638"/>
                  </a:lnTo>
                  <a:lnTo>
                    <a:pt x="179085" y="385231"/>
                  </a:lnTo>
                  <a:lnTo>
                    <a:pt x="179735" y="388243"/>
                  </a:lnTo>
                  <a:lnTo>
                    <a:pt x="180385" y="391828"/>
                  </a:lnTo>
                  <a:lnTo>
                    <a:pt x="181035" y="395880"/>
                  </a:lnTo>
                  <a:lnTo>
                    <a:pt x="181685" y="400127"/>
                  </a:lnTo>
                  <a:lnTo>
                    <a:pt x="182335" y="404474"/>
                  </a:lnTo>
                  <a:lnTo>
                    <a:pt x="182985" y="409170"/>
                  </a:lnTo>
                  <a:lnTo>
                    <a:pt x="183635" y="414548"/>
                  </a:lnTo>
                  <a:lnTo>
                    <a:pt x="184285" y="420629"/>
                  </a:lnTo>
                  <a:lnTo>
                    <a:pt x="184935" y="427234"/>
                  </a:lnTo>
                  <a:lnTo>
                    <a:pt x="185585" y="434259"/>
                  </a:lnTo>
                  <a:lnTo>
                    <a:pt x="186235" y="441471"/>
                  </a:lnTo>
                  <a:lnTo>
                    <a:pt x="186885" y="448477"/>
                  </a:lnTo>
                  <a:lnTo>
                    <a:pt x="187535" y="454915"/>
                  </a:lnTo>
                  <a:lnTo>
                    <a:pt x="188185" y="460604"/>
                  </a:lnTo>
                  <a:lnTo>
                    <a:pt x="188834" y="465299"/>
                  </a:lnTo>
                  <a:lnTo>
                    <a:pt x="189484" y="469092"/>
                  </a:lnTo>
                  <a:lnTo>
                    <a:pt x="190134" y="471699"/>
                  </a:lnTo>
                  <a:lnTo>
                    <a:pt x="190784" y="473162"/>
                  </a:lnTo>
                  <a:lnTo>
                    <a:pt x="191434" y="474143"/>
                  </a:lnTo>
                  <a:lnTo>
                    <a:pt x="192084" y="474709"/>
                  </a:lnTo>
                  <a:lnTo>
                    <a:pt x="192734" y="474581"/>
                  </a:lnTo>
                  <a:lnTo>
                    <a:pt x="193384" y="473608"/>
                  </a:lnTo>
                  <a:lnTo>
                    <a:pt x="194034" y="471427"/>
                  </a:lnTo>
                  <a:lnTo>
                    <a:pt x="194684" y="468088"/>
                  </a:lnTo>
                  <a:lnTo>
                    <a:pt x="195334" y="463715"/>
                  </a:lnTo>
                  <a:lnTo>
                    <a:pt x="195984" y="457911"/>
                  </a:lnTo>
                  <a:lnTo>
                    <a:pt x="196634" y="450793"/>
                  </a:lnTo>
                  <a:lnTo>
                    <a:pt x="197284" y="443040"/>
                  </a:lnTo>
                  <a:lnTo>
                    <a:pt x="197934" y="435032"/>
                  </a:lnTo>
                  <a:lnTo>
                    <a:pt x="198584" y="426951"/>
                  </a:lnTo>
                  <a:lnTo>
                    <a:pt x="199233" y="418868"/>
                  </a:lnTo>
                  <a:lnTo>
                    <a:pt x="199883" y="410862"/>
                  </a:lnTo>
                  <a:lnTo>
                    <a:pt x="200533" y="403142"/>
                  </a:lnTo>
                  <a:lnTo>
                    <a:pt x="201183" y="395533"/>
                  </a:lnTo>
                  <a:lnTo>
                    <a:pt x="201833" y="387829"/>
                  </a:lnTo>
                  <a:lnTo>
                    <a:pt x="202483" y="379956"/>
                  </a:lnTo>
                  <a:lnTo>
                    <a:pt x="203133" y="372108"/>
                  </a:lnTo>
                  <a:lnTo>
                    <a:pt x="203783" y="364638"/>
                  </a:lnTo>
                  <a:lnTo>
                    <a:pt x="204433" y="357501"/>
                  </a:lnTo>
                  <a:lnTo>
                    <a:pt x="205083" y="350657"/>
                  </a:lnTo>
                  <a:lnTo>
                    <a:pt x="205733" y="344592"/>
                  </a:lnTo>
                  <a:lnTo>
                    <a:pt x="206383" y="339641"/>
                  </a:lnTo>
                  <a:lnTo>
                    <a:pt x="207033" y="335662"/>
                  </a:lnTo>
                  <a:lnTo>
                    <a:pt x="207683" y="332586"/>
                  </a:lnTo>
                  <a:lnTo>
                    <a:pt x="208333" y="330431"/>
                  </a:lnTo>
                  <a:lnTo>
                    <a:pt x="208982" y="329177"/>
                  </a:lnTo>
                  <a:lnTo>
                    <a:pt x="209632" y="328910"/>
                  </a:lnTo>
                  <a:lnTo>
                    <a:pt x="210282" y="329468"/>
                  </a:lnTo>
                  <a:lnTo>
                    <a:pt x="210932" y="330678"/>
                  </a:lnTo>
                  <a:lnTo>
                    <a:pt x="211582" y="332721"/>
                  </a:lnTo>
                  <a:lnTo>
                    <a:pt x="212232" y="335757"/>
                  </a:lnTo>
                  <a:lnTo>
                    <a:pt x="212882" y="339519"/>
                  </a:lnTo>
                  <a:lnTo>
                    <a:pt x="213532" y="343675"/>
                  </a:lnTo>
                  <a:lnTo>
                    <a:pt x="214182" y="348153"/>
                  </a:lnTo>
                  <a:lnTo>
                    <a:pt x="214832" y="352812"/>
                  </a:lnTo>
                  <a:lnTo>
                    <a:pt x="215482" y="357427"/>
                  </a:lnTo>
                  <a:lnTo>
                    <a:pt x="216132" y="361644"/>
                  </a:lnTo>
                  <a:lnTo>
                    <a:pt x="216782" y="365193"/>
                  </a:lnTo>
                  <a:lnTo>
                    <a:pt x="217432" y="368011"/>
                  </a:lnTo>
                  <a:lnTo>
                    <a:pt x="218082" y="370314"/>
                  </a:lnTo>
                  <a:lnTo>
                    <a:pt x="218732" y="372150"/>
                  </a:lnTo>
                  <a:lnTo>
                    <a:pt x="219381" y="373405"/>
                  </a:lnTo>
                  <a:lnTo>
                    <a:pt x="220031" y="374207"/>
                  </a:lnTo>
                  <a:lnTo>
                    <a:pt x="220681" y="374686"/>
                  </a:lnTo>
                  <a:lnTo>
                    <a:pt x="221331" y="374804"/>
                  </a:lnTo>
                  <a:lnTo>
                    <a:pt x="221981" y="374239"/>
                  </a:lnTo>
                  <a:lnTo>
                    <a:pt x="222631" y="372928"/>
                  </a:lnTo>
                  <a:lnTo>
                    <a:pt x="223281" y="371023"/>
                  </a:lnTo>
                  <a:lnTo>
                    <a:pt x="223931" y="368180"/>
                  </a:lnTo>
                  <a:lnTo>
                    <a:pt x="224581" y="364603"/>
                  </a:lnTo>
                  <a:lnTo>
                    <a:pt x="225231" y="360267"/>
                  </a:lnTo>
                  <a:lnTo>
                    <a:pt x="225881" y="355343"/>
                  </a:lnTo>
                  <a:lnTo>
                    <a:pt x="226531" y="350219"/>
                  </a:lnTo>
                  <a:lnTo>
                    <a:pt x="227181" y="344734"/>
                  </a:lnTo>
                  <a:lnTo>
                    <a:pt x="227831" y="338620"/>
                  </a:lnTo>
                  <a:lnTo>
                    <a:pt x="228481" y="332437"/>
                  </a:lnTo>
                  <a:lnTo>
                    <a:pt x="229130" y="326383"/>
                  </a:lnTo>
                  <a:lnTo>
                    <a:pt x="229780" y="320182"/>
                  </a:lnTo>
                  <a:lnTo>
                    <a:pt x="230430" y="313774"/>
                  </a:lnTo>
                  <a:lnTo>
                    <a:pt x="231080" y="307257"/>
                  </a:lnTo>
                  <a:lnTo>
                    <a:pt x="231730" y="300989"/>
                  </a:lnTo>
                  <a:lnTo>
                    <a:pt x="232380" y="295090"/>
                  </a:lnTo>
                  <a:lnTo>
                    <a:pt x="233030" y="289500"/>
                  </a:lnTo>
                  <a:lnTo>
                    <a:pt x="233680" y="284368"/>
                  </a:lnTo>
                  <a:lnTo>
                    <a:pt x="234330" y="279581"/>
                  </a:lnTo>
                  <a:lnTo>
                    <a:pt x="234980" y="275083"/>
                  </a:lnTo>
                  <a:lnTo>
                    <a:pt x="235630" y="270618"/>
                  </a:lnTo>
                  <a:lnTo>
                    <a:pt x="236280" y="266005"/>
                  </a:lnTo>
                  <a:lnTo>
                    <a:pt x="236930" y="261618"/>
                  </a:lnTo>
                  <a:lnTo>
                    <a:pt x="237580" y="257493"/>
                  </a:lnTo>
                  <a:lnTo>
                    <a:pt x="238230" y="253088"/>
                  </a:lnTo>
                  <a:lnTo>
                    <a:pt x="238880" y="248300"/>
                  </a:lnTo>
                  <a:lnTo>
                    <a:pt x="239529" y="243362"/>
                  </a:lnTo>
                  <a:lnTo>
                    <a:pt x="240179" y="238130"/>
                  </a:lnTo>
                  <a:lnTo>
                    <a:pt x="240829" y="232301"/>
                  </a:lnTo>
                  <a:lnTo>
                    <a:pt x="241479" y="225488"/>
                  </a:lnTo>
                  <a:lnTo>
                    <a:pt x="242129" y="217518"/>
                  </a:lnTo>
                  <a:lnTo>
                    <a:pt x="242779" y="208596"/>
                  </a:lnTo>
                  <a:lnTo>
                    <a:pt x="243429" y="198944"/>
                  </a:lnTo>
                  <a:lnTo>
                    <a:pt x="244079" y="188762"/>
                  </a:lnTo>
                  <a:lnTo>
                    <a:pt x="244729" y="178232"/>
                  </a:lnTo>
                  <a:lnTo>
                    <a:pt x="245379" y="167523"/>
                  </a:lnTo>
                  <a:lnTo>
                    <a:pt x="246029" y="156647"/>
                  </a:lnTo>
                  <a:lnTo>
                    <a:pt x="246679" y="145453"/>
                  </a:lnTo>
                  <a:lnTo>
                    <a:pt x="247329" y="134088"/>
                  </a:lnTo>
                  <a:lnTo>
                    <a:pt x="247979" y="122666"/>
                  </a:lnTo>
                  <a:lnTo>
                    <a:pt x="248629" y="111090"/>
                  </a:lnTo>
                  <a:lnTo>
                    <a:pt x="249278" y="99498"/>
                  </a:lnTo>
                  <a:lnTo>
                    <a:pt x="249928" y="88067"/>
                  </a:lnTo>
                  <a:lnTo>
                    <a:pt x="250578" y="77057"/>
                  </a:lnTo>
                  <a:lnTo>
                    <a:pt x="251228" y="66875"/>
                  </a:lnTo>
                  <a:lnTo>
                    <a:pt x="251878" y="57721"/>
                  </a:lnTo>
                  <a:lnTo>
                    <a:pt x="252528" y="49567"/>
                  </a:lnTo>
                  <a:lnTo>
                    <a:pt x="253178" y="42405"/>
                  </a:lnTo>
                  <a:lnTo>
                    <a:pt x="253828" y="36191"/>
                  </a:lnTo>
                  <a:lnTo>
                    <a:pt x="254478" y="31034"/>
                  </a:lnTo>
                  <a:lnTo>
                    <a:pt x="255128" y="27017"/>
                  </a:lnTo>
                  <a:lnTo>
                    <a:pt x="255778" y="24033"/>
                  </a:lnTo>
                  <a:lnTo>
                    <a:pt x="256428" y="22060"/>
                  </a:lnTo>
                  <a:lnTo>
                    <a:pt x="257078" y="21007"/>
                  </a:lnTo>
                  <a:lnTo>
                    <a:pt x="257728" y="20943"/>
                  </a:lnTo>
                  <a:lnTo>
                    <a:pt x="258378" y="21893"/>
                  </a:lnTo>
                  <a:lnTo>
                    <a:pt x="259028" y="23744"/>
                  </a:lnTo>
                  <a:lnTo>
                    <a:pt x="259677" y="26553"/>
                  </a:lnTo>
                  <a:lnTo>
                    <a:pt x="260327" y="30455"/>
                  </a:lnTo>
                  <a:lnTo>
                    <a:pt x="260977" y="35359"/>
                  </a:lnTo>
                  <a:lnTo>
                    <a:pt x="261627" y="41287"/>
                  </a:lnTo>
                  <a:lnTo>
                    <a:pt x="262277" y="48203"/>
                  </a:lnTo>
                  <a:lnTo>
                    <a:pt x="262927" y="55972"/>
                  </a:lnTo>
                  <a:lnTo>
                    <a:pt x="263577" y="64392"/>
                  </a:lnTo>
                  <a:lnTo>
                    <a:pt x="264227" y="73256"/>
                  </a:lnTo>
                  <a:lnTo>
                    <a:pt x="264877" y="82313"/>
                  </a:lnTo>
                  <a:lnTo>
                    <a:pt x="265527" y="91508"/>
                  </a:lnTo>
                  <a:lnTo>
                    <a:pt x="266177" y="100729"/>
                  </a:lnTo>
                  <a:lnTo>
                    <a:pt x="266827" y="109961"/>
                  </a:lnTo>
                  <a:lnTo>
                    <a:pt x="267477" y="119223"/>
                  </a:lnTo>
                  <a:lnTo>
                    <a:pt x="268127" y="128607"/>
                  </a:lnTo>
                  <a:lnTo>
                    <a:pt x="268777" y="138006"/>
                  </a:lnTo>
                  <a:lnTo>
                    <a:pt x="269426" y="147135"/>
                  </a:lnTo>
                  <a:lnTo>
                    <a:pt x="270076" y="155830"/>
                  </a:lnTo>
                  <a:lnTo>
                    <a:pt x="270726" y="164121"/>
                  </a:lnTo>
                  <a:lnTo>
                    <a:pt x="271376" y="171879"/>
                  </a:lnTo>
                  <a:lnTo>
                    <a:pt x="272026" y="179083"/>
                  </a:lnTo>
                  <a:lnTo>
                    <a:pt x="272676" y="185973"/>
                  </a:lnTo>
                  <a:lnTo>
                    <a:pt x="273326" y="192874"/>
                  </a:lnTo>
                  <a:lnTo>
                    <a:pt x="273976" y="200038"/>
                  </a:lnTo>
                  <a:lnTo>
                    <a:pt x="274626" y="207706"/>
                  </a:lnTo>
                  <a:lnTo>
                    <a:pt x="275276" y="215885"/>
                  </a:lnTo>
                  <a:lnTo>
                    <a:pt x="275926" y="224657"/>
                  </a:lnTo>
                  <a:lnTo>
                    <a:pt x="276576" y="233896"/>
                  </a:lnTo>
                  <a:lnTo>
                    <a:pt x="277226" y="243459"/>
                  </a:lnTo>
                  <a:lnTo>
                    <a:pt x="277876" y="253449"/>
                  </a:lnTo>
                  <a:lnTo>
                    <a:pt x="278526" y="264117"/>
                  </a:lnTo>
                  <a:lnTo>
                    <a:pt x="279176" y="275808"/>
                  </a:lnTo>
                  <a:lnTo>
                    <a:pt x="279825" y="288418"/>
                  </a:lnTo>
                  <a:lnTo>
                    <a:pt x="280475" y="301728"/>
                  </a:lnTo>
                  <a:lnTo>
                    <a:pt x="281125" y="315959"/>
                  </a:lnTo>
                  <a:lnTo>
                    <a:pt x="281775" y="330950"/>
                  </a:lnTo>
                  <a:lnTo>
                    <a:pt x="282425" y="346276"/>
                  </a:lnTo>
                  <a:lnTo>
                    <a:pt x="283075" y="361463"/>
                  </a:lnTo>
                  <a:lnTo>
                    <a:pt x="283725" y="375906"/>
                  </a:lnTo>
                  <a:lnTo>
                    <a:pt x="284375" y="389335"/>
                  </a:lnTo>
                  <a:lnTo>
                    <a:pt x="285025" y="401781"/>
                  </a:lnTo>
                  <a:lnTo>
                    <a:pt x="285675" y="413152"/>
                  </a:lnTo>
                  <a:lnTo>
                    <a:pt x="286325" y="423510"/>
                  </a:lnTo>
                  <a:lnTo>
                    <a:pt x="286975" y="432836"/>
                  </a:lnTo>
                  <a:lnTo>
                    <a:pt x="287625" y="441090"/>
                  </a:lnTo>
                  <a:lnTo>
                    <a:pt x="288275" y="448226"/>
                  </a:lnTo>
                  <a:lnTo>
                    <a:pt x="288925" y="454400"/>
                  </a:lnTo>
                  <a:lnTo>
                    <a:pt x="289574" y="459794"/>
                  </a:lnTo>
                  <a:lnTo>
                    <a:pt x="290224" y="464541"/>
                  </a:lnTo>
                  <a:lnTo>
                    <a:pt x="290874" y="468395"/>
                  </a:lnTo>
                  <a:lnTo>
                    <a:pt x="291524" y="471376"/>
                  </a:lnTo>
                  <a:lnTo>
                    <a:pt x="292174" y="473681"/>
                  </a:lnTo>
                  <a:lnTo>
                    <a:pt x="292824" y="475334"/>
                  </a:lnTo>
                  <a:lnTo>
                    <a:pt x="293474" y="476326"/>
                  </a:lnTo>
                  <a:lnTo>
                    <a:pt x="294124" y="476536"/>
                  </a:lnTo>
                  <a:lnTo>
                    <a:pt x="294774" y="476165"/>
                  </a:lnTo>
                  <a:lnTo>
                    <a:pt x="295424" y="475598"/>
                  </a:lnTo>
                  <a:lnTo>
                    <a:pt x="296074" y="475220"/>
                  </a:lnTo>
                  <a:lnTo>
                    <a:pt x="296724" y="474988"/>
                  </a:lnTo>
                  <a:lnTo>
                    <a:pt x="297374" y="474744"/>
                  </a:lnTo>
                  <a:lnTo>
                    <a:pt x="298024" y="474440"/>
                  </a:lnTo>
                  <a:lnTo>
                    <a:pt x="298674" y="473993"/>
                  </a:lnTo>
                  <a:lnTo>
                    <a:pt x="299323" y="473271"/>
                  </a:lnTo>
                  <a:lnTo>
                    <a:pt x="299973" y="472204"/>
                  </a:lnTo>
                  <a:lnTo>
                    <a:pt x="300623" y="470894"/>
                  </a:lnTo>
                  <a:lnTo>
                    <a:pt x="301273" y="469567"/>
                  </a:lnTo>
                  <a:lnTo>
                    <a:pt x="301923" y="468543"/>
                  </a:lnTo>
                  <a:lnTo>
                    <a:pt x="302573" y="467976"/>
                  </a:lnTo>
                  <a:lnTo>
                    <a:pt x="303223" y="468050"/>
                  </a:lnTo>
                  <a:lnTo>
                    <a:pt x="303873" y="469045"/>
                  </a:lnTo>
                  <a:lnTo>
                    <a:pt x="304523" y="470744"/>
                  </a:lnTo>
                  <a:lnTo>
                    <a:pt x="305173" y="472834"/>
                  </a:lnTo>
                  <a:lnTo>
                    <a:pt x="305823" y="474963"/>
                  </a:lnTo>
                  <a:lnTo>
                    <a:pt x="306473" y="476962"/>
                  </a:lnTo>
                  <a:lnTo>
                    <a:pt x="307123" y="478914"/>
                  </a:lnTo>
                  <a:lnTo>
                    <a:pt x="307773" y="480778"/>
                  </a:lnTo>
                  <a:lnTo>
                    <a:pt x="308423" y="482436"/>
                  </a:lnTo>
                  <a:lnTo>
                    <a:pt x="309073" y="483995"/>
                  </a:lnTo>
                  <a:lnTo>
                    <a:pt x="309722" y="485617"/>
                  </a:lnTo>
                  <a:lnTo>
                    <a:pt x="310372" y="487277"/>
                  </a:lnTo>
                  <a:lnTo>
                    <a:pt x="311022" y="489115"/>
                  </a:lnTo>
                  <a:lnTo>
                    <a:pt x="311672" y="490948"/>
                  </a:lnTo>
                  <a:lnTo>
                    <a:pt x="312322" y="492898"/>
                  </a:lnTo>
                  <a:lnTo>
                    <a:pt x="312972" y="495134"/>
                  </a:lnTo>
                  <a:lnTo>
                    <a:pt x="313622" y="497526"/>
                  </a:lnTo>
                  <a:lnTo>
                    <a:pt x="314272" y="500186"/>
                  </a:lnTo>
                  <a:lnTo>
                    <a:pt x="314922" y="503200"/>
                  </a:lnTo>
                  <a:lnTo>
                    <a:pt x="315572" y="506519"/>
                  </a:lnTo>
                  <a:lnTo>
                    <a:pt x="316222" y="510305"/>
                  </a:lnTo>
                  <a:lnTo>
                    <a:pt x="316872" y="514525"/>
                  </a:lnTo>
                  <a:lnTo>
                    <a:pt x="317522" y="519126"/>
                  </a:lnTo>
                  <a:lnTo>
                    <a:pt x="318172" y="524085"/>
                  </a:lnTo>
                  <a:lnTo>
                    <a:pt x="318822" y="529388"/>
                  </a:lnTo>
                  <a:lnTo>
                    <a:pt x="319471" y="534851"/>
                  </a:lnTo>
                  <a:lnTo>
                    <a:pt x="320121" y="540121"/>
                  </a:lnTo>
                  <a:lnTo>
                    <a:pt x="320771" y="544922"/>
                  </a:lnTo>
                  <a:lnTo>
                    <a:pt x="321421" y="549060"/>
                  </a:lnTo>
                  <a:lnTo>
                    <a:pt x="322071" y="552371"/>
                  </a:lnTo>
                  <a:lnTo>
                    <a:pt x="322721" y="554834"/>
                  </a:lnTo>
                  <a:lnTo>
                    <a:pt x="323371" y="556444"/>
                  </a:lnTo>
                  <a:lnTo>
                    <a:pt x="324021" y="557419"/>
                  </a:lnTo>
                  <a:lnTo>
                    <a:pt x="324671" y="558078"/>
                  </a:lnTo>
                  <a:lnTo>
                    <a:pt x="325321" y="558785"/>
                  </a:lnTo>
                  <a:lnTo>
                    <a:pt x="325971" y="559519"/>
                  </a:lnTo>
                  <a:lnTo>
                    <a:pt x="326621" y="560363"/>
                  </a:lnTo>
                  <a:lnTo>
                    <a:pt x="327271" y="561108"/>
                  </a:lnTo>
                  <a:lnTo>
                    <a:pt x="327921" y="561339"/>
                  </a:lnTo>
                  <a:lnTo>
                    <a:pt x="328571" y="560601"/>
                  </a:lnTo>
                  <a:lnTo>
                    <a:pt x="329221" y="558627"/>
                  </a:lnTo>
                  <a:lnTo>
                    <a:pt x="329870" y="555738"/>
                  </a:lnTo>
                  <a:lnTo>
                    <a:pt x="330520" y="552075"/>
                  </a:lnTo>
                  <a:lnTo>
                    <a:pt x="331170" y="547646"/>
                  </a:lnTo>
                  <a:lnTo>
                    <a:pt x="331820" y="542600"/>
                  </a:lnTo>
                  <a:lnTo>
                    <a:pt x="332470" y="537244"/>
                  </a:lnTo>
                  <a:lnTo>
                    <a:pt x="333120" y="531851"/>
                  </a:lnTo>
                  <a:lnTo>
                    <a:pt x="333770" y="526460"/>
                  </a:lnTo>
                  <a:lnTo>
                    <a:pt x="334420" y="520836"/>
                  </a:lnTo>
                  <a:lnTo>
                    <a:pt x="335070" y="515189"/>
                  </a:lnTo>
                  <a:lnTo>
                    <a:pt x="335720" y="509852"/>
                  </a:lnTo>
                  <a:lnTo>
                    <a:pt x="336370" y="504676"/>
                  </a:lnTo>
                  <a:lnTo>
                    <a:pt x="337020" y="499803"/>
                  </a:lnTo>
                  <a:lnTo>
                    <a:pt x="337670" y="495528"/>
                  </a:lnTo>
                  <a:lnTo>
                    <a:pt x="338320" y="492352"/>
                  </a:lnTo>
                  <a:lnTo>
                    <a:pt x="338970" y="490840"/>
                  </a:lnTo>
                  <a:lnTo>
                    <a:pt x="339619" y="490957"/>
                  </a:lnTo>
                  <a:lnTo>
                    <a:pt x="340269" y="492633"/>
                  </a:lnTo>
                  <a:lnTo>
                    <a:pt x="340919" y="495928"/>
                  </a:lnTo>
                  <a:lnTo>
                    <a:pt x="341569" y="500848"/>
                  </a:lnTo>
                  <a:lnTo>
                    <a:pt x="342219" y="507068"/>
                  </a:lnTo>
                  <a:lnTo>
                    <a:pt x="342869" y="514380"/>
                  </a:lnTo>
                  <a:lnTo>
                    <a:pt x="343519" y="522365"/>
                  </a:lnTo>
                  <a:lnTo>
                    <a:pt x="344169" y="530789"/>
                  </a:lnTo>
                  <a:lnTo>
                    <a:pt x="344819" y="539228"/>
                  </a:lnTo>
                  <a:lnTo>
                    <a:pt x="345469" y="547319"/>
                  </a:lnTo>
                  <a:lnTo>
                    <a:pt x="346119" y="554964"/>
                  </a:lnTo>
                  <a:lnTo>
                    <a:pt x="346769" y="562039"/>
                  </a:lnTo>
                  <a:lnTo>
                    <a:pt x="347419" y="568561"/>
                  </a:lnTo>
                  <a:lnTo>
                    <a:pt x="348069" y="574406"/>
                  </a:lnTo>
                  <a:lnTo>
                    <a:pt x="348719" y="579315"/>
                  </a:lnTo>
                  <a:lnTo>
                    <a:pt x="349369" y="583337"/>
                  </a:lnTo>
                  <a:lnTo>
                    <a:pt x="350018" y="586675"/>
                  </a:lnTo>
                  <a:lnTo>
                    <a:pt x="350668" y="589546"/>
                  </a:lnTo>
                  <a:lnTo>
                    <a:pt x="351318" y="592068"/>
                  </a:lnTo>
                  <a:lnTo>
                    <a:pt x="351968" y="594418"/>
                  </a:lnTo>
                  <a:lnTo>
                    <a:pt x="352618" y="596890"/>
                  </a:lnTo>
                  <a:lnTo>
                    <a:pt x="353268" y="599863"/>
                  </a:lnTo>
                  <a:lnTo>
                    <a:pt x="353918" y="603404"/>
                  </a:lnTo>
                  <a:lnTo>
                    <a:pt x="354568" y="607425"/>
                  </a:lnTo>
                  <a:lnTo>
                    <a:pt x="355218" y="611829"/>
                  </a:lnTo>
                  <a:lnTo>
                    <a:pt x="355868" y="616880"/>
                  </a:lnTo>
                  <a:lnTo>
                    <a:pt x="356518" y="622777"/>
                  </a:lnTo>
                  <a:lnTo>
                    <a:pt x="357168" y="629157"/>
                  </a:lnTo>
                  <a:lnTo>
                    <a:pt x="357818" y="635758"/>
                  </a:lnTo>
                  <a:lnTo>
                    <a:pt x="358468" y="642712"/>
                  </a:lnTo>
                  <a:lnTo>
                    <a:pt x="359118" y="650109"/>
                  </a:lnTo>
                  <a:lnTo>
                    <a:pt x="359767" y="658175"/>
                  </a:lnTo>
                  <a:lnTo>
                    <a:pt x="360417" y="666988"/>
                  </a:lnTo>
                  <a:lnTo>
                    <a:pt x="361067" y="676722"/>
                  </a:lnTo>
                  <a:lnTo>
                    <a:pt x="361717" y="687702"/>
                  </a:lnTo>
                  <a:lnTo>
                    <a:pt x="362367" y="699761"/>
                  </a:lnTo>
                  <a:lnTo>
                    <a:pt x="363017" y="712675"/>
                  </a:lnTo>
                  <a:lnTo>
                    <a:pt x="363667" y="726562"/>
                  </a:lnTo>
                  <a:lnTo>
                    <a:pt x="364317" y="741683"/>
                  </a:lnTo>
                  <a:lnTo>
                    <a:pt x="364967" y="757819"/>
                  </a:lnTo>
                  <a:lnTo>
                    <a:pt x="365617" y="774299"/>
                  </a:lnTo>
                  <a:lnTo>
                    <a:pt x="366267" y="790671"/>
                  </a:lnTo>
                  <a:lnTo>
                    <a:pt x="366917" y="807163"/>
                  </a:lnTo>
                  <a:lnTo>
                    <a:pt x="367567" y="823735"/>
                  </a:lnTo>
                  <a:lnTo>
                    <a:pt x="368217" y="839762"/>
                  </a:lnTo>
                  <a:lnTo>
                    <a:pt x="368867" y="854455"/>
                  </a:lnTo>
                  <a:lnTo>
                    <a:pt x="369517" y="867095"/>
                  </a:lnTo>
                  <a:lnTo>
                    <a:pt x="370166" y="877416"/>
                  </a:lnTo>
                  <a:lnTo>
                    <a:pt x="370816" y="884679"/>
                  </a:lnTo>
                  <a:lnTo>
                    <a:pt x="371466" y="888106"/>
                  </a:lnTo>
                  <a:lnTo>
                    <a:pt x="372116" y="887403"/>
                  </a:lnTo>
                  <a:lnTo>
                    <a:pt x="372766" y="882798"/>
                  </a:lnTo>
                  <a:lnTo>
                    <a:pt x="373416" y="874860"/>
                  </a:lnTo>
                  <a:lnTo>
                    <a:pt x="374066" y="863617"/>
                  </a:lnTo>
                  <a:lnTo>
                    <a:pt x="374716" y="849946"/>
                  </a:lnTo>
                  <a:lnTo>
                    <a:pt x="375366" y="835022"/>
                  </a:lnTo>
                  <a:lnTo>
                    <a:pt x="376016" y="819765"/>
                  </a:lnTo>
                  <a:lnTo>
                    <a:pt x="376666" y="804784"/>
                  </a:lnTo>
                  <a:lnTo>
                    <a:pt x="377316" y="790540"/>
                  </a:lnTo>
                  <a:lnTo>
                    <a:pt x="377966" y="777534"/>
                  </a:lnTo>
                  <a:lnTo>
                    <a:pt x="378616" y="766398"/>
                  </a:lnTo>
                  <a:lnTo>
                    <a:pt x="379266" y="757312"/>
                  </a:lnTo>
                  <a:lnTo>
                    <a:pt x="379915" y="750091"/>
                  </a:lnTo>
                  <a:lnTo>
                    <a:pt x="380565" y="744698"/>
                  </a:lnTo>
                  <a:lnTo>
                    <a:pt x="381215" y="740899"/>
                  </a:lnTo>
                  <a:lnTo>
                    <a:pt x="381865" y="738540"/>
                  </a:lnTo>
                  <a:lnTo>
                    <a:pt x="382515" y="737040"/>
                  </a:lnTo>
                  <a:lnTo>
                    <a:pt x="383165" y="735592"/>
                  </a:lnTo>
                  <a:lnTo>
                    <a:pt x="383815" y="733856"/>
                  </a:lnTo>
                  <a:lnTo>
                    <a:pt x="384465" y="731866"/>
                  </a:lnTo>
                  <a:lnTo>
                    <a:pt x="385115" y="729414"/>
                  </a:lnTo>
                  <a:lnTo>
                    <a:pt x="385765" y="726199"/>
                  </a:lnTo>
                  <a:lnTo>
                    <a:pt x="386415" y="722052"/>
                  </a:lnTo>
                  <a:lnTo>
                    <a:pt x="387065" y="717238"/>
                  </a:lnTo>
                  <a:lnTo>
                    <a:pt x="387715" y="711896"/>
                  </a:lnTo>
                  <a:lnTo>
                    <a:pt x="388365" y="706142"/>
                  </a:lnTo>
                  <a:lnTo>
                    <a:pt x="389015" y="699822"/>
                  </a:lnTo>
                  <a:lnTo>
                    <a:pt x="389665" y="693009"/>
                  </a:lnTo>
                  <a:lnTo>
                    <a:pt x="390314" y="685919"/>
                  </a:lnTo>
                  <a:lnTo>
                    <a:pt x="390964" y="678842"/>
                  </a:lnTo>
                  <a:lnTo>
                    <a:pt x="391614" y="671592"/>
                  </a:lnTo>
                  <a:lnTo>
                    <a:pt x="392264" y="664255"/>
                  </a:lnTo>
                  <a:lnTo>
                    <a:pt x="392914" y="657084"/>
                  </a:lnTo>
                  <a:lnTo>
                    <a:pt x="393564" y="650264"/>
                  </a:lnTo>
                  <a:lnTo>
                    <a:pt x="394214" y="643496"/>
                  </a:lnTo>
                  <a:lnTo>
                    <a:pt x="394864" y="636905"/>
                  </a:lnTo>
                  <a:lnTo>
                    <a:pt x="395514" y="630667"/>
                  </a:lnTo>
                  <a:lnTo>
                    <a:pt x="396164" y="625034"/>
                  </a:lnTo>
                  <a:lnTo>
                    <a:pt x="396814" y="619914"/>
                  </a:lnTo>
                  <a:lnTo>
                    <a:pt x="397464" y="615253"/>
                  </a:lnTo>
                  <a:lnTo>
                    <a:pt x="398114" y="610869"/>
                  </a:lnTo>
                  <a:lnTo>
                    <a:pt x="398764" y="606759"/>
                  </a:lnTo>
                  <a:lnTo>
                    <a:pt x="399414" y="602734"/>
                  </a:lnTo>
                  <a:lnTo>
                    <a:pt x="400063" y="598251"/>
                  </a:lnTo>
                  <a:lnTo>
                    <a:pt x="400713" y="593215"/>
                  </a:lnTo>
                  <a:lnTo>
                    <a:pt x="401363" y="588240"/>
                  </a:lnTo>
                  <a:lnTo>
                    <a:pt x="402013" y="583786"/>
                  </a:lnTo>
                  <a:lnTo>
                    <a:pt x="402663" y="580060"/>
                  </a:lnTo>
                  <a:lnTo>
                    <a:pt x="403313" y="577287"/>
                  </a:lnTo>
                  <a:lnTo>
                    <a:pt x="403963" y="575723"/>
                  </a:lnTo>
                  <a:lnTo>
                    <a:pt x="404613" y="575468"/>
                  </a:lnTo>
                  <a:lnTo>
                    <a:pt x="405263" y="576415"/>
                  </a:lnTo>
                  <a:lnTo>
                    <a:pt x="405913" y="578117"/>
                  </a:lnTo>
                  <a:lnTo>
                    <a:pt x="406563" y="580304"/>
                  </a:lnTo>
                  <a:lnTo>
                    <a:pt x="407213" y="582708"/>
                  </a:lnTo>
                  <a:lnTo>
                    <a:pt x="407863" y="585023"/>
                  </a:lnTo>
                  <a:lnTo>
                    <a:pt x="408513" y="586891"/>
                  </a:lnTo>
                  <a:lnTo>
                    <a:pt x="409163" y="588273"/>
                  </a:lnTo>
                  <a:lnTo>
                    <a:pt x="409813" y="589416"/>
                  </a:lnTo>
                  <a:lnTo>
                    <a:pt x="410462" y="590204"/>
                  </a:lnTo>
                  <a:lnTo>
                    <a:pt x="411112" y="590142"/>
                  </a:lnTo>
                  <a:lnTo>
                    <a:pt x="411762" y="588894"/>
                  </a:lnTo>
                  <a:lnTo>
                    <a:pt x="412412" y="586256"/>
                  </a:lnTo>
                  <a:lnTo>
                    <a:pt x="413062" y="582121"/>
                  </a:lnTo>
                  <a:lnTo>
                    <a:pt x="413712" y="576344"/>
                  </a:lnTo>
                  <a:lnTo>
                    <a:pt x="414362" y="568774"/>
                  </a:lnTo>
                  <a:lnTo>
                    <a:pt x="415012" y="559616"/>
                  </a:lnTo>
                  <a:lnTo>
                    <a:pt x="415662" y="549319"/>
                  </a:lnTo>
                  <a:lnTo>
                    <a:pt x="416312" y="538035"/>
                  </a:lnTo>
                  <a:lnTo>
                    <a:pt x="416962" y="525865"/>
                  </a:lnTo>
                  <a:lnTo>
                    <a:pt x="417612" y="513090"/>
                  </a:lnTo>
                  <a:lnTo>
                    <a:pt x="418262" y="500214"/>
                  </a:lnTo>
                  <a:lnTo>
                    <a:pt x="418912" y="487492"/>
                  </a:lnTo>
                  <a:lnTo>
                    <a:pt x="419562" y="475027"/>
                  </a:lnTo>
                  <a:lnTo>
                    <a:pt x="420211" y="462985"/>
                  </a:lnTo>
                  <a:lnTo>
                    <a:pt x="420861" y="451571"/>
                  </a:lnTo>
                  <a:lnTo>
                    <a:pt x="421511" y="440956"/>
                  </a:lnTo>
                  <a:lnTo>
                    <a:pt x="422161" y="431239"/>
                  </a:lnTo>
                  <a:lnTo>
                    <a:pt x="422811" y="422501"/>
                  </a:lnTo>
                  <a:lnTo>
                    <a:pt x="423461" y="414718"/>
                  </a:lnTo>
                  <a:lnTo>
                    <a:pt x="424111" y="407928"/>
                  </a:lnTo>
                  <a:lnTo>
                    <a:pt x="424761" y="402210"/>
                  </a:lnTo>
                  <a:lnTo>
                    <a:pt x="425411" y="397478"/>
                  </a:lnTo>
                  <a:lnTo>
                    <a:pt x="426061" y="393764"/>
                  </a:lnTo>
                  <a:lnTo>
                    <a:pt x="426711" y="391307"/>
                  </a:lnTo>
                  <a:lnTo>
                    <a:pt x="427361" y="390192"/>
                  </a:lnTo>
                  <a:lnTo>
                    <a:pt x="428011" y="390325"/>
                  </a:lnTo>
                  <a:lnTo>
                    <a:pt x="428661" y="391592"/>
                  </a:lnTo>
                  <a:lnTo>
                    <a:pt x="429311" y="393944"/>
                  </a:lnTo>
                  <a:lnTo>
                    <a:pt x="429960" y="397293"/>
                  </a:lnTo>
                  <a:lnTo>
                    <a:pt x="430610" y="401684"/>
                  </a:lnTo>
                  <a:lnTo>
                    <a:pt x="431260" y="407092"/>
                  </a:lnTo>
                  <a:lnTo>
                    <a:pt x="431910" y="413422"/>
                  </a:lnTo>
                  <a:lnTo>
                    <a:pt x="432560" y="420745"/>
                  </a:lnTo>
                  <a:lnTo>
                    <a:pt x="433210" y="429139"/>
                  </a:lnTo>
                  <a:lnTo>
                    <a:pt x="433860" y="438503"/>
                  </a:lnTo>
                  <a:lnTo>
                    <a:pt x="434510" y="448481"/>
                  </a:lnTo>
                  <a:lnTo>
                    <a:pt x="435160" y="458828"/>
                  </a:lnTo>
                  <a:lnTo>
                    <a:pt x="435810" y="469436"/>
                  </a:lnTo>
                  <a:lnTo>
                    <a:pt x="436460" y="480039"/>
                  </a:lnTo>
                  <a:lnTo>
                    <a:pt x="437110" y="490316"/>
                  </a:lnTo>
                  <a:lnTo>
                    <a:pt x="437760" y="500017"/>
                  </a:lnTo>
                  <a:lnTo>
                    <a:pt x="438410" y="508923"/>
                  </a:lnTo>
                  <a:lnTo>
                    <a:pt x="439060" y="517180"/>
                  </a:lnTo>
                  <a:lnTo>
                    <a:pt x="439710" y="524841"/>
                  </a:lnTo>
                  <a:lnTo>
                    <a:pt x="440359" y="531648"/>
                  </a:lnTo>
                  <a:lnTo>
                    <a:pt x="441009" y="537592"/>
                  </a:lnTo>
                  <a:lnTo>
                    <a:pt x="441659" y="542754"/>
                  </a:lnTo>
                  <a:lnTo>
                    <a:pt x="442309" y="547140"/>
                  </a:lnTo>
                  <a:lnTo>
                    <a:pt x="442959" y="550935"/>
                  </a:lnTo>
                  <a:lnTo>
                    <a:pt x="443609" y="554294"/>
                  </a:lnTo>
                  <a:lnTo>
                    <a:pt x="444259" y="557526"/>
                  </a:lnTo>
                  <a:lnTo>
                    <a:pt x="444909" y="561100"/>
                  </a:lnTo>
                  <a:lnTo>
                    <a:pt x="445559" y="565254"/>
                  </a:lnTo>
                  <a:lnTo>
                    <a:pt x="446209" y="570266"/>
                  </a:lnTo>
                  <a:lnTo>
                    <a:pt x="446859" y="576355"/>
                  </a:lnTo>
                  <a:lnTo>
                    <a:pt x="447509" y="583706"/>
                  </a:lnTo>
                  <a:lnTo>
                    <a:pt x="448159" y="592642"/>
                  </a:lnTo>
                  <a:lnTo>
                    <a:pt x="448809" y="603267"/>
                  </a:lnTo>
                  <a:lnTo>
                    <a:pt x="449459" y="615532"/>
                  </a:lnTo>
                  <a:lnTo>
                    <a:pt x="450108" y="629440"/>
                  </a:lnTo>
                  <a:lnTo>
                    <a:pt x="450758" y="644672"/>
                  </a:lnTo>
                  <a:lnTo>
                    <a:pt x="451408" y="661314"/>
                  </a:lnTo>
                  <a:lnTo>
                    <a:pt x="452058" y="679176"/>
                  </a:lnTo>
                  <a:lnTo>
                    <a:pt x="452708" y="697770"/>
                  </a:lnTo>
                  <a:lnTo>
                    <a:pt x="453358" y="716483"/>
                  </a:lnTo>
                  <a:lnTo>
                    <a:pt x="454008" y="734670"/>
                  </a:lnTo>
                  <a:lnTo>
                    <a:pt x="454658" y="751705"/>
                  </a:lnTo>
                  <a:lnTo>
                    <a:pt x="455308" y="766779"/>
                  </a:lnTo>
                  <a:lnTo>
                    <a:pt x="455958" y="779357"/>
                  </a:lnTo>
                  <a:lnTo>
                    <a:pt x="456608" y="789457"/>
                  </a:lnTo>
                  <a:lnTo>
                    <a:pt x="457258" y="797069"/>
                  </a:lnTo>
                  <a:lnTo>
                    <a:pt x="457908" y="802316"/>
                  </a:lnTo>
                  <a:lnTo>
                    <a:pt x="458558" y="805082"/>
                  </a:lnTo>
                  <a:lnTo>
                    <a:pt x="459208" y="805516"/>
                  </a:lnTo>
                  <a:lnTo>
                    <a:pt x="459858" y="804044"/>
                  </a:lnTo>
                  <a:lnTo>
                    <a:pt x="460507" y="801058"/>
                  </a:lnTo>
                  <a:lnTo>
                    <a:pt x="461157" y="796414"/>
                  </a:lnTo>
                  <a:lnTo>
                    <a:pt x="461807" y="789810"/>
                  </a:lnTo>
                  <a:lnTo>
                    <a:pt x="462457" y="781484"/>
                  </a:lnTo>
                  <a:lnTo>
                    <a:pt x="463107" y="771866"/>
                  </a:lnTo>
                  <a:lnTo>
                    <a:pt x="463757" y="761430"/>
                  </a:lnTo>
                  <a:lnTo>
                    <a:pt x="464407" y="750513"/>
                  </a:lnTo>
                  <a:lnTo>
                    <a:pt x="465057" y="739523"/>
                  </a:lnTo>
                  <a:lnTo>
                    <a:pt x="465707" y="728627"/>
                  </a:lnTo>
                  <a:lnTo>
                    <a:pt x="466357" y="717823"/>
                  </a:lnTo>
                  <a:lnTo>
                    <a:pt x="467007" y="707282"/>
                  </a:lnTo>
                  <a:lnTo>
                    <a:pt x="467657" y="696958"/>
                  </a:lnTo>
                  <a:lnTo>
                    <a:pt x="468307" y="686845"/>
                  </a:lnTo>
                  <a:lnTo>
                    <a:pt x="468957" y="676798"/>
                  </a:lnTo>
                  <a:lnTo>
                    <a:pt x="469607" y="666793"/>
                  </a:lnTo>
                  <a:lnTo>
                    <a:pt x="470256" y="657090"/>
                  </a:lnTo>
                  <a:lnTo>
                    <a:pt x="470906" y="647974"/>
                  </a:lnTo>
                  <a:lnTo>
                    <a:pt x="471556" y="639605"/>
                  </a:lnTo>
                  <a:lnTo>
                    <a:pt x="472206" y="631968"/>
                  </a:lnTo>
                  <a:lnTo>
                    <a:pt x="472856" y="625307"/>
                  </a:lnTo>
                  <a:lnTo>
                    <a:pt x="473506" y="619761"/>
                  </a:lnTo>
                  <a:lnTo>
                    <a:pt x="474156" y="615183"/>
                  </a:lnTo>
                  <a:lnTo>
                    <a:pt x="474806" y="611243"/>
                  </a:lnTo>
                  <a:lnTo>
                    <a:pt x="475456" y="607586"/>
                  </a:lnTo>
                  <a:lnTo>
                    <a:pt x="476106" y="604108"/>
                  </a:lnTo>
                  <a:lnTo>
                    <a:pt x="476756" y="600669"/>
                  </a:lnTo>
                  <a:lnTo>
                    <a:pt x="477406" y="597044"/>
                  </a:lnTo>
                  <a:lnTo>
                    <a:pt x="478056" y="593096"/>
                  </a:lnTo>
                  <a:lnTo>
                    <a:pt x="478706" y="589028"/>
                  </a:lnTo>
                  <a:lnTo>
                    <a:pt x="479356" y="585153"/>
                  </a:lnTo>
                  <a:lnTo>
                    <a:pt x="480006" y="581544"/>
                  </a:lnTo>
                  <a:lnTo>
                    <a:pt x="480655" y="578016"/>
                  </a:lnTo>
                  <a:lnTo>
                    <a:pt x="481305" y="574696"/>
                  </a:lnTo>
                  <a:lnTo>
                    <a:pt x="481955" y="571807"/>
                  </a:lnTo>
                  <a:lnTo>
                    <a:pt x="482605" y="569335"/>
                  </a:lnTo>
                  <a:lnTo>
                    <a:pt x="483255" y="567179"/>
                  </a:lnTo>
                  <a:lnTo>
                    <a:pt x="483905" y="565194"/>
                  </a:lnTo>
                  <a:lnTo>
                    <a:pt x="484555" y="563379"/>
                  </a:lnTo>
                  <a:lnTo>
                    <a:pt x="485205" y="562094"/>
                  </a:lnTo>
                  <a:lnTo>
                    <a:pt x="485855" y="561512"/>
                  </a:lnTo>
                  <a:lnTo>
                    <a:pt x="486505" y="561689"/>
                  </a:lnTo>
                  <a:lnTo>
                    <a:pt x="487155" y="562479"/>
                  </a:lnTo>
                  <a:lnTo>
                    <a:pt x="487805" y="563895"/>
                  </a:lnTo>
                  <a:lnTo>
                    <a:pt x="488455" y="565874"/>
                  </a:lnTo>
                  <a:lnTo>
                    <a:pt x="489105" y="567880"/>
                  </a:lnTo>
                  <a:lnTo>
                    <a:pt x="489755" y="569424"/>
                  </a:lnTo>
                  <a:lnTo>
                    <a:pt x="490404" y="570201"/>
                  </a:lnTo>
                  <a:lnTo>
                    <a:pt x="491054" y="570127"/>
                  </a:lnTo>
                  <a:lnTo>
                    <a:pt x="491704" y="569121"/>
                  </a:lnTo>
                  <a:lnTo>
                    <a:pt x="492354" y="567009"/>
                  </a:lnTo>
                  <a:lnTo>
                    <a:pt x="493004" y="563759"/>
                  </a:lnTo>
                  <a:lnTo>
                    <a:pt x="493654" y="559655"/>
                  </a:lnTo>
                  <a:lnTo>
                    <a:pt x="494304" y="555331"/>
                  </a:lnTo>
                  <a:lnTo>
                    <a:pt x="494954" y="550957"/>
                  </a:lnTo>
                  <a:lnTo>
                    <a:pt x="495604" y="546422"/>
                  </a:lnTo>
                  <a:lnTo>
                    <a:pt x="496254" y="541724"/>
                  </a:lnTo>
                  <a:lnTo>
                    <a:pt x="496904" y="537175"/>
                  </a:lnTo>
                  <a:lnTo>
                    <a:pt x="497554" y="532948"/>
                  </a:lnTo>
                  <a:lnTo>
                    <a:pt x="498204" y="529102"/>
                  </a:lnTo>
                  <a:lnTo>
                    <a:pt x="498854" y="525639"/>
                  </a:lnTo>
                  <a:lnTo>
                    <a:pt x="499504" y="522657"/>
                  </a:lnTo>
                  <a:lnTo>
                    <a:pt x="500154" y="520384"/>
                  </a:lnTo>
                  <a:lnTo>
                    <a:pt x="500803" y="518643"/>
                  </a:lnTo>
                  <a:lnTo>
                    <a:pt x="501453" y="517479"/>
                  </a:lnTo>
                  <a:lnTo>
                    <a:pt x="502103" y="516885"/>
                  </a:lnTo>
                  <a:lnTo>
                    <a:pt x="502753" y="516860"/>
                  </a:lnTo>
                  <a:lnTo>
                    <a:pt x="503403" y="517288"/>
                  </a:lnTo>
                  <a:lnTo>
                    <a:pt x="504053" y="517899"/>
                  </a:lnTo>
                  <a:lnTo>
                    <a:pt x="504703" y="518494"/>
                  </a:lnTo>
                  <a:lnTo>
                    <a:pt x="505353" y="519124"/>
                  </a:lnTo>
                  <a:lnTo>
                    <a:pt x="506003" y="519649"/>
                  </a:lnTo>
                  <a:lnTo>
                    <a:pt x="506653" y="520155"/>
                  </a:lnTo>
                  <a:lnTo>
                    <a:pt x="507303" y="520764"/>
                  </a:lnTo>
                  <a:lnTo>
                    <a:pt x="507953" y="521635"/>
                  </a:lnTo>
                  <a:lnTo>
                    <a:pt x="508603" y="523032"/>
                  </a:lnTo>
                  <a:lnTo>
                    <a:pt x="509253" y="524968"/>
                  </a:lnTo>
                  <a:lnTo>
                    <a:pt x="509903" y="527277"/>
                  </a:lnTo>
                  <a:lnTo>
                    <a:pt x="510552" y="530075"/>
                  </a:lnTo>
                  <a:lnTo>
                    <a:pt x="511202" y="533164"/>
                  </a:lnTo>
                  <a:lnTo>
                    <a:pt x="511852" y="536350"/>
                  </a:lnTo>
                  <a:lnTo>
                    <a:pt x="512502" y="539574"/>
                  </a:lnTo>
                  <a:lnTo>
                    <a:pt x="513152" y="542863"/>
                  </a:lnTo>
                  <a:lnTo>
                    <a:pt x="513802" y="546353"/>
                  </a:lnTo>
                  <a:lnTo>
                    <a:pt x="514452" y="550186"/>
                  </a:lnTo>
                  <a:lnTo>
                    <a:pt x="515102" y="554398"/>
                  </a:lnTo>
                  <a:lnTo>
                    <a:pt x="515752" y="559233"/>
                  </a:lnTo>
                  <a:lnTo>
                    <a:pt x="516402" y="564505"/>
                  </a:lnTo>
                  <a:lnTo>
                    <a:pt x="517052" y="570043"/>
                  </a:lnTo>
                  <a:lnTo>
                    <a:pt x="517702" y="575474"/>
                  </a:lnTo>
                  <a:lnTo>
                    <a:pt x="518352" y="580598"/>
                  </a:lnTo>
                  <a:lnTo>
                    <a:pt x="519002" y="585506"/>
                  </a:lnTo>
                  <a:lnTo>
                    <a:pt x="519652" y="590653"/>
                  </a:lnTo>
                  <a:lnTo>
                    <a:pt x="520302" y="596322"/>
                  </a:lnTo>
                  <a:lnTo>
                    <a:pt x="520951" y="602813"/>
                  </a:lnTo>
                  <a:lnTo>
                    <a:pt x="521601" y="610634"/>
                  </a:lnTo>
                  <a:lnTo>
                    <a:pt x="522251" y="619992"/>
                  </a:lnTo>
                  <a:lnTo>
                    <a:pt x="522901" y="631029"/>
                  </a:lnTo>
                  <a:lnTo>
                    <a:pt x="523551" y="643507"/>
                  </a:lnTo>
                  <a:lnTo>
                    <a:pt x="524201" y="656978"/>
                  </a:lnTo>
                  <a:lnTo>
                    <a:pt x="524851" y="671123"/>
                  </a:lnTo>
                  <a:lnTo>
                    <a:pt x="525501" y="685697"/>
                  </a:lnTo>
                  <a:lnTo>
                    <a:pt x="526151" y="700685"/>
                  </a:lnTo>
                  <a:lnTo>
                    <a:pt x="526801" y="715910"/>
                  </a:lnTo>
                  <a:lnTo>
                    <a:pt x="527451" y="731406"/>
                  </a:lnTo>
                  <a:lnTo>
                    <a:pt x="528101" y="747536"/>
                  </a:lnTo>
                  <a:lnTo>
                    <a:pt x="528751" y="764371"/>
                  </a:lnTo>
                  <a:lnTo>
                    <a:pt x="529401" y="781364"/>
                  </a:lnTo>
                  <a:lnTo>
                    <a:pt x="530051" y="797841"/>
                  </a:lnTo>
                  <a:lnTo>
                    <a:pt x="530700" y="813097"/>
                  </a:lnTo>
                  <a:lnTo>
                    <a:pt x="531350" y="826665"/>
                  </a:lnTo>
                  <a:lnTo>
                    <a:pt x="532000" y="838275"/>
                  </a:lnTo>
                  <a:lnTo>
                    <a:pt x="532650" y="847165"/>
                  </a:lnTo>
                  <a:lnTo>
                    <a:pt x="533300" y="853154"/>
                  </a:lnTo>
                  <a:lnTo>
                    <a:pt x="533950" y="856806"/>
                  </a:lnTo>
                  <a:lnTo>
                    <a:pt x="534600" y="858557"/>
                  </a:lnTo>
                  <a:lnTo>
                    <a:pt x="535250" y="858586"/>
                  </a:lnTo>
                  <a:lnTo>
                    <a:pt x="535900" y="856660"/>
                  </a:lnTo>
                  <a:lnTo>
                    <a:pt x="536550" y="852742"/>
                  </a:lnTo>
                  <a:lnTo>
                    <a:pt x="537200" y="847127"/>
                  </a:lnTo>
                  <a:lnTo>
                    <a:pt x="537850" y="840117"/>
                  </a:lnTo>
                  <a:lnTo>
                    <a:pt x="538500" y="832153"/>
                  </a:lnTo>
                  <a:lnTo>
                    <a:pt x="539150" y="823465"/>
                  </a:lnTo>
                  <a:lnTo>
                    <a:pt x="539800" y="814504"/>
                  </a:lnTo>
                  <a:lnTo>
                    <a:pt x="540450" y="805750"/>
                  </a:lnTo>
                  <a:lnTo>
                    <a:pt x="541099" y="797371"/>
                  </a:lnTo>
                  <a:lnTo>
                    <a:pt x="541749" y="789583"/>
                  </a:lnTo>
                  <a:lnTo>
                    <a:pt x="542399" y="783085"/>
                  </a:lnTo>
                  <a:lnTo>
                    <a:pt x="543049" y="778078"/>
                  </a:lnTo>
                  <a:lnTo>
                    <a:pt x="543699" y="774348"/>
                  </a:lnTo>
                  <a:lnTo>
                    <a:pt x="544349" y="771719"/>
                  </a:lnTo>
                  <a:lnTo>
                    <a:pt x="544999" y="769967"/>
                  </a:lnTo>
                  <a:lnTo>
                    <a:pt x="545649" y="769373"/>
                  </a:lnTo>
                  <a:lnTo>
                    <a:pt x="546299" y="769841"/>
                  </a:lnTo>
                  <a:lnTo>
                    <a:pt x="546949" y="770958"/>
                  </a:lnTo>
                  <a:lnTo>
                    <a:pt x="547599" y="772005"/>
                  </a:lnTo>
                  <a:lnTo>
                    <a:pt x="548249" y="772449"/>
                  </a:lnTo>
                  <a:lnTo>
                    <a:pt x="548899" y="772291"/>
                  </a:lnTo>
                  <a:lnTo>
                    <a:pt x="549549" y="771625"/>
                  </a:lnTo>
                  <a:lnTo>
                    <a:pt x="550199" y="770285"/>
                  </a:lnTo>
                  <a:lnTo>
                    <a:pt x="550848" y="767891"/>
                  </a:lnTo>
                  <a:lnTo>
                    <a:pt x="551498" y="764248"/>
                  </a:lnTo>
                  <a:lnTo>
                    <a:pt x="552148" y="758721"/>
                  </a:lnTo>
                  <a:lnTo>
                    <a:pt x="552798" y="751166"/>
                  </a:lnTo>
                  <a:lnTo>
                    <a:pt x="553448" y="741640"/>
                  </a:lnTo>
                  <a:lnTo>
                    <a:pt x="554098" y="730014"/>
                  </a:lnTo>
                  <a:lnTo>
                    <a:pt x="554748" y="716700"/>
                  </a:lnTo>
                  <a:lnTo>
                    <a:pt x="555398" y="702048"/>
                  </a:lnTo>
                  <a:lnTo>
                    <a:pt x="556048" y="686448"/>
                  </a:lnTo>
                  <a:lnTo>
                    <a:pt x="556698" y="670689"/>
                  </a:lnTo>
                  <a:lnTo>
                    <a:pt x="557348" y="655447"/>
                  </a:lnTo>
                  <a:lnTo>
                    <a:pt x="557998" y="641007"/>
                  </a:lnTo>
                  <a:lnTo>
                    <a:pt x="558648" y="627292"/>
                  </a:lnTo>
                  <a:lnTo>
                    <a:pt x="559298" y="614157"/>
                  </a:lnTo>
                  <a:lnTo>
                    <a:pt x="559948" y="601528"/>
                  </a:lnTo>
                  <a:lnTo>
                    <a:pt x="560598" y="589518"/>
                  </a:lnTo>
                  <a:lnTo>
                    <a:pt x="561247" y="578053"/>
                  </a:lnTo>
                  <a:lnTo>
                    <a:pt x="561897" y="567275"/>
                  </a:lnTo>
                  <a:lnTo>
                    <a:pt x="562547" y="557369"/>
                  </a:lnTo>
                  <a:lnTo>
                    <a:pt x="563197" y="548468"/>
                  </a:lnTo>
                  <a:lnTo>
                    <a:pt x="563847" y="540810"/>
                  </a:lnTo>
                  <a:lnTo>
                    <a:pt x="564497" y="534080"/>
                  </a:lnTo>
                  <a:lnTo>
                    <a:pt x="565147" y="528184"/>
                  </a:lnTo>
                  <a:lnTo>
                    <a:pt x="565797" y="523244"/>
                  </a:lnTo>
                  <a:lnTo>
                    <a:pt x="566447" y="518889"/>
                  </a:lnTo>
                  <a:lnTo>
                    <a:pt x="567097" y="514766"/>
                  </a:lnTo>
                  <a:lnTo>
                    <a:pt x="567747" y="510582"/>
                  </a:lnTo>
                  <a:lnTo>
                    <a:pt x="568397" y="506468"/>
                  </a:lnTo>
                  <a:lnTo>
                    <a:pt x="569047" y="502549"/>
                  </a:lnTo>
                  <a:lnTo>
                    <a:pt x="569697" y="498988"/>
                  </a:lnTo>
                  <a:lnTo>
                    <a:pt x="570347" y="495515"/>
                  </a:lnTo>
                  <a:lnTo>
                    <a:pt x="570996" y="491958"/>
                  </a:lnTo>
                  <a:lnTo>
                    <a:pt x="571646" y="488377"/>
                  </a:lnTo>
                  <a:lnTo>
                    <a:pt x="572296" y="484706"/>
                  </a:lnTo>
                  <a:lnTo>
                    <a:pt x="572946" y="480854"/>
                  </a:lnTo>
                  <a:lnTo>
                    <a:pt x="573596" y="476798"/>
                  </a:lnTo>
                  <a:lnTo>
                    <a:pt x="574246" y="472763"/>
                  </a:lnTo>
                  <a:lnTo>
                    <a:pt x="574896" y="468703"/>
                  </a:lnTo>
                  <a:lnTo>
                    <a:pt x="575546" y="464545"/>
                  </a:lnTo>
                  <a:lnTo>
                    <a:pt x="576196" y="460357"/>
                  </a:lnTo>
                  <a:lnTo>
                    <a:pt x="576846" y="456156"/>
                  </a:lnTo>
                  <a:lnTo>
                    <a:pt x="577496" y="452193"/>
                  </a:lnTo>
                  <a:lnTo>
                    <a:pt x="578146" y="448394"/>
                  </a:lnTo>
                  <a:lnTo>
                    <a:pt x="578796" y="444701"/>
                  </a:lnTo>
                  <a:lnTo>
                    <a:pt x="579446" y="441035"/>
                  </a:lnTo>
                  <a:lnTo>
                    <a:pt x="580096" y="437706"/>
                  </a:lnTo>
                  <a:lnTo>
                    <a:pt x="580745" y="435036"/>
                  </a:lnTo>
                  <a:lnTo>
                    <a:pt x="581395" y="433143"/>
                  </a:lnTo>
                  <a:lnTo>
                    <a:pt x="582045" y="431902"/>
                  </a:lnTo>
                  <a:lnTo>
                    <a:pt x="582695" y="431239"/>
                  </a:lnTo>
                  <a:lnTo>
                    <a:pt x="583345" y="430901"/>
                  </a:lnTo>
                  <a:lnTo>
                    <a:pt x="583995" y="430761"/>
                  </a:lnTo>
                  <a:lnTo>
                    <a:pt x="584645" y="430957"/>
                  </a:lnTo>
                  <a:lnTo>
                    <a:pt x="585295" y="431344"/>
                  </a:lnTo>
                  <a:lnTo>
                    <a:pt x="585945" y="431701"/>
                  </a:lnTo>
                  <a:lnTo>
                    <a:pt x="586595" y="431913"/>
                  </a:lnTo>
                  <a:lnTo>
                    <a:pt x="587245" y="431785"/>
                  </a:lnTo>
                  <a:lnTo>
                    <a:pt x="587895" y="431192"/>
                  </a:lnTo>
                  <a:lnTo>
                    <a:pt x="588545" y="430165"/>
                  </a:lnTo>
                  <a:lnTo>
                    <a:pt x="589195" y="428414"/>
                  </a:lnTo>
                  <a:lnTo>
                    <a:pt x="589845" y="425754"/>
                  </a:lnTo>
                  <a:lnTo>
                    <a:pt x="590495" y="422124"/>
                  </a:lnTo>
                  <a:lnTo>
                    <a:pt x="591144" y="417695"/>
                  </a:lnTo>
                  <a:lnTo>
                    <a:pt x="591794" y="412662"/>
                  </a:lnTo>
                  <a:lnTo>
                    <a:pt x="592444" y="407232"/>
                  </a:lnTo>
                  <a:lnTo>
                    <a:pt x="593094" y="401526"/>
                  </a:lnTo>
                  <a:lnTo>
                    <a:pt x="593744" y="395773"/>
                  </a:lnTo>
                  <a:lnTo>
                    <a:pt x="594394" y="389908"/>
                  </a:lnTo>
                  <a:lnTo>
                    <a:pt x="595044" y="384062"/>
                  </a:lnTo>
                  <a:lnTo>
                    <a:pt x="595694" y="378250"/>
                  </a:lnTo>
                  <a:lnTo>
                    <a:pt x="596344" y="372559"/>
                  </a:lnTo>
                  <a:lnTo>
                    <a:pt x="596994" y="367230"/>
                  </a:lnTo>
                  <a:lnTo>
                    <a:pt x="597644" y="362421"/>
                  </a:lnTo>
                  <a:lnTo>
                    <a:pt x="598294" y="358146"/>
                  </a:lnTo>
                  <a:lnTo>
                    <a:pt x="598944" y="354694"/>
                  </a:lnTo>
                  <a:lnTo>
                    <a:pt x="599594" y="352278"/>
                  </a:lnTo>
                  <a:lnTo>
                    <a:pt x="600244" y="351093"/>
                  </a:lnTo>
                  <a:lnTo>
                    <a:pt x="600893" y="351001"/>
                  </a:lnTo>
                  <a:lnTo>
                    <a:pt x="601543" y="351953"/>
                  </a:lnTo>
                  <a:lnTo>
                    <a:pt x="602193" y="353777"/>
                  </a:lnTo>
                  <a:lnTo>
                    <a:pt x="602843" y="356446"/>
                  </a:lnTo>
                  <a:lnTo>
                    <a:pt x="603493" y="359795"/>
                  </a:lnTo>
                  <a:lnTo>
                    <a:pt x="604143" y="363611"/>
                  </a:lnTo>
                  <a:lnTo>
                    <a:pt x="604793" y="367502"/>
                  </a:lnTo>
                  <a:lnTo>
                    <a:pt x="605443" y="371452"/>
                  </a:lnTo>
                  <a:lnTo>
                    <a:pt x="606093" y="375345"/>
                  </a:lnTo>
                  <a:lnTo>
                    <a:pt x="606743" y="379035"/>
                  </a:lnTo>
                  <a:lnTo>
                    <a:pt x="607393" y="382480"/>
                  </a:lnTo>
                  <a:lnTo>
                    <a:pt x="608043" y="385426"/>
                  </a:lnTo>
                  <a:lnTo>
                    <a:pt x="608693" y="387749"/>
                  </a:lnTo>
                  <a:lnTo>
                    <a:pt x="609343" y="389453"/>
                  </a:lnTo>
                  <a:lnTo>
                    <a:pt x="609993" y="390376"/>
                  </a:lnTo>
                  <a:lnTo>
                    <a:pt x="610643" y="390468"/>
                  </a:lnTo>
                  <a:lnTo>
                    <a:pt x="611292" y="389662"/>
                  </a:lnTo>
                  <a:lnTo>
                    <a:pt x="611942" y="388040"/>
                  </a:lnTo>
                  <a:lnTo>
                    <a:pt x="612592" y="385843"/>
                  </a:lnTo>
                  <a:lnTo>
                    <a:pt x="613242" y="383066"/>
                  </a:lnTo>
                  <a:lnTo>
                    <a:pt x="613892" y="379700"/>
                  </a:lnTo>
                  <a:lnTo>
                    <a:pt x="614542" y="376107"/>
                  </a:lnTo>
                  <a:lnTo>
                    <a:pt x="615192" y="372500"/>
                  </a:lnTo>
                  <a:lnTo>
                    <a:pt x="615842" y="369283"/>
                  </a:lnTo>
                  <a:lnTo>
                    <a:pt x="616492" y="366546"/>
                  </a:lnTo>
                  <a:lnTo>
                    <a:pt x="617142" y="364312"/>
                  </a:lnTo>
                  <a:lnTo>
                    <a:pt x="617792" y="362810"/>
                  </a:lnTo>
                  <a:lnTo>
                    <a:pt x="618442" y="362418"/>
                  </a:lnTo>
                  <a:lnTo>
                    <a:pt x="619092" y="363226"/>
                  </a:lnTo>
                  <a:lnTo>
                    <a:pt x="619742" y="365167"/>
                  </a:lnTo>
                  <a:lnTo>
                    <a:pt x="620392" y="368241"/>
                  </a:lnTo>
                  <a:lnTo>
                    <a:pt x="621041" y="372427"/>
                  </a:lnTo>
                  <a:lnTo>
                    <a:pt x="621691" y="377759"/>
                  </a:lnTo>
                  <a:lnTo>
                    <a:pt x="622341" y="384106"/>
                  </a:lnTo>
                  <a:lnTo>
                    <a:pt x="622991" y="391401"/>
                  </a:lnTo>
                  <a:lnTo>
                    <a:pt x="623641" y="399606"/>
                  </a:lnTo>
                  <a:lnTo>
                    <a:pt x="624291" y="408723"/>
                  </a:lnTo>
                  <a:lnTo>
                    <a:pt x="624941" y="418694"/>
                  </a:lnTo>
                  <a:lnTo>
                    <a:pt x="625591" y="429415"/>
                  </a:lnTo>
                  <a:lnTo>
                    <a:pt x="626241" y="440727"/>
                  </a:lnTo>
                  <a:lnTo>
                    <a:pt x="626891" y="452798"/>
                  </a:lnTo>
                  <a:lnTo>
                    <a:pt x="627541" y="465596"/>
                  </a:lnTo>
                  <a:lnTo>
                    <a:pt x="628191" y="478975"/>
                  </a:lnTo>
                  <a:lnTo>
                    <a:pt x="628841" y="492742"/>
                  </a:lnTo>
                  <a:lnTo>
                    <a:pt x="629491" y="506879"/>
                  </a:lnTo>
                  <a:lnTo>
                    <a:pt x="630141" y="521446"/>
                  </a:lnTo>
                  <a:lnTo>
                    <a:pt x="630791" y="536479"/>
                  </a:lnTo>
                  <a:lnTo>
                    <a:pt x="631440" y="551751"/>
                  </a:lnTo>
                  <a:lnTo>
                    <a:pt x="632090" y="567140"/>
                  </a:lnTo>
                  <a:lnTo>
                    <a:pt x="632740" y="582607"/>
                  </a:lnTo>
                  <a:lnTo>
                    <a:pt x="633390" y="598436"/>
                  </a:lnTo>
                  <a:lnTo>
                    <a:pt x="634040" y="614586"/>
                  </a:lnTo>
                  <a:lnTo>
                    <a:pt x="634690" y="631042"/>
                  </a:lnTo>
                  <a:lnTo>
                    <a:pt x="635340" y="647611"/>
                  </a:lnTo>
                  <a:lnTo>
                    <a:pt x="635990" y="664416"/>
                  </a:lnTo>
                  <a:lnTo>
                    <a:pt x="636640" y="681322"/>
                  </a:lnTo>
                  <a:lnTo>
                    <a:pt x="637290" y="698525"/>
                  </a:lnTo>
                  <a:lnTo>
                    <a:pt x="637940" y="715665"/>
                  </a:lnTo>
                  <a:lnTo>
                    <a:pt x="638590" y="732606"/>
                  </a:lnTo>
                  <a:lnTo>
                    <a:pt x="639240" y="749082"/>
                  </a:lnTo>
                  <a:lnTo>
                    <a:pt x="639890" y="764900"/>
                  </a:lnTo>
                  <a:lnTo>
                    <a:pt x="640540" y="780337"/>
                  </a:lnTo>
                  <a:lnTo>
                    <a:pt x="641189" y="795797"/>
                  </a:lnTo>
                  <a:lnTo>
                    <a:pt x="641839" y="811430"/>
                  </a:lnTo>
                  <a:lnTo>
                    <a:pt x="642489" y="827330"/>
                  </a:lnTo>
                  <a:lnTo>
                    <a:pt x="643139" y="843475"/>
                  </a:lnTo>
                  <a:lnTo>
                    <a:pt x="643789" y="859998"/>
                  </a:lnTo>
                  <a:lnTo>
                    <a:pt x="644439" y="877073"/>
                  </a:lnTo>
                  <a:lnTo>
                    <a:pt x="645089" y="894465"/>
                  </a:lnTo>
                  <a:lnTo>
                    <a:pt x="645739" y="912151"/>
                  </a:lnTo>
                  <a:lnTo>
                    <a:pt x="646389" y="930410"/>
                  </a:lnTo>
                  <a:lnTo>
                    <a:pt x="647039" y="949146"/>
                  </a:lnTo>
                  <a:lnTo>
                    <a:pt x="647689" y="968825"/>
                  </a:lnTo>
                  <a:lnTo>
                    <a:pt x="648339" y="989841"/>
                  </a:lnTo>
                  <a:lnTo>
                    <a:pt x="648989" y="1012608"/>
                  </a:lnTo>
                  <a:lnTo>
                    <a:pt x="649639" y="1037318"/>
                  </a:lnTo>
                  <a:lnTo>
                    <a:pt x="650289" y="1063826"/>
                  </a:lnTo>
                  <a:lnTo>
                    <a:pt x="650939" y="1091043"/>
                  </a:lnTo>
                  <a:lnTo>
                    <a:pt x="651588" y="1118681"/>
                  </a:lnTo>
                  <a:lnTo>
                    <a:pt x="652238" y="1146920"/>
                  </a:lnTo>
                  <a:lnTo>
                    <a:pt x="652888" y="1175700"/>
                  </a:lnTo>
                  <a:lnTo>
                    <a:pt x="653538" y="1204890"/>
                  </a:lnTo>
                  <a:lnTo>
                    <a:pt x="654188" y="1234392"/>
                  </a:lnTo>
                  <a:lnTo>
                    <a:pt x="654838" y="1263867"/>
                  </a:lnTo>
                  <a:lnTo>
                    <a:pt x="655488" y="1292846"/>
                  </a:lnTo>
                  <a:lnTo>
                    <a:pt x="656138" y="1320800"/>
                  </a:lnTo>
                  <a:lnTo>
                    <a:pt x="656788" y="1346316"/>
                  </a:lnTo>
                  <a:lnTo>
                    <a:pt x="657438" y="1367753"/>
                  </a:lnTo>
                  <a:lnTo>
                    <a:pt x="658088" y="1383776"/>
                  </a:lnTo>
                  <a:lnTo>
                    <a:pt x="658738" y="1393750"/>
                  </a:lnTo>
                  <a:lnTo>
                    <a:pt x="659388" y="1396726"/>
                  </a:lnTo>
                  <a:lnTo>
                    <a:pt x="660038" y="1392369"/>
                  </a:lnTo>
                  <a:lnTo>
                    <a:pt x="660688" y="1382143"/>
                  </a:lnTo>
                  <a:lnTo>
                    <a:pt x="661337" y="1366417"/>
                  </a:lnTo>
                  <a:lnTo>
                    <a:pt x="661987" y="1345572"/>
                  </a:lnTo>
                  <a:lnTo>
                    <a:pt x="662637" y="1320128"/>
                  </a:lnTo>
                  <a:lnTo>
                    <a:pt x="663287" y="1290837"/>
                  </a:lnTo>
                  <a:lnTo>
                    <a:pt x="663937" y="1258657"/>
                  </a:lnTo>
                  <a:lnTo>
                    <a:pt x="664587" y="1225205"/>
                  </a:lnTo>
                  <a:lnTo>
                    <a:pt x="665237" y="1191351"/>
                  </a:lnTo>
                  <a:lnTo>
                    <a:pt x="665887" y="1157492"/>
                  </a:lnTo>
                  <a:lnTo>
                    <a:pt x="666537" y="1124811"/>
                  </a:lnTo>
                  <a:lnTo>
                    <a:pt x="667187" y="1093880"/>
                  </a:lnTo>
                  <a:lnTo>
                    <a:pt x="667837" y="1064873"/>
                  </a:lnTo>
                  <a:lnTo>
                    <a:pt x="668487" y="1037714"/>
                  </a:lnTo>
                  <a:lnTo>
                    <a:pt x="669137" y="1012446"/>
                  </a:lnTo>
                  <a:lnTo>
                    <a:pt x="669787" y="989205"/>
                  </a:lnTo>
                  <a:lnTo>
                    <a:pt x="670437" y="967903"/>
                  </a:lnTo>
                  <a:lnTo>
                    <a:pt x="671087" y="948895"/>
                  </a:lnTo>
                  <a:lnTo>
                    <a:pt x="671736" y="931898"/>
                  </a:lnTo>
                  <a:lnTo>
                    <a:pt x="672386" y="917006"/>
                  </a:lnTo>
                  <a:lnTo>
                    <a:pt x="673036" y="903918"/>
                  </a:lnTo>
                  <a:lnTo>
                    <a:pt x="673686" y="892257"/>
                  </a:lnTo>
                  <a:lnTo>
                    <a:pt x="674336" y="881158"/>
                  </a:lnTo>
                  <a:lnTo>
                    <a:pt x="674986" y="870016"/>
                  </a:lnTo>
                  <a:lnTo>
                    <a:pt x="675636" y="858034"/>
                  </a:lnTo>
                  <a:lnTo>
                    <a:pt x="676286" y="844460"/>
                  </a:lnTo>
                  <a:lnTo>
                    <a:pt x="676936" y="828844"/>
                  </a:lnTo>
                  <a:lnTo>
                    <a:pt x="677586" y="810990"/>
                  </a:lnTo>
                  <a:lnTo>
                    <a:pt x="678236" y="791104"/>
                  </a:lnTo>
                  <a:lnTo>
                    <a:pt x="678886" y="769915"/>
                  </a:lnTo>
                  <a:lnTo>
                    <a:pt x="679536" y="748013"/>
                  </a:lnTo>
                  <a:lnTo>
                    <a:pt x="680186" y="726187"/>
                  </a:lnTo>
                  <a:lnTo>
                    <a:pt x="680836" y="704810"/>
                  </a:lnTo>
                  <a:lnTo>
                    <a:pt x="681485" y="684331"/>
                  </a:lnTo>
                  <a:lnTo>
                    <a:pt x="682135" y="664935"/>
                  </a:lnTo>
                  <a:lnTo>
                    <a:pt x="682785" y="646696"/>
                  </a:lnTo>
                  <a:lnTo>
                    <a:pt x="683435" y="629626"/>
                  </a:lnTo>
                  <a:lnTo>
                    <a:pt x="684085" y="613902"/>
                  </a:lnTo>
                  <a:lnTo>
                    <a:pt x="684735" y="599500"/>
                  </a:lnTo>
                  <a:lnTo>
                    <a:pt x="685385" y="586411"/>
                  </a:lnTo>
                  <a:lnTo>
                    <a:pt x="686035" y="574523"/>
                  </a:lnTo>
                  <a:lnTo>
                    <a:pt x="686685" y="563846"/>
                  </a:lnTo>
                  <a:lnTo>
                    <a:pt x="687335" y="554555"/>
                  </a:lnTo>
                  <a:lnTo>
                    <a:pt x="687985" y="546583"/>
                  </a:lnTo>
                  <a:lnTo>
                    <a:pt x="688635" y="539635"/>
                  </a:lnTo>
                  <a:lnTo>
                    <a:pt x="689285" y="533430"/>
                  </a:lnTo>
                  <a:lnTo>
                    <a:pt x="689935" y="527681"/>
                  </a:lnTo>
                  <a:lnTo>
                    <a:pt x="690585" y="522201"/>
                  </a:lnTo>
                  <a:lnTo>
                    <a:pt x="691235" y="516810"/>
                  </a:lnTo>
                  <a:lnTo>
                    <a:pt x="691884" y="511503"/>
                  </a:lnTo>
                  <a:lnTo>
                    <a:pt x="692534" y="506473"/>
                  </a:lnTo>
                  <a:lnTo>
                    <a:pt x="693184" y="501937"/>
                  </a:lnTo>
                  <a:lnTo>
                    <a:pt x="693834" y="498238"/>
                  </a:lnTo>
                  <a:lnTo>
                    <a:pt x="694484" y="495641"/>
                  </a:lnTo>
                  <a:lnTo>
                    <a:pt x="695134" y="494413"/>
                  </a:lnTo>
                  <a:lnTo>
                    <a:pt x="695784" y="494827"/>
                  </a:lnTo>
                  <a:lnTo>
                    <a:pt x="696434" y="496978"/>
                  </a:lnTo>
                  <a:lnTo>
                    <a:pt x="697084" y="500740"/>
                  </a:lnTo>
                  <a:lnTo>
                    <a:pt x="697734" y="506051"/>
                  </a:lnTo>
                  <a:lnTo>
                    <a:pt x="698384" y="512698"/>
                  </a:lnTo>
                  <a:lnTo>
                    <a:pt x="699034" y="520383"/>
                  </a:lnTo>
                  <a:lnTo>
                    <a:pt x="699684" y="528812"/>
                  </a:lnTo>
                  <a:lnTo>
                    <a:pt x="700334" y="537817"/>
                  </a:lnTo>
                  <a:lnTo>
                    <a:pt x="700984" y="547424"/>
                  </a:lnTo>
                  <a:lnTo>
                    <a:pt x="701633" y="557494"/>
                  </a:lnTo>
                  <a:lnTo>
                    <a:pt x="702283" y="567795"/>
                  </a:lnTo>
                  <a:lnTo>
                    <a:pt x="702933" y="578169"/>
                  </a:lnTo>
                  <a:lnTo>
                    <a:pt x="703583" y="588076"/>
                  </a:lnTo>
                  <a:lnTo>
                    <a:pt x="704233" y="597382"/>
                  </a:lnTo>
                  <a:lnTo>
                    <a:pt x="704883" y="605674"/>
                  </a:lnTo>
                  <a:lnTo>
                    <a:pt x="705533" y="612811"/>
                  </a:lnTo>
                  <a:lnTo>
                    <a:pt x="706183" y="618610"/>
                  </a:lnTo>
                  <a:lnTo>
                    <a:pt x="706833" y="623250"/>
                  </a:lnTo>
                  <a:lnTo>
                    <a:pt x="707483" y="626809"/>
                  </a:lnTo>
                  <a:lnTo>
                    <a:pt x="708133" y="629820"/>
                  </a:lnTo>
                  <a:lnTo>
                    <a:pt x="708783" y="632774"/>
                  </a:lnTo>
                  <a:lnTo>
                    <a:pt x="709433" y="636271"/>
                  </a:lnTo>
                  <a:lnTo>
                    <a:pt x="710083" y="640812"/>
                  </a:lnTo>
                  <a:lnTo>
                    <a:pt x="710733" y="646638"/>
                  </a:lnTo>
                  <a:lnTo>
                    <a:pt x="711383" y="653452"/>
                  </a:lnTo>
                  <a:lnTo>
                    <a:pt x="712032" y="660991"/>
                  </a:lnTo>
                  <a:lnTo>
                    <a:pt x="712682" y="668585"/>
                  </a:lnTo>
                  <a:lnTo>
                    <a:pt x="713332" y="676122"/>
                  </a:lnTo>
                  <a:lnTo>
                    <a:pt x="713982" y="683372"/>
                  </a:lnTo>
                  <a:lnTo>
                    <a:pt x="714632" y="690343"/>
                  </a:lnTo>
                  <a:lnTo>
                    <a:pt x="715282" y="696977"/>
                  </a:lnTo>
                  <a:lnTo>
                    <a:pt x="715932" y="703591"/>
                  </a:lnTo>
                  <a:lnTo>
                    <a:pt x="716582" y="710234"/>
                  </a:lnTo>
                  <a:lnTo>
                    <a:pt x="717232" y="717134"/>
                  </a:lnTo>
                  <a:lnTo>
                    <a:pt x="717882" y="724184"/>
                  </a:lnTo>
                  <a:lnTo>
                    <a:pt x="718532" y="731480"/>
                  </a:lnTo>
                  <a:lnTo>
                    <a:pt x="719182" y="738777"/>
                  </a:lnTo>
                  <a:lnTo>
                    <a:pt x="719832" y="745643"/>
                  </a:lnTo>
                  <a:lnTo>
                    <a:pt x="720482" y="751988"/>
                  </a:lnTo>
                  <a:lnTo>
                    <a:pt x="721132" y="757919"/>
                  </a:lnTo>
                  <a:lnTo>
                    <a:pt x="721781" y="763865"/>
                  </a:lnTo>
                  <a:lnTo>
                    <a:pt x="722431" y="770429"/>
                  </a:lnTo>
                  <a:lnTo>
                    <a:pt x="723081" y="777913"/>
                  </a:lnTo>
                  <a:lnTo>
                    <a:pt x="723731" y="786655"/>
                  </a:lnTo>
                  <a:lnTo>
                    <a:pt x="724381" y="796678"/>
                  </a:lnTo>
                  <a:lnTo>
                    <a:pt x="725031" y="807546"/>
                  </a:lnTo>
                  <a:lnTo>
                    <a:pt x="725681" y="818661"/>
                  </a:lnTo>
                  <a:lnTo>
                    <a:pt x="726331" y="829542"/>
                  </a:lnTo>
                  <a:lnTo>
                    <a:pt x="726981" y="839531"/>
                  </a:lnTo>
                  <a:lnTo>
                    <a:pt x="727631" y="847864"/>
                  </a:lnTo>
                  <a:lnTo>
                    <a:pt x="728281" y="853390"/>
                  </a:lnTo>
                  <a:lnTo>
                    <a:pt x="728931" y="855359"/>
                  </a:lnTo>
                  <a:lnTo>
                    <a:pt x="729581" y="853608"/>
                  </a:lnTo>
                  <a:lnTo>
                    <a:pt x="730231" y="848139"/>
                  </a:lnTo>
                  <a:lnTo>
                    <a:pt x="730881" y="839064"/>
                  </a:lnTo>
                  <a:lnTo>
                    <a:pt x="731530" y="826561"/>
                  </a:lnTo>
                  <a:lnTo>
                    <a:pt x="732180" y="811138"/>
                  </a:lnTo>
                  <a:lnTo>
                    <a:pt x="732830" y="793541"/>
                  </a:lnTo>
                  <a:lnTo>
                    <a:pt x="733480" y="774029"/>
                  </a:lnTo>
                  <a:lnTo>
                    <a:pt x="734130" y="753129"/>
                  </a:lnTo>
                  <a:lnTo>
                    <a:pt x="734780" y="731506"/>
                  </a:lnTo>
                  <a:lnTo>
                    <a:pt x="735430" y="709706"/>
                  </a:lnTo>
                  <a:lnTo>
                    <a:pt x="736080" y="688225"/>
                  </a:lnTo>
                  <a:lnTo>
                    <a:pt x="736730" y="667632"/>
                  </a:lnTo>
                  <a:lnTo>
                    <a:pt x="737380" y="648361"/>
                  </a:lnTo>
                  <a:lnTo>
                    <a:pt x="738030" y="630972"/>
                  </a:lnTo>
                  <a:lnTo>
                    <a:pt x="738680" y="615936"/>
                  </a:lnTo>
                  <a:lnTo>
                    <a:pt x="739330" y="603266"/>
                  </a:lnTo>
                  <a:lnTo>
                    <a:pt x="739980" y="593075"/>
                  </a:lnTo>
                  <a:lnTo>
                    <a:pt x="740630" y="585464"/>
                  </a:lnTo>
                  <a:lnTo>
                    <a:pt x="741280" y="580228"/>
                  </a:lnTo>
                  <a:lnTo>
                    <a:pt x="741929" y="576932"/>
                  </a:lnTo>
                  <a:lnTo>
                    <a:pt x="742579" y="574954"/>
                  </a:lnTo>
                  <a:lnTo>
                    <a:pt x="743229" y="573765"/>
                  </a:lnTo>
                  <a:lnTo>
                    <a:pt x="743879" y="573128"/>
                  </a:lnTo>
                  <a:lnTo>
                    <a:pt x="744529" y="572863"/>
                  </a:lnTo>
                  <a:lnTo>
                    <a:pt x="745179" y="572779"/>
                  </a:lnTo>
                  <a:lnTo>
                    <a:pt x="745829" y="572623"/>
                  </a:lnTo>
                  <a:lnTo>
                    <a:pt x="746479" y="572209"/>
                  </a:lnTo>
                  <a:lnTo>
                    <a:pt x="747129" y="571247"/>
                  </a:lnTo>
                  <a:lnTo>
                    <a:pt x="747779" y="569549"/>
                  </a:lnTo>
                  <a:lnTo>
                    <a:pt x="748429" y="566829"/>
                  </a:lnTo>
                  <a:lnTo>
                    <a:pt x="749079" y="563036"/>
                  </a:lnTo>
                  <a:lnTo>
                    <a:pt x="749729" y="557964"/>
                  </a:lnTo>
                  <a:lnTo>
                    <a:pt x="750379" y="551725"/>
                  </a:lnTo>
                  <a:lnTo>
                    <a:pt x="751029" y="544497"/>
                  </a:lnTo>
                  <a:lnTo>
                    <a:pt x="751678" y="536587"/>
                  </a:lnTo>
                  <a:lnTo>
                    <a:pt x="752328" y="528333"/>
                  </a:lnTo>
                  <a:lnTo>
                    <a:pt x="752978" y="520235"/>
                  </a:lnTo>
                  <a:lnTo>
                    <a:pt x="753628" y="512696"/>
                  </a:lnTo>
                  <a:lnTo>
                    <a:pt x="754278" y="505903"/>
                  </a:lnTo>
                  <a:lnTo>
                    <a:pt x="754928" y="500092"/>
                  </a:lnTo>
                  <a:lnTo>
                    <a:pt x="755578" y="495334"/>
                  </a:lnTo>
                  <a:lnTo>
                    <a:pt x="756228" y="491527"/>
                  </a:lnTo>
                  <a:lnTo>
                    <a:pt x="756878" y="488816"/>
                  </a:lnTo>
                  <a:lnTo>
                    <a:pt x="757528" y="487367"/>
                  </a:lnTo>
                  <a:lnTo>
                    <a:pt x="758178" y="487206"/>
                  </a:lnTo>
                  <a:lnTo>
                    <a:pt x="758828" y="488294"/>
                  </a:lnTo>
                  <a:lnTo>
                    <a:pt x="759478" y="490640"/>
                  </a:lnTo>
                  <a:lnTo>
                    <a:pt x="760128" y="494241"/>
                  </a:lnTo>
                  <a:lnTo>
                    <a:pt x="760778" y="499286"/>
                  </a:lnTo>
                  <a:lnTo>
                    <a:pt x="761428" y="505839"/>
                  </a:lnTo>
                  <a:lnTo>
                    <a:pt x="762077" y="513765"/>
                  </a:lnTo>
                  <a:lnTo>
                    <a:pt x="762727" y="522704"/>
                  </a:lnTo>
                  <a:lnTo>
                    <a:pt x="763377" y="532585"/>
                  </a:lnTo>
                  <a:lnTo>
                    <a:pt x="764027" y="543405"/>
                  </a:lnTo>
                  <a:lnTo>
                    <a:pt x="764677" y="554965"/>
                  </a:lnTo>
                  <a:lnTo>
                    <a:pt x="765327" y="566850"/>
                  </a:lnTo>
                  <a:lnTo>
                    <a:pt x="765977" y="578885"/>
                  </a:lnTo>
                  <a:lnTo>
                    <a:pt x="766627" y="590853"/>
                  </a:lnTo>
                  <a:lnTo>
                    <a:pt x="767277" y="602595"/>
                  </a:lnTo>
                  <a:lnTo>
                    <a:pt x="767927" y="613747"/>
                  </a:lnTo>
                  <a:lnTo>
                    <a:pt x="768577" y="623865"/>
                  </a:lnTo>
                  <a:lnTo>
                    <a:pt x="769227" y="632530"/>
                  </a:lnTo>
                  <a:lnTo>
                    <a:pt x="769877" y="639643"/>
                  </a:lnTo>
                  <a:lnTo>
                    <a:pt x="770527" y="644923"/>
                  </a:lnTo>
                  <a:lnTo>
                    <a:pt x="771177" y="648253"/>
                  </a:lnTo>
                  <a:lnTo>
                    <a:pt x="771826" y="649894"/>
                  </a:lnTo>
                  <a:lnTo>
                    <a:pt x="772476" y="650009"/>
                  </a:lnTo>
                  <a:lnTo>
                    <a:pt x="773126" y="648779"/>
                  </a:lnTo>
                  <a:lnTo>
                    <a:pt x="773776" y="646472"/>
                  </a:lnTo>
                  <a:lnTo>
                    <a:pt x="774426" y="643457"/>
                  </a:lnTo>
                  <a:lnTo>
                    <a:pt x="775076" y="640451"/>
                  </a:lnTo>
                  <a:lnTo>
                    <a:pt x="775726" y="637935"/>
                  </a:lnTo>
                  <a:lnTo>
                    <a:pt x="776376" y="636337"/>
                  </a:lnTo>
                  <a:lnTo>
                    <a:pt x="777026" y="635805"/>
                  </a:lnTo>
                  <a:lnTo>
                    <a:pt x="777676" y="636829"/>
                  </a:lnTo>
                  <a:lnTo>
                    <a:pt x="778326" y="639832"/>
                  </a:lnTo>
                  <a:lnTo>
                    <a:pt x="778976" y="644876"/>
                  </a:lnTo>
                  <a:lnTo>
                    <a:pt x="779626" y="651950"/>
                  </a:lnTo>
                  <a:lnTo>
                    <a:pt x="780276" y="660958"/>
                  </a:lnTo>
                  <a:lnTo>
                    <a:pt x="780926" y="671816"/>
                  </a:lnTo>
                  <a:lnTo>
                    <a:pt x="781576" y="684459"/>
                  </a:lnTo>
                  <a:lnTo>
                    <a:pt x="782225" y="698945"/>
                  </a:lnTo>
                  <a:lnTo>
                    <a:pt x="782875" y="714717"/>
                  </a:lnTo>
                  <a:lnTo>
                    <a:pt x="783525" y="731457"/>
                  </a:lnTo>
                  <a:lnTo>
                    <a:pt x="784175" y="748960"/>
                  </a:lnTo>
                  <a:lnTo>
                    <a:pt x="784825" y="767204"/>
                  </a:lnTo>
                  <a:lnTo>
                    <a:pt x="785475" y="785680"/>
                  </a:lnTo>
                  <a:lnTo>
                    <a:pt x="786125" y="803692"/>
                  </a:lnTo>
                  <a:lnTo>
                    <a:pt x="786775" y="820312"/>
                  </a:lnTo>
                  <a:lnTo>
                    <a:pt x="787425" y="834717"/>
                  </a:lnTo>
                  <a:lnTo>
                    <a:pt x="788075" y="846339"/>
                  </a:lnTo>
                  <a:lnTo>
                    <a:pt x="788725" y="854988"/>
                  </a:lnTo>
                  <a:lnTo>
                    <a:pt x="789375" y="860172"/>
                  </a:lnTo>
                  <a:lnTo>
                    <a:pt x="790025" y="861814"/>
                  </a:lnTo>
                  <a:lnTo>
                    <a:pt x="790675" y="860032"/>
                  </a:lnTo>
                  <a:lnTo>
                    <a:pt x="791325" y="854810"/>
                  </a:lnTo>
                  <a:lnTo>
                    <a:pt x="791974" y="846537"/>
                  </a:lnTo>
                  <a:lnTo>
                    <a:pt x="792624" y="835838"/>
                  </a:lnTo>
                  <a:lnTo>
                    <a:pt x="793274" y="822872"/>
                  </a:lnTo>
                  <a:lnTo>
                    <a:pt x="793924" y="807625"/>
                  </a:lnTo>
                  <a:lnTo>
                    <a:pt x="794574" y="790118"/>
                  </a:lnTo>
                  <a:lnTo>
                    <a:pt x="795224" y="771514"/>
                  </a:lnTo>
                  <a:lnTo>
                    <a:pt x="795874" y="752544"/>
                  </a:lnTo>
                  <a:lnTo>
                    <a:pt x="796524" y="733954"/>
                  </a:lnTo>
                  <a:lnTo>
                    <a:pt x="797174" y="716186"/>
                  </a:lnTo>
                  <a:lnTo>
                    <a:pt x="797824" y="699957"/>
                  </a:lnTo>
                  <a:lnTo>
                    <a:pt x="798474" y="685737"/>
                  </a:lnTo>
                  <a:lnTo>
                    <a:pt x="799124" y="673786"/>
                  </a:lnTo>
                  <a:lnTo>
                    <a:pt x="799774" y="663871"/>
                  </a:lnTo>
                  <a:lnTo>
                    <a:pt x="800424" y="656232"/>
                  </a:lnTo>
                  <a:lnTo>
                    <a:pt x="801074" y="651166"/>
                  </a:lnTo>
                  <a:lnTo>
                    <a:pt x="801724" y="648628"/>
                  </a:lnTo>
                  <a:lnTo>
                    <a:pt x="802373" y="648381"/>
                  </a:lnTo>
                  <a:lnTo>
                    <a:pt x="803023" y="650236"/>
                  </a:lnTo>
                  <a:lnTo>
                    <a:pt x="803673" y="654184"/>
                  </a:lnTo>
                  <a:lnTo>
                    <a:pt x="804323" y="660237"/>
                  </a:lnTo>
                  <a:lnTo>
                    <a:pt x="804973" y="667926"/>
                  </a:lnTo>
                  <a:lnTo>
                    <a:pt x="805623" y="676730"/>
                  </a:lnTo>
                  <a:lnTo>
                    <a:pt x="806273" y="686421"/>
                  </a:lnTo>
                  <a:lnTo>
                    <a:pt x="806923" y="696740"/>
                  </a:lnTo>
                  <a:lnTo>
                    <a:pt x="807573" y="707081"/>
                  </a:lnTo>
                  <a:lnTo>
                    <a:pt x="808223" y="716858"/>
                  </a:lnTo>
                  <a:lnTo>
                    <a:pt x="808873" y="725631"/>
                  </a:lnTo>
                  <a:lnTo>
                    <a:pt x="809523" y="733179"/>
                  </a:lnTo>
                  <a:lnTo>
                    <a:pt x="810173" y="738767"/>
                  </a:lnTo>
                  <a:lnTo>
                    <a:pt x="810823" y="741552"/>
                  </a:lnTo>
                  <a:lnTo>
                    <a:pt x="811473" y="741418"/>
                  </a:lnTo>
                  <a:lnTo>
                    <a:pt x="812122" y="738561"/>
                  </a:lnTo>
                  <a:lnTo>
                    <a:pt x="812772" y="733481"/>
                  </a:lnTo>
                  <a:lnTo>
                    <a:pt x="813422" y="726315"/>
                  </a:lnTo>
                  <a:lnTo>
                    <a:pt x="814072" y="717012"/>
                  </a:lnTo>
                  <a:lnTo>
                    <a:pt x="814722" y="705778"/>
                  </a:lnTo>
                  <a:lnTo>
                    <a:pt x="815372" y="693720"/>
                  </a:lnTo>
                  <a:lnTo>
                    <a:pt x="816022" y="681145"/>
                  </a:lnTo>
                  <a:lnTo>
                    <a:pt x="816672" y="668362"/>
                  </a:lnTo>
                  <a:lnTo>
                    <a:pt x="817322" y="655383"/>
                  </a:lnTo>
                  <a:lnTo>
                    <a:pt x="817972" y="642381"/>
                  </a:lnTo>
                  <a:lnTo>
                    <a:pt x="818622" y="629762"/>
                  </a:lnTo>
                  <a:lnTo>
                    <a:pt x="819272" y="618095"/>
                  </a:lnTo>
                  <a:lnTo>
                    <a:pt x="819922" y="607554"/>
                  </a:lnTo>
                  <a:lnTo>
                    <a:pt x="820572" y="598536"/>
                  </a:lnTo>
                  <a:lnTo>
                    <a:pt x="821222" y="591143"/>
                  </a:lnTo>
                  <a:lnTo>
                    <a:pt x="821872" y="585397"/>
                  </a:lnTo>
                  <a:lnTo>
                    <a:pt x="822521" y="581291"/>
                  </a:lnTo>
                  <a:lnTo>
                    <a:pt x="823171" y="578975"/>
                  </a:lnTo>
                  <a:lnTo>
                    <a:pt x="823821" y="578596"/>
                  </a:lnTo>
                  <a:lnTo>
                    <a:pt x="824471" y="580057"/>
                  </a:lnTo>
                  <a:lnTo>
                    <a:pt x="825121" y="582924"/>
                  </a:lnTo>
                  <a:lnTo>
                    <a:pt x="825771" y="587268"/>
                  </a:lnTo>
                  <a:lnTo>
                    <a:pt x="826421" y="593217"/>
                  </a:lnTo>
                  <a:lnTo>
                    <a:pt x="827071" y="601115"/>
                  </a:lnTo>
                  <a:lnTo>
                    <a:pt x="827721" y="610648"/>
                  </a:lnTo>
                  <a:lnTo>
                    <a:pt x="828371" y="621401"/>
                  </a:lnTo>
                  <a:lnTo>
                    <a:pt x="829021" y="632752"/>
                  </a:lnTo>
                  <a:lnTo>
                    <a:pt x="829671" y="644629"/>
                  </a:lnTo>
                  <a:lnTo>
                    <a:pt x="830321" y="656675"/>
                  </a:lnTo>
                  <a:lnTo>
                    <a:pt x="830971" y="668519"/>
                  </a:lnTo>
                  <a:lnTo>
                    <a:pt x="831621" y="680045"/>
                  </a:lnTo>
                  <a:lnTo>
                    <a:pt x="832270" y="691197"/>
                  </a:lnTo>
                  <a:lnTo>
                    <a:pt x="832920" y="701916"/>
                  </a:lnTo>
                  <a:lnTo>
                    <a:pt x="833570" y="712261"/>
                  </a:lnTo>
                  <a:lnTo>
                    <a:pt x="834220" y="722315"/>
                  </a:lnTo>
                  <a:lnTo>
                    <a:pt x="834870" y="731868"/>
                  </a:lnTo>
                  <a:lnTo>
                    <a:pt x="835520" y="740689"/>
                  </a:lnTo>
                  <a:lnTo>
                    <a:pt x="836170" y="748219"/>
                  </a:lnTo>
                  <a:lnTo>
                    <a:pt x="836820" y="753846"/>
                  </a:lnTo>
                  <a:lnTo>
                    <a:pt x="837470" y="757717"/>
                  </a:lnTo>
                  <a:lnTo>
                    <a:pt x="838120" y="759617"/>
                  </a:lnTo>
                  <a:lnTo>
                    <a:pt x="838770" y="759679"/>
                  </a:lnTo>
                  <a:lnTo>
                    <a:pt x="839420" y="757942"/>
                  </a:lnTo>
                  <a:lnTo>
                    <a:pt x="840070" y="754691"/>
                  </a:lnTo>
                  <a:lnTo>
                    <a:pt x="840720" y="750336"/>
                  </a:lnTo>
                  <a:lnTo>
                    <a:pt x="841370" y="745103"/>
                  </a:lnTo>
                  <a:lnTo>
                    <a:pt x="842020" y="739163"/>
                  </a:lnTo>
                  <a:lnTo>
                    <a:pt x="842669" y="732986"/>
                  </a:lnTo>
                  <a:lnTo>
                    <a:pt x="843319" y="726970"/>
                  </a:lnTo>
                  <a:lnTo>
                    <a:pt x="843969" y="721212"/>
                  </a:lnTo>
                  <a:lnTo>
                    <a:pt x="844619" y="716012"/>
                  </a:lnTo>
                  <a:lnTo>
                    <a:pt x="845269" y="711494"/>
                  </a:lnTo>
                  <a:lnTo>
                    <a:pt x="845919" y="708162"/>
                  </a:lnTo>
                  <a:lnTo>
                    <a:pt x="846569" y="706547"/>
                  </a:lnTo>
                  <a:lnTo>
                    <a:pt x="847219" y="706875"/>
                  </a:lnTo>
                  <a:lnTo>
                    <a:pt x="847869" y="709087"/>
                  </a:lnTo>
                  <a:lnTo>
                    <a:pt x="848519" y="713245"/>
                  </a:lnTo>
                  <a:lnTo>
                    <a:pt x="849169" y="719263"/>
                  </a:lnTo>
                  <a:lnTo>
                    <a:pt x="849819" y="727194"/>
                  </a:lnTo>
                  <a:lnTo>
                    <a:pt x="850469" y="737025"/>
                  </a:lnTo>
                  <a:lnTo>
                    <a:pt x="851119" y="748255"/>
                  </a:lnTo>
                  <a:lnTo>
                    <a:pt x="851769" y="760473"/>
                  </a:lnTo>
                  <a:lnTo>
                    <a:pt x="852418" y="773091"/>
                  </a:lnTo>
                  <a:lnTo>
                    <a:pt x="853068" y="785292"/>
                  </a:lnTo>
                  <a:lnTo>
                    <a:pt x="853718" y="796377"/>
                  </a:lnTo>
                  <a:lnTo>
                    <a:pt x="854368" y="805960"/>
                  </a:lnTo>
                  <a:lnTo>
                    <a:pt x="855018" y="813521"/>
                  </a:lnTo>
                  <a:lnTo>
                    <a:pt x="855668" y="818690"/>
                  </a:lnTo>
                  <a:lnTo>
                    <a:pt x="856318" y="821294"/>
                  </a:lnTo>
                  <a:lnTo>
                    <a:pt x="856968" y="821632"/>
                  </a:lnTo>
                  <a:lnTo>
                    <a:pt x="857618" y="820499"/>
                  </a:lnTo>
                  <a:lnTo>
                    <a:pt x="858268" y="818317"/>
                  </a:lnTo>
                  <a:lnTo>
                    <a:pt x="858918" y="815591"/>
                  </a:lnTo>
                  <a:lnTo>
                    <a:pt x="859568" y="812270"/>
                  </a:lnTo>
                  <a:lnTo>
                    <a:pt x="860218" y="808465"/>
                  </a:lnTo>
                  <a:lnTo>
                    <a:pt x="860868" y="804629"/>
                  </a:lnTo>
                  <a:lnTo>
                    <a:pt x="861518" y="800970"/>
                  </a:lnTo>
                  <a:lnTo>
                    <a:pt x="862167" y="797554"/>
                  </a:lnTo>
                  <a:lnTo>
                    <a:pt x="862817" y="794552"/>
                  </a:lnTo>
                  <a:lnTo>
                    <a:pt x="863467" y="792137"/>
                  </a:lnTo>
                  <a:lnTo>
                    <a:pt x="864117" y="790284"/>
                  </a:lnTo>
                  <a:lnTo>
                    <a:pt x="864767" y="789152"/>
                  </a:lnTo>
                  <a:lnTo>
                    <a:pt x="865417" y="788438"/>
                  </a:lnTo>
                  <a:lnTo>
                    <a:pt x="866067" y="787649"/>
                  </a:lnTo>
                  <a:lnTo>
                    <a:pt x="866717" y="786225"/>
                  </a:lnTo>
                  <a:lnTo>
                    <a:pt x="867367" y="783358"/>
                  </a:lnTo>
                  <a:lnTo>
                    <a:pt x="868017" y="778655"/>
                  </a:lnTo>
                  <a:lnTo>
                    <a:pt x="868667" y="772007"/>
                  </a:lnTo>
                  <a:lnTo>
                    <a:pt x="869317" y="763694"/>
                  </a:lnTo>
                  <a:lnTo>
                    <a:pt x="869967" y="754005"/>
                  </a:lnTo>
                  <a:lnTo>
                    <a:pt x="870617" y="743446"/>
                  </a:lnTo>
                  <a:lnTo>
                    <a:pt x="871267" y="732449"/>
                  </a:lnTo>
                  <a:lnTo>
                    <a:pt x="871917" y="721600"/>
                  </a:lnTo>
                  <a:lnTo>
                    <a:pt x="872566" y="711434"/>
                  </a:lnTo>
                  <a:lnTo>
                    <a:pt x="873216" y="702170"/>
                  </a:lnTo>
                  <a:lnTo>
                    <a:pt x="873866" y="693492"/>
                  </a:lnTo>
                  <a:lnTo>
                    <a:pt x="874516" y="685221"/>
                  </a:lnTo>
                  <a:lnTo>
                    <a:pt x="875166" y="677247"/>
                  </a:lnTo>
                  <a:lnTo>
                    <a:pt x="875816" y="669546"/>
                  </a:lnTo>
                  <a:lnTo>
                    <a:pt x="876466" y="662210"/>
                  </a:lnTo>
                  <a:lnTo>
                    <a:pt x="877116" y="655283"/>
                  </a:lnTo>
                  <a:lnTo>
                    <a:pt x="877766" y="648708"/>
                  </a:lnTo>
                  <a:lnTo>
                    <a:pt x="878416" y="642626"/>
                  </a:lnTo>
                  <a:lnTo>
                    <a:pt x="879066" y="636926"/>
                  </a:lnTo>
                  <a:lnTo>
                    <a:pt x="879716" y="631240"/>
                  </a:lnTo>
                  <a:lnTo>
                    <a:pt x="880366" y="625158"/>
                  </a:lnTo>
                  <a:lnTo>
                    <a:pt x="881016" y="618334"/>
                  </a:lnTo>
                  <a:lnTo>
                    <a:pt x="881666" y="610796"/>
                  </a:lnTo>
                  <a:lnTo>
                    <a:pt x="882315" y="602594"/>
                  </a:lnTo>
                  <a:lnTo>
                    <a:pt x="882965" y="593860"/>
                  </a:lnTo>
                  <a:lnTo>
                    <a:pt x="883615" y="585105"/>
                  </a:lnTo>
                  <a:lnTo>
                    <a:pt x="884265" y="576657"/>
                  </a:lnTo>
                  <a:lnTo>
                    <a:pt x="884915" y="568979"/>
                  </a:lnTo>
                  <a:lnTo>
                    <a:pt x="885565" y="562498"/>
                  </a:lnTo>
                  <a:lnTo>
                    <a:pt x="886215" y="557500"/>
                  </a:lnTo>
                  <a:lnTo>
                    <a:pt x="886865" y="554298"/>
                  </a:lnTo>
                  <a:lnTo>
                    <a:pt x="887515" y="553018"/>
                  </a:lnTo>
                  <a:lnTo>
                    <a:pt x="888165" y="553274"/>
                  </a:lnTo>
                  <a:lnTo>
                    <a:pt x="888815" y="554866"/>
                  </a:lnTo>
                  <a:lnTo>
                    <a:pt x="889465" y="557550"/>
                  </a:lnTo>
                  <a:lnTo>
                    <a:pt x="890115" y="560849"/>
                  </a:lnTo>
                  <a:lnTo>
                    <a:pt x="890765" y="564409"/>
                  </a:lnTo>
                  <a:lnTo>
                    <a:pt x="891415" y="567545"/>
                  </a:lnTo>
                  <a:lnTo>
                    <a:pt x="892065" y="569910"/>
                  </a:lnTo>
                  <a:lnTo>
                    <a:pt x="892714" y="571031"/>
                  </a:lnTo>
                  <a:lnTo>
                    <a:pt x="893364" y="570559"/>
                  </a:lnTo>
                  <a:lnTo>
                    <a:pt x="894014" y="568452"/>
                  </a:lnTo>
                  <a:lnTo>
                    <a:pt x="894664" y="564894"/>
                  </a:lnTo>
                  <a:lnTo>
                    <a:pt x="895314" y="560011"/>
                  </a:lnTo>
                  <a:lnTo>
                    <a:pt x="895964" y="554012"/>
                  </a:lnTo>
                  <a:lnTo>
                    <a:pt x="896614" y="547058"/>
                  </a:lnTo>
                  <a:lnTo>
                    <a:pt x="897264" y="539516"/>
                  </a:lnTo>
                  <a:lnTo>
                    <a:pt x="897914" y="531883"/>
                  </a:lnTo>
                  <a:lnTo>
                    <a:pt x="898564" y="524483"/>
                  </a:lnTo>
                  <a:lnTo>
                    <a:pt x="899214" y="517683"/>
                  </a:lnTo>
                  <a:lnTo>
                    <a:pt x="899864" y="512343"/>
                  </a:lnTo>
                  <a:lnTo>
                    <a:pt x="900514" y="508982"/>
                  </a:lnTo>
                  <a:lnTo>
                    <a:pt x="901164" y="507971"/>
                  </a:lnTo>
                  <a:lnTo>
                    <a:pt x="901814" y="509321"/>
                  </a:lnTo>
                  <a:lnTo>
                    <a:pt x="902463" y="513198"/>
                  </a:lnTo>
                  <a:lnTo>
                    <a:pt x="903113" y="519658"/>
                  </a:lnTo>
                  <a:lnTo>
                    <a:pt x="903763" y="528543"/>
                  </a:lnTo>
                  <a:lnTo>
                    <a:pt x="904413" y="539212"/>
                  </a:lnTo>
                  <a:lnTo>
                    <a:pt x="905063" y="550983"/>
                  </a:lnTo>
                  <a:lnTo>
                    <a:pt x="905713" y="563153"/>
                  </a:lnTo>
                  <a:lnTo>
                    <a:pt x="906363" y="575495"/>
                  </a:lnTo>
                  <a:lnTo>
                    <a:pt x="907013" y="587651"/>
                  </a:lnTo>
                  <a:lnTo>
                    <a:pt x="907663" y="599354"/>
                  </a:lnTo>
                  <a:lnTo>
                    <a:pt x="908313" y="610578"/>
                  </a:lnTo>
                  <a:lnTo>
                    <a:pt x="908963" y="621433"/>
                  </a:lnTo>
                  <a:lnTo>
                    <a:pt x="909613" y="631693"/>
                  </a:lnTo>
                  <a:lnTo>
                    <a:pt x="910263" y="641572"/>
                  </a:lnTo>
                  <a:lnTo>
                    <a:pt x="910913" y="650771"/>
                  </a:lnTo>
                  <a:lnTo>
                    <a:pt x="911563" y="659217"/>
                  </a:lnTo>
                  <a:lnTo>
                    <a:pt x="912213" y="666997"/>
                  </a:lnTo>
                  <a:lnTo>
                    <a:pt x="912862" y="674162"/>
                  </a:lnTo>
                  <a:lnTo>
                    <a:pt x="913512" y="680873"/>
                  </a:lnTo>
                  <a:lnTo>
                    <a:pt x="914162" y="687137"/>
                  </a:lnTo>
                  <a:lnTo>
                    <a:pt x="914812" y="692822"/>
                  </a:lnTo>
                  <a:lnTo>
                    <a:pt x="915462" y="698088"/>
                  </a:lnTo>
                  <a:lnTo>
                    <a:pt x="916112" y="702739"/>
                  </a:lnTo>
                  <a:lnTo>
                    <a:pt x="916762" y="706711"/>
                  </a:lnTo>
                  <a:lnTo>
                    <a:pt x="917412" y="709733"/>
                  </a:lnTo>
                  <a:lnTo>
                    <a:pt x="918062" y="711192"/>
                  </a:lnTo>
                  <a:lnTo>
                    <a:pt x="918712" y="710553"/>
                  </a:lnTo>
                  <a:lnTo>
                    <a:pt x="919362" y="707597"/>
                  </a:lnTo>
                  <a:lnTo>
                    <a:pt x="920012" y="702096"/>
                  </a:lnTo>
                  <a:lnTo>
                    <a:pt x="920662" y="694473"/>
                  </a:lnTo>
                  <a:lnTo>
                    <a:pt x="921312" y="684988"/>
                  </a:lnTo>
                  <a:lnTo>
                    <a:pt x="921962" y="674048"/>
                  </a:lnTo>
                  <a:lnTo>
                    <a:pt x="922611" y="662301"/>
                  </a:lnTo>
                  <a:lnTo>
                    <a:pt x="923261" y="650327"/>
                  </a:lnTo>
                  <a:lnTo>
                    <a:pt x="923911" y="638885"/>
                  </a:lnTo>
                  <a:lnTo>
                    <a:pt x="924561" y="628668"/>
                  </a:lnTo>
                  <a:lnTo>
                    <a:pt x="925211" y="620208"/>
                  </a:lnTo>
                  <a:lnTo>
                    <a:pt x="925861" y="613999"/>
                  </a:lnTo>
                  <a:lnTo>
                    <a:pt x="926511" y="610113"/>
                  </a:lnTo>
                  <a:lnTo>
                    <a:pt x="927161" y="608431"/>
                  </a:lnTo>
                  <a:lnTo>
                    <a:pt x="927811" y="609029"/>
                  </a:lnTo>
                  <a:lnTo>
                    <a:pt x="928461" y="611888"/>
                  </a:lnTo>
                  <a:lnTo>
                    <a:pt x="929111" y="616778"/>
                  </a:lnTo>
                  <a:lnTo>
                    <a:pt x="929761" y="623230"/>
                  </a:lnTo>
                  <a:lnTo>
                    <a:pt x="930411" y="630851"/>
                  </a:lnTo>
                  <a:lnTo>
                    <a:pt x="931061" y="639399"/>
                  </a:lnTo>
                  <a:lnTo>
                    <a:pt x="931711" y="648445"/>
                  </a:lnTo>
                  <a:lnTo>
                    <a:pt x="932361" y="657413"/>
                  </a:lnTo>
                  <a:lnTo>
                    <a:pt x="933010" y="665624"/>
                  </a:lnTo>
                  <a:lnTo>
                    <a:pt x="933660" y="672571"/>
                  </a:lnTo>
                  <a:lnTo>
                    <a:pt x="934310" y="678036"/>
                  </a:lnTo>
                  <a:lnTo>
                    <a:pt x="934960" y="681523"/>
                  </a:lnTo>
                  <a:lnTo>
                    <a:pt x="935610" y="682660"/>
                  </a:lnTo>
                  <a:lnTo>
                    <a:pt x="936260" y="681488"/>
                  </a:lnTo>
                  <a:lnTo>
                    <a:pt x="936910" y="678443"/>
                  </a:lnTo>
                  <a:lnTo>
                    <a:pt x="937560" y="674001"/>
                  </a:lnTo>
                  <a:lnTo>
                    <a:pt x="938210" y="668875"/>
                  </a:lnTo>
                  <a:lnTo>
                    <a:pt x="938860" y="663589"/>
                  </a:lnTo>
                  <a:lnTo>
                    <a:pt x="939510" y="658648"/>
                  </a:lnTo>
                  <a:lnTo>
                    <a:pt x="940160" y="654154"/>
                  </a:lnTo>
                  <a:lnTo>
                    <a:pt x="940810" y="650184"/>
                  </a:lnTo>
                  <a:lnTo>
                    <a:pt x="941460" y="646669"/>
                  </a:lnTo>
                  <a:lnTo>
                    <a:pt x="942110" y="643664"/>
                  </a:lnTo>
                  <a:lnTo>
                    <a:pt x="942759" y="640869"/>
                  </a:lnTo>
                  <a:lnTo>
                    <a:pt x="943409" y="638210"/>
                  </a:lnTo>
                  <a:lnTo>
                    <a:pt x="944059" y="635598"/>
                  </a:lnTo>
                  <a:lnTo>
                    <a:pt x="944709" y="633298"/>
                  </a:lnTo>
                  <a:lnTo>
                    <a:pt x="945359" y="631398"/>
                  </a:lnTo>
                  <a:lnTo>
                    <a:pt x="946009" y="629962"/>
                  </a:lnTo>
                  <a:lnTo>
                    <a:pt x="946659" y="628937"/>
                  </a:lnTo>
                  <a:lnTo>
                    <a:pt x="947309" y="628344"/>
                  </a:lnTo>
                  <a:lnTo>
                    <a:pt x="947959" y="627771"/>
                  </a:lnTo>
                  <a:lnTo>
                    <a:pt x="948609" y="627025"/>
                  </a:lnTo>
                  <a:lnTo>
                    <a:pt x="949259" y="625799"/>
                  </a:lnTo>
                  <a:lnTo>
                    <a:pt x="949909" y="624300"/>
                  </a:lnTo>
                  <a:lnTo>
                    <a:pt x="950559" y="622797"/>
                  </a:lnTo>
                  <a:lnTo>
                    <a:pt x="951209" y="621773"/>
                  </a:lnTo>
                  <a:lnTo>
                    <a:pt x="951859" y="621256"/>
                  </a:lnTo>
                  <a:lnTo>
                    <a:pt x="952509" y="621413"/>
                  </a:lnTo>
                  <a:lnTo>
                    <a:pt x="953158" y="622083"/>
                  </a:lnTo>
                  <a:lnTo>
                    <a:pt x="953808" y="623260"/>
                  </a:lnTo>
                  <a:lnTo>
                    <a:pt x="954458" y="624437"/>
                  </a:lnTo>
                  <a:lnTo>
                    <a:pt x="955108" y="625100"/>
                  </a:lnTo>
                  <a:lnTo>
                    <a:pt x="955758" y="624695"/>
                  </a:lnTo>
                  <a:lnTo>
                    <a:pt x="956408" y="622872"/>
                  </a:lnTo>
                  <a:lnTo>
                    <a:pt x="957058" y="619433"/>
                  </a:lnTo>
                  <a:lnTo>
                    <a:pt x="957708" y="614326"/>
                  </a:lnTo>
                  <a:lnTo>
                    <a:pt x="958358" y="607553"/>
                  </a:lnTo>
                  <a:lnTo>
                    <a:pt x="959008" y="599437"/>
                  </a:lnTo>
                  <a:lnTo>
                    <a:pt x="959658" y="589729"/>
                  </a:lnTo>
                  <a:lnTo>
                    <a:pt x="960308" y="578300"/>
                  </a:lnTo>
                  <a:lnTo>
                    <a:pt x="960958" y="564726"/>
                  </a:lnTo>
                  <a:lnTo>
                    <a:pt x="961608" y="549011"/>
                  </a:lnTo>
                  <a:lnTo>
                    <a:pt x="962258" y="531673"/>
                  </a:lnTo>
                  <a:lnTo>
                    <a:pt x="962907" y="513175"/>
                  </a:lnTo>
                  <a:lnTo>
                    <a:pt x="963557" y="493595"/>
                  </a:lnTo>
                  <a:lnTo>
                    <a:pt x="964207" y="473426"/>
                  </a:lnTo>
                  <a:lnTo>
                    <a:pt x="964857" y="453142"/>
                  </a:lnTo>
                  <a:lnTo>
                    <a:pt x="965507" y="433425"/>
                  </a:lnTo>
                  <a:lnTo>
                    <a:pt x="966157" y="414752"/>
                  </a:lnTo>
                  <a:lnTo>
                    <a:pt x="966807" y="397447"/>
                  </a:lnTo>
                  <a:lnTo>
                    <a:pt x="967457" y="381716"/>
                  </a:lnTo>
                  <a:lnTo>
                    <a:pt x="968107" y="367643"/>
                  </a:lnTo>
                  <a:lnTo>
                    <a:pt x="968757" y="355172"/>
                  </a:lnTo>
                  <a:lnTo>
                    <a:pt x="969407" y="344493"/>
                  </a:lnTo>
                  <a:lnTo>
                    <a:pt x="970057" y="335525"/>
                  </a:lnTo>
                  <a:lnTo>
                    <a:pt x="970707" y="328384"/>
                  </a:lnTo>
                  <a:lnTo>
                    <a:pt x="971357" y="322984"/>
                  </a:lnTo>
                  <a:lnTo>
                    <a:pt x="972007" y="319070"/>
                  </a:lnTo>
                  <a:lnTo>
                    <a:pt x="972657" y="316453"/>
                  </a:lnTo>
                  <a:lnTo>
                    <a:pt x="973306" y="314898"/>
                  </a:lnTo>
                  <a:lnTo>
                    <a:pt x="973956" y="314083"/>
                  </a:lnTo>
                  <a:lnTo>
                    <a:pt x="974606" y="313819"/>
                  </a:lnTo>
                  <a:lnTo>
                    <a:pt x="975256" y="313782"/>
                  </a:lnTo>
                  <a:lnTo>
                    <a:pt x="975906" y="313827"/>
                  </a:lnTo>
                  <a:lnTo>
                    <a:pt x="976556" y="313664"/>
                  </a:lnTo>
                  <a:lnTo>
                    <a:pt x="977206" y="313213"/>
                  </a:lnTo>
                  <a:lnTo>
                    <a:pt x="977856" y="312576"/>
                  </a:lnTo>
                  <a:lnTo>
                    <a:pt x="978506" y="311769"/>
                  </a:lnTo>
                  <a:lnTo>
                    <a:pt x="979156" y="310712"/>
                  </a:lnTo>
                  <a:lnTo>
                    <a:pt x="979806" y="309324"/>
                  </a:lnTo>
                  <a:lnTo>
                    <a:pt x="980456" y="307624"/>
                  </a:lnTo>
                  <a:lnTo>
                    <a:pt x="981106" y="305837"/>
                  </a:lnTo>
                  <a:lnTo>
                    <a:pt x="981756" y="304157"/>
                  </a:lnTo>
                  <a:lnTo>
                    <a:pt x="982406" y="302724"/>
                  </a:lnTo>
                  <a:lnTo>
                    <a:pt x="983055" y="301788"/>
                  </a:lnTo>
                  <a:lnTo>
                    <a:pt x="983705" y="301563"/>
                  </a:lnTo>
                  <a:lnTo>
                    <a:pt x="984355" y="302266"/>
                  </a:lnTo>
                  <a:lnTo>
                    <a:pt x="985005" y="304108"/>
                  </a:lnTo>
                  <a:lnTo>
                    <a:pt x="985655" y="307160"/>
                  </a:lnTo>
                  <a:lnTo>
                    <a:pt x="986305" y="311399"/>
                  </a:lnTo>
                  <a:lnTo>
                    <a:pt x="986955" y="316798"/>
                  </a:lnTo>
                  <a:lnTo>
                    <a:pt x="987605" y="323171"/>
                  </a:lnTo>
                  <a:lnTo>
                    <a:pt x="988255" y="330452"/>
                  </a:lnTo>
                  <a:lnTo>
                    <a:pt x="988905" y="338728"/>
                  </a:lnTo>
                  <a:lnTo>
                    <a:pt x="989555" y="348019"/>
                  </a:lnTo>
                  <a:lnTo>
                    <a:pt x="990205" y="358217"/>
                  </a:lnTo>
                  <a:lnTo>
                    <a:pt x="990855" y="368922"/>
                  </a:lnTo>
                  <a:lnTo>
                    <a:pt x="991505" y="379904"/>
                  </a:lnTo>
                  <a:lnTo>
                    <a:pt x="992155" y="391277"/>
                  </a:lnTo>
                  <a:lnTo>
                    <a:pt x="992805" y="402840"/>
                  </a:lnTo>
                  <a:lnTo>
                    <a:pt x="993454" y="414604"/>
                  </a:lnTo>
                  <a:lnTo>
                    <a:pt x="994104" y="426538"/>
                  </a:lnTo>
                  <a:lnTo>
                    <a:pt x="994754" y="438297"/>
                  </a:lnTo>
                  <a:lnTo>
                    <a:pt x="995404" y="449756"/>
                  </a:lnTo>
                  <a:lnTo>
                    <a:pt x="996054" y="461109"/>
                  </a:lnTo>
                  <a:lnTo>
                    <a:pt x="996704" y="472282"/>
                  </a:lnTo>
                  <a:lnTo>
                    <a:pt x="997354" y="483320"/>
                  </a:lnTo>
                  <a:lnTo>
                    <a:pt x="998004" y="493929"/>
                  </a:lnTo>
                  <a:lnTo>
                    <a:pt x="998654" y="503602"/>
                  </a:lnTo>
                  <a:lnTo>
                    <a:pt x="999304" y="511939"/>
                  </a:lnTo>
                  <a:lnTo>
                    <a:pt x="999954" y="518970"/>
                  </a:lnTo>
                  <a:lnTo>
                    <a:pt x="1000604" y="525004"/>
                  </a:lnTo>
                  <a:lnTo>
                    <a:pt x="1001254" y="530022"/>
                  </a:lnTo>
                  <a:lnTo>
                    <a:pt x="1001904" y="533704"/>
                  </a:lnTo>
                  <a:lnTo>
                    <a:pt x="1002554" y="536372"/>
                  </a:lnTo>
                  <a:lnTo>
                    <a:pt x="1003203" y="537979"/>
                  </a:lnTo>
                  <a:lnTo>
                    <a:pt x="1003853" y="538574"/>
                  </a:lnTo>
                  <a:lnTo>
                    <a:pt x="1004503" y="538374"/>
                  </a:lnTo>
                  <a:lnTo>
                    <a:pt x="1005153" y="537365"/>
                  </a:lnTo>
                  <a:lnTo>
                    <a:pt x="1005803" y="535660"/>
                  </a:lnTo>
                  <a:lnTo>
                    <a:pt x="1006453" y="533506"/>
                  </a:lnTo>
                  <a:lnTo>
                    <a:pt x="1007103" y="530792"/>
                  </a:lnTo>
                  <a:lnTo>
                    <a:pt x="1007753" y="527706"/>
                  </a:lnTo>
                  <a:lnTo>
                    <a:pt x="1008403" y="524390"/>
                  </a:lnTo>
                  <a:lnTo>
                    <a:pt x="1009053" y="521076"/>
                  </a:lnTo>
                  <a:lnTo>
                    <a:pt x="1009703" y="517585"/>
                  </a:lnTo>
                  <a:lnTo>
                    <a:pt x="1010353" y="513531"/>
                  </a:lnTo>
                  <a:lnTo>
                    <a:pt x="1011003" y="508776"/>
                  </a:lnTo>
                  <a:lnTo>
                    <a:pt x="1011653" y="503467"/>
                  </a:lnTo>
                  <a:lnTo>
                    <a:pt x="1012303" y="497703"/>
                  </a:lnTo>
                  <a:lnTo>
                    <a:pt x="1012952" y="491757"/>
                  </a:lnTo>
                  <a:lnTo>
                    <a:pt x="1013602" y="485681"/>
                  </a:lnTo>
                  <a:lnTo>
                    <a:pt x="1014252" y="479464"/>
                  </a:lnTo>
                  <a:lnTo>
                    <a:pt x="1014902" y="473112"/>
                  </a:lnTo>
                  <a:lnTo>
                    <a:pt x="1015552" y="466448"/>
                  </a:lnTo>
                  <a:lnTo>
                    <a:pt x="1016202" y="459233"/>
                  </a:lnTo>
                  <a:lnTo>
                    <a:pt x="1016852" y="451326"/>
                  </a:lnTo>
                  <a:lnTo>
                    <a:pt x="1017502" y="442554"/>
                  </a:lnTo>
                  <a:lnTo>
                    <a:pt x="1018152" y="432837"/>
                  </a:lnTo>
                  <a:lnTo>
                    <a:pt x="1018802" y="422342"/>
                  </a:lnTo>
                  <a:lnTo>
                    <a:pt x="1019452" y="411360"/>
                  </a:lnTo>
                  <a:lnTo>
                    <a:pt x="1020102" y="400421"/>
                  </a:lnTo>
                  <a:lnTo>
                    <a:pt x="1020752" y="389841"/>
                  </a:lnTo>
                  <a:lnTo>
                    <a:pt x="1021402" y="379604"/>
                  </a:lnTo>
                  <a:lnTo>
                    <a:pt x="1022052" y="369788"/>
                  </a:lnTo>
                  <a:lnTo>
                    <a:pt x="1022702" y="360482"/>
                  </a:lnTo>
                  <a:lnTo>
                    <a:pt x="1023351" y="351672"/>
                  </a:lnTo>
                  <a:lnTo>
                    <a:pt x="1024001" y="343355"/>
                  </a:lnTo>
                  <a:lnTo>
                    <a:pt x="1024651" y="335412"/>
                  </a:lnTo>
                  <a:lnTo>
                    <a:pt x="1025301" y="327790"/>
                  </a:lnTo>
                  <a:lnTo>
                    <a:pt x="1025951" y="320628"/>
                  </a:lnTo>
                  <a:lnTo>
                    <a:pt x="1026601" y="313964"/>
                  </a:lnTo>
                  <a:lnTo>
                    <a:pt x="1027251" y="307929"/>
                  </a:lnTo>
                  <a:lnTo>
                    <a:pt x="1027901" y="302787"/>
                  </a:lnTo>
                  <a:lnTo>
                    <a:pt x="1028551" y="298583"/>
                  </a:lnTo>
                  <a:lnTo>
                    <a:pt x="1029201" y="295302"/>
                  </a:lnTo>
                  <a:lnTo>
                    <a:pt x="1029851" y="292759"/>
                  </a:lnTo>
                  <a:lnTo>
                    <a:pt x="1030501" y="290871"/>
                  </a:lnTo>
                  <a:lnTo>
                    <a:pt x="1031151" y="289667"/>
                  </a:lnTo>
                  <a:lnTo>
                    <a:pt x="1031801" y="289154"/>
                  </a:lnTo>
                  <a:lnTo>
                    <a:pt x="1032451" y="288990"/>
                  </a:lnTo>
                  <a:lnTo>
                    <a:pt x="1033100" y="288966"/>
                  </a:lnTo>
                  <a:lnTo>
                    <a:pt x="1033750" y="289110"/>
                  </a:lnTo>
                  <a:lnTo>
                    <a:pt x="1034400" y="289494"/>
                  </a:lnTo>
                  <a:lnTo>
                    <a:pt x="1035050" y="290156"/>
                  </a:lnTo>
                  <a:lnTo>
                    <a:pt x="1035700" y="291063"/>
                  </a:lnTo>
                  <a:lnTo>
                    <a:pt x="1036350" y="292251"/>
                  </a:lnTo>
                  <a:lnTo>
                    <a:pt x="1037000" y="293792"/>
                  </a:lnTo>
                  <a:lnTo>
                    <a:pt x="1037650" y="295700"/>
                  </a:lnTo>
                  <a:lnTo>
                    <a:pt x="1038300" y="297938"/>
                  </a:lnTo>
                  <a:lnTo>
                    <a:pt x="1038950" y="300397"/>
                  </a:lnTo>
                  <a:lnTo>
                    <a:pt x="1039600" y="303237"/>
                  </a:lnTo>
                  <a:lnTo>
                    <a:pt x="1040250" y="306503"/>
                  </a:lnTo>
                  <a:lnTo>
                    <a:pt x="1040900" y="310256"/>
                  </a:lnTo>
                  <a:lnTo>
                    <a:pt x="1041550" y="314535"/>
                  </a:lnTo>
                  <a:lnTo>
                    <a:pt x="1042200" y="319508"/>
                  </a:lnTo>
                  <a:lnTo>
                    <a:pt x="1042850" y="325329"/>
                  </a:lnTo>
                  <a:lnTo>
                    <a:pt x="1043499" y="332051"/>
                  </a:lnTo>
                  <a:lnTo>
                    <a:pt x="1044149" y="339590"/>
                  </a:lnTo>
                  <a:lnTo>
                    <a:pt x="1044799" y="347797"/>
                  </a:lnTo>
                  <a:lnTo>
                    <a:pt x="1045449" y="356429"/>
                  </a:lnTo>
                  <a:lnTo>
                    <a:pt x="1046099" y="365156"/>
                  </a:lnTo>
                  <a:lnTo>
                    <a:pt x="1046749" y="373812"/>
                  </a:lnTo>
                  <a:lnTo>
                    <a:pt x="1047399" y="382221"/>
                  </a:lnTo>
                  <a:lnTo>
                    <a:pt x="1048049" y="390346"/>
                  </a:lnTo>
                  <a:lnTo>
                    <a:pt x="1048699" y="398279"/>
                  </a:lnTo>
                  <a:lnTo>
                    <a:pt x="1049349" y="405942"/>
                  </a:lnTo>
                  <a:lnTo>
                    <a:pt x="1049999" y="413411"/>
                  </a:lnTo>
                  <a:lnTo>
                    <a:pt x="1050649" y="420912"/>
                  </a:lnTo>
                  <a:lnTo>
                    <a:pt x="1051299" y="428465"/>
                  </a:lnTo>
                  <a:lnTo>
                    <a:pt x="1051949" y="436107"/>
                  </a:lnTo>
                  <a:lnTo>
                    <a:pt x="1052599" y="443804"/>
                  </a:lnTo>
                  <a:lnTo>
                    <a:pt x="1053248" y="451413"/>
                  </a:lnTo>
                  <a:lnTo>
                    <a:pt x="1053898" y="458851"/>
                  </a:lnTo>
                  <a:lnTo>
                    <a:pt x="1054548" y="466064"/>
                  </a:lnTo>
                  <a:lnTo>
                    <a:pt x="1055198" y="473032"/>
                  </a:lnTo>
                  <a:lnTo>
                    <a:pt x="1055848" y="480230"/>
                  </a:lnTo>
                  <a:lnTo>
                    <a:pt x="1056498" y="487895"/>
                  </a:lnTo>
                  <a:lnTo>
                    <a:pt x="1057148" y="496184"/>
                  </a:lnTo>
                  <a:lnTo>
                    <a:pt x="1057798" y="505428"/>
                  </a:lnTo>
                  <a:lnTo>
                    <a:pt x="1058448" y="515858"/>
                  </a:lnTo>
                  <a:lnTo>
                    <a:pt x="1059098" y="527737"/>
                  </a:lnTo>
                  <a:lnTo>
                    <a:pt x="1059748" y="541155"/>
                  </a:lnTo>
                  <a:lnTo>
                    <a:pt x="1060398" y="555618"/>
                  </a:lnTo>
                  <a:lnTo>
                    <a:pt x="1061048" y="570781"/>
                  </a:lnTo>
                  <a:lnTo>
                    <a:pt x="1061698" y="586481"/>
                  </a:lnTo>
                  <a:lnTo>
                    <a:pt x="1062348" y="602569"/>
                  </a:lnTo>
                  <a:lnTo>
                    <a:pt x="1062998" y="618917"/>
                  </a:lnTo>
                  <a:lnTo>
                    <a:pt x="1063647" y="635545"/>
                  </a:lnTo>
                  <a:lnTo>
                    <a:pt x="1064297" y="652247"/>
                  </a:lnTo>
                  <a:lnTo>
                    <a:pt x="1064947" y="669186"/>
                  </a:lnTo>
                  <a:lnTo>
                    <a:pt x="1065597" y="686082"/>
                  </a:lnTo>
                  <a:lnTo>
                    <a:pt x="1066247" y="702648"/>
                  </a:lnTo>
                  <a:lnTo>
                    <a:pt x="1066897" y="718601"/>
                  </a:lnTo>
                  <a:lnTo>
                    <a:pt x="1067547" y="733240"/>
                  </a:lnTo>
                  <a:lnTo>
                    <a:pt x="1068197" y="746241"/>
                  </a:lnTo>
                  <a:lnTo>
                    <a:pt x="1068847" y="757126"/>
                  </a:lnTo>
                  <a:lnTo>
                    <a:pt x="1069497" y="765556"/>
                  </a:lnTo>
                  <a:lnTo>
                    <a:pt x="1070147" y="771790"/>
                  </a:lnTo>
                  <a:lnTo>
                    <a:pt x="1070797" y="776155"/>
                  </a:lnTo>
                  <a:lnTo>
                    <a:pt x="1071447" y="778847"/>
                  </a:lnTo>
                  <a:lnTo>
                    <a:pt x="1072097" y="780250"/>
                  </a:lnTo>
                  <a:lnTo>
                    <a:pt x="1072747" y="780670"/>
                  </a:lnTo>
                  <a:lnTo>
                    <a:pt x="1073396" y="780282"/>
                  </a:lnTo>
                  <a:lnTo>
                    <a:pt x="1074046" y="779487"/>
                  </a:lnTo>
                  <a:lnTo>
                    <a:pt x="1074696" y="778038"/>
                  </a:lnTo>
                  <a:lnTo>
                    <a:pt x="1075346" y="775780"/>
                  </a:lnTo>
                  <a:lnTo>
                    <a:pt x="1075996" y="772719"/>
                  </a:lnTo>
                  <a:lnTo>
                    <a:pt x="1076646" y="768937"/>
                  </a:lnTo>
                  <a:lnTo>
                    <a:pt x="1077296" y="764844"/>
                  </a:lnTo>
                  <a:lnTo>
                    <a:pt x="1077946" y="760508"/>
                  </a:lnTo>
                  <a:lnTo>
                    <a:pt x="1078596" y="756033"/>
                  </a:lnTo>
                  <a:lnTo>
                    <a:pt x="1079246" y="751452"/>
                  </a:lnTo>
                  <a:lnTo>
                    <a:pt x="1079896" y="746841"/>
                  </a:lnTo>
                  <a:lnTo>
                    <a:pt x="1080546" y="741997"/>
                  </a:lnTo>
                  <a:lnTo>
                    <a:pt x="1081196" y="736536"/>
                  </a:lnTo>
                  <a:lnTo>
                    <a:pt x="1081846" y="729787"/>
                  </a:lnTo>
                  <a:lnTo>
                    <a:pt x="1082496" y="721311"/>
                  </a:lnTo>
                  <a:lnTo>
                    <a:pt x="1083146" y="710935"/>
                  </a:lnTo>
                  <a:lnTo>
                    <a:pt x="1083795" y="698905"/>
                  </a:lnTo>
                  <a:lnTo>
                    <a:pt x="1084445" y="685537"/>
                  </a:lnTo>
                  <a:lnTo>
                    <a:pt x="1085095" y="671146"/>
                  </a:lnTo>
                  <a:lnTo>
                    <a:pt x="1085745" y="656462"/>
                  </a:lnTo>
                  <a:lnTo>
                    <a:pt x="1086395" y="642336"/>
                  </a:lnTo>
                  <a:lnTo>
                    <a:pt x="1087045" y="628721"/>
                  </a:lnTo>
                  <a:lnTo>
                    <a:pt x="1087695" y="615610"/>
                  </a:lnTo>
                  <a:lnTo>
                    <a:pt x="1088345" y="602769"/>
                  </a:lnTo>
                  <a:lnTo>
                    <a:pt x="1088995" y="590070"/>
                  </a:lnTo>
                  <a:lnTo>
                    <a:pt x="1089645" y="577367"/>
                  </a:lnTo>
                  <a:lnTo>
                    <a:pt x="1090295" y="564357"/>
                  </a:lnTo>
                  <a:lnTo>
                    <a:pt x="1090945" y="550758"/>
                  </a:lnTo>
                  <a:lnTo>
                    <a:pt x="1091595" y="536688"/>
                  </a:lnTo>
                  <a:lnTo>
                    <a:pt x="1092245" y="522510"/>
                  </a:lnTo>
                  <a:lnTo>
                    <a:pt x="1092895" y="508360"/>
                  </a:lnTo>
                  <a:lnTo>
                    <a:pt x="1093544" y="494146"/>
                  </a:lnTo>
                  <a:lnTo>
                    <a:pt x="1094194" y="480019"/>
                  </a:lnTo>
                  <a:lnTo>
                    <a:pt x="1094844" y="466224"/>
                  </a:lnTo>
                  <a:lnTo>
                    <a:pt x="1095494" y="452597"/>
                  </a:lnTo>
                  <a:lnTo>
                    <a:pt x="1096144" y="438944"/>
                  </a:lnTo>
                  <a:lnTo>
                    <a:pt x="1096794" y="425467"/>
                  </a:lnTo>
                  <a:lnTo>
                    <a:pt x="1097444" y="412354"/>
                  </a:lnTo>
                  <a:lnTo>
                    <a:pt x="1098094" y="399832"/>
                  </a:lnTo>
                  <a:lnTo>
                    <a:pt x="1098744" y="387893"/>
                  </a:lnTo>
                  <a:lnTo>
                    <a:pt x="1099394" y="376415"/>
                  </a:lnTo>
                  <a:lnTo>
                    <a:pt x="1100044" y="365627"/>
                  </a:lnTo>
                  <a:lnTo>
                    <a:pt x="1100694" y="355676"/>
                  </a:lnTo>
                  <a:lnTo>
                    <a:pt x="1101344" y="346593"/>
                  </a:lnTo>
                  <a:lnTo>
                    <a:pt x="1101994" y="338160"/>
                  </a:lnTo>
                  <a:lnTo>
                    <a:pt x="1102644" y="330316"/>
                  </a:lnTo>
                  <a:lnTo>
                    <a:pt x="1103294" y="323055"/>
                  </a:lnTo>
                  <a:lnTo>
                    <a:pt x="1103943" y="316322"/>
                  </a:lnTo>
                  <a:lnTo>
                    <a:pt x="1104593" y="309763"/>
                  </a:lnTo>
                  <a:lnTo>
                    <a:pt x="1105243" y="303124"/>
                  </a:lnTo>
                  <a:lnTo>
                    <a:pt x="1105893" y="296223"/>
                  </a:lnTo>
                  <a:lnTo>
                    <a:pt x="1106543" y="288912"/>
                  </a:lnTo>
                  <a:lnTo>
                    <a:pt x="1107193" y="281131"/>
                  </a:lnTo>
                  <a:lnTo>
                    <a:pt x="1107843" y="272886"/>
                  </a:lnTo>
                  <a:lnTo>
                    <a:pt x="1108493" y="264402"/>
                  </a:lnTo>
                  <a:lnTo>
                    <a:pt x="1109143" y="255897"/>
                  </a:lnTo>
                  <a:lnTo>
                    <a:pt x="1109793" y="247500"/>
                  </a:lnTo>
                  <a:lnTo>
                    <a:pt x="1110443" y="239456"/>
                  </a:lnTo>
                  <a:lnTo>
                    <a:pt x="1111093" y="232008"/>
                  </a:lnTo>
                  <a:lnTo>
                    <a:pt x="1111743" y="225367"/>
                  </a:lnTo>
                  <a:lnTo>
                    <a:pt x="1112393" y="219554"/>
                  </a:lnTo>
                  <a:lnTo>
                    <a:pt x="1113043" y="214554"/>
                  </a:lnTo>
                  <a:lnTo>
                    <a:pt x="1113692" y="210444"/>
                  </a:lnTo>
                  <a:lnTo>
                    <a:pt x="1114342" y="207517"/>
                  </a:lnTo>
                  <a:lnTo>
                    <a:pt x="1114992" y="205963"/>
                  </a:lnTo>
                  <a:lnTo>
                    <a:pt x="1115642" y="205701"/>
                  </a:lnTo>
                  <a:lnTo>
                    <a:pt x="1116292" y="206559"/>
                  </a:lnTo>
                  <a:lnTo>
                    <a:pt x="1116942" y="208452"/>
                  </a:lnTo>
                  <a:lnTo>
                    <a:pt x="1117592" y="211248"/>
                  </a:lnTo>
                  <a:lnTo>
                    <a:pt x="1118242" y="214609"/>
                  </a:lnTo>
                  <a:lnTo>
                    <a:pt x="1118892" y="218249"/>
                  </a:lnTo>
                  <a:lnTo>
                    <a:pt x="1119542" y="221952"/>
                  </a:lnTo>
                  <a:lnTo>
                    <a:pt x="1120192" y="225703"/>
                  </a:lnTo>
                  <a:lnTo>
                    <a:pt x="1120842" y="229435"/>
                  </a:lnTo>
                  <a:lnTo>
                    <a:pt x="1121492" y="232954"/>
                  </a:lnTo>
                  <a:lnTo>
                    <a:pt x="1122142" y="236284"/>
                  </a:lnTo>
                  <a:lnTo>
                    <a:pt x="1122792" y="239537"/>
                  </a:lnTo>
                  <a:lnTo>
                    <a:pt x="1123442" y="242758"/>
                  </a:lnTo>
                  <a:lnTo>
                    <a:pt x="1124091" y="245809"/>
                  </a:lnTo>
                  <a:lnTo>
                    <a:pt x="1124741" y="248394"/>
                  </a:lnTo>
                  <a:lnTo>
                    <a:pt x="1125391" y="250566"/>
                  </a:lnTo>
                  <a:lnTo>
                    <a:pt x="1126041" y="252573"/>
                  </a:lnTo>
                  <a:lnTo>
                    <a:pt x="1126691" y="254307"/>
                  </a:lnTo>
                  <a:lnTo>
                    <a:pt x="1127341" y="255801"/>
                  </a:lnTo>
                  <a:lnTo>
                    <a:pt x="1127991" y="257409"/>
                  </a:lnTo>
                  <a:lnTo>
                    <a:pt x="1128641" y="259325"/>
                  </a:lnTo>
                  <a:lnTo>
                    <a:pt x="1129291" y="261609"/>
                  </a:lnTo>
                  <a:lnTo>
                    <a:pt x="1129941" y="264050"/>
                  </a:lnTo>
                  <a:lnTo>
                    <a:pt x="1130591" y="266543"/>
                  </a:lnTo>
                  <a:lnTo>
                    <a:pt x="1131241" y="269282"/>
                  </a:lnTo>
                  <a:lnTo>
                    <a:pt x="1131891" y="272417"/>
                  </a:lnTo>
                  <a:lnTo>
                    <a:pt x="1132541" y="275785"/>
                  </a:lnTo>
                  <a:lnTo>
                    <a:pt x="1133191" y="279201"/>
                  </a:lnTo>
                  <a:lnTo>
                    <a:pt x="1133840" y="282685"/>
                  </a:lnTo>
                  <a:lnTo>
                    <a:pt x="1134490" y="286499"/>
                  </a:lnTo>
                  <a:lnTo>
                    <a:pt x="1135140" y="290626"/>
                  </a:lnTo>
                  <a:lnTo>
                    <a:pt x="1135790" y="294856"/>
                  </a:lnTo>
                  <a:lnTo>
                    <a:pt x="1136440" y="299196"/>
                  </a:lnTo>
                  <a:lnTo>
                    <a:pt x="1137090" y="303772"/>
                  </a:lnTo>
                  <a:lnTo>
                    <a:pt x="1137740" y="308537"/>
                  </a:lnTo>
                  <a:lnTo>
                    <a:pt x="1138390" y="313494"/>
                  </a:lnTo>
                  <a:lnTo>
                    <a:pt x="1139040" y="318702"/>
                  </a:lnTo>
                  <a:lnTo>
                    <a:pt x="1139690" y="324184"/>
                  </a:lnTo>
                  <a:lnTo>
                    <a:pt x="1140340" y="329972"/>
                  </a:lnTo>
                  <a:lnTo>
                    <a:pt x="1140990" y="335722"/>
                  </a:lnTo>
                  <a:lnTo>
                    <a:pt x="1141640" y="341095"/>
                  </a:lnTo>
                  <a:lnTo>
                    <a:pt x="1142290" y="345899"/>
                  </a:lnTo>
                  <a:lnTo>
                    <a:pt x="1142940" y="350070"/>
                  </a:lnTo>
                  <a:lnTo>
                    <a:pt x="1143590" y="353435"/>
                  </a:lnTo>
                  <a:lnTo>
                    <a:pt x="1144239" y="356010"/>
                  </a:lnTo>
                  <a:lnTo>
                    <a:pt x="1144889" y="357760"/>
                  </a:lnTo>
                  <a:lnTo>
                    <a:pt x="1145539" y="358972"/>
                  </a:lnTo>
                  <a:lnTo>
                    <a:pt x="1146189" y="359622"/>
                  </a:lnTo>
                  <a:lnTo>
                    <a:pt x="1146839" y="359330"/>
                  </a:lnTo>
                  <a:lnTo>
                    <a:pt x="1147489" y="358000"/>
                  </a:lnTo>
                  <a:lnTo>
                    <a:pt x="1148139" y="355810"/>
                  </a:lnTo>
                  <a:lnTo>
                    <a:pt x="1148789" y="352771"/>
                  </a:lnTo>
                  <a:lnTo>
                    <a:pt x="1149439" y="349202"/>
                  </a:lnTo>
                  <a:lnTo>
                    <a:pt x="1150089" y="345318"/>
                  </a:lnTo>
                  <a:lnTo>
                    <a:pt x="1150739" y="341409"/>
                  </a:lnTo>
                  <a:lnTo>
                    <a:pt x="1151389" y="337746"/>
                  </a:lnTo>
                  <a:lnTo>
                    <a:pt x="1152039" y="334640"/>
                  </a:lnTo>
                  <a:lnTo>
                    <a:pt x="1152689" y="332082"/>
                  </a:lnTo>
                  <a:lnTo>
                    <a:pt x="1153339" y="330137"/>
                  </a:lnTo>
                  <a:lnTo>
                    <a:pt x="1153988" y="328496"/>
                  </a:lnTo>
                  <a:lnTo>
                    <a:pt x="1154638" y="326838"/>
                  </a:lnTo>
                  <a:lnTo>
                    <a:pt x="1155288" y="324870"/>
                  </a:lnTo>
                  <a:lnTo>
                    <a:pt x="1155938" y="322677"/>
                  </a:lnTo>
                  <a:lnTo>
                    <a:pt x="1156588" y="320501"/>
                  </a:lnTo>
                  <a:lnTo>
                    <a:pt x="1157238" y="318301"/>
                  </a:lnTo>
                  <a:lnTo>
                    <a:pt x="1157888" y="315792"/>
                  </a:lnTo>
                  <a:lnTo>
                    <a:pt x="1158538" y="313166"/>
                  </a:lnTo>
                  <a:lnTo>
                    <a:pt x="1159188" y="310629"/>
                  </a:lnTo>
                  <a:lnTo>
                    <a:pt x="1159838" y="308026"/>
                  </a:lnTo>
                  <a:lnTo>
                    <a:pt x="1160488" y="305191"/>
                  </a:lnTo>
                  <a:lnTo>
                    <a:pt x="1161138" y="302081"/>
                  </a:lnTo>
                  <a:lnTo>
                    <a:pt x="1161788" y="298754"/>
                  </a:lnTo>
                  <a:lnTo>
                    <a:pt x="1162438" y="295341"/>
                  </a:lnTo>
                  <a:lnTo>
                    <a:pt x="1163088" y="291732"/>
                  </a:lnTo>
                  <a:lnTo>
                    <a:pt x="1163737" y="287866"/>
                  </a:lnTo>
                  <a:lnTo>
                    <a:pt x="1164387" y="284028"/>
                  </a:lnTo>
                  <a:lnTo>
                    <a:pt x="1165037" y="280459"/>
                  </a:lnTo>
                  <a:lnTo>
                    <a:pt x="1165687" y="277177"/>
                  </a:lnTo>
                  <a:lnTo>
                    <a:pt x="1166337" y="274127"/>
                  </a:lnTo>
                  <a:lnTo>
                    <a:pt x="1166987" y="271421"/>
                  </a:lnTo>
                  <a:lnTo>
                    <a:pt x="1167637" y="269445"/>
                  </a:lnTo>
                  <a:lnTo>
                    <a:pt x="1168287" y="268298"/>
                  </a:lnTo>
                  <a:lnTo>
                    <a:pt x="1168937" y="267795"/>
                  </a:lnTo>
                  <a:lnTo>
                    <a:pt x="1169587" y="267925"/>
                  </a:lnTo>
                  <a:lnTo>
                    <a:pt x="1170237" y="268811"/>
                  </a:lnTo>
                  <a:lnTo>
                    <a:pt x="1170887" y="270376"/>
                  </a:lnTo>
                  <a:lnTo>
                    <a:pt x="1171537" y="272476"/>
                  </a:lnTo>
                  <a:lnTo>
                    <a:pt x="1172187" y="275081"/>
                  </a:lnTo>
                  <a:lnTo>
                    <a:pt x="1172837" y="278362"/>
                  </a:lnTo>
                  <a:lnTo>
                    <a:pt x="1173487" y="282563"/>
                  </a:lnTo>
                  <a:lnTo>
                    <a:pt x="1174136" y="287681"/>
                  </a:lnTo>
                  <a:lnTo>
                    <a:pt x="1174786" y="293571"/>
                  </a:lnTo>
                  <a:lnTo>
                    <a:pt x="1175436" y="300075"/>
                  </a:lnTo>
                  <a:lnTo>
                    <a:pt x="1176086" y="307019"/>
                  </a:lnTo>
                  <a:lnTo>
                    <a:pt x="1176736" y="314079"/>
                  </a:lnTo>
                  <a:lnTo>
                    <a:pt x="1177386" y="320783"/>
                  </a:lnTo>
                  <a:lnTo>
                    <a:pt x="1178036" y="326494"/>
                  </a:lnTo>
                  <a:lnTo>
                    <a:pt x="1178686" y="331125"/>
                  </a:lnTo>
                  <a:lnTo>
                    <a:pt x="1179336" y="334919"/>
                  </a:lnTo>
                  <a:lnTo>
                    <a:pt x="1179986" y="337945"/>
                  </a:lnTo>
                  <a:lnTo>
                    <a:pt x="1180636" y="340289"/>
                  </a:lnTo>
                  <a:lnTo>
                    <a:pt x="1181286" y="341938"/>
                  </a:lnTo>
                  <a:lnTo>
                    <a:pt x="1181936" y="342663"/>
                  </a:lnTo>
                  <a:lnTo>
                    <a:pt x="1182586" y="342438"/>
                  </a:lnTo>
                  <a:lnTo>
                    <a:pt x="1183236" y="341188"/>
                  </a:lnTo>
                  <a:lnTo>
                    <a:pt x="1183885" y="339063"/>
                  </a:lnTo>
                  <a:lnTo>
                    <a:pt x="1184535" y="336077"/>
                  </a:lnTo>
                  <a:lnTo>
                    <a:pt x="1185185" y="332154"/>
                  </a:lnTo>
                  <a:lnTo>
                    <a:pt x="1185835" y="327561"/>
                  </a:lnTo>
                  <a:lnTo>
                    <a:pt x="1186485" y="322810"/>
                  </a:lnTo>
                  <a:lnTo>
                    <a:pt x="1187135" y="318211"/>
                  </a:lnTo>
                  <a:lnTo>
                    <a:pt x="1187785" y="314198"/>
                  </a:lnTo>
                  <a:lnTo>
                    <a:pt x="1188435" y="310599"/>
                  </a:lnTo>
                  <a:lnTo>
                    <a:pt x="1189085" y="307323"/>
                  </a:lnTo>
                  <a:lnTo>
                    <a:pt x="1189735" y="304587"/>
                  </a:lnTo>
                  <a:lnTo>
                    <a:pt x="1190385" y="302715"/>
                  </a:lnTo>
                  <a:lnTo>
                    <a:pt x="1191035" y="301669"/>
                  </a:lnTo>
                  <a:lnTo>
                    <a:pt x="1191685" y="301444"/>
                  </a:lnTo>
                  <a:lnTo>
                    <a:pt x="1192335" y="302065"/>
                  </a:lnTo>
                  <a:lnTo>
                    <a:pt x="1192985" y="303615"/>
                  </a:lnTo>
                  <a:lnTo>
                    <a:pt x="1193635" y="305906"/>
                  </a:lnTo>
                  <a:lnTo>
                    <a:pt x="1194284" y="308846"/>
                  </a:lnTo>
                  <a:lnTo>
                    <a:pt x="1194934" y="312660"/>
                  </a:lnTo>
                  <a:lnTo>
                    <a:pt x="1195584" y="317521"/>
                  </a:lnTo>
                  <a:lnTo>
                    <a:pt x="1196234" y="323384"/>
                  </a:lnTo>
                  <a:lnTo>
                    <a:pt x="1196884" y="330158"/>
                  </a:lnTo>
                  <a:lnTo>
                    <a:pt x="1197534" y="337641"/>
                  </a:lnTo>
                  <a:lnTo>
                    <a:pt x="1198184" y="345923"/>
                  </a:lnTo>
                  <a:lnTo>
                    <a:pt x="1198834" y="354931"/>
                  </a:lnTo>
                  <a:lnTo>
                    <a:pt x="1199484" y="364224"/>
                  </a:lnTo>
                  <a:lnTo>
                    <a:pt x="1200134" y="373091"/>
                  </a:lnTo>
                  <a:lnTo>
                    <a:pt x="1200784" y="381267"/>
                  </a:lnTo>
                  <a:lnTo>
                    <a:pt x="1201434" y="388709"/>
                  </a:lnTo>
                  <a:lnTo>
                    <a:pt x="1202084" y="395118"/>
                  </a:lnTo>
                  <a:lnTo>
                    <a:pt x="1202734" y="400373"/>
                  </a:lnTo>
                  <a:lnTo>
                    <a:pt x="1203384" y="404622"/>
                  </a:lnTo>
                  <a:lnTo>
                    <a:pt x="1204033" y="408004"/>
                  </a:lnTo>
                  <a:lnTo>
                    <a:pt x="1204683" y="410526"/>
                  </a:lnTo>
                  <a:lnTo>
                    <a:pt x="1205333" y="411962"/>
                  </a:lnTo>
                  <a:lnTo>
                    <a:pt x="1205983" y="412159"/>
                  </a:lnTo>
                  <a:lnTo>
                    <a:pt x="1206633" y="411343"/>
                  </a:lnTo>
                  <a:lnTo>
                    <a:pt x="1207283" y="409589"/>
                  </a:lnTo>
                  <a:lnTo>
                    <a:pt x="1207933" y="406817"/>
                  </a:lnTo>
                  <a:lnTo>
                    <a:pt x="1208583" y="403229"/>
                  </a:lnTo>
                  <a:lnTo>
                    <a:pt x="1209233" y="399162"/>
                  </a:lnTo>
                  <a:lnTo>
                    <a:pt x="1209883" y="395104"/>
                  </a:lnTo>
                  <a:lnTo>
                    <a:pt x="1210533" y="391454"/>
                  </a:lnTo>
                  <a:lnTo>
                    <a:pt x="1211183" y="388342"/>
                  </a:lnTo>
                  <a:lnTo>
                    <a:pt x="1211833" y="386012"/>
                  </a:lnTo>
                  <a:lnTo>
                    <a:pt x="1212483" y="384439"/>
                  </a:lnTo>
                  <a:lnTo>
                    <a:pt x="1213133" y="383330"/>
                  </a:lnTo>
                  <a:lnTo>
                    <a:pt x="1213783" y="382652"/>
                  </a:lnTo>
                  <a:lnTo>
                    <a:pt x="1214432" y="382304"/>
                  </a:lnTo>
                  <a:lnTo>
                    <a:pt x="1215082" y="382283"/>
                  </a:lnTo>
                  <a:lnTo>
                    <a:pt x="1215732" y="382494"/>
                  </a:lnTo>
                  <a:lnTo>
                    <a:pt x="1216382" y="382496"/>
                  </a:lnTo>
                  <a:lnTo>
                    <a:pt x="1217032" y="382433"/>
                  </a:lnTo>
                  <a:lnTo>
                    <a:pt x="1217682" y="382718"/>
                  </a:lnTo>
                  <a:lnTo>
                    <a:pt x="1218332" y="382978"/>
                  </a:lnTo>
                  <a:lnTo>
                    <a:pt x="1218982" y="383107"/>
                  </a:lnTo>
                  <a:lnTo>
                    <a:pt x="1219632" y="383153"/>
                  </a:lnTo>
                  <a:lnTo>
                    <a:pt x="1220282" y="383111"/>
                  </a:lnTo>
                  <a:lnTo>
                    <a:pt x="1220932" y="383041"/>
                  </a:lnTo>
                  <a:lnTo>
                    <a:pt x="1221582" y="382670"/>
                  </a:lnTo>
                  <a:lnTo>
                    <a:pt x="1222232" y="381810"/>
                  </a:lnTo>
                  <a:lnTo>
                    <a:pt x="1222882" y="380518"/>
                  </a:lnTo>
                  <a:lnTo>
                    <a:pt x="1223532" y="378606"/>
                  </a:lnTo>
                  <a:lnTo>
                    <a:pt x="1224181" y="375959"/>
                  </a:lnTo>
                  <a:lnTo>
                    <a:pt x="1224831" y="372409"/>
                  </a:lnTo>
                  <a:lnTo>
                    <a:pt x="1225481" y="368014"/>
                  </a:lnTo>
                  <a:lnTo>
                    <a:pt x="1226131" y="363115"/>
                  </a:lnTo>
                  <a:lnTo>
                    <a:pt x="1226781" y="357641"/>
                  </a:lnTo>
                  <a:lnTo>
                    <a:pt x="1227431" y="351356"/>
                  </a:lnTo>
                  <a:lnTo>
                    <a:pt x="1228081" y="344412"/>
                  </a:lnTo>
                  <a:lnTo>
                    <a:pt x="1228731" y="336828"/>
                  </a:lnTo>
                  <a:lnTo>
                    <a:pt x="1229381" y="328440"/>
                  </a:lnTo>
                  <a:lnTo>
                    <a:pt x="1230031" y="319105"/>
                  </a:lnTo>
                  <a:lnTo>
                    <a:pt x="1230681" y="308722"/>
                  </a:lnTo>
                  <a:lnTo>
                    <a:pt x="1231331" y="297391"/>
                  </a:lnTo>
                  <a:lnTo>
                    <a:pt x="1231981" y="285292"/>
                  </a:lnTo>
                  <a:lnTo>
                    <a:pt x="1232631" y="272697"/>
                  </a:lnTo>
                  <a:lnTo>
                    <a:pt x="1233281" y="259883"/>
                  </a:lnTo>
                  <a:lnTo>
                    <a:pt x="1233931" y="247277"/>
                  </a:lnTo>
                  <a:lnTo>
                    <a:pt x="1234580" y="235323"/>
                  </a:lnTo>
                  <a:lnTo>
                    <a:pt x="1235230" y="224181"/>
                  </a:lnTo>
                  <a:lnTo>
                    <a:pt x="1235880" y="213805"/>
                  </a:lnTo>
                  <a:lnTo>
                    <a:pt x="1236530" y="204200"/>
                  </a:lnTo>
                  <a:lnTo>
                    <a:pt x="1237180" y="195351"/>
                  </a:lnTo>
                  <a:lnTo>
                    <a:pt x="1237830" y="187248"/>
                  </a:lnTo>
                  <a:lnTo>
                    <a:pt x="1238480" y="179815"/>
                  </a:lnTo>
                  <a:lnTo>
                    <a:pt x="1239130" y="172980"/>
                  </a:lnTo>
                  <a:lnTo>
                    <a:pt x="1239780" y="166920"/>
                  </a:lnTo>
                  <a:lnTo>
                    <a:pt x="1240430" y="161850"/>
                  </a:lnTo>
                  <a:lnTo>
                    <a:pt x="1241080" y="157889"/>
                  </a:lnTo>
                  <a:lnTo>
                    <a:pt x="1241730" y="155048"/>
                  </a:lnTo>
                  <a:lnTo>
                    <a:pt x="1242380" y="153268"/>
                  </a:lnTo>
                  <a:lnTo>
                    <a:pt x="1243030" y="152582"/>
                  </a:lnTo>
                  <a:lnTo>
                    <a:pt x="1243680" y="152818"/>
                  </a:lnTo>
                  <a:lnTo>
                    <a:pt x="1244329" y="153588"/>
                  </a:lnTo>
                  <a:lnTo>
                    <a:pt x="1244979" y="154728"/>
                  </a:lnTo>
                  <a:lnTo>
                    <a:pt x="1245629" y="156210"/>
                  </a:lnTo>
                  <a:lnTo>
                    <a:pt x="1246279" y="158069"/>
                  </a:lnTo>
                  <a:lnTo>
                    <a:pt x="1246929" y="160400"/>
                  </a:lnTo>
                  <a:lnTo>
                    <a:pt x="1247579" y="163188"/>
                  </a:lnTo>
                  <a:lnTo>
                    <a:pt x="1248229" y="166576"/>
                  </a:lnTo>
                  <a:lnTo>
                    <a:pt x="1248879" y="170742"/>
                  </a:lnTo>
                  <a:lnTo>
                    <a:pt x="1249529" y="175591"/>
                  </a:lnTo>
                  <a:lnTo>
                    <a:pt x="1250179" y="180991"/>
                  </a:lnTo>
                  <a:lnTo>
                    <a:pt x="1250829" y="187069"/>
                  </a:lnTo>
                  <a:lnTo>
                    <a:pt x="1251479" y="193883"/>
                  </a:lnTo>
                  <a:lnTo>
                    <a:pt x="1252129" y="201468"/>
                  </a:lnTo>
                  <a:lnTo>
                    <a:pt x="1252779" y="209727"/>
                  </a:lnTo>
                  <a:lnTo>
                    <a:pt x="1253429" y="218767"/>
                  </a:lnTo>
                  <a:lnTo>
                    <a:pt x="1254079" y="228895"/>
                  </a:lnTo>
                  <a:lnTo>
                    <a:pt x="1254728" y="240189"/>
                  </a:lnTo>
                  <a:lnTo>
                    <a:pt x="1255378" y="252553"/>
                  </a:lnTo>
                  <a:lnTo>
                    <a:pt x="1256028" y="265824"/>
                  </a:lnTo>
                  <a:lnTo>
                    <a:pt x="1256678" y="279819"/>
                  </a:lnTo>
                  <a:lnTo>
                    <a:pt x="1257328" y="294428"/>
                  </a:lnTo>
                  <a:lnTo>
                    <a:pt x="1257978" y="309238"/>
                  </a:lnTo>
                  <a:lnTo>
                    <a:pt x="1258628" y="323894"/>
                  </a:lnTo>
                  <a:lnTo>
                    <a:pt x="1259278" y="338398"/>
                  </a:lnTo>
                  <a:lnTo>
                    <a:pt x="1259928" y="352710"/>
                  </a:lnTo>
                  <a:lnTo>
                    <a:pt x="1260578" y="366726"/>
                  </a:lnTo>
                  <a:lnTo>
                    <a:pt x="1261228" y="380504"/>
                  </a:lnTo>
                  <a:lnTo>
                    <a:pt x="1261878" y="394066"/>
                  </a:lnTo>
                  <a:lnTo>
                    <a:pt x="1262528" y="407643"/>
                  </a:lnTo>
                  <a:lnTo>
                    <a:pt x="1263178" y="421335"/>
                  </a:lnTo>
                  <a:lnTo>
                    <a:pt x="1263828" y="435266"/>
                  </a:lnTo>
                  <a:lnTo>
                    <a:pt x="1264477" y="449666"/>
                  </a:lnTo>
                  <a:lnTo>
                    <a:pt x="1265127" y="464732"/>
                  </a:lnTo>
                  <a:lnTo>
                    <a:pt x="1265777" y="480561"/>
                  </a:lnTo>
                  <a:lnTo>
                    <a:pt x="1266427" y="496919"/>
                  </a:lnTo>
                  <a:lnTo>
                    <a:pt x="1267077" y="513628"/>
                  </a:lnTo>
                  <a:lnTo>
                    <a:pt x="1267727" y="530764"/>
                  </a:lnTo>
                  <a:lnTo>
                    <a:pt x="1268377" y="548272"/>
                  </a:lnTo>
                  <a:lnTo>
                    <a:pt x="1269027" y="565867"/>
                  </a:lnTo>
                  <a:lnTo>
                    <a:pt x="1269677" y="583422"/>
                  </a:lnTo>
                  <a:lnTo>
                    <a:pt x="1270327" y="600808"/>
                  </a:lnTo>
                  <a:lnTo>
                    <a:pt x="1270977" y="617773"/>
                  </a:lnTo>
                  <a:lnTo>
                    <a:pt x="1271627" y="633949"/>
                  </a:lnTo>
                  <a:lnTo>
                    <a:pt x="1272277" y="648786"/>
                  </a:lnTo>
                  <a:lnTo>
                    <a:pt x="1272927" y="661806"/>
                  </a:lnTo>
                  <a:lnTo>
                    <a:pt x="1273577" y="672334"/>
                  </a:lnTo>
                  <a:lnTo>
                    <a:pt x="1274227" y="679801"/>
                  </a:lnTo>
                  <a:lnTo>
                    <a:pt x="1274876" y="683936"/>
                  </a:lnTo>
                  <a:lnTo>
                    <a:pt x="1275526" y="684731"/>
                  </a:lnTo>
                  <a:lnTo>
                    <a:pt x="1276176" y="682767"/>
                  </a:lnTo>
                  <a:lnTo>
                    <a:pt x="1276826" y="678887"/>
                  </a:lnTo>
                  <a:lnTo>
                    <a:pt x="1277476" y="673654"/>
                  </a:lnTo>
                  <a:lnTo>
                    <a:pt x="1278126" y="667727"/>
                  </a:lnTo>
                  <a:lnTo>
                    <a:pt x="1278776" y="661315"/>
                  </a:lnTo>
                  <a:lnTo>
                    <a:pt x="1279426" y="654488"/>
                  </a:lnTo>
                  <a:lnTo>
                    <a:pt x="1280076" y="647254"/>
                  </a:lnTo>
                  <a:lnTo>
                    <a:pt x="1280726" y="639685"/>
                  </a:lnTo>
                  <a:lnTo>
                    <a:pt x="1281376" y="631775"/>
                  </a:lnTo>
                  <a:lnTo>
                    <a:pt x="1282026" y="623637"/>
                  </a:lnTo>
                  <a:lnTo>
                    <a:pt x="1282676" y="615226"/>
                  </a:lnTo>
                  <a:lnTo>
                    <a:pt x="1283326" y="606592"/>
                  </a:lnTo>
                  <a:lnTo>
                    <a:pt x="1283976" y="597911"/>
                  </a:lnTo>
                  <a:lnTo>
                    <a:pt x="1284625" y="589217"/>
                  </a:lnTo>
                  <a:lnTo>
                    <a:pt x="1285275" y="580594"/>
                  </a:lnTo>
                  <a:lnTo>
                    <a:pt x="1285925" y="571762"/>
                  </a:lnTo>
                  <a:lnTo>
                    <a:pt x="1286575" y="562493"/>
                  </a:lnTo>
                  <a:lnTo>
                    <a:pt x="1287225" y="552881"/>
                  </a:lnTo>
                  <a:lnTo>
                    <a:pt x="1287875" y="542893"/>
                  </a:lnTo>
                  <a:lnTo>
                    <a:pt x="1288525" y="532924"/>
                  </a:lnTo>
                  <a:lnTo>
                    <a:pt x="1289175" y="523345"/>
                  </a:lnTo>
                  <a:lnTo>
                    <a:pt x="1289825" y="514428"/>
                  </a:lnTo>
                  <a:lnTo>
                    <a:pt x="1290475" y="506605"/>
                  </a:lnTo>
                  <a:lnTo>
                    <a:pt x="1291125" y="500231"/>
                  </a:lnTo>
                  <a:lnTo>
                    <a:pt x="1291775" y="495132"/>
                  </a:lnTo>
                  <a:lnTo>
                    <a:pt x="1292425" y="491294"/>
                  </a:lnTo>
                  <a:lnTo>
                    <a:pt x="1293075" y="488553"/>
                  </a:lnTo>
                  <a:lnTo>
                    <a:pt x="1293725" y="486511"/>
                  </a:lnTo>
                  <a:lnTo>
                    <a:pt x="1294375" y="484964"/>
                  </a:lnTo>
                  <a:lnTo>
                    <a:pt x="1295024" y="483605"/>
                  </a:lnTo>
                  <a:lnTo>
                    <a:pt x="1295674" y="482471"/>
                  </a:lnTo>
                  <a:lnTo>
                    <a:pt x="1296324" y="481388"/>
                  </a:lnTo>
                  <a:lnTo>
                    <a:pt x="1296974" y="480102"/>
                  </a:lnTo>
                  <a:lnTo>
                    <a:pt x="1297624" y="478453"/>
                  </a:lnTo>
                  <a:lnTo>
                    <a:pt x="1298274" y="476446"/>
                  </a:lnTo>
                  <a:lnTo>
                    <a:pt x="1298924" y="474126"/>
                  </a:lnTo>
                  <a:lnTo>
                    <a:pt x="1299574" y="471512"/>
                  </a:lnTo>
                  <a:lnTo>
                    <a:pt x="1300224" y="468224"/>
                  </a:lnTo>
                  <a:lnTo>
                    <a:pt x="1300874" y="464109"/>
                  </a:lnTo>
                  <a:lnTo>
                    <a:pt x="1301524" y="459280"/>
                  </a:lnTo>
                  <a:lnTo>
                    <a:pt x="1302174" y="453700"/>
                  </a:lnTo>
                  <a:lnTo>
                    <a:pt x="1302824" y="447430"/>
                  </a:lnTo>
                  <a:lnTo>
                    <a:pt x="1303474" y="440711"/>
                  </a:lnTo>
                  <a:lnTo>
                    <a:pt x="1304124" y="433704"/>
                  </a:lnTo>
                  <a:lnTo>
                    <a:pt x="1304773" y="426740"/>
                  </a:lnTo>
                  <a:lnTo>
                    <a:pt x="1305423" y="419919"/>
                  </a:lnTo>
                  <a:lnTo>
                    <a:pt x="1306073" y="413531"/>
                  </a:lnTo>
                  <a:lnTo>
                    <a:pt x="1306723" y="407908"/>
                  </a:lnTo>
                  <a:lnTo>
                    <a:pt x="1307373" y="403262"/>
                  </a:lnTo>
                  <a:lnTo>
                    <a:pt x="1308023" y="399459"/>
                  </a:lnTo>
                  <a:lnTo>
                    <a:pt x="1308673" y="396351"/>
                  </a:lnTo>
                  <a:lnTo>
                    <a:pt x="1309323" y="393622"/>
                  </a:lnTo>
                  <a:lnTo>
                    <a:pt x="1309973" y="391140"/>
                  </a:lnTo>
                  <a:lnTo>
                    <a:pt x="1310623" y="388843"/>
                  </a:lnTo>
                  <a:lnTo>
                    <a:pt x="1311273" y="386752"/>
                  </a:lnTo>
                  <a:lnTo>
                    <a:pt x="1311923" y="384731"/>
                  </a:lnTo>
                  <a:lnTo>
                    <a:pt x="1312573" y="382586"/>
                  </a:lnTo>
                  <a:lnTo>
                    <a:pt x="1313223" y="380077"/>
                  </a:lnTo>
                  <a:lnTo>
                    <a:pt x="1313873" y="377267"/>
                  </a:lnTo>
                  <a:lnTo>
                    <a:pt x="1314522" y="374130"/>
                  </a:lnTo>
                  <a:lnTo>
                    <a:pt x="1315172" y="370680"/>
                  </a:lnTo>
                  <a:lnTo>
                    <a:pt x="1315822" y="366959"/>
                  </a:lnTo>
                  <a:lnTo>
                    <a:pt x="1316472" y="362767"/>
                  </a:lnTo>
                  <a:lnTo>
                    <a:pt x="1317122" y="358198"/>
                  </a:lnTo>
                  <a:lnTo>
                    <a:pt x="1317772" y="353239"/>
                  </a:lnTo>
                  <a:lnTo>
                    <a:pt x="1318422" y="347950"/>
                  </a:lnTo>
                  <a:lnTo>
                    <a:pt x="1319072" y="342281"/>
                  </a:lnTo>
                  <a:lnTo>
                    <a:pt x="1319722" y="336343"/>
                  </a:lnTo>
                  <a:lnTo>
                    <a:pt x="1320372" y="329934"/>
                  </a:lnTo>
                  <a:lnTo>
                    <a:pt x="1321022" y="322865"/>
                  </a:lnTo>
                  <a:lnTo>
                    <a:pt x="1321672" y="315214"/>
                  </a:lnTo>
                  <a:lnTo>
                    <a:pt x="1322322" y="307156"/>
                  </a:lnTo>
                  <a:lnTo>
                    <a:pt x="1322972" y="298713"/>
                  </a:lnTo>
                  <a:lnTo>
                    <a:pt x="1323622" y="289706"/>
                  </a:lnTo>
                  <a:lnTo>
                    <a:pt x="1324272" y="280006"/>
                  </a:lnTo>
                  <a:lnTo>
                    <a:pt x="1324921" y="269469"/>
                  </a:lnTo>
                  <a:lnTo>
                    <a:pt x="1325571" y="258210"/>
                  </a:lnTo>
                  <a:lnTo>
                    <a:pt x="1326221" y="246503"/>
                  </a:lnTo>
                  <a:lnTo>
                    <a:pt x="1326871" y="234386"/>
                  </a:lnTo>
                  <a:lnTo>
                    <a:pt x="1327521" y="222044"/>
                  </a:lnTo>
                  <a:lnTo>
                    <a:pt x="1328171" y="209692"/>
                  </a:lnTo>
                  <a:lnTo>
                    <a:pt x="1328821" y="197535"/>
                  </a:lnTo>
                  <a:lnTo>
                    <a:pt x="1329471" y="185737"/>
                  </a:lnTo>
                  <a:lnTo>
                    <a:pt x="1330121" y="174611"/>
                  </a:lnTo>
                  <a:lnTo>
                    <a:pt x="1330771" y="164237"/>
                  </a:lnTo>
                  <a:lnTo>
                    <a:pt x="1331421" y="154660"/>
                  </a:lnTo>
                  <a:lnTo>
                    <a:pt x="1332071" y="145837"/>
                  </a:lnTo>
                  <a:lnTo>
                    <a:pt x="1332721" y="137855"/>
                  </a:lnTo>
                  <a:lnTo>
                    <a:pt x="1333371" y="130817"/>
                  </a:lnTo>
                  <a:lnTo>
                    <a:pt x="1334021" y="124807"/>
                  </a:lnTo>
                  <a:lnTo>
                    <a:pt x="1334670" y="119902"/>
                  </a:lnTo>
                  <a:lnTo>
                    <a:pt x="1335320" y="115864"/>
                  </a:lnTo>
                  <a:lnTo>
                    <a:pt x="1335970" y="112566"/>
                  </a:lnTo>
                  <a:lnTo>
                    <a:pt x="1336620" y="110024"/>
                  </a:lnTo>
                  <a:lnTo>
                    <a:pt x="1337270" y="108207"/>
                  </a:lnTo>
                  <a:lnTo>
                    <a:pt x="1337920" y="106944"/>
                  </a:lnTo>
                  <a:lnTo>
                    <a:pt x="1338570" y="106136"/>
                  </a:lnTo>
                  <a:lnTo>
                    <a:pt x="1339220" y="105555"/>
                  </a:lnTo>
                  <a:lnTo>
                    <a:pt x="1339870" y="105117"/>
                  </a:lnTo>
                  <a:lnTo>
                    <a:pt x="1340520" y="104773"/>
                  </a:lnTo>
                  <a:lnTo>
                    <a:pt x="1341170" y="104356"/>
                  </a:lnTo>
                  <a:lnTo>
                    <a:pt x="1341820" y="103997"/>
                  </a:lnTo>
                  <a:lnTo>
                    <a:pt x="1342470" y="103738"/>
                  </a:lnTo>
                  <a:lnTo>
                    <a:pt x="1343120" y="103664"/>
                  </a:lnTo>
                  <a:lnTo>
                    <a:pt x="1343770" y="103828"/>
                  </a:lnTo>
                  <a:lnTo>
                    <a:pt x="1344420" y="104434"/>
                  </a:lnTo>
                  <a:lnTo>
                    <a:pt x="1345069" y="105684"/>
                  </a:lnTo>
                  <a:lnTo>
                    <a:pt x="1345719" y="107706"/>
                  </a:lnTo>
                  <a:lnTo>
                    <a:pt x="1346369" y="110346"/>
                  </a:lnTo>
                  <a:lnTo>
                    <a:pt x="1347019" y="113445"/>
                  </a:lnTo>
                  <a:lnTo>
                    <a:pt x="1347669" y="116807"/>
                  </a:lnTo>
                  <a:lnTo>
                    <a:pt x="1348319" y="120290"/>
                  </a:lnTo>
                  <a:lnTo>
                    <a:pt x="1348969" y="123935"/>
                  </a:lnTo>
                  <a:lnTo>
                    <a:pt x="1349619" y="127614"/>
                  </a:lnTo>
                  <a:lnTo>
                    <a:pt x="1350269" y="131485"/>
                  </a:lnTo>
                  <a:lnTo>
                    <a:pt x="1350919" y="135778"/>
                  </a:lnTo>
                  <a:lnTo>
                    <a:pt x="1351569" y="140605"/>
                  </a:lnTo>
                  <a:lnTo>
                    <a:pt x="1352219" y="146043"/>
                  </a:lnTo>
                  <a:lnTo>
                    <a:pt x="1352869" y="152297"/>
                  </a:lnTo>
                  <a:lnTo>
                    <a:pt x="1353519" y="159356"/>
                  </a:lnTo>
                  <a:lnTo>
                    <a:pt x="1354169" y="167017"/>
                  </a:lnTo>
                  <a:lnTo>
                    <a:pt x="1354818" y="175088"/>
                  </a:lnTo>
                  <a:lnTo>
                    <a:pt x="1355468" y="183260"/>
                  </a:lnTo>
                  <a:lnTo>
                    <a:pt x="1356118" y="191352"/>
                  </a:lnTo>
                  <a:lnTo>
                    <a:pt x="1356768" y="199357"/>
                  </a:lnTo>
                  <a:lnTo>
                    <a:pt x="1357418" y="207320"/>
                  </a:lnTo>
                  <a:lnTo>
                    <a:pt x="1358068" y="215150"/>
                  </a:lnTo>
                  <a:lnTo>
                    <a:pt x="1358718" y="222764"/>
                  </a:lnTo>
                  <a:lnTo>
                    <a:pt x="1359368" y="229959"/>
                  </a:lnTo>
                  <a:lnTo>
                    <a:pt x="1360018" y="236515"/>
                  </a:lnTo>
                  <a:lnTo>
                    <a:pt x="1360668" y="242224"/>
                  </a:lnTo>
                  <a:lnTo>
                    <a:pt x="1361318" y="246847"/>
                  </a:lnTo>
                  <a:lnTo>
                    <a:pt x="1361968" y="250208"/>
                  </a:lnTo>
                  <a:lnTo>
                    <a:pt x="1362618" y="251850"/>
                  </a:lnTo>
                  <a:lnTo>
                    <a:pt x="1363268" y="251693"/>
                  </a:lnTo>
                  <a:lnTo>
                    <a:pt x="1363918" y="249949"/>
                  </a:lnTo>
                  <a:lnTo>
                    <a:pt x="1364568" y="246962"/>
                  </a:lnTo>
                  <a:lnTo>
                    <a:pt x="1365217" y="243164"/>
                  </a:lnTo>
                  <a:lnTo>
                    <a:pt x="1365867" y="239052"/>
                  </a:lnTo>
                  <a:lnTo>
                    <a:pt x="1366517" y="234940"/>
                  </a:lnTo>
                  <a:lnTo>
                    <a:pt x="1367167" y="231259"/>
                  </a:lnTo>
                  <a:lnTo>
                    <a:pt x="1367817" y="228521"/>
                  </a:lnTo>
                  <a:lnTo>
                    <a:pt x="1368467" y="226942"/>
                  </a:lnTo>
                  <a:lnTo>
                    <a:pt x="1369117" y="226795"/>
                  </a:lnTo>
                  <a:lnTo>
                    <a:pt x="1369767" y="228072"/>
                  </a:lnTo>
                  <a:lnTo>
                    <a:pt x="1370417" y="230801"/>
                  </a:lnTo>
                  <a:lnTo>
                    <a:pt x="1371067" y="234969"/>
                  </a:lnTo>
                  <a:lnTo>
                    <a:pt x="1371717" y="240632"/>
                  </a:lnTo>
                  <a:lnTo>
                    <a:pt x="1372367" y="247839"/>
                  </a:lnTo>
                  <a:lnTo>
                    <a:pt x="1373017" y="256668"/>
                  </a:lnTo>
                  <a:lnTo>
                    <a:pt x="1373667" y="267075"/>
                  </a:lnTo>
                  <a:lnTo>
                    <a:pt x="1374317" y="278806"/>
                  </a:lnTo>
                  <a:lnTo>
                    <a:pt x="1374966" y="291695"/>
                  </a:lnTo>
                  <a:lnTo>
                    <a:pt x="1375616" y="305319"/>
                  </a:lnTo>
                  <a:lnTo>
                    <a:pt x="1376266" y="319211"/>
                  </a:lnTo>
                  <a:lnTo>
                    <a:pt x="1376916" y="332700"/>
                  </a:lnTo>
                  <a:lnTo>
                    <a:pt x="1377566" y="345241"/>
                  </a:lnTo>
                  <a:lnTo>
                    <a:pt x="1378216" y="356297"/>
                  </a:lnTo>
                  <a:lnTo>
                    <a:pt x="1378866" y="365484"/>
                  </a:lnTo>
                  <a:lnTo>
                    <a:pt x="1379516" y="372509"/>
                  </a:lnTo>
                  <a:lnTo>
                    <a:pt x="1380166" y="377242"/>
                  </a:lnTo>
                  <a:lnTo>
                    <a:pt x="1380816" y="379815"/>
                  </a:lnTo>
                  <a:lnTo>
                    <a:pt x="1381466" y="380352"/>
                  </a:lnTo>
                  <a:lnTo>
                    <a:pt x="1382116" y="379019"/>
                  </a:lnTo>
                  <a:lnTo>
                    <a:pt x="1382766" y="375773"/>
                  </a:lnTo>
                  <a:lnTo>
                    <a:pt x="1383416" y="370695"/>
                  </a:lnTo>
                  <a:lnTo>
                    <a:pt x="1384066" y="363949"/>
                  </a:lnTo>
                  <a:lnTo>
                    <a:pt x="1384716" y="355452"/>
                  </a:lnTo>
                  <a:lnTo>
                    <a:pt x="1385365" y="345242"/>
                  </a:lnTo>
                  <a:lnTo>
                    <a:pt x="1386015" y="333750"/>
                  </a:lnTo>
                  <a:lnTo>
                    <a:pt x="1386665" y="321480"/>
                  </a:lnTo>
                  <a:lnTo>
                    <a:pt x="1387315" y="308906"/>
                  </a:lnTo>
                  <a:lnTo>
                    <a:pt x="1387965" y="296699"/>
                  </a:lnTo>
                  <a:lnTo>
                    <a:pt x="1388615" y="285529"/>
                  </a:lnTo>
                  <a:lnTo>
                    <a:pt x="1389265" y="275962"/>
                  </a:lnTo>
                  <a:lnTo>
                    <a:pt x="1389915" y="268520"/>
                  </a:lnTo>
                  <a:lnTo>
                    <a:pt x="1390565" y="263225"/>
                  </a:lnTo>
                  <a:lnTo>
                    <a:pt x="1391215" y="259954"/>
                  </a:lnTo>
                  <a:lnTo>
                    <a:pt x="1391865" y="258839"/>
                  </a:lnTo>
                  <a:lnTo>
                    <a:pt x="1392515" y="259921"/>
                  </a:lnTo>
                  <a:lnTo>
                    <a:pt x="1393165" y="262874"/>
                  </a:lnTo>
                  <a:lnTo>
                    <a:pt x="1393815" y="267467"/>
                  </a:lnTo>
                  <a:lnTo>
                    <a:pt x="1394465" y="273525"/>
                  </a:lnTo>
                  <a:lnTo>
                    <a:pt x="1395114" y="281072"/>
                  </a:lnTo>
                  <a:lnTo>
                    <a:pt x="1395764" y="289909"/>
                  </a:lnTo>
                  <a:lnTo>
                    <a:pt x="1396414" y="299648"/>
                  </a:lnTo>
                  <a:lnTo>
                    <a:pt x="1397064" y="309874"/>
                  </a:lnTo>
                  <a:lnTo>
                    <a:pt x="1397714" y="320285"/>
                  </a:lnTo>
                  <a:lnTo>
                    <a:pt x="1398364" y="330489"/>
                  </a:lnTo>
                  <a:lnTo>
                    <a:pt x="1399014" y="340120"/>
                  </a:lnTo>
                  <a:lnTo>
                    <a:pt x="1399664" y="348588"/>
                  </a:lnTo>
                  <a:lnTo>
                    <a:pt x="1400314" y="355550"/>
                  </a:lnTo>
                  <a:lnTo>
                    <a:pt x="1400964" y="360842"/>
                  </a:lnTo>
                  <a:lnTo>
                    <a:pt x="1401614" y="364096"/>
                  </a:lnTo>
                  <a:lnTo>
                    <a:pt x="1402264" y="365187"/>
                  </a:lnTo>
                  <a:lnTo>
                    <a:pt x="1402914" y="364222"/>
                  </a:lnTo>
                  <a:lnTo>
                    <a:pt x="1403564" y="361298"/>
                  </a:lnTo>
                  <a:lnTo>
                    <a:pt x="1404214" y="356667"/>
                  </a:lnTo>
                  <a:lnTo>
                    <a:pt x="1404864" y="350588"/>
                  </a:lnTo>
                  <a:lnTo>
                    <a:pt x="1405513" y="343332"/>
                  </a:lnTo>
                  <a:lnTo>
                    <a:pt x="1406163" y="335282"/>
                  </a:lnTo>
                  <a:lnTo>
                    <a:pt x="1406813" y="326718"/>
                  </a:lnTo>
                  <a:lnTo>
                    <a:pt x="1407463" y="317590"/>
                  </a:lnTo>
                  <a:lnTo>
                    <a:pt x="1408113" y="307913"/>
                  </a:lnTo>
                  <a:lnTo>
                    <a:pt x="1408763" y="297963"/>
                  </a:lnTo>
                  <a:lnTo>
                    <a:pt x="1409413" y="287949"/>
                  </a:lnTo>
                  <a:lnTo>
                    <a:pt x="1410063" y="278042"/>
                  </a:lnTo>
                  <a:lnTo>
                    <a:pt x="1410713" y="268402"/>
                  </a:lnTo>
                  <a:lnTo>
                    <a:pt x="1411363" y="259219"/>
                  </a:lnTo>
                  <a:lnTo>
                    <a:pt x="1412013" y="250783"/>
                  </a:lnTo>
                  <a:lnTo>
                    <a:pt x="1412663" y="243603"/>
                  </a:lnTo>
                  <a:lnTo>
                    <a:pt x="1413313" y="237800"/>
                  </a:lnTo>
                  <a:lnTo>
                    <a:pt x="1413963" y="233485"/>
                  </a:lnTo>
                  <a:lnTo>
                    <a:pt x="1414613" y="230732"/>
                  </a:lnTo>
                  <a:lnTo>
                    <a:pt x="1415262" y="229569"/>
                  </a:lnTo>
                  <a:lnTo>
                    <a:pt x="1415912" y="229954"/>
                  </a:lnTo>
                  <a:lnTo>
                    <a:pt x="1416562" y="231834"/>
                  </a:lnTo>
                  <a:lnTo>
                    <a:pt x="1417212" y="235267"/>
                  </a:lnTo>
                  <a:lnTo>
                    <a:pt x="1417862" y="240271"/>
                  </a:lnTo>
                  <a:lnTo>
                    <a:pt x="1418512" y="246629"/>
                  </a:lnTo>
                  <a:lnTo>
                    <a:pt x="1419162" y="254158"/>
                  </a:lnTo>
                  <a:lnTo>
                    <a:pt x="1419812" y="262550"/>
                  </a:lnTo>
                  <a:lnTo>
                    <a:pt x="1420462" y="271417"/>
                  </a:lnTo>
                  <a:lnTo>
                    <a:pt x="1421112" y="280255"/>
                  </a:lnTo>
                  <a:lnTo>
                    <a:pt x="1421762" y="288485"/>
                  </a:lnTo>
                  <a:lnTo>
                    <a:pt x="1422412" y="295162"/>
                  </a:lnTo>
                  <a:lnTo>
                    <a:pt x="1423062" y="299931"/>
                  </a:lnTo>
                  <a:lnTo>
                    <a:pt x="1423712" y="302592"/>
                  </a:lnTo>
                  <a:lnTo>
                    <a:pt x="1424362" y="303155"/>
                  </a:lnTo>
                  <a:lnTo>
                    <a:pt x="1425012" y="301746"/>
                  </a:lnTo>
                  <a:lnTo>
                    <a:pt x="1425661" y="298769"/>
                  </a:lnTo>
                  <a:lnTo>
                    <a:pt x="1426311" y="294591"/>
                  </a:lnTo>
                  <a:lnTo>
                    <a:pt x="1426961" y="289679"/>
                  </a:lnTo>
                  <a:lnTo>
                    <a:pt x="1427611" y="284379"/>
                  </a:lnTo>
                  <a:lnTo>
                    <a:pt x="1428261" y="278901"/>
                  </a:lnTo>
                  <a:lnTo>
                    <a:pt x="1428911" y="273416"/>
                  </a:lnTo>
                  <a:lnTo>
                    <a:pt x="1429561" y="268121"/>
                  </a:lnTo>
                  <a:lnTo>
                    <a:pt x="1430211" y="263151"/>
                  </a:lnTo>
                  <a:lnTo>
                    <a:pt x="1430861" y="258728"/>
                  </a:lnTo>
                  <a:lnTo>
                    <a:pt x="1431511" y="254905"/>
                  </a:lnTo>
                  <a:lnTo>
                    <a:pt x="1432161" y="251971"/>
                  </a:lnTo>
                  <a:lnTo>
                    <a:pt x="1432811" y="250049"/>
                  </a:lnTo>
                  <a:lnTo>
                    <a:pt x="1433461" y="249160"/>
                  </a:lnTo>
                  <a:lnTo>
                    <a:pt x="1434111" y="249163"/>
                  </a:lnTo>
                  <a:lnTo>
                    <a:pt x="1434761" y="249762"/>
                  </a:lnTo>
                  <a:lnTo>
                    <a:pt x="1435410" y="250590"/>
                  </a:lnTo>
                  <a:lnTo>
                    <a:pt x="1436060" y="251464"/>
                  </a:lnTo>
                  <a:lnTo>
                    <a:pt x="1436710" y="252088"/>
                  </a:lnTo>
                  <a:lnTo>
                    <a:pt x="1437360" y="251989"/>
                  </a:lnTo>
                  <a:lnTo>
                    <a:pt x="1438010" y="251001"/>
                  </a:lnTo>
                  <a:lnTo>
                    <a:pt x="1438660" y="249106"/>
                  </a:lnTo>
                  <a:lnTo>
                    <a:pt x="1439310" y="246581"/>
                  </a:lnTo>
                  <a:lnTo>
                    <a:pt x="1439960" y="243804"/>
                  </a:lnTo>
                  <a:lnTo>
                    <a:pt x="1440610" y="241031"/>
                  </a:lnTo>
                  <a:lnTo>
                    <a:pt x="1441260" y="238252"/>
                  </a:lnTo>
                  <a:lnTo>
                    <a:pt x="1441910" y="235902"/>
                  </a:lnTo>
                  <a:lnTo>
                    <a:pt x="1442560" y="234173"/>
                  </a:lnTo>
                  <a:lnTo>
                    <a:pt x="1443210" y="233167"/>
                  </a:lnTo>
                  <a:lnTo>
                    <a:pt x="1443860" y="232926"/>
                  </a:lnTo>
                  <a:lnTo>
                    <a:pt x="1444510" y="233174"/>
                  </a:lnTo>
                  <a:lnTo>
                    <a:pt x="1445159" y="233651"/>
                  </a:lnTo>
                  <a:lnTo>
                    <a:pt x="1445809" y="234107"/>
                  </a:lnTo>
                  <a:lnTo>
                    <a:pt x="1446459" y="234051"/>
                  </a:lnTo>
                  <a:lnTo>
                    <a:pt x="1447109" y="233285"/>
                  </a:lnTo>
                  <a:lnTo>
                    <a:pt x="1447759" y="231711"/>
                  </a:lnTo>
                  <a:lnTo>
                    <a:pt x="1448409" y="229136"/>
                  </a:lnTo>
                  <a:lnTo>
                    <a:pt x="1449059" y="225592"/>
                  </a:lnTo>
                  <a:lnTo>
                    <a:pt x="1449709" y="221104"/>
                  </a:lnTo>
                  <a:lnTo>
                    <a:pt x="1450359" y="215854"/>
                  </a:lnTo>
                  <a:lnTo>
                    <a:pt x="1451009" y="210229"/>
                  </a:lnTo>
                  <a:lnTo>
                    <a:pt x="1451659" y="204160"/>
                  </a:lnTo>
                  <a:lnTo>
                    <a:pt x="1452309" y="197779"/>
                  </a:lnTo>
                  <a:lnTo>
                    <a:pt x="1452959" y="191382"/>
                  </a:lnTo>
                  <a:lnTo>
                    <a:pt x="1453609" y="185204"/>
                  </a:lnTo>
                  <a:lnTo>
                    <a:pt x="1454259" y="179593"/>
                  </a:lnTo>
                  <a:lnTo>
                    <a:pt x="1454909" y="174940"/>
                  </a:lnTo>
                  <a:lnTo>
                    <a:pt x="1455558" y="171480"/>
                  </a:lnTo>
                  <a:lnTo>
                    <a:pt x="1456208" y="169556"/>
                  </a:lnTo>
                  <a:lnTo>
                    <a:pt x="1456858" y="169370"/>
                  </a:lnTo>
                  <a:lnTo>
                    <a:pt x="1457508" y="170831"/>
                  </a:lnTo>
                  <a:lnTo>
                    <a:pt x="1458158" y="173858"/>
                  </a:lnTo>
                  <a:lnTo>
                    <a:pt x="1458808" y="178312"/>
                  </a:lnTo>
                  <a:lnTo>
                    <a:pt x="1459458" y="183970"/>
                  </a:lnTo>
                  <a:lnTo>
                    <a:pt x="1460108" y="190553"/>
                  </a:lnTo>
                  <a:lnTo>
                    <a:pt x="1460758" y="197935"/>
                  </a:lnTo>
                  <a:lnTo>
                    <a:pt x="1461408" y="205911"/>
                  </a:lnTo>
                  <a:lnTo>
                    <a:pt x="1462058" y="214234"/>
                  </a:lnTo>
                  <a:lnTo>
                    <a:pt x="1462708" y="222511"/>
                  </a:lnTo>
                  <a:lnTo>
                    <a:pt x="1463358" y="230268"/>
                  </a:lnTo>
                  <a:lnTo>
                    <a:pt x="1464008" y="237382"/>
                  </a:lnTo>
                  <a:lnTo>
                    <a:pt x="1464658" y="243474"/>
                  </a:lnTo>
                  <a:lnTo>
                    <a:pt x="1465307" y="248333"/>
                  </a:lnTo>
                  <a:lnTo>
                    <a:pt x="1465957" y="251979"/>
                  </a:lnTo>
                  <a:lnTo>
                    <a:pt x="1466607" y="254566"/>
                  </a:lnTo>
                  <a:lnTo>
                    <a:pt x="1467257" y="256554"/>
                  </a:lnTo>
                  <a:lnTo>
                    <a:pt x="1467907" y="258466"/>
                  </a:lnTo>
                  <a:lnTo>
                    <a:pt x="1468557" y="260409"/>
                  </a:lnTo>
                  <a:lnTo>
                    <a:pt x="1469207" y="262677"/>
                  </a:lnTo>
                  <a:lnTo>
                    <a:pt x="1469857" y="265684"/>
                  </a:lnTo>
                  <a:lnTo>
                    <a:pt x="1470507" y="269497"/>
                  </a:lnTo>
                  <a:lnTo>
                    <a:pt x="1471157" y="274115"/>
                  </a:lnTo>
                  <a:lnTo>
                    <a:pt x="1471807" y="279341"/>
                  </a:lnTo>
                  <a:lnTo>
                    <a:pt x="1472457" y="285079"/>
                  </a:lnTo>
                  <a:lnTo>
                    <a:pt x="1473107" y="291506"/>
                  </a:lnTo>
                  <a:lnTo>
                    <a:pt x="1473757" y="298735"/>
                  </a:lnTo>
                  <a:lnTo>
                    <a:pt x="1474407" y="306615"/>
                  </a:lnTo>
                  <a:lnTo>
                    <a:pt x="1475057" y="315042"/>
                  </a:lnTo>
                  <a:lnTo>
                    <a:pt x="1475706" y="324016"/>
                  </a:lnTo>
                  <a:lnTo>
                    <a:pt x="1476356" y="333615"/>
                  </a:lnTo>
                  <a:lnTo>
                    <a:pt x="1477006" y="343984"/>
                  </a:lnTo>
                  <a:lnTo>
                    <a:pt x="1477656" y="355070"/>
                  </a:lnTo>
                  <a:lnTo>
                    <a:pt x="1478306" y="366988"/>
                  </a:lnTo>
                  <a:lnTo>
                    <a:pt x="1478956" y="379934"/>
                  </a:lnTo>
                  <a:lnTo>
                    <a:pt x="1479606" y="393886"/>
                  </a:lnTo>
                  <a:lnTo>
                    <a:pt x="1480256" y="408766"/>
                  </a:lnTo>
                  <a:lnTo>
                    <a:pt x="1480906" y="424747"/>
                  </a:lnTo>
                  <a:lnTo>
                    <a:pt x="1481556" y="441766"/>
                  </a:lnTo>
                  <a:lnTo>
                    <a:pt x="1482206" y="459693"/>
                  </a:lnTo>
                  <a:lnTo>
                    <a:pt x="1482856" y="478230"/>
                  </a:lnTo>
                  <a:lnTo>
                    <a:pt x="1483506" y="497038"/>
                  </a:lnTo>
                  <a:lnTo>
                    <a:pt x="1484156" y="516317"/>
                  </a:lnTo>
                  <a:lnTo>
                    <a:pt x="1484806" y="536156"/>
                  </a:lnTo>
                  <a:lnTo>
                    <a:pt x="1485455" y="556159"/>
                  </a:lnTo>
                  <a:lnTo>
                    <a:pt x="1486105" y="575992"/>
                  </a:lnTo>
                  <a:lnTo>
                    <a:pt x="1486755" y="595118"/>
                  </a:lnTo>
                  <a:lnTo>
                    <a:pt x="1487405" y="613164"/>
                  </a:lnTo>
                  <a:lnTo>
                    <a:pt x="1488055" y="629602"/>
                  </a:lnTo>
                  <a:lnTo>
                    <a:pt x="1488705" y="643587"/>
                  </a:lnTo>
                  <a:lnTo>
                    <a:pt x="1489355" y="654476"/>
                  </a:lnTo>
                  <a:lnTo>
                    <a:pt x="1490005" y="662054"/>
                  </a:lnTo>
                  <a:lnTo>
                    <a:pt x="1490655" y="666189"/>
                  </a:lnTo>
                  <a:lnTo>
                    <a:pt x="1491305" y="667131"/>
                  </a:lnTo>
                  <a:lnTo>
                    <a:pt x="1491955" y="665342"/>
                  </a:lnTo>
                  <a:lnTo>
                    <a:pt x="1492605" y="661326"/>
                  </a:lnTo>
                  <a:lnTo>
                    <a:pt x="1493255" y="655656"/>
                  </a:lnTo>
                  <a:lnTo>
                    <a:pt x="1493905" y="649034"/>
                  </a:lnTo>
                  <a:lnTo>
                    <a:pt x="1494555" y="641912"/>
                  </a:lnTo>
                  <a:lnTo>
                    <a:pt x="1495205" y="634870"/>
                  </a:lnTo>
                  <a:lnTo>
                    <a:pt x="1495854" y="628369"/>
                  </a:lnTo>
                  <a:lnTo>
                    <a:pt x="1496504" y="622638"/>
                  </a:lnTo>
                  <a:lnTo>
                    <a:pt x="1497154" y="618114"/>
                  </a:lnTo>
                  <a:lnTo>
                    <a:pt x="1497804" y="615128"/>
                  </a:lnTo>
                  <a:lnTo>
                    <a:pt x="1498454" y="613677"/>
                  </a:lnTo>
                  <a:lnTo>
                    <a:pt x="1499104" y="613787"/>
                  </a:lnTo>
                  <a:lnTo>
                    <a:pt x="1499754" y="615378"/>
                  </a:lnTo>
                  <a:lnTo>
                    <a:pt x="1500404" y="618081"/>
                  </a:lnTo>
                  <a:lnTo>
                    <a:pt x="1501054" y="621800"/>
                  </a:lnTo>
                  <a:lnTo>
                    <a:pt x="1501704" y="625920"/>
                  </a:lnTo>
                  <a:lnTo>
                    <a:pt x="1502354" y="629915"/>
                  </a:lnTo>
                  <a:lnTo>
                    <a:pt x="1503004" y="633400"/>
                  </a:lnTo>
                  <a:lnTo>
                    <a:pt x="1503654" y="636052"/>
                  </a:lnTo>
                  <a:lnTo>
                    <a:pt x="1504304" y="637725"/>
                  </a:lnTo>
                  <a:lnTo>
                    <a:pt x="1504954" y="638282"/>
                  </a:lnTo>
                  <a:lnTo>
                    <a:pt x="1505603" y="637443"/>
                  </a:lnTo>
                  <a:lnTo>
                    <a:pt x="1506253" y="635346"/>
                  </a:lnTo>
                  <a:lnTo>
                    <a:pt x="1506903" y="631736"/>
                  </a:lnTo>
                  <a:lnTo>
                    <a:pt x="1507553" y="626392"/>
                  </a:lnTo>
                  <a:lnTo>
                    <a:pt x="1508203" y="619451"/>
                  </a:lnTo>
                  <a:lnTo>
                    <a:pt x="1508853" y="610578"/>
                  </a:lnTo>
                  <a:lnTo>
                    <a:pt x="1509503" y="599979"/>
                  </a:lnTo>
                  <a:lnTo>
                    <a:pt x="1510153" y="587997"/>
                  </a:lnTo>
                  <a:lnTo>
                    <a:pt x="1510803" y="574868"/>
                  </a:lnTo>
                  <a:lnTo>
                    <a:pt x="1511453" y="561295"/>
                  </a:lnTo>
                  <a:lnTo>
                    <a:pt x="1512103" y="547713"/>
                  </a:lnTo>
                  <a:lnTo>
                    <a:pt x="1512753" y="534130"/>
                  </a:lnTo>
                  <a:lnTo>
                    <a:pt x="1513403" y="520655"/>
                  </a:lnTo>
                  <a:lnTo>
                    <a:pt x="1514053" y="507139"/>
                  </a:lnTo>
                  <a:lnTo>
                    <a:pt x="1514703" y="493465"/>
                  </a:lnTo>
                  <a:lnTo>
                    <a:pt x="1515353" y="479438"/>
                  </a:lnTo>
                  <a:lnTo>
                    <a:pt x="1516002" y="464551"/>
                  </a:lnTo>
                  <a:lnTo>
                    <a:pt x="1516652" y="448745"/>
                  </a:lnTo>
                  <a:lnTo>
                    <a:pt x="1517302" y="432215"/>
                  </a:lnTo>
                  <a:lnTo>
                    <a:pt x="1517952" y="415256"/>
                  </a:lnTo>
                  <a:lnTo>
                    <a:pt x="1518602" y="398438"/>
                  </a:lnTo>
                  <a:lnTo>
                    <a:pt x="1519252" y="381989"/>
                  </a:lnTo>
                  <a:lnTo>
                    <a:pt x="1519902" y="366139"/>
                  </a:lnTo>
                  <a:lnTo>
                    <a:pt x="1520552" y="351228"/>
                  </a:lnTo>
                  <a:lnTo>
                    <a:pt x="1521202" y="337375"/>
                  </a:lnTo>
                  <a:lnTo>
                    <a:pt x="1521852" y="324506"/>
                  </a:lnTo>
                  <a:lnTo>
                    <a:pt x="1522502" y="312750"/>
                  </a:lnTo>
                  <a:lnTo>
                    <a:pt x="1523152" y="302019"/>
                  </a:lnTo>
                  <a:lnTo>
                    <a:pt x="1523802" y="292372"/>
                  </a:lnTo>
                  <a:lnTo>
                    <a:pt x="1524452" y="283683"/>
                  </a:lnTo>
                  <a:lnTo>
                    <a:pt x="1525102" y="275774"/>
                  </a:lnTo>
                  <a:lnTo>
                    <a:pt x="1525751" y="268563"/>
                  </a:lnTo>
                  <a:lnTo>
                    <a:pt x="1526401" y="261899"/>
                  </a:lnTo>
                  <a:lnTo>
                    <a:pt x="1527051" y="255585"/>
                  </a:lnTo>
                  <a:lnTo>
                    <a:pt x="1527701" y="249406"/>
                  </a:lnTo>
                  <a:lnTo>
                    <a:pt x="1528351" y="243032"/>
                  </a:lnTo>
                  <a:lnTo>
                    <a:pt x="1529001" y="236344"/>
                  </a:lnTo>
                  <a:lnTo>
                    <a:pt x="1529651" y="229340"/>
                  </a:lnTo>
                  <a:lnTo>
                    <a:pt x="1530301" y="221692"/>
                  </a:lnTo>
                  <a:lnTo>
                    <a:pt x="1530951" y="213360"/>
                  </a:lnTo>
                  <a:lnTo>
                    <a:pt x="1531601" y="204548"/>
                  </a:lnTo>
                  <a:lnTo>
                    <a:pt x="1532251" y="195396"/>
                  </a:lnTo>
                  <a:lnTo>
                    <a:pt x="1532901" y="186182"/>
                  </a:lnTo>
                  <a:lnTo>
                    <a:pt x="1533551" y="177132"/>
                  </a:lnTo>
                  <a:lnTo>
                    <a:pt x="1534201" y="168526"/>
                  </a:lnTo>
                  <a:lnTo>
                    <a:pt x="1534851" y="160705"/>
                  </a:lnTo>
                  <a:lnTo>
                    <a:pt x="1535501" y="153814"/>
                  </a:lnTo>
                  <a:lnTo>
                    <a:pt x="1536150" y="147972"/>
                  </a:lnTo>
                  <a:lnTo>
                    <a:pt x="1536800" y="143073"/>
                  </a:lnTo>
                  <a:lnTo>
                    <a:pt x="1537450" y="139147"/>
                  </a:lnTo>
                  <a:lnTo>
                    <a:pt x="1538100" y="136155"/>
                  </a:lnTo>
                  <a:lnTo>
                    <a:pt x="1538750" y="133878"/>
                  </a:lnTo>
                  <a:lnTo>
                    <a:pt x="1539400" y="132222"/>
                  </a:lnTo>
                  <a:lnTo>
                    <a:pt x="1540050" y="131499"/>
                  </a:lnTo>
                  <a:lnTo>
                    <a:pt x="1540700" y="131653"/>
                  </a:lnTo>
                  <a:lnTo>
                    <a:pt x="1541350" y="132760"/>
                  </a:lnTo>
                  <a:lnTo>
                    <a:pt x="1542000" y="134624"/>
                  </a:lnTo>
                  <a:lnTo>
                    <a:pt x="1542650" y="137013"/>
                  </a:lnTo>
                  <a:lnTo>
                    <a:pt x="1543300" y="139685"/>
                  </a:lnTo>
                  <a:lnTo>
                    <a:pt x="1543950" y="142255"/>
                  </a:lnTo>
                  <a:lnTo>
                    <a:pt x="1544600" y="144424"/>
                  </a:lnTo>
                  <a:lnTo>
                    <a:pt x="1545250" y="146122"/>
                  </a:lnTo>
                  <a:lnTo>
                    <a:pt x="1545899" y="147222"/>
                  </a:lnTo>
                  <a:lnTo>
                    <a:pt x="1546549" y="147830"/>
                  </a:lnTo>
                  <a:lnTo>
                    <a:pt x="1547199" y="147983"/>
                  </a:lnTo>
                  <a:lnTo>
                    <a:pt x="1547849" y="147965"/>
                  </a:lnTo>
                  <a:lnTo>
                    <a:pt x="1548499" y="148317"/>
                  </a:lnTo>
                  <a:lnTo>
                    <a:pt x="1549149" y="149169"/>
                  </a:lnTo>
                  <a:lnTo>
                    <a:pt x="1549799" y="150389"/>
                  </a:lnTo>
                  <a:lnTo>
                    <a:pt x="1550449" y="151996"/>
                  </a:lnTo>
                  <a:lnTo>
                    <a:pt x="1551099" y="153797"/>
                  </a:lnTo>
                  <a:lnTo>
                    <a:pt x="1551749" y="155886"/>
                  </a:lnTo>
                  <a:lnTo>
                    <a:pt x="1552399" y="158266"/>
                  </a:lnTo>
                  <a:lnTo>
                    <a:pt x="1553049" y="160795"/>
                  </a:lnTo>
                  <a:lnTo>
                    <a:pt x="1553699" y="163570"/>
                  </a:lnTo>
                  <a:lnTo>
                    <a:pt x="1554349" y="166738"/>
                  </a:lnTo>
                  <a:lnTo>
                    <a:pt x="1554999" y="170314"/>
                  </a:lnTo>
                  <a:lnTo>
                    <a:pt x="1555649" y="174296"/>
                  </a:lnTo>
                  <a:lnTo>
                    <a:pt x="1556298" y="178655"/>
                  </a:lnTo>
                  <a:lnTo>
                    <a:pt x="1556948" y="183371"/>
                  </a:lnTo>
                  <a:lnTo>
                    <a:pt x="1557598" y="188443"/>
                  </a:lnTo>
                  <a:lnTo>
                    <a:pt x="1558248" y="193571"/>
                  </a:lnTo>
                  <a:lnTo>
                    <a:pt x="1558898" y="198539"/>
                  </a:lnTo>
                  <a:lnTo>
                    <a:pt x="1559548" y="203374"/>
                  </a:lnTo>
                  <a:lnTo>
                    <a:pt x="1560198" y="208233"/>
                  </a:lnTo>
                  <a:lnTo>
                    <a:pt x="1560848" y="213276"/>
                  </a:lnTo>
                  <a:lnTo>
                    <a:pt x="1561498" y="218332"/>
                  </a:lnTo>
                  <a:lnTo>
                    <a:pt x="1562148" y="223209"/>
                  </a:lnTo>
                  <a:lnTo>
                    <a:pt x="1562798" y="228261"/>
                  </a:lnTo>
                  <a:lnTo>
                    <a:pt x="1563448" y="233610"/>
                  </a:lnTo>
                  <a:lnTo>
                    <a:pt x="1564098" y="239215"/>
                  </a:lnTo>
                  <a:lnTo>
                    <a:pt x="1564748" y="244906"/>
                  </a:lnTo>
                  <a:lnTo>
                    <a:pt x="1565398" y="250434"/>
                  </a:lnTo>
                  <a:lnTo>
                    <a:pt x="1566047" y="255611"/>
                  </a:lnTo>
                  <a:lnTo>
                    <a:pt x="1566697" y="260304"/>
                  </a:lnTo>
                  <a:lnTo>
                    <a:pt x="1567347" y="264202"/>
                  </a:lnTo>
                  <a:lnTo>
                    <a:pt x="1567997" y="267239"/>
                  </a:lnTo>
                  <a:lnTo>
                    <a:pt x="1568647" y="269274"/>
                  </a:lnTo>
                  <a:lnTo>
                    <a:pt x="1569297" y="270219"/>
                  </a:lnTo>
                  <a:lnTo>
                    <a:pt x="1569947" y="269898"/>
                  </a:lnTo>
                  <a:lnTo>
                    <a:pt x="1570597" y="268385"/>
                  </a:lnTo>
                  <a:lnTo>
                    <a:pt x="1571247" y="266032"/>
                  </a:lnTo>
                  <a:lnTo>
                    <a:pt x="1571897" y="263046"/>
                  </a:lnTo>
                  <a:lnTo>
                    <a:pt x="1572547" y="259211"/>
                  </a:lnTo>
                  <a:lnTo>
                    <a:pt x="1573197" y="254693"/>
                  </a:lnTo>
                  <a:lnTo>
                    <a:pt x="1573847" y="249627"/>
                  </a:lnTo>
                  <a:lnTo>
                    <a:pt x="1574497" y="244505"/>
                  </a:lnTo>
                  <a:lnTo>
                    <a:pt x="1575147" y="239675"/>
                  </a:lnTo>
                  <a:lnTo>
                    <a:pt x="1575797" y="235511"/>
                  </a:lnTo>
                  <a:lnTo>
                    <a:pt x="1576446" y="232248"/>
                  </a:lnTo>
                  <a:lnTo>
                    <a:pt x="1577096" y="230157"/>
                  </a:lnTo>
                  <a:lnTo>
                    <a:pt x="1577746" y="229327"/>
                  </a:lnTo>
                  <a:lnTo>
                    <a:pt x="1578396" y="229979"/>
                  </a:lnTo>
                  <a:lnTo>
                    <a:pt x="1579046" y="232224"/>
                  </a:lnTo>
                  <a:lnTo>
                    <a:pt x="1579696" y="236031"/>
                  </a:lnTo>
                  <a:lnTo>
                    <a:pt x="1580346" y="241031"/>
                  </a:lnTo>
                  <a:lnTo>
                    <a:pt x="1580996" y="246738"/>
                  </a:lnTo>
                  <a:lnTo>
                    <a:pt x="1581646" y="252956"/>
                  </a:lnTo>
                  <a:lnTo>
                    <a:pt x="1582296" y="259601"/>
                  </a:lnTo>
                  <a:lnTo>
                    <a:pt x="1582946" y="266426"/>
                  </a:lnTo>
                  <a:lnTo>
                    <a:pt x="1583596" y="273058"/>
                  </a:lnTo>
                  <a:lnTo>
                    <a:pt x="1584246" y="279062"/>
                  </a:lnTo>
                  <a:lnTo>
                    <a:pt x="1584896" y="284259"/>
                  </a:lnTo>
                  <a:lnTo>
                    <a:pt x="1585546" y="288559"/>
                  </a:lnTo>
                  <a:lnTo>
                    <a:pt x="1586195" y="291912"/>
                  </a:lnTo>
                  <a:lnTo>
                    <a:pt x="1586845" y="294218"/>
                  </a:lnTo>
                  <a:lnTo>
                    <a:pt x="1587495" y="295347"/>
                  </a:lnTo>
                  <a:lnTo>
                    <a:pt x="1588145" y="295378"/>
                  </a:lnTo>
                  <a:lnTo>
                    <a:pt x="1588795" y="294291"/>
                  </a:lnTo>
                  <a:lnTo>
                    <a:pt x="1589445" y="292282"/>
                  </a:lnTo>
                  <a:lnTo>
                    <a:pt x="1590095" y="289670"/>
                  </a:lnTo>
                  <a:lnTo>
                    <a:pt x="1590745" y="286856"/>
                  </a:lnTo>
                  <a:lnTo>
                    <a:pt x="1591395" y="284259"/>
                  </a:lnTo>
                  <a:lnTo>
                    <a:pt x="1592045" y="282120"/>
                  </a:lnTo>
                  <a:lnTo>
                    <a:pt x="1592695" y="280451"/>
                  </a:lnTo>
                  <a:lnTo>
                    <a:pt x="1593345" y="279555"/>
                  </a:lnTo>
                  <a:lnTo>
                    <a:pt x="1593995" y="279642"/>
                  </a:lnTo>
                  <a:lnTo>
                    <a:pt x="1594645" y="280855"/>
                  </a:lnTo>
                  <a:lnTo>
                    <a:pt x="1595295" y="283125"/>
                  </a:lnTo>
                  <a:lnTo>
                    <a:pt x="1595944" y="286261"/>
                  </a:lnTo>
                  <a:lnTo>
                    <a:pt x="1596594" y="290042"/>
                  </a:lnTo>
                  <a:lnTo>
                    <a:pt x="1597244" y="294555"/>
                  </a:lnTo>
                  <a:lnTo>
                    <a:pt x="1597894" y="299833"/>
                  </a:lnTo>
                  <a:lnTo>
                    <a:pt x="1598544" y="305847"/>
                  </a:lnTo>
                  <a:lnTo>
                    <a:pt x="1599194" y="312472"/>
                  </a:lnTo>
                  <a:lnTo>
                    <a:pt x="1599844" y="319670"/>
                  </a:lnTo>
                  <a:lnTo>
                    <a:pt x="1600494" y="327492"/>
                  </a:lnTo>
                  <a:lnTo>
                    <a:pt x="1601144" y="336014"/>
                  </a:lnTo>
                  <a:lnTo>
                    <a:pt x="1601794" y="345260"/>
                  </a:lnTo>
                  <a:lnTo>
                    <a:pt x="1602444" y="355129"/>
                  </a:lnTo>
                  <a:lnTo>
                    <a:pt x="1603094" y="365460"/>
                  </a:lnTo>
                  <a:lnTo>
                    <a:pt x="1603744" y="376098"/>
                  </a:lnTo>
                  <a:lnTo>
                    <a:pt x="1604394" y="387039"/>
                  </a:lnTo>
                  <a:lnTo>
                    <a:pt x="1605044" y="398054"/>
                  </a:lnTo>
                  <a:lnTo>
                    <a:pt x="1605694" y="408975"/>
                  </a:lnTo>
                  <a:lnTo>
                    <a:pt x="1606343" y="419817"/>
                  </a:lnTo>
                  <a:lnTo>
                    <a:pt x="1606993" y="430434"/>
                  </a:lnTo>
                  <a:lnTo>
                    <a:pt x="1607643" y="440599"/>
                  </a:lnTo>
                  <a:lnTo>
                    <a:pt x="1608293" y="450015"/>
                  </a:lnTo>
                  <a:lnTo>
                    <a:pt x="1608943" y="458516"/>
                  </a:lnTo>
                  <a:lnTo>
                    <a:pt x="1609593" y="466046"/>
                  </a:lnTo>
                  <a:lnTo>
                    <a:pt x="1610243" y="472446"/>
                  </a:lnTo>
                  <a:lnTo>
                    <a:pt x="1610893" y="477203"/>
                  </a:lnTo>
                  <a:lnTo>
                    <a:pt x="1611543" y="480155"/>
                  </a:lnTo>
                  <a:lnTo>
                    <a:pt x="1612193" y="481663"/>
                  </a:lnTo>
                  <a:lnTo>
                    <a:pt x="1612843" y="482295"/>
                  </a:lnTo>
                  <a:lnTo>
                    <a:pt x="1613493" y="482402"/>
                  </a:lnTo>
                  <a:lnTo>
                    <a:pt x="1614143" y="482168"/>
                  </a:lnTo>
                  <a:lnTo>
                    <a:pt x="1614793" y="482056"/>
                  </a:lnTo>
                  <a:lnTo>
                    <a:pt x="1615443" y="482468"/>
                  </a:lnTo>
                  <a:lnTo>
                    <a:pt x="1616092" y="483840"/>
                  </a:lnTo>
                  <a:lnTo>
                    <a:pt x="1616742" y="486339"/>
                  </a:lnTo>
                  <a:lnTo>
                    <a:pt x="1617392" y="490048"/>
                  </a:lnTo>
                  <a:lnTo>
                    <a:pt x="1618042" y="495153"/>
                  </a:lnTo>
                  <a:lnTo>
                    <a:pt x="1618692" y="501665"/>
                  </a:lnTo>
                  <a:lnTo>
                    <a:pt x="1619342" y="509499"/>
                  </a:lnTo>
                  <a:lnTo>
                    <a:pt x="1619992" y="518893"/>
                  </a:lnTo>
                  <a:lnTo>
                    <a:pt x="1620642" y="529875"/>
                  </a:lnTo>
                  <a:lnTo>
                    <a:pt x="1621292" y="542421"/>
                  </a:lnTo>
                  <a:lnTo>
                    <a:pt x="1621942" y="556320"/>
                  </a:lnTo>
                  <a:lnTo>
                    <a:pt x="1622592" y="571040"/>
                  </a:lnTo>
                  <a:lnTo>
                    <a:pt x="1623242" y="586219"/>
                  </a:lnTo>
                  <a:lnTo>
                    <a:pt x="1623892" y="601383"/>
                  </a:lnTo>
                  <a:lnTo>
                    <a:pt x="1624542" y="615844"/>
                  </a:lnTo>
                  <a:lnTo>
                    <a:pt x="1625192" y="629240"/>
                  </a:lnTo>
                  <a:lnTo>
                    <a:pt x="1625842" y="641087"/>
                  </a:lnTo>
                  <a:lnTo>
                    <a:pt x="1626491" y="651197"/>
                  </a:lnTo>
                  <a:lnTo>
                    <a:pt x="1627141" y="659547"/>
                  </a:lnTo>
                  <a:lnTo>
                    <a:pt x="1627791" y="665982"/>
                  </a:lnTo>
                  <a:lnTo>
                    <a:pt x="1628441" y="670608"/>
                  </a:lnTo>
                  <a:lnTo>
                    <a:pt x="1629091" y="673531"/>
                  </a:lnTo>
                  <a:lnTo>
                    <a:pt x="1629741" y="674489"/>
                  </a:lnTo>
                  <a:lnTo>
                    <a:pt x="1630391" y="673634"/>
                  </a:lnTo>
                  <a:lnTo>
                    <a:pt x="1631041" y="670863"/>
                  </a:lnTo>
                  <a:lnTo>
                    <a:pt x="1631691" y="666226"/>
                  </a:lnTo>
                  <a:lnTo>
                    <a:pt x="1632341" y="660137"/>
                  </a:lnTo>
                  <a:lnTo>
                    <a:pt x="1632991" y="652718"/>
                  </a:lnTo>
                  <a:lnTo>
                    <a:pt x="1633641" y="644178"/>
                  </a:lnTo>
                  <a:lnTo>
                    <a:pt x="1634291" y="635310"/>
                  </a:lnTo>
                  <a:lnTo>
                    <a:pt x="1634941" y="626777"/>
                  </a:lnTo>
                  <a:lnTo>
                    <a:pt x="1635591" y="618808"/>
                  </a:lnTo>
                  <a:lnTo>
                    <a:pt x="1636240" y="611415"/>
                  </a:lnTo>
                  <a:lnTo>
                    <a:pt x="1636890" y="604070"/>
                  </a:lnTo>
                  <a:lnTo>
                    <a:pt x="1637540" y="596900"/>
                  </a:lnTo>
                  <a:lnTo>
                    <a:pt x="1638190" y="589937"/>
                  </a:lnTo>
                  <a:lnTo>
                    <a:pt x="1638840" y="582916"/>
                  </a:lnTo>
                  <a:lnTo>
                    <a:pt x="1639490" y="575173"/>
                  </a:lnTo>
                  <a:lnTo>
                    <a:pt x="1640140" y="566657"/>
                  </a:lnTo>
                  <a:lnTo>
                    <a:pt x="1640790" y="557517"/>
                  </a:lnTo>
                  <a:lnTo>
                    <a:pt x="1641440" y="548169"/>
                  </a:lnTo>
                  <a:lnTo>
                    <a:pt x="1642090" y="538457"/>
                  </a:lnTo>
                  <a:lnTo>
                    <a:pt x="1642740" y="528648"/>
                  </a:lnTo>
                  <a:lnTo>
                    <a:pt x="1643390" y="519080"/>
                  </a:lnTo>
                  <a:lnTo>
                    <a:pt x="1644040" y="509774"/>
                  </a:lnTo>
                  <a:lnTo>
                    <a:pt x="1644690" y="500248"/>
                  </a:lnTo>
                  <a:lnTo>
                    <a:pt x="1645340" y="490430"/>
                  </a:lnTo>
                  <a:lnTo>
                    <a:pt x="1645990" y="480409"/>
                  </a:lnTo>
                  <a:lnTo>
                    <a:pt x="1646639" y="470639"/>
                  </a:lnTo>
                  <a:lnTo>
                    <a:pt x="1647289" y="461021"/>
                  </a:lnTo>
                  <a:lnTo>
                    <a:pt x="1647939" y="451395"/>
                  </a:lnTo>
                  <a:lnTo>
                    <a:pt x="1648589" y="441996"/>
                  </a:lnTo>
                  <a:lnTo>
                    <a:pt x="1649239" y="433516"/>
                  </a:lnTo>
                  <a:lnTo>
                    <a:pt x="1649889" y="426127"/>
                  </a:lnTo>
                  <a:lnTo>
                    <a:pt x="1650539" y="419835"/>
                  </a:lnTo>
                  <a:lnTo>
                    <a:pt x="1651189" y="414424"/>
                  </a:lnTo>
                  <a:lnTo>
                    <a:pt x="1651839" y="409920"/>
                  </a:lnTo>
                  <a:lnTo>
                    <a:pt x="1652489" y="406079"/>
                  </a:lnTo>
                  <a:lnTo>
                    <a:pt x="1653139" y="402750"/>
                  </a:lnTo>
                  <a:lnTo>
                    <a:pt x="1653789" y="399642"/>
                  </a:lnTo>
                  <a:lnTo>
                    <a:pt x="1654439" y="396635"/>
                  </a:lnTo>
                  <a:lnTo>
                    <a:pt x="1655089" y="393593"/>
                  </a:lnTo>
                  <a:lnTo>
                    <a:pt x="1655739" y="390419"/>
                  </a:lnTo>
                  <a:lnTo>
                    <a:pt x="1656388" y="386939"/>
                  </a:lnTo>
                  <a:lnTo>
                    <a:pt x="1657038" y="383317"/>
                  </a:lnTo>
                  <a:lnTo>
                    <a:pt x="1657688" y="379552"/>
                  </a:lnTo>
                  <a:lnTo>
                    <a:pt x="1658338" y="375384"/>
                  </a:lnTo>
                  <a:lnTo>
                    <a:pt x="1658988" y="370807"/>
                  </a:lnTo>
                  <a:lnTo>
                    <a:pt x="1659638" y="365857"/>
                  </a:lnTo>
                  <a:lnTo>
                    <a:pt x="1660288" y="360727"/>
                  </a:lnTo>
                  <a:lnTo>
                    <a:pt x="1660938" y="355660"/>
                  </a:lnTo>
                  <a:lnTo>
                    <a:pt x="1661588" y="350778"/>
                  </a:lnTo>
                  <a:lnTo>
                    <a:pt x="1662238" y="346135"/>
                  </a:lnTo>
                  <a:lnTo>
                    <a:pt x="1662888" y="341897"/>
                  </a:lnTo>
                  <a:lnTo>
                    <a:pt x="1663538" y="338384"/>
                  </a:lnTo>
                  <a:lnTo>
                    <a:pt x="1664188" y="335958"/>
                  </a:lnTo>
                  <a:lnTo>
                    <a:pt x="1664838" y="334680"/>
                  </a:lnTo>
                  <a:lnTo>
                    <a:pt x="1665488" y="334595"/>
                  </a:lnTo>
                  <a:lnTo>
                    <a:pt x="1666138" y="335787"/>
                  </a:lnTo>
                  <a:lnTo>
                    <a:pt x="1666787" y="338110"/>
                  </a:lnTo>
                  <a:lnTo>
                    <a:pt x="1667437" y="341494"/>
                  </a:lnTo>
                  <a:lnTo>
                    <a:pt x="1668087" y="346022"/>
                  </a:lnTo>
                  <a:lnTo>
                    <a:pt x="1668737" y="351489"/>
                  </a:lnTo>
                  <a:lnTo>
                    <a:pt x="1669387" y="357901"/>
                  </a:lnTo>
                  <a:lnTo>
                    <a:pt x="1670037" y="365140"/>
                  </a:lnTo>
                  <a:lnTo>
                    <a:pt x="1670687" y="373044"/>
                  </a:lnTo>
                  <a:lnTo>
                    <a:pt x="1671337" y="381697"/>
                  </a:lnTo>
                  <a:lnTo>
                    <a:pt x="1671987" y="391594"/>
                  </a:lnTo>
                  <a:lnTo>
                    <a:pt x="1672637" y="402772"/>
                  </a:lnTo>
                  <a:lnTo>
                    <a:pt x="1673287" y="415171"/>
                  </a:lnTo>
                  <a:lnTo>
                    <a:pt x="1673937" y="428570"/>
                  </a:lnTo>
                  <a:lnTo>
                    <a:pt x="1674587" y="443048"/>
                  </a:lnTo>
                  <a:lnTo>
                    <a:pt x="1675237" y="458511"/>
                  </a:lnTo>
                  <a:lnTo>
                    <a:pt x="1675887" y="474868"/>
                  </a:lnTo>
                  <a:lnTo>
                    <a:pt x="1676536" y="491895"/>
                  </a:lnTo>
                  <a:lnTo>
                    <a:pt x="1677186" y="509820"/>
                  </a:lnTo>
                  <a:lnTo>
                    <a:pt x="1677836" y="528551"/>
                  </a:lnTo>
                  <a:lnTo>
                    <a:pt x="1678486" y="547945"/>
                  </a:lnTo>
                  <a:lnTo>
                    <a:pt x="1679136" y="567404"/>
                  </a:lnTo>
                  <a:lnTo>
                    <a:pt x="1679786" y="586623"/>
                  </a:lnTo>
                  <a:lnTo>
                    <a:pt x="1680436" y="605314"/>
                  </a:lnTo>
                  <a:lnTo>
                    <a:pt x="1681086" y="623062"/>
                  </a:lnTo>
                  <a:lnTo>
                    <a:pt x="1681736" y="638833"/>
                  </a:lnTo>
                  <a:lnTo>
                    <a:pt x="1682386" y="652089"/>
                  </a:lnTo>
                  <a:lnTo>
                    <a:pt x="1683036" y="662565"/>
                  </a:lnTo>
                  <a:lnTo>
                    <a:pt x="1683686" y="670560"/>
                  </a:lnTo>
                  <a:lnTo>
                    <a:pt x="1684336" y="676187"/>
                  </a:lnTo>
                  <a:lnTo>
                    <a:pt x="1684986" y="679742"/>
                  </a:lnTo>
                  <a:lnTo>
                    <a:pt x="1685636" y="681633"/>
                  </a:lnTo>
                  <a:lnTo>
                    <a:pt x="1686286" y="682715"/>
                  </a:lnTo>
                  <a:lnTo>
                    <a:pt x="1686935" y="683319"/>
                  </a:lnTo>
                  <a:lnTo>
                    <a:pt x="1687585" y="684257"/>
                  </a:lnTo>
                  <a:lnTo>
                    <a:pt x="1688235" y="686166"/>
                  </a:lnTo>
                  <a:lnTo>
                    <a:pt x="1688885" y="689889"/>
                  </a:lnTo>
                  <a:lnTo>
                    <a:pt x="1689535" y="695693"/>
                  </a:lnTo>
                  <a:lnTo>
                    <a:pt x="1690185" y="703732"/>
                  </a:lnTo>
                  <a:lnTo>
                    <a:pt x="1690835" y="714196"/>
                  </a:lnTo>
                  <a:lnTo>
                    <a:pt x="1691485" y="726980"/>
                  </a:lnTo>
                  <a:lnTo>
                    <a:pt x="1692135" y="741356"/>
                  </a:lnTo>
                  <a:lnTo>
                    <a:pt x="1692785" y="756167"/>
                  </a:lnTo>
                  <a:lnTo>
                    <a:pt x="1693435" y="770361"/>
                  </a:lnTo>
                  <a:lnTo>
                    <a:pt x="1694085" y="783586"/>
                  </a:lnTo>
                  <a:lnTo>
                    <a:pt x="1694735" y="795242"/>
                  </a:lnTo>
                  <a:lnTo>
                    <a:pt x="1695385" y="804514"/>
                  </a:lnTo>
                  <a:lnTo>
                    <a:pt x="1696035" y="810921"/>
                  </a:lnTo>
                  <a:lnTo>
                    <a:pt x="1696684" y="814267"/>
                  </a:lnTo>
                  <a:lnTo>
                    <a:pt x="1697334" y="814486"/>
                  </a:lnTo>
                  <a:lnTo>
                    <a:pt x="1697984" y="811179"/>
                  </a:lnTo>
                  <a:lnTo>
                    <a:pt x="1698634" y="804059"/>
                  </a:lnTo>
                  <a:lnTo>
                    <a:pt x="1699284" y="793340"/>
                  </a:lnTo>
                  <a:lnTo>
                    <a:pt x="1699934" y="779346"/>
                  </a:lnTo>
                  <a:lnTo>
                    <a:pt x="1700584" y="762099"/>
                  </a:lnTo>
                  <a:lnTo>
                    <a:pt x="1701234" y="742478"/>
                  </a:lnTo>
                  <a:lnTo>
                    <a:pt x="1701884" y="721977"/>
                  </a:lnTo>
                  <a:lnTo>
                    <a:pt x="1702534" y="701800"/>
                  </a:lnTo>
                  <a:lnTo>
                    <a:pt x="1703184" y="682164"/>
                  </a:lnTo>
                  <a:lnTo>
                    <a:pt x="1703834" y="662662"/>
                  </a:lnTo>
                  <a:lnTo>
                    <a:pt x="1704484" y="643199"/>
                  </a:lnTo>
                  <a:lnTo>
                    <a:pt x="1705134" y="624027"/>
                  </a:lnTo>
                  <a:lnTo>
                    <a:pt x="1705784" y="604944"/>
                  </a:lnTo>
                  <a:lnTo>
                    <a:pt x="1706434" y="585536"/>
                  </a:lnTo>
                  <a:lnTo>
                    <a:pt x="1707083" y="565439"/>
                  </a:lnTo>
                  <a:lnTo>
                    <a:pt x="1707733" y="544891"/>
                  </a:lnTo>
                  <a:lnTo>
                    <a:pt x="1708383" y="524152"/>
                  </a:lnTo>
                  <a:lnTo>
                    <a:pt x="1709033" y="503463"/>
                  </a:lnTo>
                  <a:lnTo>
                    <a:pt x="1709683" y="483006"/>
                  </a:lnTo>
                  <a:lnTo>
                    <a:pt x="1710333" y="462932"/>
                  </a:lnTo>
                  <a:lnTo>
                    <a:pt x="1710983" y="443313"/>
                  </a:lnTo>
                  <a:lnTo>
                    <a:pt x="1711633" y="424313"/>
                  </a:lnTo>
                  <a:lnTo>
                    <a:pt x="1712283" y="406185"/>
                  </a:lnTo>
                  <a:lnTo>
                    <a:pt x="1712933" y="389262"/>
                  </a:lnTo>
                  <a:lnTo>
                    <a:pt x="1713583" y="373781"/>
                  </a:lnTo>
                  <a:lnTo>
                    <a:pt x="1714233" y="359874"/>
                  </a:lnTo>
                  <a:lnTo>
                    <a:pt x="1714883" y="347564"/>
                  </a:lnTo>
                  <a:lnTo>
                    <a:pt x="1715533" y="336962"/>
                  </a:lnTo>
                  <a:lnTo>
                    <a:pt x="1716183" y="327931"/>
                  </a:lnTo>
                  <a:lnTo>
                    <a:pt x="1716832" y="320189"/>
                  </a:lnTo>
                  <a:lnTo>
                    <a:pt x="1717482" y="313492"/>
                  </a:lnTo>
                  <a:lnTo>
                    <a:pt x="1718132" y="307664"/>
                  </a:lnTo>
                  <a:lnTo>
                    <a:pt x="1718782" y="302448"/>
                  </a:lnTo>
                  <a:lnTo>
                    <a:pt x="1719432" y="297746"/>
                  </a:lnTo>
                  <a:lnTo>
                    <a:pt x="1720082" y="293410"/>
                  </a:lnTo>
                  <a:lnTo>
                    <a:pt x="1720732" y="289320"/>
                  </a:lnTo>
                  <a:lnTo>
                    <a:pt x="1721382" y="285254"/>
                  </a:lnTo>
                  <a:lnTo>
                    <a:pt x="1722032" y="281064"/>
                  </a:lnTo>
                  <a:lnTo>
                    <a:pt x="1722682" y="276681"/>
                  </a:lnTo>
                  <a:lnTo>
                    <a:pt x="1723332" y="272143"/>
                  </a:lnTo>
                  <a:lnTo>
                    <a:pt x="1723982" y="267486"/>
                  </a:lnTo>
                  <a:lnTo>
                    <a:pt x="1724632" y="262881"/>
                  </a:lnTo>
                  <a:lnTo>
                    <a:pt x="1725282" y="258552"/>
                  </a:lnTo>
                  <a:lnTo>
                    <a:pt x="1725932" y="254794"/>
                  </a:lnTo>
                  <a:lnTo>
                    <a:pt x="1726582" y="251811"/>
                  </a:lnTo>
                  <a:lnTo>
                    <a:pt x="1727231" y="249880"/>
                  </a:lnTo>
                  <a:lnTo>
                    <a:pt x="1727881" y="249107"/>
                  </a:lnTo>
                  <a:lnTo>
                    <a:pt x="1728531" y="249572"/>
                  </a:lnTo>
                  <a:lnTo>
                    <a:pt x="1729181" y="251191"/>
                  </a:lnTo>
                  <a:lnTo>
                    <a:pt x="1729831" y="253948"/>
                  </a:lnTo>
                  <a:lnTo>
                    <a:pt x="1730481" y="257977"/>
                  </a:lnTo>
                  <a:lnTo>
                    <a:pt x="1731131" y="263348"/>
                  </a:lnTo>
                  <a:lnTo>
                    <a:pt x="1731781" y="269973"/>
                  </a:lnTo>
                  <a:lnTo>
                    <a:pt x="1732431" y="277812"/>
                  </a:lnTo>
                  <a:lnTo>
                    <a:pt x="1733081" y="286893"/>
                  </a:lnTo>
                  <a:lnTo>
                    <a:pt x="1733731" y="297085"/>
                  </a:lnTo>
                  <a:lnTo>
                    <a:pt x="1734381" y="307861"/>
                  </a:lnTo>
                  <a:lnTo>
                    <a:pt x="1735031" y="318654"/>
                  </a:lnTo>
                  <a:lnTo>
                    <a:pt x="1735681" y="329287"/>
                  </a:lnTo>
                  <a:lnTo>
                    <a:pt x="1736331" y="339751"/>
                  </a:lnTo>
                  <a:lnTo>
                    <a:pt x="1736980" y="349838"/>
                  </a:lnTo>
                  <a:lnTo>
                    <a:pt x="1737630" y="359246"/>
                  </a:lnTo>
                  <a:lnTo>
                    <a:pt x="1738280" y="368068"/>
                  </a:lnTo>
                  <a:lnTo>
                    <a:pt x="1738930" y="376693"/>
                  </a:lnTo>
                  <a:lnTo>
                    <a:pt x="1739580" y="385478"/>
                  </a:lnTo>
                  <a:lnTo>
                    <a:pt x="1740230" y="394283"/>
                  </a:lnTo>
                  <a:lnTo>
                    <a:pt x="1740880" y="402931"/>
                  </a:lnTo>
                  <a:lnTo>
                    <a:pt x="1741530" y="411272"/>
                  </a:lnTo>
                  <a:lnTo>
                    <a:pt x="1742180" y="419282"/>
                  </a:lnTo>
                  <a:lnTo>
                    <a:pt x="1742830" y="426867"/>
                  </a:lnTo>
                  <a:lnTo>
                    <a:pt x="1743480" y="434030"/>
                  </a:lnTo>
                  <a:lnTo>
                    <a:pt x="1744130" y="440791"/>
                  </a:lnTo>
                  <a:lnTo>
                    <a:pt x="1744780" y="447171"/>
                  </a:lnTo>
                  <a:lnTo>
                    <a:pt x="1745430" y="453104"/>
                  </a:lnTo>
                  <a:lnTo>
                    <a:pt x="1746080" y="458358"/>
                  </a:lnTo>
                  <a:lnTo>
                    <a:pt x="1746729" y="462888"/>
                  </a:lnTo>
                  <a:lnTo>
                    <a:pt x="1747379" y="466947"/>
                  </a:lnTo>
                  <a:lnTo>
                    <a:pt x="1748029" y="470244"/>
                  </a:lnTo>
                  <a:lnTo>
                    <a:pt x="1748679" y="472479"/>
                  </a:lnTo>
                  <a:lnTo>
                    <a:pt x="1749329" y="473603"/>
                  </a:lnTo>
                  <a:lnTo>
                    <a:pt x="1749979" y="473725"/>
                  </a:lnTo>
                  <a:lnTo>
                    <a:pt x="1750629" y="472997"/>
                  </a:lnTo>
                  <a:lnTo>
                    <a:pt x="1751279" y="471735"/>
                  </a:lnTo>
                  <a:lnTo>
                    <a:pt x="1751929" y="469942"/>
                  </a:lnTo>
                  <a:lnTo>
                    <a:pt x="1752579" y="467706"/>
                  </a:lnTo>
                  <a:lnTo>
                    <a:pt x="1753229" y="465160"/>
                  </a:lnTo>
                  <a:lnTo>
                    <a:pt x="1753879" y="462658"/>
                  </a:lnTo>
                  <a:lnTo>
                    <a:pt x="1754529" y="460343"/>
                  </a:lnTo>
                  <a:lnTo>
                    <a:pt x="1755179" y="458301"/>
                  </a:lnTo>
                  <a:lnTo>
                    <a:pt x="1755829" y="456714"/>
                  </a:lnTo>
                  <a:lnTo>
                    <a:pt x="1756479" y="455574"/>
                  </a:lnTo>
                  <a:lnTo>
                    <a:pt x="1757128" y="454746"/>
                  </a:lnTo>
                  <a:lnTo>
                    <a:pt x="1757778" y="454479"/>
                  </a:lnTo>
                  <a:lnTo>
                    <a:pt x="1758428" y="454669"/>
                  </a:lnTo>
                  <a:lnTo>
                    <a:pt x="1759078" y="455199"/>
                  </a:lnTo>
                  <a:lnTo>
                    <a:pt x="1759728" y="455958"/>
                  </a:lnTo>
                  <a:lnTo>
                    <a:pt x="1760378" y="456698"/>
                  </a:lnTo>
                  <a:lnTo>
                    <a:pt x="1761028" y="457163"/>
                  </a:lnTo>
                  <a:lnTo>
                    <a:pt x="1761678" y="457302"/>
                  </a:lnTo>
                  <a:lnTo>
                    <a:pt x="1762328" y="456858"/>
                  </a:lnTo>
                  <a:lnTo>
                    <a:pt x="1762978" y="455671"/>
                  </a:lnTo>
                  <a:lnTo>
                    <a:pt x="1763628" y="453594"/>
                  </a:lnTo>
                  <a:lnTo>
                    <a:pt x="1764278" y="450738"/>
                  </a:lnTo>
                  <a:lnTo>
                    <a:pt x="1764928" y="447145"/>
                  </a:lnTo>
                  <a:lnTo>
                    <a:pt x="1765578" y="442958"/>
                  </a:lnTo>
                  <a:lnTo>
                    <a:pt x="1766228" y="438335"/>
                  </a:lnTo>
                  <a:lnTo>
                    <a:pt x="1766877" y="433622"/>
                  </a:lnTo>
                  <a:lnTo>
                    <a:pt x="1767527" y="428913"/>
                  </a:lnTo>
                  <a:lnTo>
                    <a:pt x="1768177" y="424326"/>
                  </a:lnTo>
                  <a:lnTo>
                    <a:pt x="1768827" y="419888"/>
                  </a:lnTo>
                  <a:lnTo>
                    <a:pt x="1769477" y="415647"/>
                  </a:lnTo>
                  <a:lnTo>
                    <a:pt x="1770127" y="411841"/>
                  </a:lnTo>
                  <a:lnTo>
                    <a:pt x="1770777" y="408405"/>
                  </a:lnTo>
                  <a:lnTo>
                    <a:pt x="1771427" y="405127"/>
                  </a:lnTo>
                  <a:lnTo>
                    <a:pt x="1772077" y="402006"/>
                  </a:lnTo>
                  <a:lnTo>
                    <a:pt x="1772727" y="399261"/>
                  </a:lnTo>
                  <a:lnTo>
                    <a:pt x="1773377" y="397024"/>
                  </a:lnTo>
                  <a:lnTo>
                    <a:pt x="1774027" y="395489"/>
                  </a:lnTo>
                  <a:lnTo>
                    <a:pt x="1774677" y="394726"/>
                  </a:lnTo>
                  <a:lnTo>
                    <a:pt x="1775327" y="394822"/>
                  </a:lnTo>
                  <a:lnTo>
                    <a:pt x="1775977" y="395959"/>
                  </a:lnTo>
                  <a:lnTo>
                    <a:pt x="1776627" y="398171"/>
                  </a:lnTo>
                  <a:lnTo>
                    <a:pt x="1777276" y="401203"/>
                  </a:lnTo>
                  <a:lnTo>
                    <a:pt x="1777926" y="404896"/>
                  </a:lnTo>
                  <a:lnTo>
                    <a:pt x="1778576" y="409226"/>
                  </a:lnTo>
                  <a:lnTo>
                    <a:pt x="1779226" y="414066"/>
                  </a:lnTo>
                  <a:lnTo>
                    <a:pt x="1779876" y="419136"/>
                  </a:lnTo>
                  <a:lnTo>
                    <a:pt x="1780526" y="424505"/>
                  </a:lnTo>
                  <a:lnTo>
                    <a:pt x="1781176" y="430268"/>
                  </a:lnTo>
                  <a:lnTo>
                    <a:pt x="1781826" y="436707"/>
                  </a:lnTo>
                  <a:lnTo>
                    <a:pt x="1782476" y="443791"/>
                  </a:lnTo>
                  <a:lnTo>
                    <a:pt x="1783126" y="451337"/>
                  </a:lnTo>
                  <a:lnTo>
                    <a:pt x="1783776" y="458937"/>
                  </a:lnTo>
                  <a:lnTo>
                    <a:pt x="1784426" y="466415"/>
                  </a:lnTo>
                  <a:lnTo>
                    <a:pt x="1785076" y="473396"/>
                  </a:lnTo>
                  <a:lnTo>
                    <a:pt x="1785726" y="479338"/>
                  </a:lnTo>
                  <a:lnTo>
                    <a:pt x="1786376" y="483817"/>
                  </a:lnTo>
                  <a:lnTo>
                    <a:pt x="1787025" y="486870"/>
                  </a:lnTo>
                  <a:lnTo>
                    <a:pt x="1787675" y="488423"/>
                  </a:lnTo>
                  <a:lnTo>
                    <a:pt x="1788325" y="488283"/>
                  </a:lnTo>
                  <a:lnTo>
                    <a:pt x="1788975" y="486498"/>
                  </a:lnTo>
                  <a:lnTo>
                    <a:pt x="1789625" y="483262"/>
                  </a:lnTo>
                  <a:lnTo>
                    <a:pt x="1790275" y="478695"/>
                  </a:lnTo>
                  <a:lnTo>
                    <a:pt x="1790925" y="472812"/>
                  </a:lnTo>
                  <a:lnTo>
                    <a:pt x="1791575" y="465146"/>
                  </a:lnTo>
                  <a:lnTo>
                    <a:pt x="1792225" y="455599"/>
                  </a:lnTo>
                  <a:lnTo>
                    <a:pt x="1792875" y="444614"/>
                  </a:lnTo>
                  <a:lnTo>
                    <a:pt x="1793525" y="432477"/>
                  </a:lnTo>
                  <a:lnTo>
                    <a:pt x="1794175" y="419177"/>
                  </a:lnTo>
                  <a:lnTo>
                    <a:pt x="1794825" y="405101"/>
                  </a:lnTo>
                  <a:lnTo>
                    <a:pt x="1795475" y="390718"/>
                  </a:lnTo>
                  <a:lnTo>
                    <a:pt x="1796125" y="376369"/>
                  </a:lnTo>
                  <a:lnTo>
                    <a:pt x="1796775" y="362303"/>
                  </a:lnTo>
                  <a:lnTo>
                    <a:pt x="1797424" y="348622"/>
                  </a:lnTo>
                  <a:lnTo>
                    <a:pt x="1798074" y="335351"/>
                  </a:lnTo>
                  <a:lnTo>
                    <a:pt x="1798724" y="322688"/>
                  </a:lnTo>
                  <a:lnTo>
                    <a:pt x="1799374" y="310913"/>
                  </a:lnTo>
                  <a:lnTo>
                    <a:pt x="1800024" y="300222"/>
                  </a:lnTo>
                  <a:lnTo>
                    <a:pt x="1800674" y="290848"/>
                  </a:lnTo>
                  <a:lnTo>
                    <a:pt x="1801324" y="283140"/>
                  </a:lnTo>
                  <a:lnTo>
                    <a:pt x="1801974" y="277329"/>
                  </a:lnTo>
                  <a:lnTo>
                    <a:pt x="1802624" y="273308"/>
                  </a:lnTo>
                  <a:lnTo>
                    <a:pt x="1803274" y="271049"/>
                  </a:lnTo>
                  <a:lnTo>
                    <a:pt x="1803924" y="270537"/>
                  </a:lnTo>
                  <a:lnTo>
                    <a:pt x="1804574" y="271532"/>
                  </a:lnTo>
                  <a:lnTo>
                    <a:pt x="1805224" y="273666"/>
                  </a:lnTo>
                  <a:lnTo>
                    <a:pt x="1805874" y="276693"/>
                  </a:lnTo>
                  <a:lnTo>
                    <a:pt x="1806524" y="280247"/>
                  </a:lnTo>
                  <a:lnTo>
                    <a:pt x="1807173" y="284076"/>
                  </a:lnTo>
                  <a:lnTo>
                    <a:pt x="1807823" y="287995"/>
                  </a:lnTo>
                  <a:lnTo>
                    <a:pt x="1808473" y="291810"/>
                  </a:lnTo>
                  <a:lnTo>
                    <a:pt x="1809123" y="295218"/>
                  </a:lnTo>
                  <a:lnTo>
                    <a:pt x="1809773" y="298081"/>
                  </a:lnTo>
                  <a:lnTo>
                    <a:pt x="1810423" y="300291"/>
                  </a:lnTo>
                  <a:lnTo>
                    <a:pt x="1811073" y="301781"/>
                  </a:lnTo>
                  <a:lnTo>
                    <a:pt x="1811723" y="302514"/>
                  </a:lnTo>
                  <a:lnTo>
                    <a:pt x="1812373" y="302490"/>
                  </a:lnTo>
                  <a:lnTo>
                    <a:pt x="1813023" y="301692"/>
                  </a:lnTo>
                  <a:lnTo>
                    <a:pt x="1813673" y="300400"/>
                  </a:lnTo>
                  <a:lnTo>
                    <a:pt x="1814323" y="298671"/>
                  </a:lnTo>
                  <a:lnTo>
                    <a:pt x="1814973" y="296657"/>
                  </a:lnTo>
                  <a:lnTo>
                    <a:pt x="1815623" y="294370"/>
                  </a:lnTo>
                  <a:lnTo>
                    <a:pt x="1816273" y="291959"/>
                  </a:lnTo>
                  <a:lnTo>
                    <a:pt x="1816923" y="289633"/>
                  </a:lnTo>
                  <a:lnTo>
                    <a:pt x="1817572" y="287793"/>
                  </a:lnTo>
                  <a:lnTo>
                    <a:pt x="1818222" y="286406"/>
                  </a:lnTo>
                  <a:lnTo>
                    <a:pt x="1818872" y="285332"/>
                  </a:lnTo>
                  <a:lnTo>
                    <a:pt x="1819522" y="284453"/>
                  </a:lnTo>
                  <a:lnTo>
                    <a:pt x="1820172" y="283781"/>
                  </a:lnTo>
                  <a:lnTo>
                    <a:pt x="1820822" y="283399"/>
                  </a:lnTo>
                  <a:lnTo>
                    <a:pt x="1821472" y="283378"/>
                  </a:lnTo>
                  <a:lnTo>
                    <a:pt x="1822122" y="283696"/>
                  </a:lnTo>
                  <a:lnTo>
                    <a:pt x="1822772" y="284333"/>
                  </a:lnTo>
                  <a:lnTo>
                    <a:pt x="1823422" y="285240"/>
                  </a:lnTo>
                  <a:lnTo>
                    <a:pt x="1824072" y="286731"/>
                  </a:lnTo>
                  <a:lnTo>
                    <a:pt x="1824722" y="289021"/>
                  </a:lnTo>
                  <a:lnTo>
                    <a:pt x="1825372" y="292250"/>
                  </a:lnTo>
                  <a:lnTo>
                    <a:pt x="1826022" y="296580"/>
                  </a:lnTo>
                  <a:lnTo>
                    <a:pt x="1826672" y="302299"/>
                  </a:lnTo>
                  <a:lnTo>
                    <a:pt x="1827321" y="309398"/>
                  </a:lnTo>
                  <a:lnTo>
                    <a:pt x="1827971" y="317981"/>
                  </a:lnTo>
                  <a:lnTo>
                    <a:pt x="1828621" y="328164"/>
                  </a:lnTo>
                  <a:lnTo>
                    <a:pt x="1829271" y="339789"/>
                  </a:lnTo>
                  <a:lnTo>
                    <a:pt x="1829921" y="352843"/>
                  </a:lnTo>
                  <a:lnTo>
                    <a:pt x="1830571" y="367275"/>
                  </a:lnTo>
                  <a:lnTo>
                    <a:pt x="1831221" y="382774"/>
                  </a:lnTo>
                  <a:lnTo>
                    <a:pt x="1831871" y="398988"/>
                  </a:lnTo>
                  <a:lnTo>
                    <a:pt x="1832521" y="415741"/>
                  </a:lnTo>
                  <a:lnTo>
                    <a:pt x="1833171" y="432807"/>
                  </a:lnTo>
                  <a:lnTo>
                    <a:pt x="1833821" y="449790"/>
                  </a:lnTo>
                  <a:lnTo>
                    <a:pt x="1834471" y="466255"/>
                  </a:lnTo>
                  <a:lnTo>
                    <a:pt x="1835121" y="481923"/>
                  </a:lnTo>
                  <a:lnTo>
                    <a:pt x="1835771" y="496556"/>
                  </a:lnTo>
                  <a:lnTo>
                    <a:pt x="1836421" y="509877"/>
                  </a:lnTo>
                  <a:lnTo>
                    <a:pt x="1837071" y="521573"/>
                  </a:lnTo>
                  <a:lnTo>
                    <a:pt x="1837720" y="531482"/>
                  </a:lnTo>
                  <a:lnTo>
                    <a:pt x="1838370" y="539293"/>
                  </a:lnTo>
                  <a:lnTo>
                    <a:pt x="1839020" y="544944"/>
                  </a:lnTo>
                  <a:lnTo>
                    <a:pt x="1839670" y="548392"/>
                  </a:lnTo>
                  <a:lnTo>
                    <a:pt x="1840320" y="549643"/>
                  </a:lnTo>
                  <a:lnTo>
                    <a:pt x="1840970" y="548512"/>
                  </a:lnTo>
                  <a:lnTo>
                    <a:pt x="1841620" y="545214"/>
                  </a:lnTo>
                  <a:lnTo>
                    <a:pt x="1842270" y="540050"/>
                  </a:lnTo>
                  <a:lnTo>
                    <a:pt x="1842920" y="533351"/>
                  </a:lnTo>
                  <a:lnTo>
                    <a:pt x="1843570" y="525445"/>
                  </a:lnTo>
                  <a:lnTo>
                    <a:pt x="1844220" y="516546"/>
                  </a:lnTo>
                  <a:lnTo>
                    <a:pt x="1844870" y="506967"/>
                  </a:lnTo>
                  <a:lnTo>
                    <a:pt x="1845520" y="496967"/>
                  </a:lnTo>
                  <a:lnTo>
                    <a:pt x="1846170" y="486519"/>
                  </a:lnTo>
                  <a:lnTo>
                    <a:pt x="1846820" y="475976"/>
                  </a:lnTo>
                  <a:lnTo>
                    <a:pt x="1847469" y="465666"/>
                  </a:lnTo>
                  <a:lnTo>
                    <a:pt x="1848119" y="456115"/>
                  </a:lnTo>
                  <a:lnTo>
                    <a:pt x="1848769" y="447734"/>
                  </a:lnTo>
                  <a:lnTo>
                    <a:pt x="1849419" y="440526"/>
                  </a:lnTo>
                  <a:lnTo>
                    <a:pt x="1850069" y="434195"/>
                  </a:lnTo>
                  <a:lnTo>
                    <a:pt x="1850719" y="429064"/>
                  </a:lnTo>
                  <a:lnTo>
                    <a:pt x="1851369" y="425299"/>
                  </a:lnTo>
                  <a:lnTo>
                    <a:pt x="1852019" y="422847"/>
                  </a:lnTo>
                  <a:lnTo>
                    <a:pt x="1852669" y="421677"/>
                  </a:lnTo>
                  <a:lnTo>
                    <a:pt x="1853319" y="421598"/>
                  </a:lnTo>
                  <a:lnTo>
                    <a:pt x="1853969" y="422510"/>
                  </a:lnTo>
                  <a:lnTo>
                    <a:pt x="1854619" y="424399"/>
                  </a:lnTo>
                  <a:lnTo>
                    <a:pt x="1855269" y="427074"/>
                  </a:lnTo>
                  <a:lnTo>
                    <a:pt x="1855919" y="430562"/>
                  </a:lnTo>
                  <a:lnTo>
                    <a:pt x="1856569" y="434562"/>
                  </a:lnTo>
                  <a:lnTo>
                    <a:pt x="1857219" y="438784"/>
                  </a:lnTo>
                  <a:lnTo>
                    <a:pt x="1857868" y="442682"/>
                  </a:lnTo>
                  <a:lnTo>
                    <a:pt x="1858518" y="445821"/>
                  </a:lnTo>
                  <a:lnTo>
                    <a:pt x="1859168" y="447993"/>
                  </a:lnTo>
                  <a:lnTo>
                    <a:pt x="1859818" y="449187"/>
                  </a:lnTo>
                  <a:lnTo>
                    <a:pt x="1860468" y="448986"/>
                  </a:lnTo>
                  <a:lnTo>
                    <a:pt x="1861118" y="447218"/>
                  </a:lnTo>
                  <a:lnTo>
                    <a:pt x="1861768" y="443981"/>
                  </a:lnTo>
                  <a:lnTo>
                    <a:pt x="1862418" y="439308"/>
                  </a:lnTo>
                  <a:lnTo>
                    <a:pt x="1863068" y="433305"/>
                  </a:lnTo>
                  <a:lnTo>
                    <a:pt x="1863718" y="426277"/>
                  </a:lnTo>
                  <a:lnTo>
                    <a:pt x="1864368" y="418060"/>
                  </a:lnTo>
                  <a:lnTo>
                    <a:pt x="1865018" y="408898"/>
                  </a:lnTo>
                  <a:lnTo>
                    <a:pt x="1865668" y="398899"/>
                  </a:lnTo>
                  <a:lnTo>
                    <a:pt x="1866318" y="388132"/>
                  </a:lnTo>
                  <a:lnTo>
                    <a:pt x="1866968" y="376876"/>
                  </a:lnTo>
                  <a:lnTo>
                    <a:pt x="1867617" y="365617"/>
                  </a:lnTo>
                  <a:lnTo>
                    <a:pt x="1868267" y="354691"/>
                  </a:lnTo>
                  <a:lnTo>
                    <a:pt x="1868917" y="344420"/>
                  </a:lnTo>
                  <a:lnTo>
                    <a:pt x="1869567" y="335113"/>
                  </a:lnTo>
                  <a:lnTo>
                    <a:pt x="1870217" y="327198"/>
                  </a:lnTo>
                  <a:lnTo>
                    <a:pt x="1870867" y="321099"/>
                  </a:lnTo>
                  <a:lnTo>
                    <a:pt x="1871517" y="316964"/>
                  </a:lnTo>
                  <a:lnTo>
                    <a:pt x="1872167" y="314659"/>
                  </a:lnTo>
                  <a:lnTo>
                    <a:pt x="1872817" y="314087"/>
                  </a:lnTo>
                  <a:lnTo>
                    <a:pt x="1873467" y="315203"/>
                  </a:lnTo>
                  <a:lnTo>
                    <a:pt x="1874117" y="318054"/>
                  </a:lnTo>
                  <a:lnTo>
                    <a:pt x="1874767" y="322319"/>
                  </a:lnTo>
                  <a:lnTo>
                    <a:pt x="1875417" y="327607"/>
                  </a:lnTo>
                  <a:lnTo>
                    <a:pt x="1876067" y="333789"/>
                  </a:lnTo>
                  <a:lnTo>
                    <a:pt x="1876717" y="340747"/>
                  </a:lnTo>
                  <a:lnTo>
                    <a:pt x="1877366" y="348020"/>
                  </a:lnTo>
                  <a:lnTo>
                    <a:pt x="1878016" y="355292"/>
                  </a:lnTo>
                  <a:lnTo>
                    <a:pt x="1878666" y="362218"/>
                  </a:lnTo>
                  <a:lnTo>
                    <a:pt x="1879316" y="368427"/>
                  </a:lnTo>
                  <a:lnTo>
                    <a:pt x="1879966" y="373646"/>
                  </a:lnTo>
                  <a:lnTo>
                    <a:pt x="1880616" y="377345"/>
                  </a:lnTo>
                  <a:lnTo>
                    <a:pt x="1881266" y="379133"/>
                  </a:lnTo>
                  <a:lnTo>
                    <a:pt x="1881916" y="379093"/>
                  </a:lnTo>
                  <a:lnTo>
                    <a:pt x="1882566" y="377505"/>
                  </a:lnTo>
                  <a:lnTo>
                    <a:pt x="1883216" y="374560"/>
                  </a:lnTo>
                  <a:lnTo>
                    <a:pt x="1883866" y="370492"/>
                  </a:lnTo>
                  <a:lnTo>
                    <a:pt x="1884516" y="365704"/>
                  </a:lnTo>
                  <a:lnTo>
                    <a:pt x="1885166" y="360590"/>
                  </a:lnTo>
                  <a:lnTo>
                    <a:pt x="1885816" y="355358"/>
                  </a:lnTo>
                  <a:lnTo>
                    <a:pt x="1886466" y="350152"/>
                  </a:lnTo>
                  <a:lnTo>
                    <a:pt x="1887116" y="345257"/>
                  </a:lnTo>
                  <a:lnTo>
                    <a:pt x="1887765" y="340881"/>
                  </a:lnTo>
                  <a:lnTo>
                    <a:pt x="1888415" y="337179"/>
                  </a:lnTo>
                  <a:lnTo>
                    <a:pt x="1889065" y="334286"/>
                  </a:lnTo>
                  <a:lnTo>
                    <a:pt x="1889715" y="332205"/>
                  </a:lnTo>
                  <a:lnTo>
                    <a:pt x="1890365" y="331123"/>
                  </a:lnTo>
                  <a:lnTo>
                    <a:pt x="1891015" y="331202"/>
                  </a:lnTo>
                  <a:lnTo>
                    <a:pt x="1891665" y="332264"/>
                  </a:lnTo>
                  <a:lnTo>
                    <a:pt x="1892315" y="333899"/>
                  </a:lnTo>
                  <a:lnTo>
                    <a:pt x="1892965" y="335958"/>
                  </a:lnTo>
                  <a:lnTo>
                    <a:pt x="1893615" y="338303"/>
                  </a:lnTo>
                  <a:lnTo>
                    <a:pt x="1894265" y="340706"/>
                  </a:lnTo>
                  <a:lnTo>
                    <a:pt x="1894915" y="343115"/>
                  </a:lnTo>
                  <a:lnTo>
                    <a:pt x="1895565" y="345591"/>
                  </a:lnTo>
                  <a:lnTo>
                    <a:pt x="1896215" y="347991"/>
                  </a:lnTo>
                  <a:lnTo>
                    <a:pt x="1896865" y="350650"/>
                  </a:lnTo>
                  <a:lnTo>
                    <a:pt x="1897514" y="353517"/>
                  </a:lnTo>
                  <a:lnTo>
                    <a:pt x="1898164" y="356490"/>
                  </a:lnTo>
                  <a:lnTo>
                    <a:pt x="1898814" y="359680"/>
                  </a:lnTo>
                  <a:lnTo>
                    <a:pt x="1899464" y="363057"/>
                  </a:lnTo>
                  <a:lnTo>
                    <a:pt x="1900114" y="366426"/>
                  </a:lnTo>
                  <a:lnTo>
                    <a:pt x="1900764" y="369668"/>
                  </a:lnTo>
                  <a:lnTo>
                    <a:pt x="1901414" y="372745"/>
                  </a:lnTo>
                  <a:lnTo>
                    <a:pt x="1902064" y="375812"/>
                  </a:lnTo>
                  <a:lnTo>
                    <a:pt x="1902714" y="378860"/>
                  </a:lnTo>
                  <a:lnTo>
                    <a:pt x="1903364" y="381897"/>
                  </a:lnTo>
                  <a:lnTo>
                    <a:pt x="1904014" y="385041"/>
                  </a:lnTo>
                  <a:lnTo>
                    <a:pt x="1904664" y="388445"/>
                  </a:lnTo>
                  <a:lnTo>
                    <a:pt x="1905314" y="392135"/>
                  </a:lnTo>
                  <a:lnTo>
                    <a:pt x="1905964" y="396223"/>
                  </a:lnTo>
                  <a:lnTo>
                    <a:pt x="1906614" y="400580"/>
                  </a:lnTo>
                  <a:lnTo>
                    <a:pt x="1907264" y="405342"/>
                  </a:lnTo>
                  <a:lnTo>
                    <a:pt x="1907913" y="410747"/>
                  </a:lnTo>
                  <a:lnTo>
                    <a:pt x="1908563" y="416564"/>
                  </a:lnTo>
                  <a:lnTo>
                    <a:pt x="1909213" y="422637"/>
                  </a:lnTo>
                  <a:lnTo>
                    <a:pt x="1909863" y="429196"/>
                  </a:lnTo>
                  <a:lnTo>
                    <a:pt x="1910513" y="436186"/>
                  </a:lnTo>
                  <a:lnTo>
                    <a:pt x="1911163" y="443678"/>
                  </a:lnTo>
                  <a:lnTo>
                    <a:pt x="1911813" y="451557"/>
                  </a:lnTo>
                  <a:lnTo>
                    <a:pt x="1912463" y="459750"/>
                  </a:lnTo>
                  <a:lnTo>
                    <a:pt x="1913113" y="468378"/>
                  </a:lnTo>
                  <a:lnTo>
                    <a:pt x="1913763" y="477499"/>
                  </a:lnTo>
                  <a:lnTo>
                    <a:pt x="1914413" y="486909"/>
                  </a:lnTo>
                  <a:lnTo>
                    <a:pt x="1915063" y="496430"/>
                  </a:lnTo>
                  <a:lnTo>
                    <a:pt x="1915713" y="505959"/>
                  </a:lnTo>
                  <a:lnTo>
                    <a:pt x="1916363" y="515223"/>
                  </a:lnTo>
                  <a:lnTo>
                    <a:pt x="1917013" y="523745"/>
                  </a:lnTo>
                  <a:lnTo>
                    <a:pt x="1917662" y="531082"/>
                  </a:lnTo>
                  <a:lnTo>
                    <a:pt x="1918312" y="537400"/>
                  </a:lnTo>
                  <a:lnTo>
                    <a:pt x="1918962" y="543027"/>
                  </a:lnTo>
                  <a:lnTo>
                    <a:pt x="1919612" y="547927"/>
                  </a:lnTo>
                  <a:lnTo>
                    <a:pt x="1920262" y="552019"/>
                  </a:lnTo>
                  <a:lnTo>
                    <a:pt x="1920912" y="555380"/>
                  </a:lnTo>
                  <a:lnTo>
                    <a:pt x="1921562" y="558288"/>
                  </a:lnTo>
                  <a:lnTo>
                    <a:pt x="1922212" y="561003"/>
                  </a:lnTo>
                  <a:lnTo>
                    <a:pt x="1922862" y="563546"/>
                  </a:lnTo>
                  <a:lnTo>
                    <a:pt x="1923512" y="565918"/>
                  </a:lnTo>
                  <a:lnTo>
                    <a:pt x="1924162" y="568391"/>
                  </a:lnTo>
                  <a:lnTo>
                    <a:pt x="1924812" y="571397"/>
                  </a:lnTo>
                  <a:lnTo>
                    <a:pt x="1925462" y="575128"/>
                  </a:lnTo>
                  <a:lnTo>
                    <a:pt x="1926112" y="579806"/>
                  </a:lnTo>
                  <a:lnTo>
                    <a:pt x="1926762" y="585901"/>
                  </a:lnTo>
                  <a:lnTo>
                    <a:pt x="1927412" y="593579"/>
                  </a:lnTo>
                  <a:lnTo>
                    <a:pt x="1928061" y="602657"/>
                  </a:lnTo>
                  <a:lnTo>
                    <a:pt x="1928711" y="612935"/>
                  </a:lnTo>
                  <a:lnTo>
                    <a:pt x="1929361" y="624072"/>
                  </a:lnTo>
                  <a:lnTo>
                    <a:pt x="1930011" y="636173"/>
                  </a:lnTo>
                  <a:lnTo>
                    <a:pt x="1930661" y="649264"/>
                  </a:lnTo>
                  <a:lnTo>
                    <a:pt x="1931311" y="663109"/>
                  </a:lnTo>
                  <a:lnTo>
                    <a:pt x="1931961" y="677183"/>
                  </a:lnTo>
                  <a:lnTo>
                    <a:pt x="1932611" y="691271"/>
                  </a:lnTo>
                  <a:lnTo>
                    <a:pt x="1933261" y="705214"/>
                  </a:lnTo>
                  <a:lnTo>
                    <a:pt x="1933911" y="718692"/>
                  </a:lnTo>
                  <a:lnTo>
                    <a:pt x="1934561" y="731230"/>
                  </a:lnTo>
                  <a:lnTo>
                    <a:pt x="1935211" y="742342"/>
                  </a:lnTo>
                  <a:lnTo>
                    <a:pt x="1935861" y="751806"/>
                  </a:lnTo>
                  <a:lnTo>
                    <a:pt x="1936511" y="759688"/>
                  </a:lnTo>
                  <a:lnTo>
                    <a:pt x="1937161" y="766142"/>
                  </a:lnTo>
                  <a:lnTo>
                    <a:pt x="1937810" y="771367"/>
                  </a:lnTo>
                  <a:lnTo>
                    <a:pt x="1938460" y="775467"/>
                  </a:lnTo>
                  <a:lnTo>
                    <a:pt x="1939110" y="778654"/>
                  </a:lnTo>
                  <a:lnTo>
                    <a:pt x="1939760" y="780969"/>
                  </a:lnTo>
                  <a:lnTo>
                    <a:pt x="1940410" y="782289"/>
                  </a:lnTo>
                  <a:lnTo>
                    <a:pt x="1941060" y="782835"/>
                  </a:lnTo>
                  <a:lnTo>
                    <a:pt x="1941710" y="782946"/>
                  </a:lnTo>
                  <a:lnTo>
                    <a:pt x="1942360" y="782669"/>
                  </a:lnTo>
                  <a:lnTo>
                    <a:pt x="1943010" y="782601"/>
                  </a:lnTo>
                  <a:lnTo>
                    <a:pt x="1943660" y="783089"/>
                  </a:lnTo>
                  <a:lnTo>
                    <a:pt x="1944310" y="784599"/>
                  </a:lnTo>
                  <a:lnTo>
                    <a:pt x="1944960" y="787257"/>
                  </a:lnTo>
                  <a:lnTo>
                    <a:pt x="1945610" y="790964"/>
                  </a:lnTo>
                  <a:lnTo>
                    <a:pt x="1946260" y="795497"/>
                  </a:lnTo>
                  <a:lnTo>
                    <a:pt x="1946910" y="800802"/>
                  </a:lnTo>
                  <a:lnTo>
                    <a:pt x="1947560" y="806597"/>
                  </a:lnTo>
                  <a:lnTo>
                    <a:pt x="1948209" y="812590"/>
                  </a:lnTo>
                  <a:lnTo>
                    <a:pt x="1948859" y="818715"/>
                  </a:lnTo>
                  <a:lnTo>
                    <a:pt x="1949509" y="825235"/>
                  </a:lnTo>
                  <a:lnTo>
                    <a:pt x="1950159" y="832673"/>
                  </a:lnTo>
                  <a:lnTo>
                    <a:pt x="1950809" y="840697"/>
                  </a:lnTo>
                  <a:lnTo>
                    <a:pt x="1951459" y="848594"/>
                  </a:lnTo>
                  <a:lnTo>
                    <a:pt x="1952109" y="855968"/>
                  </a:lnTo>
                  <a:lnTo>
                    <a:pt x="1952759" y="862304"/>
                  </a:lnTo>
                  <a:lnTo>
                    <a:pt x="1953409" y="867249"/>
                  </a:lnTo>
                  <a:lnTo>
                    <a:pt x="1954059" y="870113"/>
                  </a:lnTo>
                  <a:lnTo>
                    <a:pt x="1954709" y="870383"/>
                  </a:lnTo>
                  <a:lnTo>
                    <a:pt x="1955359" y="868166"/>
                  </a:lnTo>
                  <a:lnTo>
                    <a:pt x="1956009" y="863639"/>
                  </a:lnTo>
                  <a:lnTo>
                    <a:pt x="1956659" y="856944"/>
                  </a:lnTo>
                  <a:lnTo>
                    <a:pt x="1957309" y="848124"/>
                  </a:lnTo>
                  <a:lnTo>
                    <a:pt x="1957958" y="837477"/>
                  </a:lnTo>
                  <a:lnTo>
                    <a:pt x="1958608" y="825539"/>
                  </a:lnTo>
                  <a:lnTo>
                    <a:pt x="1959258" y="812304"/>
                  </a:lnTo>
                  <a:lnTo>
                    <a:pt x="1959908" y="797519"/>
                  </a:lnTo>
                  <a:lnTo>
                    <a:pt x="1960558" y="781417"/>
                  </a:lnTo>
                  <a:lnTo>
                    <a:pt x="1961208" y="764331"/>
                  </a:lnTo>
                  <a:lnTo>
                    <a:pt x="1961858" y="746594"/>
                  </a:lnTo>
                  <a:lnTo>
                    <a:pt x="1962508" y="728093"/>
                  </a:lnTo>
                  <a:lnTo>
                    <a:pt x="1963158" y="708774"/>
                  </a:lnTo>
                  <a:lnTo>
                    <a:pt x="1963808" y="689027"/>
                  </a:lnTo>
                  <a:lnTo>
                    <a:pt x="1964458" y="669509"/>
                  </a:lnTo>
                  <a:lnTo>
                    <a:pt x="1965108" y="650425"/>
                  </a:lnTo>
                  <a:lnTo>
                    <a:pt x="1965758" y="632014"/>
                  </a:lnTo>
                  <a:lnTo>
                    <a:pt x="1966408" y="614509"/>
                  </a:lnTo>
                  <a:lnTo>
                    <a:pt x="1967058" y="598151"/>
                  </a:lnTo>
                  <a:lnTo>
                    <a:pt x="1967708" y="583112"/>
                  </a:lnTo>
                  <a:lnTo>
                    <a:pt x="1968357" y="569031"/>
                  </a:lnTo>
                  <a:lnTo>
                    <a:pt x="1969007" y="555740"/>
                  </a:lnTo>
                  <a:lnTo>
                    <a:pt x="1969657" y="543223"/>
                  </a:lnTo>
                  <a:lnTo>
                    <a:pt x="1970307" y="531579"/>
                  </a:lnTo>
                  <a:lnTo>
                    <a:pt x="1970957" y="521040"/>
                  </a:lnTo>
                  <a:lnTo>
                    <a:pt x="1971607" y="511572"/>
                  </a:lnTo>
                  <a:lnTo>
                    <a:pt x="1972257" y="503245"/>
                  </a:lnTo>
                  <a:lnTo>
                    <a:pt x="1972907" y="496106"/>
                  </a:lnTo>
                  <a:lnTo>
                    <a:pt x="1973557" y="490160"/>
                  </a:lnTo>
                  <a:lnTo>
                    <a:pt x="1974207" y="485328"/>
                  </a:lnTo>
                  <a:lnTo>
                    <a:pt x="1974857" y="481455"/>
                  </a:lnTo>
                  <a:lnTo>
                    <a:pt x="1975507" y="477980"/>
                  </a:lnTo>
                  <a:lnTo>
                    <a:pt x="1976157" y="474540"/>
                  </a:lnTo>
                  <a:lnTo>
                    <a:pt x="1976807" y="470901"/>
                  </a:lnTo>
                  <a:lnTo>
                    <a:pt x="1977457" y="466953"/>
                  </a:lnTo>
                  <a:lnTo>
                    <a:pt x="1978106" y="462769"/>
                  </a:lnTo>
                  <a:lnTo>
                    <a:pt x="1978756" y="458452"/>
                  </a:lnTo>
                  <a:lnTo>
                    <a:pt x="1979406" y="454094"/>
                  </a:lnTo>
                  <a:lnTo>
                    <a:pt x="1980056" y="449779"/>
                  </a:lnTo>
                  <a:lnTo>
                    <a:pt x="1980706" y="445633"/>
                  </a:lnTo>
                  <a:lnTo>
                    <a:pt x="1981356" y="441877"/>
                  </a:lnTo>
                  <a:lnTo>
                    <a:pt x="1982006" y="438569"/>
                  </a:lnTo>
                  <a:lnTo>
                    <a:pt x="1982656" y="435591"/>
                  </a:lnTo>
                  <a:lnTo>
                    <a:pt x="1983306" y="432821"/>
                  </a:lnTo>
                  <a:lnTo>
                    <a:pt x="1983956" y="430200"/>
                  </a:lnTo>
                  <a:lnTo>
                    <a:pt x="1984606" y="427741"/>
                  </a:lnTo>
                  <a:lnTo>
                    <a:pt x="1985256" y="425600"/>
                  </a:lnTo>
                  <a:lnTo>
                    <a:pt x="1985906" y="423703"/>
                  </a:lnTo>
                  <a:lnTo>
                    <a:pt x="1986556" y="421940"/>
                  </a:lnTo>
                  <a:lnTo>
                    <a:pt x="1987206" y="420229"/>
                  </a:lnTo>
                  <a:lnTo>
                    <a:pt x="1987856" y="418361"/>
                  </a:lnTo>
                  <a:lnTo>
                    <a:pt x="1988505" y="416107"/>
                  </a:lnTo>
                  <a:lnTo>
                    <a:pt x="1989155" y="413200"/>
                  </a:lnTo>
                  <a:lnTo>
                    <a:pt x="1989805" y="409616"/>
                  </a:lnTo>
                  <a:lnTo>
                    <a:pt x="1990455" y="405423"/>
                  </a:lnTo>
                  <a:lnTo>
                    <a:pt x="1991105" y="400307"/>
                  </a:lnTo>
                  <a:lnTo>
                    <a:pt x="1991755" y="394300"/>
                  </a:lnTo>
                  <a:lnTo>
                    <a:pt x="1992405" y="387694"/>
                  </a:lnTo>
                  <a:lnTo>
                    <a:pt x="1993055" y="380701"/>
                  </a:lnTo>
                  <a:lnTo>
                    <a:pt x="1993705" y="373629"/>
                  </a:lnTo>
                  <a:lnTo>
                    <a:pt x="1994355" y="366512"/>
                  </a:lnTo>
                  <a:lnTo>
                    <a:pt x="1995005" y="359350"/>
                  </a:lnTo>
                  <a:lnTo>
                    <a:pt x="1995655" y="352566"/>
                  </a:lnTo>
                  <a:lnTo>
                    <a:pt x="1996305" y="346433"/>
                  </a:lnTo>
                  <a:lnTo>
                    <a:pt x="1996955" y="340969"/>
                  </a:lnTo>
                  <a:lnTo>
                    <a:pt x="1997605" y="336264"/>
                  </a:lnTo>
                  <a:lnTo>
                    <a:pt x="1998254" y="332304"/>
                  </a:lnTo>
                  <a:lnTo>
                    <a:pt x="1998904" y="329072"/>
                  </a:lnTo>
                  <a:lnTo>
                    <a:pt x="1999554" y="326426"/>
                  </a:lnTo>
                  <a:lnTo>
                    <a:pt x="2000204" y="323981"/>
                  </a:lnTo>
                  <a:lnTo>
                    <a:pt x="2000854" y="321634"/>
                  </a:lnTo>
                  <a:lnTo>
                    <a:pt x="2001504" y="319202"/>
                  </a:lnTo>
                  <a:lnTo>
                    <a:pt x="2002154" y="316370"/>
                  </a:lnTo>
                  <a:lnTo>
                    <a:pt x="2002804" y="312845"/>
                  </a:lnTo>
                  <a:lnTo>
                    <a:pt x="2003454" y="308149"/>
                  </a:lnTo>
                  <a:lnTo>
                    <a:pt x="2004104" y="302262"/>
                  </a:lnTo>
                  <a:lnTo>
                    <a:pt x="2004754" y="295363"/>
                  </a:lnTo>
                  <a:lnTo>
                    <a:pt x="2005404" y="287530"/>
                  </a:lnTo>
                  <a:lnTo>
                    <a:pt x="2006054" y="278797"/>
                  </a:lnTo>
                  <a:lnTo>
                    <a:pt x="2006704" y="269397"/>
                  </a:lnTo>
                  <a:lnTo>
                    <a:pt x="2007354" y="259474"/>
                  </a:lnTo>
                  <a:lnTo>
                    <a:pt x="2008004" y="249274"/>
                  </a:lnTo>
                  <a:lnTo>
                    <a:pt x="2008653" y="238998"/>
                  </a:lnTo>
                  <a:lnTo>
                    <a:pt x="2009303" y="228695"/>
                  </a:lnTo>
                  <a:lnTo>
                    <a:pt x="2009953" y="218513"/>
                  </a:lnTo>
                  <a:lnTo>
                    <a:pt x="2010603" y="208684"/>
                  </a:lnTo>
                  <a:lnTo>
                    <a:pt x="2011253" y="199234"/>
                  </a:lnTo>
                  <a:lnTo>
                    <a:pt x="2011903" y="190271"/>
                  </a:lnTo>
                  <a:lnTo>
                    <a:pt x="2012553" y="181998"/>
                  </a:lnTo>
                  <a:lnTo>
                    <a:pt x="2013203" y="174623"/>
                  </a:lnTo>
                  <a:lnTo>
                    <a:pt x="2013853" y="168169"/>
                  </a:lnTo>
                  <a:lnTo>
                    <a:pt x="2014503" y="162630"/>
                  </a:lnTo>
                  <a:lnTo>
                    <a:pt x="2015153" y="157824"/>
                  </a:lnTo>
                  <a:lnTo>
                    <a:pt x="2015803" y="153686"/>
                  </a:lnTo>
                  <a:lnTo>
                    <a:pt x="2016453" y="150056"/>
                  </a:lnTo>
                  <a:lnTo>
                    <a:pt x="2017103" y="146950"/>
                  </a:lnTo>
                  <a:lnTo>
                    <a:pt x="2017753" y="144287"/>
                  </a:lnTo>
                  <a:lnTo>
                    <a:pt x="2018402" y="142132"/>
                  </a:lnTo>
                  <a:lnTo>
                    <a:pt x="2019052" y="140669"/>
                  </a:lnTo>
                  <a:lnTo>
                    <a:pt x="2019702" y="140014"/>
                  </a:lnTo>
                  <a:lnTo>
                    <a:pt x="2020352" y="140301"/>
                  </a:lnTo>
                  <a:lnTo>
                    <a:pt x="2021002" y="141616"/>
                  </a:lnTo>
                  <a:lnTo>
                    <a:pt x="2021652" y="143976"/>
                  </a:lnTo>
                  <a:lnTo>
                    <a:pt x="2022302" y="147344"/>
                  </a:lnTo>
                  <a:lnTo>
                    <a:pt x="2022952" y="151577"/>
                  </a:lnTo>
                  <a:lnTo>
                    <a:pt x="2023602" y="156641"/>
                  </a:lnTo>
                  <a:lnTo>
                    <a:pt x="2024252" y="162359"/>
                  </a:lnTo>
                  <a:lnTo>
                    <a:pt x="2024902" y="168518"/>
                  </a:lnTo>
                  <a:lnTo>
                    <a:pt x="2025552" y="175077"/>
                  </a:lnTo>
                  <a:lnTo>
                    <a:pt x="2026202" y="182000"/>
                  </a:lnTo>
                  <a:lnTo>
                    <a:pt x="2026852" y="189241"/>
                  </a:lnTo>
                  <a:lnTo>
                    <a:pt x="2027502" y="196939"/>
                  </a:lnTo>
                  <a:lnTo>
                    <a:pt x="2028151" y="204845"/>
                  </a:lnTo>
                  <a:lnTo>
                    <a:pt x="2028801" y="212776"/>
                  </a:lnTo>
                  <a:lnTo>
                    <a:pt x="2029451" y="220668"/>
                  </a:lnTo>
                  <a:lnTo>
                    <a:pt x="2030101" y="228336"/>
                  </a:lnTo>
                  <a:lnTo>
                    <a:pt x="2030751" y="235737"/>
                  </a:lnTo>
                  <a:lnTo>
                    <a:pt x="2031401" y="242922"/>
                  </a:lnTo>
                  <a:lnTo>
                    <a:pt x="2032051" y="249826"/>
                  </a:lnTo>
                  <a:lnTo>
                    <a:pt x="2032701" y="256650"/>
                  </a:lnTo>
                  <a:lnTo>
                    <a:pt x="2033351" y="263579"/>
                  </a:lnTo>
                  <a:lnTo>
                    <a:pt x="2034001" y="270766"/>
                  </a:lnTo>
                  <a:lnTo>
                    <a:pt x="2034651" y="278521"/>
                  </a:lnTo>
                  <a:lnTo>
                    <a:pt x="2035301" y="286953"/>
                  </a:lnTo>
                  <a:lnTo>
                    <a:pt x="2035951" y="296216"/>
                  </a:lnTo>
                  <a:lnTo>
                    <a:pt x="2036601" y="306339"/>
                  </a:lnTo>
                  <a:lnTo>
                    <a:pt x="2037251" y="317214"/>
                  </a:lnTo>
                  <a:lnTo>
                    <a:pt x="2037901" y="328803"/>
                  </a:lnTo>
                  <a:lnTo>
                    <a:pt x="2038550" y="340993"/>
                  </a:lnTo>
                  <a:lnTo>
                    <a:pt x="2039200" y="353548"/>
                  </a:lnTo>
                  <a:lnTo>
                    <a:pt x="2039850" y="366376"/>
                  </a:lnTo>
                  <a:lnTo>
                    <a:pt x="2040500" y="379468"/>
                  </a:lnTo>
                  <a:lnTo>
                    <a:pt x="2041150" y="392639"/>
                  </a:lnTo>
                  <a:lnTo>
                    <a:pt x="2041800" y="405627"/>
                  </a:lnTo>
                  <a:lnTo>
                    <a:pt x="2042450" y="418092"/>
                  </a:lnTo>
                  <a:lnTo>
                    <a:pt x="2043100" y="429686"/>
                  </a:lnTo>
                  <a:lnTo>
                    <a:pt x="2043750" y="440638"/>
                  </a:lnTo>
                  <a:lnTo>
                    <a:pt x="2044400" y="450895"/>
                  </a:lnTo>
                  <a:lnTo>
                    <a:pt x="2045050" y="460218"/>
                  </a:lnTo>
                  <a:lnTo>
                    <a:pt x="2045700" y="468305"/>
                  </a:lnTo>
                  <a:lnTo>
                    <a:pt x="2046350" y="475161"/>
                  </a:lnTo>
                  <a:lnTo>
                    <a:pt x="2047000" y="480932"/>
                  </a:lnTo>
                  <a:lnTo>
                    <a:pt x="2047650" y="485831"/>
                  </a:lnTo>
                  <a:lnTo>
                    <a:pt x="2048299" y="489899"/>
                  </a:lnTo>
                  <a:lnTo>
                    <a:pt x="2048949" y="493468"/>
                  </a:lnTo>
                  <a:lnTo>
                    <a:pt x="2049599" y="496532"/>
                  </a:lnTo>
                  <a:lnTo>
                    <a:pt x="2050249" y="499109"/>
                  </a:lnTo>
                  <a:lnTo>
                    <a:pt x="2050899" y="501305"/>
                  </a:lnTo>
                  <a:lnTo>
                    <a:pt x="2051549" y="503206"/>
                  </a:lnTo>
                  <a:lnTo>
                    <a:pt x="2052199" y="504950"/>
                  </a:lnTo>
                  <a:lnTo>
                    <a:pt x="2052849" y="506276"/>
                  </a:lnTo>
                  <a:lnTo>
                    <a:pt x="2053499" y="506552"/>
                  </a:lnTo>
                  <a:lnTo>
                    <a:pt x="2054149" y="505771"/>
                  </a:lnTo>
                  <a:lnTo>
                    <a:pt x="2054799" y="504054"/>
                  </a:lnTo>
                  <a:lnTo>
                    <a:pt x="2055449" y="501543"/>
                  </a:lnTo>
                  <a:lnTo>
                    <a:pt x="2056099" y="497950"/>
                  </a:lnTo>
                  <a:lnTo>
                    <a:pt x="2056749" y="493042"/>
                  </a:lnTo>
                  <a:lnTo>
                    <a:pt x="2057399" y="487094"/>
                  </a:lnTo>
                  <a:lnTo>
                    <a:pt x="2058049" y="480451"/>
                  </a:lnTo>
                  <a:lnTo>
                    <a:pt x="2058698" y="472881"/>
                  </a:lnTo>
                  <a:lnTo>
                    <a:pt x="2059348" y="464370"/>
                  </a:lnTo>
                  <a:lnTo>
                    <a:pt x="2059998" y="454839"/>
                  </a:lnTo>
                  <a:lnTo>
                    <a:pt x="2060648" y="444372"/>
                  </a:lnTo>
                  <a:lnTo>
                    <a:pt x="2061298" y="433045"/>
                  </a:lnTo>
                  <a:lnTo>
                    <a:pt x="2061948" y="420946"/>
                  </a:lnTo>
                  <a:lnTo>
                    <a:pt x="2062598" y="408434"/>
                  </a:lnTo>
                  <a:lnTo>
                    <a:pt x="2063248" y="395813"/>
                  </a:lnTo>
                  <a:lnTo>
                    <a:pt x="2063898" y="383038"/>
                  </a:lnTo>
                  <a:lnTo>
                    <a:pt x="2064548" y="370169"/>
                  </a:lnTo>
                  <a:lnTo>
                    <a:pt x="2065198" y="357313"/>
                  </a:lnTo>
                  <a:lnTo>
                    <a:pt x="2065848" y="344738"/>
                  </a:lnTo>
                  <a:lnTo>
                    <a:pt x="2066498" y="332574"/>
                  </a:lnTo>
                  <a:lnTo>
                    <a:pt x="2067148" y="320735"/>
                  </a:lnTo>
                  <a:lnTo>
                    <a:pt x="2067798" y="309177"/>
                  </a:lnTo>
                  <a:lnTo>
                    <a:pt x="2068447" y="298232"/>
                  </a:lnTo>
                  <a:lnTo>
                    <a:pt x="2069097" y="288115"/>
                  </a:lnTo>
                  <a:lnTo>
                    <a:pt x="2069747" y="278840"/>
                  </a:lnTo>
                  <a:lnTo>
                    <a:pt x="2070397" y="270445"/>
                  </a:lnTo>
                  <a:lnTo>
                    <a:pt x="2071047" y="263045"/>
                  </a:lnTo>
                  <a:lnTo>
                    <a:pt x="2071697" y="256703"/>
                  </a:lnTo>
                  <a:lnTo>
                    <a:pt x="2072347" y="251333"/>
                  </a:lnTo>
                  <a:lnTo>
                    <a:pt x="2072997" y="246608"/>
                  </a:lnTo>
                  <a:lnTo>
                    <a:pt x="2073647" y="242443"/>
                  </a:lnTo>
                  <a:lnTo>
                    <a:pt x="2074297" y="238986"/>
                  </a:lnTo>
                  <a:lnTo>
                    <a:pt x="2074947" y="236283"/>
                  </a:lnTo>
                  <a:lnTo>
                    <a:pt x="2075597" y="234213"/>
                  </a:lnTo>
                  <a:lnTo>
                    <a:pt x="2076247" y="232566"/>
                  </a:lnTo>
                  <a:lnTo>
                    <a:pt x="2076897" y="231110"/>
                  </a:lnTo>
                  <a:lnTo>
                    <a:pt x="2077547" y="229688"/>
                  </a:lnTo>
                  <a:lnTo>
                    <a:pt x="2078197" y="228081"/>
                  </a:lnTo>
                  <a:lnTo>
                    <a:pt x="2078846" y="226039"/>
                  </a:lnTo>
                  <a:lnTo>
                    <a:pt x="2079496" y="223422"/>
                  </a:lnTo>
                  <a:lnTo>
                    <a:pt x="2080146" y="220229"/>
                  </a:lnTo>
                  <a:lnTo>
                    <a:pt x="2080796" y="216453"/>
                  </a:lnTo>
                  <a:lnTo>
                    <a:pt x="2081446" y="211906"/>
                  </a:lnTo>
                  <a:lnTo>
                    <a:pt x="2082096" y="206686"/>
                  </a:lnTo>
                  <a:lnTo>
                    <a:pt x="2082746" y="201106"/>
                  </a:lnTo>
                  <a:lnTo>
                    <a:pt x="2083396" y="195127"/>
                  </a:lnTo>
                  <a:lnTo>
                    <a:pt x="2084046" y="188584"/>
                  </a:lnTo>
                  <a:lnTo>
                    <a:pt x="2084696" y="181406"/>
                  </a:lnTo>
                  <a:lnTo>
                    <a:pt x="2085346" y="173719"/>
                  </a:lnTo>
                  <a:lnTo>
                    <a:pt x="2085996" y="165909"/>
                  </a:lnTo>
                  <a:lnTo>
                    <a:pt x="2086646" y="158211"/>
                  </a:lnTo>
                  <a:lnTo>
                    <a:pt x="2087296" y="150770"/>
                  </a:lnTo>
                  <a:lnTo>
                    <a:pt x="2087946" y="143642"/>
                  </a:lnTo>
                  <a:lnTo>
                    <a:pt x="2088595" y="137031"/>
                  </a:lnTo>
                  <a:lnTo>
                    <a:pt x="2089245" y="131076"/>
                  </a:lnTo>
                  <a:lnTo>
                    <a:pt x="2089895" y="125617"/>
                  </a:lnTo>
                  <a:lnTo>
                    <a:pt x="2090545" y="120410"/>
                  </a:lnTo>
                  <a:lnTo>
                    <a:pt x="2091195" y="115557"/>
                  </a:lnTo>
                  <a:lnTo>
                    <a:pt x="2091845" y="111058"/>
                  </a:lnTo>
                  <a:lnTo>
                    <a:pt x="2092495" y="106865"/>
                  </a:lnTo>
                  <a:lnTo>
                    <a:pt x="2093145" y="102924"/>
                  </a:lnTo>
                  <a:lnTo>
                    <a:pt x="2093795" y="99152"/>
                  </a:lnTo>
                  <a:lnTo>
                    <a:pt x="2094445" y="95548"/>
                  </a:lnTo>
                  <a:lnTo>
                    <a:pt x="2095095" y="92101"/>
                  </a:lnTo>
                  <a:lnTo>
                    <a:pt x="2095745" y="88482"/>
                  </a:lnTo>
                  <a:lnTo>
                    <a:pt x="2096395" y="84496"/>
                  </a:lnTo>
                  <a:lnTo>
                    <a:pt x="2097045" y="80192"/>
                  </a:lnTo>
                  <a:lnTo>
                    <a:pt x="2097695" y="75635"/>
                  </a:lnTo>
                  <a:lnTo>
                    <a:pt x="2098345" y="70802"/>
                  </a:lnTo>
                  <a:lnTo>
                    <a:pt x="2098994" y="65715"/>
                  </a:lnTo>
                  <a:lnTo>
                    <a:pt x="2099644" y="60399"/>
                  </a:lnTo>
                  <a:lnTo>
                    <a:pt x="2100294" y="55046"/>
                  </a:lnTo>
                  <a:lnTo>
                    <a:pt x="2100944" y="49596"/>
                  </a:lnTo>
                  <a:lnTo>
                    <a:pt x="2101594" y="44006"/>
                  </a:lnTo>
                  <a:lnTo>
                    <a:pt x="2102244" y="38350"/>
                  </a:lnTo>
                  <a:lnTo>
                    <a:pt x="2102894" y="32851"/>
                  </a:lnTo>
                  <a:lnTo>
                    <a:pt x="2103544" y="27637"/>
                  </a:lnTo>
                  <a:lnTo>
                    <a:pt x="2104194" y="22723"/>
                  </a:lnTo>
                  <a:lnTo>
                    <a:pt x="2104844" y="18190"/>
                  </a:lnTo>
                  <a:lnTo>
                    <a:pt x="2105494" y="14355"/>
                  </a:lnTo>
                  <a:lnTo>
                    <a:pt x="2106144" y="11364"/>
                  </a:lnTo>
                  <a:lnTo>
                    <a:pt x="2106794" y="9121"/>
                  </a:lnTo>
                  <a:lnTo>
                    <a:pt x="2107444" y="7511"/>
                  </a:lnTo>
                  <a:lnTo>
                    <a:pt x="2108094" y="6387"/>
                  </a:lnTo>
                  <a:lnTo>
                    <a:pt x="2108743" y="5569"/>
                  </a:lnTo>
                  <a:lnTo>
                    <a:pt x="2109393" y="5024"/>
                  </a:lnTo>
                  <a:lnTo>
                    <a:pt x="2110043" y="4677"/>
                  </a:lnTo>
                  <a:lnTo>
                    <a:pt x="2110693" y="4573"/>
                  </a:lnTo>
                  <a:lnTo>
                    <a:pt x="2111343" y="4639"/>
                  </a:lnTo>
                  <a:lnTo>
                    <a:pt x="2111993" y="4775"/>
                  </a:lnTo>
                  <a:lnTo>
                    <a:pt x="2112643" y="4872"/>
                  </a:lnTo>
                  <a:lnTo>
                    <a:pt x="2113293" y="5003"/>
                  </a:lnTo>
                  <a:lnTo>
                    <a:pt x="2113943" y="5264"/>
                  </a:lnTo>
                  <a:lnTo>
                    <a:pt x="2114593" y="5618"/>
                  </a:lnTo>
                  <a:lnTo>
                    <a:pt x="2115243" y="5833"/>
                  </a:lnTo>
                  <a:lnTo>
                    <a:pt x="2115893" y="5827"/>
                  </a:lnTo>
                  <a:lnTo>
                    <a:pt x="2116543" y="5628"/>
                  </a:lnTo>
                  <a:lnTo>
                    <a:pt x="2117193" y="5317"/>
                  </a:lnTo>
                  <a:lnTo>
                    <a:pt x="2117843" y="5066"/>
                  </a:lnTo>
                  <a:lnTo>
                    <a:pt x="2118493" y="5061"/>
                  </a:lnTo>
                  <a:lnTo>
                    <a:pt x="2119142" y="5405"/>
                  </a:lnTo>
                  <a:lnTo>
                    <a:pt x="2119792" y="6110"/>
                  </a:lnTo>
                  <a:lnTo>
                    <a:pt x="2120442" y="7223"/>
                  </a:lnTo>
                  <a:lnTo>
                    <a:pt x="2121092" y="8936"/>
                  </a:lnTo>
                  <a:lnTo>
                    <a:pt x="2121742" y="11393"/>
                  </a:lnTo>
                  <a:lnTo>
                    <a:pt x="2122392" y="14724"/>
                  </a:lnTo>
                  <a:lnTo>
                    <a:pt x="2123042" y="18929"/>
                  </a:lnTo>
                  <a:lnTo>
                    <a:pt x="2123692" y="23900"/>
                  </a:lnTo>
                  <a:lnTo>
                    <a:pt x="2124342" y="29504"/>
                  </a:lnTo>
                  <a:lnTo>
                    <a:pt x="2124992" y="35802"/>
                  </a:lnTo>
                  <a:lnTo>
                    <a:pt x="2125642" y="42925"/>
                  </a:lnTo>
                  <a:lnTo>
                    <a:pt x="2126292" y="50850"/>
                  </a:lnTo>
                  <a:lnTo>
                    <a:pt x="2126942" y="59468"/>
                  </a:lnTo>
                  <a:lnTo>
                    <a:pt x="2127592" y="68510"/>
                  </a:lnTo>
                  <a:lnTo>
                    <a:pt x="2128242" y="77905"/>
                  </a:lnTo>
                  <a:lnTo>
                    <a:pt x="2128891" y="87735"/>
                  </a:lnTo>
                  <a:lnTo>
                    <a:pt x="2129541" y="97921"/>
                  </a:lnTo>
                  <a:lnTo>
                    <a:pt x="2130191" y="108194"/>
                  </a:lnTo>
                  <a:lnTo>
                    <a:pt x="2130841" y="118309"/>
                  </a:lnTo>
                  <a:lnTo>
                    <a:pt x="2131491" y="128001"/>
                  </a:lnTo>
                  <a:lnTo>
                    <a:pt x="2132141" y="137197"/>
                  </a:lnTo>
                  <a:lnTo>
                    <a:pt x="2132791" y="145798"/>
                  </a:lnTo>
                  <a:lnTo>
                    <a:pt x="2133441" y="153762"/>
                  </a:lnTo>
                  <a:lnTo>
                    <a:pt x="2134091" y="160942"/>
                  </a:lnTo>
                  <a:lnTo>
                    <a:pt x="2134741" y="167337"/>
                  </a:lnTo>
                  <a:lnTo>
                    <a:pt x="2135391" y="172685"/>
                  </a:lnTo>
                  <a:lnTo>
                    <a:pt x="2136041" y="176892"/>
                  </a:lnTo>
                  <a:lnTo>
                    <a:pt x="2136691" y="180082"/>
                  </a:lnTo>
                  <a:lnTo>
                    <a:pt x="2137341" y="182247"/>
                  </a:lnTo>
                  <a:lnTo>
                    <a:pt x="2137991" y="183462"/>
                  </a:lnTo>
                  <a:lnTo>
                    <a:pt x="2138641" y="183750"/>
                  </a:lnTo>
                  <a:lnTo>
                    <a:pt x="2139290" y="183150"/>
                  </a:lnTo>
                  <a:lnTo>
                    <a:pt x="2139940" y="181836"/>
                  </a:lnTo>
                  <a:lnTo>
                    <a:pt x="2140590" y="180093"/>
                  </a:lnTo>
                  <a:lnTo>
                    <a:pt x="2141240" y="178114"/>
                  </a:lnTo>
                  <a:lnTo>
                    <a:pt x="2141890" y="176072"/>
                  </a:lnTo>
                  <a:lnTo>
                    <a:pt x="2142540" y="174071"/>
                  </a:lnTo>
                  <a:lnTo>
                    <a:pt x="2143190" y="172149"/>
                  </a:lnTo>
                  <a:lnTo>
                    <a:pt x="2143840" y="170600"/>
                  </a:lnTo>
                  <a:lnTo>
                    <a:pt x="2144490" y="169449"/>
                  </a:lnTo>
                  <a:lnTo>
                    <a:pt x="2145140" y="168943"/>
                  </a:lnTo>
                  <a:lnTo>
                    <a:pt x="2145790" y="169038"/>
                  </a:lnTo>
                  <a:lnTo>
                    <a:pt x="2146440" y="169718"/>
                  </a:lnTo>
                  <a:lnTo>
                    <a:pt x="2147090" y="171046"/>
                  </a:lnTo>
                  <a:lnTo>
                    <a:pt x="2147740" y="172963"/>
                  </a:lnTo>
                  <a:lnTo>
                    <a:pt x="2148390" y="175549"/>
                  </a:lnTo>
                  <a:lnTo>
                    <a:pt x="2149039" y="179079"/>
                  </a:lnTo>
                  <a:lnTo>
                    <a:pt x="2149689" y="183565"/>
                  </a:lnTo>
                  <a:lnTo>
                    <a:pt x="2150339" y="188829"/>
                  </a:lnTo>
                  <a:lnTo>
                    <a:pt x="2150989" y="194567"/>
                  </a:lnTo>
                  <a:lnTo>
                    <a:pt x="2151639" y="200191"/>
                  </a:lnTo>
                  <a:lnTo>
                    <a:pt x="2152289" y="205460"/>
                  </a:lnTo>
                  <a:lnTo>
                    <a:pt x="2152939" y="210178"/>
                  </a:lnTo>
                  <a:lnTo>
                    <a:pt x="2153589" y="213873"/>
                  </a:lnTo>
                  <a:lnTo>
                    <a:pt x="2154239" y="216233"/>
                  </a:lnTo>
                  <a:lnTo>
                    <a:pt x="2154889" y="216932"/>
                  </a:lnTo>
                  <a:lnTo>
                    <a:pt x="2155539" y="216124"/>
                  </a:lnTo>
                  <a:lnTo>
                    <a:pt x="2156189" y="213963"/>
                  </a:lnTo>
                  <a:lnTo>
                    <a:pt x="2156839" y="210735"/>
                  </a:lnTo>
                  <a:lnTo>
                    <a:pt x="2157489" y="206549"/>
                  </a:lnTo>
                  <a:lnTo>
                    <a:pt x="2158139" y="201442"/>
                  </a:lnTo>
                  <a:lnTo>
                    <a:pt x="2158789" y="195595"/>
                  </a:lnTo>
                  <a:lnTo>
                    <a:pt x="2159438" y="189336"/>
                  </a:lnTo>
                  <a:lnTo>
                    <a:pt x="2160088" y="182918"/>
                  </a:lnTo>
                  <a:lnTo>
                    <a:pt x="2160738" y="176780"/>
                  </a:lnTo>
                  <a:lnTo>
                    <a:pt x="2161388" y="171324"/>
                  </a:lnTo>
                  <a:lnTo>
                    <a:pt x="2162038" y="166670"/>
                  </a:lnTo>
                  <a:lnTo>
                    <a:pt x="2162688" y="163114"/>
                  </a:lnTo>
                  <a:lnTo>
                    <a:pt x="2163338" y="160975"/>
                  </a:lnTo>
                  <a:lnTo>
                    <a:pt x="2163988" y="160524"/>
                  </a:lnTo>
                  <a:lnTo>
                    <a:pt x="2164638" y="161918"/>
                  </a:lnTo>
                  <a:lnTo>
                    <a:pt x="2165288" y="165035"/>
                  </a:lnTo>
                  <a:lnTo>
                    <a:pt x="2165938" y="169720"/>
                  </a:lnTo>
                  <a:lnTo>
                    <a:pt x="2166588" y="175943"/>
                  </a:lnTo>
                  <a:lnTo>
                    <a:pt x="2167238" y="183403"/>
                  </a:lnTo>
                  <a:lnTo>
                    <a:pt x="2167888" y="191759"/>
                  </a:lnTo>
                  <a:lnTo>
                    <a:pt x="2168538" y="200634"/>
                  </a:lnTo>
                  <a:lnTo>
                    <a:pt x="2169187" y="209701"/>
                  </a:lnTo>
                  <a:lnTo>
                    <a:pt x="2169837" y="218916"/>
                  </a:lnTo>
                  <a:lnTo>
                    <a:pt x="2170487" y="228141"/>
                  </a:lnTo>
                  <a:lnTo>
                    <a:pt x="2171137" y="237287"/>
                  </a:lnTo>
                  <a:lnTo>
                    <a:pt x="2171787" y="246564"/>
                  </a:lnTo>
                  <a:lnTo>
                    <a:pt x="2172437" y="256094"/>
                  </a:lnTo>
                  <a:lnTo>
                    <a:pt x="2173087" y="265899"/>
                  </a:lnTo>
                  <a:lnTo>
                    <a:pt x="2173737" y="275995"/>
                  </a:lnTo>
                  <a:lnTo>
                    <a:pt x="2174387" y="286331"/>
                  </a:lnTo>
                  <a:lnTo>
                    <a:pt x="2175037" y="296994"/>
                  </a:lnTo>
                  <a:lnTo>
                    <a:pt x="2175687" y="308093"/>
                  </a:lnTo>
                  <a:lnTo>
                    <a:pt x="2176337" y="319598"/>
                  </a:lnTo>
                  <a:lnTo>
                    <a:pt x="2176987" y="331767"/>
                  </a:lnTo>
                  <a:lnTo>
                    <a:pt x="2177637" y="344639"/>
                  </a:lnTo>
                  <a:lnTo>
                    <a:pt x="2178287" y="358357"/>
                  </a:lnTo>
                  <a:lnTo>
                    <a:pt x="2178936" y="372953"/>
                  </a:lnTo>
                  <a:lnTo>
                    <a:pt x="2179586" y="388150"/>
                  </a:lnTo>
                  <a:lnTo>
                    <a:pt x="2180236" y="403840"/>
                  </a:lnTo>
                  <a:lnTo>
                    <a:pt x="2180886" y="419621"/>
                  </a:lnTo>
                  <a:lnTo>
                    <a:pt x="2181536" y="434632"/>
                  </a:lnTo>
                  <a:lnTo>
                    <a:pt x="2182186" y="448199"/>
                  </a:lnTo>
                  <a:lnTo>
                    <a:pt x="2182836" y="459787"/>
                  </a:lnTo>
                  <a:lnTo>
                    <a:pt x="2183486" y="469174"/>
                  </a:lnTo>
                  <a:lnTo>
                    <a:pt x="2184136" y="476641"/>
                  </a:lnTo>
                  <a:lnTo>
                    <a:pt x="2184786" y="482137"/>
                  </a:lnTo>
                  <a:lnTo>
                    <a:pt x="2185436" y="485746"/>
                  </a:lnTo>
                  <a:lnTo>
                    <a:pt x="2186086" y="488046"/>
                  </a:lnTo>
                  <a:lnTo>
                    <a:pt x="2186736" y="489769"/>
                  </a:lnTo>
                  <a:lnTo>
                    <a:pt x="2187386" y="491713"/>
                  </a:lnTo>
                  <a:lnTo>
                    <a:pt x="2188036" y="493969"/>
                  </a:lnTo>
                  <a:lnTo>
                    <a:pt x="2188686" y="496745"/>
                  </a:lnTo>
                  <a:lnTo>
                    <a:pt x="2189335" y="500319"/>
                  </a:lnTo>
                  <a:lnTo>
                    <a:pt x="2189985" y="504777"/>
                  </a:lnTo>
                  <a:lnTo>
                    <a:pt x="2190635" y="510390"/>
                  </a:lnTo>
                  <a:lnTo>
                    <a:pt x="2191285" y="517397"/>
                  </a:lnTo>
                  <a:lnTo>
                    <a:pt x="2191935" y="525873"/>
                  </a:lnTo>
                  <a:lnTo>
                    <a:pt x="2192585" y="536147"/>
                  </a:lnTo>
                  <a:lnTo>
                    <a:pt x="2193235" y="548079"/>
                  </a:lnTo>
                  <a:lnTo>
                    <a:pt x="2193885" y="561121"/>
                  </a:lnTo>
                  <a:lnTo>
                    <a:pt x="2194535" y="575202"/>
                  </a:lnTo>
                  <a:lnTo>
                    <a:pt x="2195185" y="589980"/>
                  </a:lnTo>
                  <a:lnTo>
                    <a:pt x="2195835" y="604524"/>
                  </a:lnTo>
                  <a:lnTo>
                    <a:pt x="2196485" y="617721"/>
                  </a:lnTo>
                  <a:lnTo>
                    <a:pt x="2197135" y="628566"/>
                  </a:lnTo>
                  <a:lnTo>
                    <a:pt x="2197785" y="636602"/>
                  </a:lnTo>
                  <a:lnTo>
                    <a:pt x="2198435" y="641509"/>
                  </a:lnTo>
                  <a:lnTo>
                    <a:pt x="2199084" y="643031"/>
                  </a:lnTo>
                  <a:lnTo>
                    <a:pt x="2199734" y="641475"/>
                  </a:lnTo>
                  <a:lnTo>
                    <a:pt x="2200384" y="637558"/>
                  </a:lnTo>
                  <a:lnTo>
                    <a:pt x="2201034" y="632080"/>
                  </a:lnTo>
                  <a:lnTo>
                    <a:pt x="2201684" y="625099"/>
                  </a:lnTo>
                  <a:lnTo>
                    <a:pt x="2202334" y="616865"/>
                  </a:lnTo>
                  <a:lnTo>
                    <a:pt x="2202984" y="607145"/>
                  </a:lnTo>
                  <a:lnTo>
                    <a:pt x="2203634" y="596136"/>
                  </a:lnTo>
                  <a:lnTo>
                    <a:pt x="2204284" y="583709"/>
                  </a:lnTo>
                  <a:lnTo>
                    <a:pt x="2204934" y="569755"/>
                  </a:lnTo>
                  <a:lnTo>
                    <a:pt x="2205584" y="554522"/>
                  </a:lnTo>
                  <a:lnTo>
                    <a:pt x="2206234" y="538542"/>
                  </a:lnTo>
                  <a:lnTo>
                    <a:pt x="2206884" y="522286"/>
                  </a:lnTo>
                  <a:lnTo>
                    <a:pt x="2207534" y="506133"/>
                  </a:lnTo>
                  <a:lnTo>
                    <a:pt x="2208184" y="490389"/>
                  </a:lnTo>
                  <a:lnTo>
                    <a:pt x="2208834" y="475271"/>
                  </a:lnTo>
                  <a:lnTo>
                    <a:pt x="2209483" y="460574"/>
                  </a:lnTo>
                  <a:lnTo>
                    <a:pt x="2210133" y="445860"/>
                  </a:lnTo>
                  <a:lnTo>
                    <a:pt x="2210783" y="430876"/>
                  </a:lnTo>
                  <a:lnTo>
                    <a:pt x="2211433" y="415870"/>
                  </a:lnTo>
                  <a:lnTo>
                    <a:pt x="2212083" y="400912"/>
                  </a:lnTo>
                  <a:lnTo>
                    <a:pt x="2212733" y="386404"/>
                  </a:lnTo>
                  <a:lnTo>
                    <a:pt x="2213383" y="372666"/>
                  </a:lnTo>
                  <a:lnTo>
                    <a:pt x="2214033" y="360054"/>
                  </a:lnTo>
                  <a:lnTo>
                    <a:pt x="2214683" y="348992"/>
                  </a:lnTo>
                  <a:lnTo>
                    <a:pt x="2215333" y="339727"/>
                  </a:lnTo>
                  <a:lnTo>
                    <a:pt x="2215983" y="332176"/>
                  </a:lnTo>
                  <a:lnTo>
                    <a:pt x="2216633" y="326357"/>
                  </a:lnTo>
                  <a:lnTo>
                    <a:pt x="2217283" y="322158"/>
                  </a:lnTo>
                  <a:lnTo>
                    <a:pt x="2217933" y="319239"/>
                  </a:lnTo>
                  <a:lnTo>
                    <a:pt x="2218583" y="317208"/>
                  </a:lnTo>
                  <a:lnTo>
                    <a:pt x="2219232" y="315694"/>
                  </a:lnTo>
                  <a:lnTo>
                    <a:pt x="2219882" y="314452"/>
                  </a:lnTo>
                  <a:lnTo>
                    <a:pt x="2220532" y="313330"/>
                  </a:lnTo>
                  <a:lnTo>
                    <a:pt x="2221182" y="312116"/>
                  </a:lnTo>
                  <a:lnTo>
                    <a:pt x="2221832" y="310714"/>
                  </a:lnTo>
                  <a:lnTo>
                    <a:pt x="2222482" y="309160"/>
                  </a:lnTo>
                  <a:lnTo>
                    <a:pt x="2223132" y="307365"/>
                  </a:lnTo>
                  <a:lnTo>
                    <a:pt x="2223782" y="305329"/>
                  </a:lnTo>
                  <a:lnTo>
                    <a:pt x="2224432" y="302971"/>
                  </a:lnTo>
                  <a:lnTo>
                    <a:pt x="2225082" y="300229"/>
                  </a:lnTo>
                  <a:lnTo>
                    <a:pt x="2225732" y="297088"/>
                  </a:lnTo>
                  <a:lnTo>
                    <a:pt x="2226382" y="293441"/>
                  </a:lnTo>
                  <a:lnTo>
                    <a:pt x="2227032" y="289360"/>
                  </a:lnTo>
                  <a:lnTo>
                    <a:pt x="2227682" y="285123"/>
                  </a:lnTo>
                  <a:lnTo>
                    <a:pt x="2228332" y="281027"/>
                  </a:lnTo>
                  <a:lnTo>
                    <a:pt x="2228982" y="277501"/>
                  </a:lnTo>
                  <a:lnTo>
                    <a:pt x="2229631" y="274898"/>
                  </a:lnTo>
                  <a:lnTo>
                    <a:pt x="2230281" y="273442"/>
                  </a:lnTo>
                  <a:lnTo>
                    <a:pt x="2230931" y="273392"/>
                  </a:lnTo>
                  <a:lnTo>
                    <a:pt x="2231581" y="274748"/>
                  </a:lnTo>
                  <a:lnTo>
                    <a:pt x="2232231" y="277284"/>
                  </a:lnTo>
                  <a:lnTo>
                    <a:pt x="2232881" y="280828"/>
                  </a:lnTo>
                  <a:lnTo>
                    <a:pt x="2233531" y="285156"/>
                  </a:lnTo>
                  <a:lnTo>
                    <a:pt x="2234181" y="290329"/>
                  </a:lnTo>
                  <a:lnTo>
                    <a:pt x="2234831" y="296163"/>
                  </a:lnTo>
                  <a:lnTo>
                    <a:pt x="2235481" y="302741"/>
                  </a:lnTo>
                  <a:lnTo>
                    <a:pt x="2236131" y="310123"/>
                  </a:lnTo>
                  <a:lnTo>
                    <a:pt x="2236781" y="318412"/>
                  </a:lnTo>
                  <a:lnTo>
                    <a:pt x="2237431" y="327559"/>
                  </a:lnTo>
                  <a:lnTo>
                    <a:pt x="2238081" y="337375"/>
                  </a:lnTo>
                  <a:lnTo>
                    <a:pt x="2238731" y="347594"/>
                  </a:lnTo>
                  <a:lnTo>
                    <a:pt x="2239380" y="357939"/>
                  </a:lnTo>
                  <a:lnTo>
                    <a:pt x="2240030" y="367976"/>
                  </a:lnTo>
                  <a:lnTo>
                    <a:pt x="2240680" y="377267"/>
                  </a:lnTo>
                  <a:lnTo>
                    <a:pt x="2241330" y="385460"/>
                  </a:lnTo>
                  <a:lnTo>
                    <a:pt x="2241980" y="392702"/>
                  </a:lnTo>
                  <a:lnTo>
                    <a:pt x="2242630" y="399423"/>
                  </a:lnTo>
                  <a:lnTo>
                    <a:pt x="2243280" y="405655"/>
                  </a:lnTo>
                  <a:lnTo>
                    <a:pt x="2243930" y="410994"/>
                  </a:lnTo>
                  <a:lnTo>
                    <a:pt x="2244580" y="415675"/>
                  </a:lnTo>
                  <a:lnTo>
                    <a:pt x="2245230" y="419543"/>
                  </a:lnTo>
                  <a:lnTo>
                    <a:pt x="2245880" y="422452"/>
                  </a:lnTo>
                  <a:lnTo>
                    <a:pt x="2246530" y="424277"/>
                  </a:lnTo>
                  <a:lnTo>
                    <a:pt x="2247180" y="424772"/>
                  </a:lnTo>
                  <a:lnTo>
                    <a:pt x="2247830" y="423945"/>
                  </a:lnTo>
                  <a:lnTo>
                    <a:pt x="2248480" y="421849"/>
                  </a:lnTo>
                  <a:lnTo>
                    <a:pt x="2249130" y="418344"/>
                  </a:lnTo>
                  <a:lnTo>
                    <a:pt x="2249779" y="413630"/>
                  </a:lnTo>
                  <a:lnTo>
                    <a:pt x="2250429" y="408364"/>
                  </a:lnTo>
                  <a:lnTo>
                    <a:pt x="2251079" y="403008"/>
                  </a:lnTo>
                  <a:lnTo>
                    <a:pt x="2251729" y="397605"/>
                  </a:lnTo>
                  <a:lnTo>
                    <a:pt x="2252379" y="391880"/>
                  </a:lnTo>
                  <a:lnTo>
                    <a:pt x="2253029" y="385986"/>
                  </a:lnTo>
                  <a:lnTo>
                    <a:pt x="2253679" y="380221"/>
                  </a:lnTo>
                  <a:lnTo>
                    <a:pt x="2254329" y="374385"/>
                  </a:lnTo>
                  <a:lnTo>
                    <a:pt x="2254979" y="368303"/>
                  </a:lnTo>
                  <a:lnTo>
                    <a:pt x="2255629" y="361709"/>
                  </a:lnTo>
                  <a:lnTo>
                    <a:pt x="2256279" y="354505"/>
                  </a:lnTo>
                  <a:lnTo>
                    <a:pt x="2256929" y="346815"/>
                  </a:lnTo>
                  <a:lnTo>
                    <a:pt x="2257579" y="338664"/>
                  </a:lnTo>
                  <a:lnTo>
                    <a:pt x="2258229" y="330088"/>
                  </a:lnTo>
                  <a:lnTo>
                    <a:pt x="2258879" y="321428"/>
                  </a:lnTo>
                  <a:lnTo>
                    <a:pt x="2259528" y="312734"/>
                  </a:lnTo>
                  <a:lnTo>
                    <a:pt x="2260178" y="303690"/>
                  </a:lnTo>
                  <a:lnTo>
                    <a:pt x="2260828" y="294193"/>
                  </a:lnTo>
                  <a:lnTo>
                    <a:pt x="2261478" y="284155"/>
                  </a:lnTo>
                  <a:lnTo>
                    <a:pt x="2262128" y="273567"/>
                  </a:lnTo>
                  <a:lnTo>
                    <a:pt x="2262778" y="262556"/>
                  </a:lnTo>
                  <a:lnTo>
                    <a:pt x="2263428" y="251065"/>
                  </a:lnTo>
                  <a:lnTo>
                    <a:pt x="2264078" y="239298"/>
                  </a:lnTo>
                  <a:lnTo>
                    <a:pt x="2264728" y="227528"/>
                  </a:lnTo>
                  <a:lnTo>
                    <a:pt x="2265378" y="216089"/>
                  </a:lnTo>
                  <a:lnTo>
                    <a:pt x="2266028" y="205115"/>
                  </a:lnTo>
                  <a:lnTo>
                    <a:pt x="2266678" y="194867"/>
                  </a:lnTo>
                  <a:lnTo>
                    <a:pt x="2267328" y="185392"/>
                  </a:lnTo>
                  <a:lnTo>
                    <a:pt x="2267978" y="176795"/>
                  </a:lnTo>
                  <a:lnTo>
                    <a:pt x="2268628" y="168813"/>
                  </a:lnTo>
                  <a:lnTo>
                    <a:pt x="2269278" y="161375"/>
                  </a:lnTo>
                  <a:lnTo>
                    <a:pt x="2269927" y="154600"/>
                  </a:lnTo>
                  <a:lnTo>
                    <a:pt x="2270577" y="148587"/>
                  </a:lnTo>
                  <a:lnTo>
                    <a:pt x="2271227" y="143345"/>
                  </a:lnTo>
                  <a:lnTo>
                    <a:pt x="2271877" y="138865"/>
                  </a:lnTo>
                  <a:lnTo>
                    <a:pt x="2272527" y="135170"/>
                  </a:lnTo>
                  <a:lnTo>
                    <a:pt x="2273177" y="132402"/>
                  </a:lnTo>
                  <a:lnTo>
                    <a:pt x="2273827" y="130513"/>
                  </a:lnTo>
                  <a:lnTo>
                    <a:pt x="2274477" y="129362"/>
                  </a:lnTo>
                  <a:lnTo>
                    <a:pt x="2275127" y="128792"/>
                  </a:lnTo>
                  <a:lnTo>
                    <a:pt x="2275777" y="128900"/>
                  </a:lnTo>
                  <a:lnTo>
                    <a:pt x="2276427" y="129774"/>
                  </a:lnTo>
                  <a:lnTo>
                    <a:pt x="2277077" y="131305"/>
                  </a:lnTo>
                  <a:lnTo>
                    <a:pt x="2277727" y="133455"/>
                  </a:lnTo>
                  <a:lnTo>
                    <a:pt x="2278377" y="136494"/>
                  </a:lnTo>
                  <a:lnTo>
                    <a:pt x="2279027" y="140630"/>
                  </a:lnTo>
                  <a:lnTo>
                    <a:pt x="2279676" y="145930"/>
                  </a:lnTo>
                  <a:lnTo>
                    <a:pt x="2280326" y="152406"/>
                  </a:lnTo>
                  <a:lnTo>
                    <a:pt x="2280976" y="160086"/>
                  </a:lnTo>
                  <a:lnTo>
                    <a:pt x="2281626" y="169149"/>
                  </a:lnTo>
                  <a:lnTo>
                    <a:pt x="2282276" y="179646"/>
                  </a:lnTo>
                  <a:lnTo>
                    <a:pt x="2282926" y="191361"/>
                  </a:lnTo>
                  <a:lnTo>
                    <a:pt x="2283576" y="204201"/>
                  </a:lnTo>
                  <a:lnTo>
                    <a:pt x="2284226" y="218199"/>
                  </a:lnTo>
                  <a:lnTo>
                    <a:pt x="2284876" y="233459"/>
                  </a:lnTo>
                  <a:lnTo>
                    <a:pt x="2285526" y="249801"/>
                  </a:lnTo>
                  <a:lnTo>
                    <a:pt x="2286176" y="266821"/>
                  </a:lnTo>
                  <a:lnTo>
                    <a:pt x="2286826" y="284447"/>
                  </a:lnTo>
                  <a:lnTo>
                    <a:pt x="2287476" y="302501"/>
                  </a:lnTo>
                  <a:lnTo>
                    <a:pt x="2288126" y="320787"/>
                  </a:lnTo>
                  <a:lnTo>
                    <a:pt x="2288776" y="338883"/>
                  </a:lnTo>
                  <a:lnTo>
                    <a:pt x="2289426" y="356369"/>
                  </a:lnTo>
                  <a:lnTo>
                    <a:pt x="2290075" y="372910"/>
                  </a:lnTo>
                  <a:lnTo>
                    <a:pt x="2290725" y="388413"/>
                  </a:lnTo>
                  <a:lnTo>
                    <a:pt x="2291375" y="402534"/>
                  </a:lnTo>
                  <a:lnTo>
                    <a:pt x="2292025" y="415066"/>
                  </a:lnTo>
                  <a:lnTo>
                    <a:pt x="2292675" y="426109"/>
                  </a:lnTo>
                  <a:lnTo>
                    <a:pt x="2293325" y="435663"/>
                  </a:lnTo>
                  <a:lnTo>
                    <a:pt x="2293975" y="443737"/>
                  </a:lnTo>
                  <a:lnTo>
                    <a:pt x="2294625" y="450427"/>
                  </a:lnTo>
                  <a:lnTo>
                    <a:pt x="2295275" y="455827"/>
                  </a:lnTo>
                  <a:lnTo>
                    <a:pt x="2295925" y="460259"/>
                  </a:lnTo>
                  <a:lnTo>
                    <a:pt x="2296575" y="463933"/>
                  </a:lnTo>
                  <a:lnTo>
                    <a:pt x="2297225" y="467148"/>
                  </a:lnTo>
                  <a:lnTo>
                    <a:pt x="2297875" y="470143"/>
                  </a:lnTo>
                  <a:lnTo>
                    <a:pt x="2298525" y="473358"/>
                  </a:lnTo>
                  <a:lnTo>
                    <a:pt x="2299175" y="476693"/>
                  </a:lnTo>
                  <a:lnTo>
                    <a:pt x="2299824" y="480250"/>
                  </a:lnTo>
                  <a:lnTo>
                    <a:pt x="2300474" y="483787"/>
                  </a:lnTo>
                  <a:lnTo>
                    <a:pt x="2301124" y="487598"/>
                  </a:lnTo>
                  <a:lnTo>
                    <a:pt x="2301774" y="491543"/>
                  </a:lnTo>
                  <a:lnTo>
                    <a:pt x="2302424" y="495491"/>
                  </a:lnTo>
                  <a:lnTo>
                    <a:pt x="2303074" y="499342"/>
                  </a:lnTo>
                  <a:lnTo>
                    <a:pt x="2303724" y="503111"/>
                  </a:lnTo>
                  <a:lnTo>
                    <a:pt x="2304374" y="506664"/>
                  </a:lnTo>
                  <a:lnTo>
                    <a:pt x="2305024" y="509797"/>
                  </a:lnTo>
                  <a:lnTo>
                    <a:pt x="2305674" y="512050"/>
                  </a:lnTo>
                  <a:lnTo>
                    <a:pt x="2306324" y="513606"/>
                  </a:lnTo>
                  <a:lnTo>
                    <a:pt x="2306974" y="514214"/>
                  </a:lnTo>
                  <a:lnTo>
                    <a:pt x="2307624" y="513517"/>
                  </a:lnTo>
                  <a:lnTo>
                    <a:pt x="2308274" y="511324"/>
                  </a:lnTo>
                  <a:lnTo>
                    <a:pt x="2308924" y="507782"/>
                  </a:lnTo>
                  <a:lnTo>
                    <a:pt x="2309574" y="503357"/>
                  </a:lnTo>
                  <a:lnTo>
                    <a:pt x="2310223" y="498438"/>
                  </a:lnTo>
                  <a:lnTo>
                    <a:pt x="2310873" y="492789"/>
                  </a:lnTo>
                  <a:lnTo>
                    <a:pt x="2311523" y="486507"/>
                  </a:lnTo>
                  <a:lnTo>
                    <a:pt x="2312173" y="479807"/>
                  </a:lnTo>
                  <a:lnTo>
                    <a:pt x="2312823" y="472742"/>
                  </a:lnTo>
                  <a:lnTo>
                    <a:pt x="2313473" y="465479"/>
                  </a:lnTo>
                  <a:lnTo>
                    <a:pt x="2314123" y="457886"/>
                  </a:lnTo>
                  <a:lnTo>
                    <a:pt x="2314773" y="449912"/>
                  </a:lnTo>
                  <a:lnTo>
                    <a:pt x="2315423" y="441680"/>
                  </a:lnTo>
                  <a:lnTo>
                    <a:pt x="2316073" y="433069"/>
                  </a:lnTo>
                  <a:lnTo>
                    <a:pt x="2316723" y="424124"/>
                  </a:lnTo>
                  <a:lnTo>
                    <a:pt x="2317373" y="415098"/>
                  </a:lnTo>
                  <a:lnTo>
                    <a:pt x="2318023" y="405995"/>
                  </a:lnTo>
                  <a:lnTo>
                    <a:pt x="2318673" y="397122"/>
                  </a:lnTo>
                  <a:lnTo>
                    <a:pt x="2319323" y="388530"/>
                  </a:lnTo>
                  <a:lnTo>
                    <a:pt x="2319972" y="380383"/>
                  </a:lnTo>
                  <a:lnTo>
                    <a:pt x="2320622" y="373026"/>
                  </a:lnTo>
                  <a:lnTo>
                    <a:pt x="2321272" y="366523"/>
                  </a:lnTo>
                  <a:lnTo>
                    <a:pt x="2321922" y="360826"/>
                  </a:lnTo>
                  <a:lnTo>
                    <a:pt x="2322572" y="356073"/>
                  </a:lnTo>
                  <a:lnTo>
                    <a:pt x="2323222" y="352135"/>
                  </a:lnTo>
                  <a:lnTo>
                    <a:pt x="2323872" y="349016"/>
                  </a:lnTo>
                  <a:lnTo>
                    <a:pt x="2324522" y="346647"/>
                  </a:lnTo>
                  <a:lnTo>
                    <a:pt x="2325172" y="344864"/>
                  </a:lnTo>
                  <a:lnTo>
                    <a:pt x="2325822" y="343588"/>
                  </a:lnTo>
                  <a:lnTo>
                    <a:pt x="2326472" y="342809"/>
                  </a:lnTo>
                  <a:lnTo>
                    <a:pt x="2327122" y="342362"/>
                  </a:lnTo>
                  <a:lnTo>
                    <a:pt x="2327772" y="342121"/>
                  </a:lnTo>
                  <a:lnTo>
                    <a:pt x="2328422" y="341950"/>
                  </a:lnTo>
                  <a:lnTo>
                    <a:pt x="2329072" y="341607"/>
                  </a:lnTo>
                  <a:lnTo>
                    <a:pt x="2329721" y="340910"/>
                  </a:lnTo>
                  <a:lnTo>
                    <a:pt x="2330371" y="339604"/>
                  </a:lnTo>
                  <a:lnTo>
                    <a:pt x="2331021" y="337527"/>
                  </a:lnTo>
                  <a:lnTo>
                    <a:pt x="2331671" y="334474"/>
                  </a:lnTo>
                  <a:lnTo>
                    <a:pt x="2332321" y="330413"/>
                  </a:lnTo>
                  <a:lnTo>
                    <a:pt x="2332971" y="325365"/>
                  </a:lnTo>
                  <a:lnTo>
                    <a:pt x="2333621" y="319378"/>
                  </a:lnTo>
                  <a:lnTo>
                    <a:pt x="2334271" y="312759"/>
                  </a:lnTo>
                  <a:lnTo>
                    <a:pt x="2334921" y="305816"/>
                  </a:lnTo>
                  <a:lnTo>
                    <a:pt x="2335571" y="298740"/>
                  </a:lnTo>
                  <a:lnTo>
                    <a:pt x="2336221" y="291785"/>
                  </a:lnTo>
                  <a:lnTo>
                    <a:pt x="2336871" y="285132"/>
                  </a:lnTo>
                  <a:lnTo>
                    <a:pt x="2337521" y="279115"/>
                  </a:lnTo>
                  <a:lnTo>
                    <a:pt x="2338171" y="273862"/>
                  </a:lnTo>
                  <a:lnTo>
                    <a:pt x="2338821" y="269158"/>
                  </a:lnTo>
                  <a:lnTo>
                    <a:pt x="2339471" y="264954"/>
                  </a:lnTo>
                  <a:lnTo>
                    <a:pt x="2340120" y="261358"/>
                  </a:lnTo>
                  <a:lnTo>
                    <a:pt x="2340770" y="258392"/>
                  </a:lnTo>
                  <a:lnTo>
                    <a:pt x="2341420" y="256055"/>
                  </a:lnTo>
                  <a:lnTo>
                    <a:pt x="2342070" y="253957"/>
                  </a:lnTo>
                  <a:lnTo>
                    <a:pt x="2342720" y="251875"/>
                  </a:lnTo>
                  <a:lnTo>
                    <a:pt x="2343370" y="249996"/>
                  </a:lnTo>
                  <a:lnTo>
                    <a:pt x="2344020" y="248234"/>
                  </a:lnTo>
                  <a:lnTo>
                    <a:pt x="2344670" y="246240"/>
                  </a:lnTo>
                  <a:lnTo>
                    <a:pt x="2345320" y="243751"/>
                  </a:lnTo>
                  <a:lnTo>
                    <a:pt x="2345970" y="240687"/>
                  </a:lnTo>
                  <a:lnTo>
                    <a:pt x="2346620" y="237197"/>
                  </a:lnTo>
                  <a:lnTo>
                    <a:pt x="2347270" y="233397"/>
                  </a:lnTo>
                  <a:lnTo>
                    <a:pt x="2347920" y="229319"/>
                  </a:lnTo>
                  <a:lnTo>
                    <a:pt x="2348570" y="225213"/>
                  </a:lnTo>
                  <a:lnTo>
                    <a:pt x="2349220" y="221344"/>
                  </a:lnTo>
                  <a:lnTo>
                    <a:pt x="2349869" y="217797"/>
                  </a:lnTo>
                  <a:lnTo>
                    <a:pt x="2350519" y="214740"/>
                  </a:lnTo>
                  <a:lnTo>
                    <a:pt x="2351169" y="212296"/>
                  </a:lnTo>
                  <a:lnTo>
                    <a:pt x="2351819" y="210681"/>
                  </a:lnTo>
                  <a:lnTo>
                    <a:pt x="2352469" y="209977"/>
                  </a:lnTo>
                  <a:lnTo>
                    <a:pt x="2353119" y="209987"/>
                  </a:lnTo>
                  <a:lnTo>
                    <a:pt x="2353769" y="210715"/>
                  </a:lnTo>
                  <a:lnTo>
                    <a:pt x="2354419" y="212411"/>
                  </a:lnTo>
                  <a:lnTo>
                    <a:pt x="2355069" y="215174"/>
                  </a:lnTo>
                  <a:lnTo>
                    <a:pt x="2355719" y="218925"/>
                  </a:lnTo>
                  <a:lnTo>
                    <a:pt x="2356369" y="223467"/>
                  </a:lnTo>
                  <a:lnTo>
                    <a:pt x="2357019" y="228596"/>
                  </a:lnTo>
                  <a:lnTo>
                    <a:pt x="2357669" y="234211"/>
                  </a:lnTo>
                  <a:lnTo>
                    <a:pt x="2358319" y="240209"/>
                  </a:lnTo>
                  <a:lnTo>
                    <a:pt x="2358969" y="246410"/>
                  </a:lnTo>
                  <a:lnTo>
                    <a:pt x="2359619" y="252605"/>
                  </a:lnTo>
                  <a:lnTo>
                    <a:pt x="2360268" y="258477"/>
                  </a:lnTo>
                  <a:lnTo>
                    <a:pt x="2360918" y="263733"/>
                  </a:lnTo>
                  <a:lnTo>
                    <a:pt x="2361568" y="268431"/>
                  </a:lnTo>
                  <a:lnTo>
                    <a:pt x="2362218" y="272649"/>
                  </a:lnTo>
                  <a:lnTo>
                    <a:pt x="2362868" y="276393"/>
                  </a:lnTo>
                  <a:lnTo>
                    <a:pt x="2363518" y="279499"/>
                  </a:lnTo>
                  <a:lnTo>
                    <a:pt x="2364168" y="282160"/>
                  </a:lnTo>
                  <a:lnTo>
                    <a:pt x="2364818" y="284654"/>
                  </a:lnTo>
                  <a:lnTo>
                    <a:pt x="2365468" y="287288"/>
                  </a:lnTo>
                  <a:lnTo>
                    <a:pt x="2366118" y="290300"/>
                  </a:lnTo>
                  <a:lnTo>
                    <a:pt x="2366768" y="293582"/>
                  </a:lnTo>
                  <a:lnTo>
                    <a:pt x="2367418" y="297077"/>
                  </a:lnTo>
                  <a:lnTo>
                    <a:pt x="2368068" y="300859"/>
                  </a:lnTo>
                  <a:lnTo>
                    <a:pt x="2368718" y="304789"/>
                  </a:lnTo>
                  <a:lnTo>
                    <a:pt x="2369368" y="308812"/>
                  </a:lnTo>
                  <a:lnTo>
                    <a:pt x="2370017" y="312928"/>
                  </a:lnTo>
                  <a:lnTo>
                    <a:pt x="2370667" y="317276"/>
                  </a:lnTo>
                  <a:lnTo>
                    <a:pt x="2371317" y="321980"/>
                  </a:lnTo>
                  <a:lnTo>
                    <a:pt x="2371967" y="327158"/>
                  </a:lnTo>
                  <a:lnTo>
                    <a:pt x="2372617" y="332795"/>
                  </a:lnTo>
                  <a:lnTo>
                    <a:pt x="2373267" y="338978"/>
                  </a:lnTo>
                  <a:lnTo>
                    <a:pt x="2373917" y="345648"/>
                  </a:lnTo>
                  <a:lnTo>
                    <a:pt x="2374567" y="352905"/>
                  </a:lnTo>
                  <a:lnTo>
                    <a:pt x="2375217" y="360717"/>
                  </a:lnTo>
                  <a:lnTo>
                    <a:pt x="2375867" y="368881"/>
                  </a:lnTo>
                  <a:lnTo>
                    <a:pt x="2376517" y="377386"/>
                  </a:lnTo>
                  <a:lnTo>
                    <a:pt x="2377167" y="386525"/>
                  </a:lnTo>
                  <a:lnTo>
                    <a:pt x="2377817" y="396600"/>
                  </a:lnTo>
                  <a:lnTo>
                    <a:pt x="2378467" y="407580"/>
                  </a:lnTo>
                  <a:lnTo>
                    <a:pt x="2379117" y="419297"/>
                  </a:lnTo>
                  <a:lnTo>
                    <a:pt x="2379767" y="431642"/>
                  </a:lnTo>
                  <a:lnTo>
                    <a:pt x="2380416" y="444564"/>
                  </a:lnTo>
                  <a:lnTo>
                    <a:pt x="2381066" y="457731"/>
                  </a:lnTo>
                  <a:lnTo>
                    <a:pt x="2381716" y="470593"/>
                  </a:lnTo>
                  <a:lnTo>
                    <a:pt x="2382366" y="482767"/>
                  </a:lnTo>
                  <a:lnTo>
                    <a:pt x="2383016" y="494028"/>
                  </a:lnTo>
                  <a:lnTo>
                    <a:pt x="2383666" y="504197"/>
                  </a:lnTo>
                  <a:lnTo>
                    <a:pt x="2384316" y="512862"/>
                  </a:lnTo>
                  <a:lnTo>
                    <a:pt x="2384966" y="519741"/>
                  </a:lnTo>
                  <a:lnTo>
                    <a:pt x="2385616" y="524738"/>
                  </a:lnTo>
                  <a:lnTo>
                    <a:pt x="2386266" y="528150"/>
                  </a:lnTo>
                  <a:lnTo>
                    <a:pt x="2386916" y="529793"/>
                  </a:lnTo>
                  <a:lnTo>
                    <a:pt x="2387566" y="529293"/>
                  </a:lnTo>
                  <a:lnTo>
                    <a:pt x="2388216" y="526796"/>
                  </a:lnTo>
                  <a:lnTo>
                    <a:pt x="2388866" y="522692"/>
                  </a:lnTo>
                  <a:lnTo>
                    <a:pt x="2389516" y="517493"/>
                  </a:lnTo>
                  <a:lnTo>
                    <a:pt x="2390165" y="511549"/>
                  </a:lnTo>
                  <a:lnTo>
                    <a:pt x="2390815" y="505225"/>
                  </a:lnTo>
                  <a:lnTo>
                    <a:pt x="2391465" y="499000"/>
                  </a:lnTo>
                  <a:lnTo>
                    <a:pt x="2392115" y="493475"/>
                  </a:lnTo>
                  <a:lnTo>
                    <a:pt x="2392765" y="489283"/>
                  </a:lnTo>
                  <a:lnTo>
                    <a:pt x="2393415" y="486688"/>
                  </a:lnTo>
                  <a:lnTo>
                    <a:pt x="2394065" y="485600"/>
                  </a:lnTo>
                  <a:lnTo>
                    <a:pt x="2394715" y="485954"/>
                  </a:lnTo>
                  <a:lnTo>
                    <a:pt x="2395365" y="487682"/>
                  </a:lnTo>
                  <a:lnTo>
                    <a:pt x="2396015" y="490772"/>
                  </a:lnTo>
                  <a:lnTo>
                    <a:pt x="2396665" y="495006"/>
                  </a:lnTo>
                  <a:lnTo>
                    <a:pt x="2397315" y="500048"/>
                  </a:lnTo>
                  <a:lnTo>
                    <a:pt x="2397965" y="505551"/>
                  </a:lnTo>
                  <a:lnTo>
                    <a:pt x="2398615" y="511154"/>
                  </a:lnTo>
                  <a:lnTo>
                    <a:pt x="2399265" y="516913"/>
                  </a:lnTo>
                  <a:lnTo>
                    <a:pt x="2399915" y="522871"/>
                  </a:lnTo>
                  <a:lnTo>
                    <a:pt x="2400564" y="528849"/>
                  </a:lnTo>
                  <a:lnTo>
                    <a:pt x="2401214" y="534703"/>
                  </a:lnTo>
                  <a:lnTo>
                    <a:pt x="2401864" y="540386"/>
                  </a:lnTo>
                  <a:lnTo>
                    <a:pt x="2402514" y="545609"/>
                  </a:lnTo>
                  <a:lnTo>
                    <a:pt x="2403164" y="550300"/>
                  </a:lnTo>
                  <a:lnTo>
                    <a:pt x="2403814" y="554386"/>
                  </a:lnTo>
                  <a:lnTo>
                    <a:pt x="2404464" y="557728"/>
                  </a:lnTo>
                  <a:lnTo>
                    <a:pt x="2405114" y="560501"/>
                  </a:lnTo>
                  <a:lnTo>
                    <a:pt x="2405764" y="562525"/>
                  </a:lnTo>
                  <a:lnTo>
                    <a:pt x="2406414" y="563702"/>
                  </a:lnTo>
                  <a:lnTo>
                    <a:pt x="2407064" y="564011"/>
                  </a:lnTo>
                  <a:lnTo>
                    <a:pt x="2407714" y="563412"/>
                  </a:lnTo>
                  <a:lnTo>
                    <a:pt x="2408364" y="561683"/>
                  </a:lnTo>
                  <a:lnTo>
                    <a:pt x="2409014" y="558437"/>
                  </a:lnTo>
                  <a:lnTo>
                    <a:pt x="2409664" y="553630"/>
                  </a:lnTo>
                  <a:lnTo>
                    <a:pt x="2410313" y="547220"/>
                  </a:lnTo>
                  <a:lnTo>
                    <a:pt x="2410963" y="539345"/>
                  </a:lnTo>
                  <a:lnTo>
                    <a:pt x="2411613" y="530155"/>
                  </a:lnTo>
                  <a:lnTo>
                    <a:pt x="2412263" y="519769"/>
                  </a:lnTo>
                  <a:lnTo>
                    <a:pt x="2412913" y="508321"/>
                  </a:lnTo>
                  <a:lnTo>
                    <a:pt x="2413563" y="496015"/>
                  </a:lnTo>
                  <a:lnTo>
                    <a:pt x="2414213" y="483103"/>
                  </a:lnTo>
                  <a:lnTo>
                    <a:pt x="2414863" y="469750"/>
                  </a:lnTo>
                  <a:lnTo>
                    <a:pt x="2415513" y="456236"/>
                  </a:lnTo>
                  <a:lnTo>
                    <a:pt x="2416163" y="442472"/>
                  </a:lnTo>
                  <a:lnTo>
                    <a:pt x="2416813" y="428748"/>
                  </a:lnTo>
                  <a:lnTo>
                    <a:pt x="2417463" y="415365"/>
                  </a:lnTo>
                  <a:lnTo>
                    <a:pt x="2418113" y="402944"/>
                  </a:lnTo>
                  <a:lnTo>
                    <a:pt x="2418763" y="391643"/>
                  </a:lnTo>
                  <a:lnTo>
                    <a:pt x="2419413" y="381304"/>
                  </a:lnTo>
                  <a:lnTo>
                    <a:pt x="2420063" y="371962"/>
                  </a:lnTo>
                  <a:lnTo>
                    <a:pt x="2420712" y="363650"/>
                  </a:lnTo>
                  <a:lnTo>
                    <a:pt x="2421362" y="356356"/>
                  </a:lnTo>
                  <a:lnTo>
                    <a:pt x="2422012" y="349917"/>
                  </a:lnTo>
                  <a:lnTo>
                    <a:pt x="2422662" y="344150"/>
                  </a:lnTo>
                  <a:lnTo>
                    <a:pt x="2423312" y="339161"/>
                  </a:lnTo>
                  <a:lnTo>
                    <a:pt x="2423962" y="334861"/>
                  </a:lnTo>
                  <a:lnTo>
                    <a:pt x="2424612" y="331125"/>
                  </a:lnTo>
                  <a:lnTo>
                    <a:pt x="2425262" y="327665"/>
                  </a:lnTo>
                  <a:lnTo>
                    <a:pt x="2425912" y="324501"/>
                  </a:lnTo>
                  <a:lnTo>
                    <a:pt x="2426562" y="321634"/>
                  </a:lnTo>
                  <a:lnTo>
                    <a:pt x="2427212" y="318953"/>
                  </a:lnTo>
                  <a:lnTo>
                    <a:pt x="2427862" y="315965"/>
                  </a:lnTo>
                  <a:lnTo>
                    <a:pt x="2428512" y="312473"/>
                  </a:lnTo>
                  <a:lnTo>
                    <a:pt x="2429162" y="308366"/>
                  </a:lnTo>
                  <a:lnTo>
                    <a:pt x="2429812" y="303731"/>
                  </a:lnTo>
                  <a:lnTo>
                    <a:pt x="2430461" y="298816"/>
                  </a:lnTo>
                  <a:lnTo>
                    <a:pt x="2431111" y="293535"/>
                  </a:lnTo>
                  <a:lnTo>
                    <a:pt x="2431761" y="287792"/>
                  </a:lnTo>
                  <a:lnTo>
                    <a:pt x="2432411" y="281628"/>
                  </a:lnTo>
                  <a:lnTo>
                    <a:pt x="2433061" y="274997"/>
                  </a:lnTo>
                  <a:lnTo>
                    <a:pt x="2433711" y="268054"/>
                  </a:lnTo>
                  <a:lnTo>
                    <a:pt x="2434361" y="260807"/>
                  </a:lnTo>
                  <a:lnTo>
                    <a:pt x="2435011" y="253320"/>
                  </a:lnTo>
                  <a:lnTo>
                    <a:pt x="2435661" y="245737"/>
                  </a:lnTo>
                  <a:lnTo>
                    <a:pt x="2436311" y="238151"/>
                  </a:lnTo>
                  <a:lnTo>
                    <a:pt x="2436961" y="230635"/>
                  </a:lnTo>
                  <a:lnTo>
                    <a:pt x="2437611" y="223255"/>
                  </a:lnTo>
                  <a:lnTo>
                    <a:pt x="2438261" y="216151"/>
                  </a:lnTo>
                  <a:lnTo>
                    <a:pt x="2438911" y="209451"/>
                  </a:lnTo>
                  <a:lnTo>
                    <a:pt x="2439561" y="202967"/>
                  </a:lnTo>
                  <a:lnTo>
                    <a:pt x="2440211" y="196413"/>
                  </a:lnTo>
                  <a:lnTo>
                    <a:pt x="2440860" y="189876"/>
                  </a:lnTo>
                  <a:lnTo>
                    <a:pt x="2441510" y="183600"/>
                  </a:lnTo>
                  <a:lnTo>
                    <a:pt x="2442160" y="177638"/>
                  </a:lnTo>
                  <a:lnTo>
                    <a:pt x="2442810" y="171907"/>
                  </a:lnTo>
                  <a:lnTo>
                    <a:pt x="2443460" y="166237"/>
                  </a:lnTo>
                  <a:lnTo>
                    <a:pt x="2444110" y="160750"/>
                  </a:lnTo>
                  <a:lnTo>
                    <a:pt x="2444760" y="155602"/>
                  </a:lnTo>
                  <a:lnTo>
                    <a:pt x="2445410" y="150709"/>
                  </a:lnTo>
                  <a:lnTo>
                    <a:pt x="2446060" y="145965"/>
                  </a:lnTo>
                  <a:lnTo>
                    <a:pt x="2446710" y="141411"/>
                  </a:lnTo>
                  <a:lnTo>
                    <a:pt x="2447360" y="137235"/>
                  </a:lnTo>
                  <a:lnTo>
                    <a:pt x="2448010" y="133427"/>
                  </a:lnTo>
                  <a:lnTo>
                    <a:pt x="2448660" y="130173"/>
                  </a:lnTo>
                  <a:lnTo>
                    <a:pt x="2449310" y="127715"/>
                  </a:lnTo>
                  <a:lnTo>
                    <a:pt x="2449960" y="126226"/>
                  </a:lnTo>
                  <a:lnTo>
                    <a:pt x="2450609" y="125678"/>
                  </a:lnTo>
                  <a:lnTo>
                    <a:pt x="2451259" y="125909"/>
                  </a:lnTo>
                  <a:lnTo>
                    <a:pt x="2451909" y="126852"/>
                  </a:lnTo>
                  <a:lnTo>
                    <a:pt x="2452559" y="128616"/>
                  </a:lnTo>
                  <a:lnTo>
                    <a:pt x="2453209" y="131264"/>
                  </a:lnTo>
                  <a:lnTo>
                    <a:pt x="2453859" y="134609"/>
                  </a:lnTo>
                  <a:lnTo>
                    <a:pt x="2454509" y="138557"/>
                  </a:lnTo>
                  <a:lnTo>
                    <a:pt x="2455159" y="143252"/>
                  </a:lnTo>
                  <a:lnTo>
                    <a:pt x="2455809" y="148698"/>
                  </a:lnTo>
                  <a:lnTo>
                    <a:pt x="2456459" y="154955"/>
                  </a:lnTo>
                  <a:lnTo>
                    <a:pt x="2457109" y="161970"/>
                  </a:lnTo>
                  <a:lnTo>
                    <a:pt x="2457759" y="169754"/>
                  </a:lnTo>
                  <a:lnTo>
                    <a:pt x="2458409" y="178271"/>
                  </a:lnTo>
                  <a:lnTo>
                    <a:pt x="2459059" y="187467"/>
                  </a:lnTo>
                  <a:lnTo>
                    <a:pt x="2459709" y="197190"/>
                  </a:lnTo>
                  <a:lnTo>
                    <a:pt x="2460358" y="207510"/>
                  </a:lnTo>
                  <a:lnTo>
                    <a:pt x="2461008" y="218494"/>
                  </a:lnTo>
                  <a:lnTo>
                    <a:pt x="2461658" y="230143"/>
                  </a:lnTo>
                  <a:lnTo>
                    <a:pt x="2462308" y="242195"/>
                  </a:lnTo>
                  <a:lnTo>
                    <a:pt x="2462958" y="254145"/>
                  </a:lnTo>
                  <a:lnTo>
                    <a:pt x="2463608" y="265852"/>
                  </a:lnTo>
                  <a:lnTo>
                    <a:pt x="2464258" y="277205"/>
                  </a:lnTo>
                  <a:lnTo>
                    <a:pt x="2464908" y="287944"/>
                  </a:lnTo>
                  <a:lnTo>
                    <a:pt x="2465558" y="297921"/>
                  </a:lnTo>
                  <a:lnTo>
                    <a:pt x="2466208" y="306791"/>
                  </a:lnTo>
                  <a:lnTo>
                    <a:pt x="2466858" y="314673"/>
                  </a:lnTo>
                  <a:lnTo>
                    <a:pt x="2467508" y="321611"/>
                  </a:lnTo>
                  <a:lnTo>
                    <a:pt x="2468158" y="327460"/>
                  </a:lnTo>
                  <a:lnTo>
                    <a:pt x="2468808" y="332172"/>
                  </a:lnTo>
                  <a:lnTo>
                    <a:pt x="2469458" y="335995"/>
                  </a:lnTo>
                  <a:lnTo>
                    <a:pt x="2470108" y="338903"/>
                  </a:lnTo>
                  <a:lnTo>
                    <a:pt x="2470757" y="340917"/>
                  </a:lnTo>
                  <a:lnTo>
                    <a:pt x="2471407" y="342133"/>
                  </a:lnTo>
                  <a:lnTo>
                    <a:pt x="2472057" y="343048"/>
                  </a:lnTo>
                  <a:lnTo>
                    <a:pt x="2472707" y="344489"/>
                  </a:lnTo>
                  <a:lnTo>
                    <a:pt x="2473357" y="346581"/>
                  </a:lnTo>
                  <a:lnTo>
                    <a:pt x="2474007" y="349258"/>
                  </a:lnTo>
                  <a:lnTo>
                    <a:pt x="2474657" y="352448"/>
                  </a:lnTo>
                  <a:lnTo>
                    <a:pt x="2475307" y="356514"/>
                  </a:lnTo>
                  <a:lnTo>
                    <a:pt x="2475957" y="361703"/>
                  </a:lnTo>
                  <a:lnTo>
                    <a:pt x="2476607" y="367592"/>
                  </a:lnTo>
                  <a:lnTo>
                    <a:pt x="2477257" y="373815"/>
                  </a:lnTo>
                  <a:lnTo>
                    <a:pt x="2477907" y="380318"/>
                  </a:lnTo>
                  <a:lnTo>
                    <a:pt x="2478557" y="387131"/>
                  </a:lnTo>
                  <a:lnTo>
                    <a:pt x="2479207" y="394058"/>
                  </a:lnTo>
                  <a:lnTo>
                    <a:pt x="2479857" y="400803"/>
                  </a:lnTo>
                  <a:lnTo>
                    <a:pt x="2480506" y="407288"/>
                  </a:lnTo>
                  <a:lnTo>
                    <a:pt x="2481156" y="413385"/>
                  </a:lnTo>
                  <a:lnTo>
                    <a:pt x="2481806" y="418585"/>
                  </a:lnTo>
                  <a:lnTo>
                    <a:pt x="2482456" y="422398"/>
                  </a:lnTo>
                  <a:lnTo>
                    <a:pt x="2483106" y="424721"/>
                  </a:lnTo>
                  <a:lnTo>
                    <a:pt x="2483756" y="425586"/>
                  </a:lnTo>
                  <a:lnTo>
                    <a:pt x="2484406" y="425306"/>
                  </a:lnTo>
                  <a:lnTo>
                    <a:pt x="2485056" y="423567"/>
                  </a:lnTo>
                  <a:lnTo>
                    <a:pt x="2485706" y="420318"/>
                  </a:lnTo>
                  <a:lnTo>
                    <a:pt x="2486356" y="415802"/>
                  </a:lnTo>
                  <a:lnTo>
                    <a:pt x="2487006" y="410307"/>
                  </a:lnTo>
                  <a:lnTo>
                    <a:pt x="2487656" y="403723"/>
                  </a:lnTo>
                  <a:lnTo>
                    <a:pt x="2488306" y="395990"/>
                  </a:lnTo>
                  <a:lnTo>
                    <a:pt x="2488956" y="387033"/>
                  </a:lnTo>
                  <a:lnTo>
                    <a:pt x="2489606" y="376955"/>
                  </a:lnTo>
                  <a:lnTo>
                    <a:pt x="2490256" y="365838"/>
                  </a:lnTo>
                  <a:lnTo>
                    <a:pt x="2490905" y="353631"/>
                  </a:lnTo>
                  <a:lnTo>
                    <a:pt x="2491555" y="340506"/>
                  </a:lnTo>
                  <a:lnTo>
                    <a:pt x="2492205" y="326741"/>
                  </a:lnTo>
                  <a:lnTo>
                    <a:pt x="2492855" y="312733"/>
                  </a:lnTo>
                  <a:lnTo>
                    <a:pt x="2493505" y="298673"/>
                  </a:lnTo>
                  <a:lnTo>
                    <a:pt x="2494155" y="284690"/>
                  </a:lnTo>
                  <a:lnTo>
                    <a:pt x="2494805" y="271155"/>
                  </a:lnTo>
                  <a:lnTo>
                    <a:pt x="2495455" y="258553"/>
                  </a:lnTo>
                  <a:lnTo>
                    <a:pt x="2496105" y="247212"/>
                  </a:lnTo>
                  <a:lnTo>
                    <a:pt x="2496755" y="237361"/>
                  </a:lnTo>
                  <a:lnTo>
                    <a:pt x="2497405" y="229017"/>
                  </a:lnTo>
                  <a:lnTo>
                    <a:pt x="2498055" y="222128"/>
                  </a:lnTo>
                  <a:lnTo>
                    <a:pt x="2498705" y="216720"/>
                  </a:lnTo>
                  <a:lnTo>
                    <a:pt x="2499355" y="212536"/>
                  </a:lnTo>
                  <a:lnTo>
                    <a:pt x="2500005" y="209346"/>
                  </a:lnTo>
                  <a:lnTo>
                    <a:pt x="2500654" y="207035"/>
                  </a:lnTo>
                  <a:lnTo>
                    <a:pt x="2501304" y="205503"/>
                  </a:lnTo>
                  <a:lnTo>
                    <a:pt x="2501954" y="204537"/>
                  </a:lnTo>
                  <a:lnTo>
                    <a:pt x="2502604" y="204021"/>
                  </a:lnTo>
                  <a:lnTo>
                    <a:pt x="2503254" y="203893"/>
                  </a:lnTo>
                  <a:lnTo>
                    <a:pt x="2503904" y="204005"/>
                  </a:lnTo>
                  <a:lnTo>
                    <a:pt x="2504554" y="204027"/>
                  </a:lnTo>
                  <a:lnTo>
                    <a:pt x="2505204" y="203527"/>
                  </a:lnTo>
                  <a:lnTo>
                    <a:pt x="2505854" y="202303"/>
                  </a:lnTo>
                  <a:lnTo>
                    <a:pt x="2506504" y="200190"/>
                  </a:lnTo>
                  <a:lnTo>
                    <a:pt x="2507154" y="197255"/>
                  </a:lnTo>
                  <a:lnTo>
                    <a:pt x="2507804" y="193485"/>
                  </a:lnTo>
                  <a:lnTo>
                    <a:pt x="2508454" y="189048"/>
                  </a:lnTo>
                  <a:lnTo>
                    <a:pt x="2509104" y="184476"/>
                  </a:lnTo>
                  <a:lnTo>
                    <a:pt x="2509754" y="180159"/>
                  </a:lnTo>
                  <a:lnTo>
                    <a:pt x="2510404" y="176336"/>
                  </a:lnTo>
                  <a:lnTo>
                    <a:pt x="2511053" y="173168"/>
                  </a:lnTo>
                  <a:lnTo>
                    <a:pt x="2511703" y="170789"/>
                  </a:lnTo>
                  <a:lnTo>
                    <a:pt x="2512353" y="169246"/>
                  </a:lnTo>
                  <a:lnTo>
                    <a:pt x="2513003" y="168491"/>
                  </a:lnTo>
                  <a:lnTo>
                    <a:pt x="2513653" y="168422"/>
                  </a:lnTo>
                  <a:lnTo>
                    <a:pt x="2514303" y="169046"/>
                  </a:lnTo>
                  <a:lnTo>
                    <a:pt x="2514953" y="170401"/>
                  </a:lnTo>
                  <a:lnTo>
                    <a:pt x="2515603" y="172371"/>
                  </a:lnTo>
                  <a:lnTo>
                    <a:pt x="2516253" y="174940"/>
                  </a:lnTo>
                  <a:lnTo>
                    <a:pt x="2516903" y="178003"/>
                  </a:lnTo>
                  <a:lnTo>
                    <a:pt x="2517553" y="181556"/>
                  </a:lnTo>
                  <a:lnTo>
                    <a:pt x="2518203" y="185451"/>
                  </a:lnTo>
                  <a:lnTo>
                    <a:pt x="2518853" y="189491"/>
                  </a:lnTo>
                  <a:lnTo>
                    <a:pt x="2519503" y="193471"/>
                  </a:lnTo>
                  <a:lnTo>
                    <a:pt x="2520153" y="197388"/>
                  </a:lnTo>
                  <a:lnTo>
                    <a:pt x="2520802" y="201192"/>
                  </a:lnTo>
                  <a:lnTo>
                    <a:pt x="2521452" y="204825"/>
                  </a:lnTo>
                  <a:lnTo>
                    <a:pt x="2522102" y="208211"/>
                  </a:lnTo>
                  <a:lnTo>
                    <a:pt x="2522752" y="211471"/>
                  </a:lnTo>
                  <a:lnTo>
                    <a:pt x="2523402" y="214766"/>
                  </a:lnTo>
                  <a:lnTo>
                    <a:pt x="2524052" y="218153"/>
                  </a:lnTo>
                  <a:lnTo>
                    <a:pt x="2524702" y="221656"/>
                  </a:lnTo>
                  <a:lnTo>
                    <a:pt x="2525352" y="225252"/>
                  </a:lnTo>
                  <a:lnTo>
                    <a:pt x="2526002" y="228979"/>
                  </a:lnTo>
                  <a:lnTo>
                    <a:pt x="2526652" y="232930"/>
                  </a:lnTo>
                  <a:lnTo>
                    <a:pt x="2527302" y="237032"/>
                  </a:lnTo>
                  <a:lnTo>
                    <a:pt x="2527952" y="241106"/>
                  </a:lnTo>
                  <a:lnTo>
                    <a:pt x="2528602" y="245023"/>
                  </a:lnTo>
                  <a:lnTo>
                    <a:pt x="2529252" y="248572"/>
                  </a:lnTo>
                  <a:lnTo>
                    <a:pt x="2529902" y="251705"/>
                  </a:lnTo>
                  <a:lnTo>
                    <a:pt x="2530552" y="254459"/>
                  </a:lnTo>
                  <a:lnTo>
                    <a:pt x="2531201" y="256908"/>
                  </a:lnTo>
                  <a:lnTo>
                    <a:pt x="2531851" y="259079"/>
                  </a:lnTo>
                  <a:lnTo>
                    <a:pt x="2532501" y="260978"/>
                  </a:lnTo>
                  <a:lnTo>
                    <a:pt x="2533151" y="262625"/>
                  </a:lnTo>
                  <a:lnTo>
                    <a:pt x="2533801" y="264005"/>
                  </a:lnTo>
                  <a:lnTo>
                    <a:pt x="2534451" y="265090"/>
                  </a:lnTo>
                  <a:lnTo>
                    <a:pt x="2535101" y="265901"/>
                  </a:lnTo>
                  <a:lnTo>
                    <a:pt x="2535751" y="266228"/>
                  </a:lnTo>
                  <a:lnTo>
                    <a:pt x="2536401" y="266031"/>
                  </a:lnTo>
                  <a:lnTo>
                    <a:pt x="2537051" y="265518"/>
                  </a:lnTo>
                  <a:lnTo>
                    <a:pt x="2537701" y="264953"/>
                  </a:lnTo>
                  <a:lnTo>
                    <a:pt x="2538351" y="264617"/>
                  </a:lnTo>
                  <a:lnTo>
                    <a:pt x="2539001" y="264716"/>
                  </a:lnTo>
                  <a:lnTo>
                    <a:pt x="2539651" y="265383"/>
                  </a:lnTo>
                  <a:lnTo>
                    <a:pt x="2540301" y="266580"/>
                  </a:lnTo>
                  <a:lnTo>
                    <a:pt x="2540950" y="268250"/>
                  </a:lnTo>
                  <a:lnTo>
                    <a:pt x="2541600" y="270134"/>
                  </a:lnTo>
                  <a:lnTo>
                    <a:pt x="2542250" y="271934"/>
                  </a:lnTo>
                  <a:lnTo>
                    <a:pt x="2542900" y="273447"/>
                  </a:lnTo>
                  <a:lnTo>
                    <a:pt x="2543550" y="274564"/>
                  </a:lnTo>
                  <a:lnTo>
                    <a:pt x="2544200" y="275106"/>
                  </a:lnTo>
                  <a:lnTo>
                    <a:pt x="2544850" y="275000"/>
                  </a:lnTo>
                  <a:lnTo>
                    <a:pt x="2545500" y="274443"/>
                  </a:lnTo>
                  <a:lnTo>
                    <a:pt x="2546150" y="273546"/>
                  </a:lnTo>
                  <a:lnTo>
                    <a:pt x="2546800" y="272292"/>
                  </a:lnTo>
                  <a:lnTo>
                    <a:pt x="2547450" y="270623"/>
                  </a:lnTo>
                  <a:lnTo>
                    <a:pt x="2548100" y="268526"/>
                  </a:lnTo>
                  <a:lnTo>
                    <a:pt x="2548750" y="266148"/>
                  </a:lnTo>
                  <a:lnTo>
                    <a:pt x="2549400" y="263451"/>
                  </a:lnTo>
                  <a:lnTo>
                    <a:pt x="2550050" y="260575"/>
                  </a:lnTo>
                  <a:lnTo>
                    <a:pt x="2550700" y="257734"/>
                  </a:lnTo>
                  <a:lnTo>
                    <a:pt x="2551349" y="255210"/>
                  </a:lnTo>
                  <a:lnTo>
                    <a:pt x="2551999" y="253269"/>
                  </a:lnTo>
                  <a:lnTo>
                    <a:pt x="2552649" y="252017"/>
                  </a:lnTo>
                  <a:lnTo>
                    <a:pt x="2553299" y="251510"/>
                  </a:lnTo>
                  <a:lnTo>
                    <a:pt x="2553949" y="251943"/>
                  </a:lnTo>
                  <a:lnTo>
                    <a:pt x="2554599" y="253323"/>
                  </a:lnTo>
                  <a:lnTo>
                    <a:pt x="2555249" y="255238"/>
                  </a:lnTo>
                  <a:lnTo>
                    <a:pt x="2555899" y="257482"/>
                  </a:lnTo>
                  <a:lnTo>
                    <a:pt x="2556549" y="259913"/>
                  </a:lnTo>
                  <a:lnTo>
                    <a:pt x="2557199" y="262280"/>
                  </a:lnTo>
                  <a:lnTo>
                    <a:pt x="2557849" y="264429"/>
                  </a:lnTo>
                  <a:lnTo>
                    <a:pt x="2558499" y="266163"/>
                  </a:lnTo>
                  <a:lnTo>
                    <a:pt x="2559149" y="267448"/>
                  </a:lnTo>
                  <a:lnTo>
                    <a:pt x="2559799" y="268339"/>
                  </a:lnTo>
                  <a:lnTo>
                    <a:pt x="2560449" y="268774"/>
                  </a:lnTo>
                  <a:lnTo>
                    <a:pt x="2561098" y="268803"/>
                  </a:lnTo>
                  <a:lnTo>
                    <a:pt x="2561748" y="268450"/>
                  </a:lnTo>
                  <a:lnTo>
                    <a:pt x="2562398" y="267662"/>
                  </a:lnTo>
                  <a:lnTo>
                    <a:pt x="2563048" y="266582"/>
                  </a:lnTo>
                  <a:lnTo>
                    <a:pt x="2563698" y="265132"/>
                  </a:lnTo>
                  <a:lnTo>
                    <a:pt x="2564348" y="263436"/>
                  </a:lnTo>
                  <a:lnTo>
                    <a:pt x="2564998" y="261897"/>
                  </a:lnTo>
                  <a:lnTo>
                    <a:pt x="2565648" y="260560"/>
                  </a:lnTo>
                  <a:lnTo>
                    <a:pt x="2566298" y="259629"/>
                  </a:lnTo>
                  <a:lnTo>
                    <a:pt x="2566948" y="259366"/>
                  </a:lnTo>
                  <a:lnTo>
                    <a:pt x="2567598" y="259690"/>
                  </a:lnTo>
                  <a:lnTo>
                    <a:pt x="2568248" y="260769"/>
                  </a:lnTo>
                  <a:lnTo>
                    <a:pt x="2568898" y="262748"/>
                  </a:lnTo>
                  <a:lnTo>
                    <a:pt x="2569548" y="265470"/>
                  </a:lnTo>
                  <a:lnTo>
                    <a:pt x="2570198" y="268954"/>
                  </a:lnTo>
                  <a:lnTo>
                    <a:pt x="2570848" y="273041"/>
                  </a:lnTo>
                  <a:lnTo>
                    <a:pt x="2571497" y="277778"/>
                  </a:lnTo>
                  <a:lnTo>
                    <a:pt x="2572147" y="283161"/>
                  </a:lnTo>
                  <a:lnTo>
                    <a:pt x="2572797" y="289109"/>
                  </a:lnTo>
                  <a:lnTo>
                    <a:pt x="2573447" y="295664"/>
                  </a:lnTo>
                  <a:lnTo>
                    <a:pt x="2574097" y="302786"/>
                  </a:lnTo>
                  <a:lnTo>
                    <a:pt x="2574747" y="310323"/>
                  </a:lnTo>
                  <a:lnTo>
                    <a:pt x="2575397" y="318357"/>
                  </a:lnTo>
                  <a:lnTo>
                    <a:pt x="2576047" y="326698"/>
                  </a:lnTo>
                  <a:lnTo>
                    <a:pt x="2576697" y="335277"/>
                  </a:lnTo>
                  <a:lnTo>
                    <a:pt x="2577347" y="344085"/>
                  </a:lnTo>
                  <a:lnTo>
                    <a:pt x="2577997" y="352754"/>
                  </a:lnTo>
                  <a:lnTo>
                    <a:pt x="2578647" y="360621"/>
                  </a:lnTo>
                  <a:lnTo>
                    <a:pt x="2579297" y="367583"/>
                  </a:lnTo>
                  <a:lnTo>
                    <a:pt x="2579947" y="373262"/>
                  </a:lnTo>
                  <a:lnTo>
                    <a:pt x="2580597" y="377502"/>
                  </a:lnTo>
                  <a:lnTo>
                    <a:pt x="2581246" y="380081"/>
                  </a:lnTo>
                  <a:lnTo>
                    <a:pt x="2581896" y="381104"/>
                  </a:lnTo>
                  <a:lnTo>
                    <a:pt x="2582546" y="380702"/>
                  </a:lnTo>
                  <a:lnTo>
                    <a:pt x="2583196" y="379119"/>
                  </a:lnTo>
                  <a:lnTo>
                    <a:pt x="2583846" y="376531"/>
                  </a:lnTo>
                  <a:lnTo>
                    <a:pt x="2584496" y="373203"/>
                  </a:lnTo>
                  <a:lnTo>
                    <a:pt x="2585146" y="369344"/>
                  </a:lnTo>
                  <a:lnTo>
                    <a:pt x="2585796" y="365163"/>
                  </a:lnTo>
                  <a:lnTo>
                    <a:pt x="2586446" y="360772"/>
                  </a:lnTo>
                  <a:lnTo>
                    <a:pt x="2587096" y="356402"/>
                  </a:lnTo>
                  <a:lnTo>
                    <a:pt x="2587746" y="352530"/>
                  </a:lnTo>
                  <a:lnTo>
                    <a:pt x="2588396" y="349589"/>
                  </a:lnTo>
                  <a:lnTo>
                    <a:pt x="2589046" y="347685"/>
                  </a:lnTo>
                  <a:lnTo>
                    <a:pt x="2589696" y="347164"/>
                  </a:lnTo>
                  <a:lnTo>
                    <a:pt x="2590346" y="348137"/>
                  </a:lnTo>
                  <a:lnTo>
                    <a:pt x="2590996" y="350613"/>
                  </a:lnTo>
                  <a:lnTo>
                    <a:pt x="2591645" y="354349"/>
                  </a:lnTo>
                  <a:lnTo>
                    <a:pt x="2592295" y="358893"/>
                  </a:lnTo>
                  <a:lnTo>
                    <a:pt x="2592945" y="363922"/>
                  </a:lnTo>
                  <a:lnTo>
                    <a:pt x="2593595" y="369056"/>
                  </a:lnTo>
                  <a:lnTo>
                    <a:pt x="2594245" y="374122"/>
                  </a:lnTo>
                  <a:lnTo>
                    <a:pt x="2594895" y="378992"/>
                  </a:lnTo>
                  <a:lnTo>
                    <a:pt x="2595545" y="383361"/>
                  </a:lnTo>
                  <a:lnTo>
                    <a:pt x="2596195" y="387214"/>
                  </a:lnTo>
                  <a:lnTo>
                    <a:pt x="2596845" y="390454"/>
                  </a:lnTo>
                  <a:lnTo>
                    <a:pt x="2597495" y="392710"/>
                  </a:lnTo>
                  <a:lnTo>
                    <a:pt x="2598145" y="394046"/>
                  </a:lnTo>
                  <a:lnTo>
                    <a:pt x="2598795" y="394247"/>
                  </a:lnTo>
                  <a:lnTo>
                    <a:pt x="2599445" y="392954"/>
                  </a:lnTo>
                  <a:lnTo>
                    <a:pt x="2600095" y="390218"/>
                  </a:lnTo>
                  <a:lnTo>
                    <a:pt x="2600745" y="386141"/>
                  </a:lnTo>
                  <a:lnTo>
                    <a:pt x="2601394" y="380843"/>
                  </a:lnTo>
                  <a:lnTo>
                    <a:pt x="2602044" y="375007"/>
                  </a:lnTo>
                  <a:lnTo>
                    <a:pt x="2602694" y="368804"/>
                  </a:lnTo>
                  <a:lnTo>
                    <a:pt x="2603344" y="362440"/>
                  </a:lnTo>
                  <a:lnTo>
                    <a:pt x="2603994" y="355824"/>
                  </a:lnTo>
                  <a:lnTo>
                    <a:pt x="2604644" y="348821"/>
                  </a:lnTo>
                  <a:lnTo>
                    <a:pt x="2605294" y="341487"/>
                  </a:lnTo>
                  <a:lnTo>
                    <a:pt x="2605944" y="333692"/>
                  </a:lnTo>
                  <a:lnTo>
                    <a:pt x="2606594" y="325266"/>
                  </a:lnTo>
                  <a:lnTo>
                    <a:pt x="2607244" y="316505"/>
                  </a:lnTo>
                  <a:lnTo>
                    <a:pt x="2607894" y="307396"/>
                  </a:lnTo>
                  <a:lnTo>
                    <a:pt x="2608544" y="298307"/>
                  </a:lnTo>
                  <a:lnTo>
                    <a:pt x="2609194" y="289796"/>
                  </a:lnTo>
                  <a:lnTo>
                    <a:pt x="2609844" y="282122"/>
                  </a:lnTo>
                  <a:lnTo>
                    <a:pt x="2610494" y="275440"/>
                  </a:lnTo>
                  <a:lnTo>
                    <a:pt x="2611143" y="270172"/>
                  </a:lnTo>
                  <a:lnTo>
                    <a:pt x="2611793" y="266125"/>
                  </a:lnTo>
                  <a:lnTo>
                    <a:pt x="2612443" y="263424"/>
                  </a:lnTo>
                  <a:lnTo>
                    <a:pt x="2613093" y="262054"/>
                  </a:lnTo>
                  <a:lnTo>
                    <a:pt x="2613743" y="261918"/>
                  </a:lnTo>
                  <a:lnTo>
                    <a:pt x="2614393" y="262914"/>
                  </a:lnTo>
                  <a:lnTo>
                    <a:pt x="2615043" y="265037"/>
                  </a:lnTo>
                  <a:lnTo>
                    <a:pt x="2615693" y="268124"/>
                  </a:lnTo>
                  <a:lnTo>
                    <a:pt x="2616343" y="272009"/>
                  </a:lnTo>
                  <a:lnTo>
                    <a:pt x="2616993" y="276362"/>
                  </a:lnTo>
                  <a:lnTo>
                    <a:pt x="2617643" y="280969"/>
                  </a:lnTo>
                  <a:lnTo>
                    <a:pt x="2618293" y="285494"/>
                  </a:lnTo>
                  <a:lnTo>
                    <a:pt x="2618943" y="289514"/>
                  </a:lnTo>
                  <a:lnTo>
                    <a:pt x="2619593" y="292751"/>
                  </a:lnTo>
                  <a:lnTo>
                    <a:pt x="2620243" y="294875"/>
                  </a:lnTo>
                  <a:lnTo>
                    <a:pt x="2620893" y="295734"/>
                  </a:lnTo>
                  <a:lnTo>
                    <a:pt x="2621542" y="295226"/>
                  </a:lnTo>
                  <a:lnTo>
                    <a:pt x="2622192" y="293137"/>
                  </a:lnTo>
                  <a:lnTo>
                    <a:pt x="2622842" y="289467"/>
                  </a:lnTo>
                  <a:lnTo>
                    <a:pt x="2623492" y="284510"/>
                  </a:lnTo>
                  <a:lnTo>
                    <a:pt x="2624142" y="278597"/>
                  </a:lnTo>
                  <a:lnTo>
                    <a:pt x="2624792" y="272040"/>
                  </a:lnTo>
                  <a:lnTo>
                    <a:pt x="2625442" y="265112"/>
                  </a:lnTo>
                  <a:lnTo>
                    <a:pt x="2626092" y="258264"/>
                  </a:lnTo>
                  <a:lnTo>
                    <a:pt x="2626742" y="251756"/>
                  </a:lnTo>
                  <a:lnTo>
                    <a:pt x="2627392" y="245747"/>
                  </a:lnTo>
                  <a:lnTo>
                    <a:pt x="2628042" y="240376"/>
                  </a:lnTo>
                  <a:lnTo>
                    <a:pt x="2628692" y="235544"/>
                  </a:lnTo>
                  <a:lnTo>
                    <a:pt x="2629342" y="231201"/>
                  </a:lnTo>
                  <a:lnTo>
                    <a:pt x="2629992" y="227510"/>
                  </a:lnTo>
                  <a:lnTo>
                    <a:pt x="2630642" y="224227"/>
                  </a:lnTo>
                  <a:lnTo>
                    <a:pt x="2631291" y="221499"/>
                  </a:lnTo>
                  <a:lnTo>
                    <a:pt x="2631941" y="219666"/>
                  </a:lnTo>
                  <a:lnTo>
                    <a:pt x="2632591" y="218941"/>
                  </a:lnTo>
                  <a:lnTo>
                    <a:pt x="2633241" y="219335"/>
                  </a:lnTo>
                  <a:lnTo>
                    <a:pt x="2633891" y="220747"/>
                  </a:lnTo>
                  <a:lnTo>
                    <a:pt x="2634541" y="222877"/>
                  </a:lnTo>
                  <a:lnTo>
                    <a:pt x="2635191" y="225634"/>
                  </a:lnTo>
                  <a:lnTo>
                    <a:pt x="2635841" y="228896"/>
                  </a:lnTo>
                  <a:lnTo>
                    <a:pt x="2636491" y="232571"/>
                  </a:lnTo>
                  <a:lnTo>
                    <a:pt x="2637141" y="236622"/>
                  </a:lnTo>
                  <a:lnTo>
                    <a:pt x="2637791" y="241039"/>
                  </a:lnTo>
                  <a:lnTo>
                    <a:pt x="2638441" y="245977"/>
                  </a:lnTo>
                  <a:lnTo>
                    <a:pt x="2639091" y="251412"/>
                  </a:lnTo>
                  <a:lnTo>
                    <a:pt x="2639741" y="257108"/>
                  </a:lnTo>
                  <a:lnTo>
                    <a:pt x="2640391" y="263001"/>
                  </a:lnTo>
                  <a:lnTo>
                    <a:pt x="2641041" y="268864"/>
                  </a:lnTo>
                  <a:lnTo>
                    <a:pt x="2641690" y="274095"/>
                  </a:lnTo>
                  <a:lnTo>
                    <a:pt x="2642340" y="278422"/>
                  </a:lnTo>
                  <a:lnTo>
                    <a:pt x="2642990" y="281688"/>
                  </a:lnTo>
                  <a:lnTo>
                    <a:pt x="2643640" y="283880"/>
                  </a:lnTo>
                  <a:lnTo>
                    <a:pt x="2644290" y="285153"/>
                  </a:lnTo>
                  <a:lnTo>
                    <a:pt x="2644940" y="285535"/>
                  </a:lnTo>
                  <a:lnTo>
                    <a:pt x="2645590" y="285034"/>
                  </a:lnTo>
                  <a:lnTo>
                    <a:pt x="2646240" y="283735"/>
                  </a:lnTo>
                  <a:lnTo>
                    <a:pt x="2646890" y="281635"/>
                  </a:lnTo>
                  <a:lnTo>
                    <a:pt x="2647540" y="278693"/>
                  </a:lnTo>
                  <a:lnTo>
                    <a:pt x="2648190" y="274967"/>
                  </a:lnTo>
                  <a:lnTo>
                    <a:pt x="2648840" y="270769"/>
                  </a:lnTo>
                  <a:lnTo>
                    <a:pt x="2649490" y="266396"/>
                  </a:lnTo>
                  <a:lnTo>
                    <a:pt x="2650140" y="262003"/>
                  </a:lnTo>
                  <a:lnTo>
                    <a:pt x="2650790" y="257820"/>
                  </a:lnTo>
                  <a:lnTo>
                    <a:pt x="2651439" y="254315"/>
                  </a:lnTo>
                  <a:lnTo>
                    <a:pt x="2652089" y="251642"/>
                  </a:lnTo>
                  <a:lnTo>
                    <a:pt x="2652739" y="250013"/>
                  </a:lnTo>
                  <a:lnTo>
                    <a:pt x="2653389" y="249277"/>
                  </a:lnTo>
                  <a:lnTo>
                    <a:pt x="2654039" y="249435"/>
                  </a:lnTo>
                  <a:lnTo>
                    <a:pt x="2654689" y="250491"/>
                  </a:lnTo>
                  <a:lnTo>
                    <a:pt x="2655339" y="252443"/>
                  </a:lnTo>
                  <a:lnTo>
                    <a:pt x="2655989" y="255015"/>
                  </a:lnTo>
                  <a:lnTo>
                    <a:pt x="2656639" y="258089"/>
                  </a:lnTo>
                  <a:lnTo>
                    <a:pt x="2657289" y="261530"/>
                  </a:lnTo>
                  <a:lnTo>
                    <a:pt x="2657939" y="265297"/>
                  </a:lnTo>
                  <a:lnTo>
                    <a:pt x="2658589" y="269235"/>
                  </a:lnTo>
                  <a:lnTo>
                    <a:pt x="2659239" y="273236"/>
                  </a:lnTo>
                  <a:lnTo>
                    <a:pt x="2659889" y="277293"/>
                  </a:lnTo>
                  <a:lnTo>
                    <a:pt x="2660539" y="281336"/>
                  </a:lnTo>
                  <a:lnTo>
                    <a:pt x="2661189" y="285267"/>
                  </a:lnTo>
                  <a:lnTo>
                    <a:pt x="2661838" y="289098"/>
                  </a:lnTo>
                  <a:lnTo>
                    <a:pt x="2662488" y="292715"/>
                  </a:lnTo>
                  <a:lnTo>
                    <a:pt x="2663138" y="296414"/>
                  </a:lnTo>
                  <a:lnTo>
                    <a:pt x="2663788" y="300169"/>
                  </a:lnTo>
                  <a:lnTo>
                    <a:pt x="2664438" y="303969"/>
                  </a:lnTo>
                  <a:lnTo>
                    <a:pt x="2665088" y="307735"/>
                  </a:lnTo>
                  <a:lnTo>
                    <a:pt x="2665738" y="311673"/>
                  </a:lnTo>
                  <a:lnTo>
                    <a:pt x="2666388" y="315901"/>
                  </a:lnTo>
                  <a:lnTo>
                    <a:pt x="2667038" y="320487"/>
                  </a:lnTo>
                  <a:lnTo>
                    <a:pt x="2667688" y="325250"/>
                  </a:lnTo>
                  <a:lnTo>
                    <a:pt x="2668338" y="330008"/>
                  </a:lnTo>
                  <a:lnTo>
                    <a:pt x="2668988" y="334767"/>
                  </a:lnTo>
                  <a:lnTo>
                    <a:pt x="2669638" y="339512"/>
                  </a:lnTo>
                  <a:lnTo>
                    <a:pt x="2670288" y="344162"/>
                  </a:lnTo>
                  <a:lnTo>
                    <a:pt x="2670938" y="348612"/>
                  </a:lnTo>
                  <a:lnTo>
                    <a:pt x="2671587" y="352795"/>
                  </a:lnTo>
                  <a:lnTo>
                    <a:pt x="2672237" y="356638"/>
                  </a:lnTo>
                  <a:lnTo>
                    <a:pt x="2672887" y="359978"/>
                  </a:lnTo>
                  <a:lnTo>
                    <a:pt x="2673537" y="362657"/>
                  </a:lnTo>
                  <a:lnTo>
                    <a:pt x="2674187" y="364707"/>
                  </a:lnTo>
                  <a:lnTo>
                    <a:pt x="2674837" y="365924"/>
                  </a:lnTo>
                  <a:lnTo>
                    <a:pt x="2675487" y="366369"/>
                  </a:lnTo>
                  <a:lnTo>
                    <a:pt x="2676137" y="365970"/>
                  </a:lnTo>
                  <a:lnTo>
                    <a:pt x="2676787" y="364836"/>
                  </a:lnTo>
                  <a:lnTo>
                    <a:pt x="2677437" y="362953"/>
                  </a:lnTo>
                  <a:lnTo>
                    <a:pt x="2678087" y="360404"/>
                  </a:lnTo>
                  <a:lnTo>
                    <a:pt x="2678737" y="357214"/>
                  </a:lnTo>
                  <a:lnTo>
                    <a:pt x="2679387" y="353481"/>
                  </a:lnTo>
                  <a:lnTo>
                    <a:pt x="2680037" y="349266"/>
                  </a:lnTo>
                  <a:lnTo>
                    <a:pt x="2680687" y="344651"/>
                  </a:lnTo>
                  <a:lnTo>
                    <a:pt x="2681337" y="339817"/>
                  </a:lnTo>
                  <a:lnTo>
                    <a:pt x="2681986" y="335024"/>
                  </a:lnTo>
                  <a:lnTo>
                    <a:pt x="2682636" y="330395"/>
                  </a:lnTo>
                  <a:lnTo>
                    <a:pt x="2683286" y="326194"/>
                  </a:lnTo>
                  <a:lnTo>
                    <a:pt x="2683936" y="322406"/>
                  </a:lnTo>
                  <a:lnTo>
                    <a:pt x="2684586" y="319252"/>
                  </a:lnTo>
                  <a:lnTo>
                    <a:pt x="2685236" y="316708"/>
                  </a:lnTo>
                  <a:lnTo>
                    <a:pt x="2685886" y="314905"/>
                  </a:lnTo>
                  <a:lnTo>
                    <a:pt x="2686536" y="313907"/>
                  </a:lnTo>
                  <a:lnTo>
                    <a:pt x="2687186" y="313966"/>
                  </a:lnTo>
                  <a:lnTo>
                    <a:pt x="2687836" y="315097"/>
                  </a:lnTo>
                  <a:lnTo>
                    <a:pt x="2688486" y="317395"/>
                  </a:lnTo>
                  <a:lnTo>
                    <a:pt x="2689136" y="320898"/>
                  </a:lnTo>
                  <a:lnTo>
                    <a:pt x="2689786" y="325795"/>
                  </a:lnTo>
                  <a:lnTo>
                    <a:pt x="2690436" y="332064"/>
                  </a:lnTo>
                  <a:lnTo>
                    <a:pt x="2691086" y="339433"/>
                  </a:lnTo>
                  <a:lnTo>
                    <a:pt x="2691735" y="347660"/>
                  </a:lnTo>
                  <a:lnTo>
                    <a:pt x="2692385" y="356619"/>
                  </a:lnTo>
                  <a:lnTo>
                    <a:pt x="2693035" y="366231"/>
                  </a:lnTo>
                  <a:lnTo>
                    <a:pt x="2693685" y="376615"/>
                  </a:lnTo>
                  <a:lnTo>
                    <a:pt x="2694335" y="387728"/>
                  </a:lnTo>
                  <a:lnTo>
                    <a:pt x="2694985" y="399510"/>
                  </a:lnTo>
                  <a:lnTo>
                    <a:pt x="2695635" y="411799"/>
                  </a:lnTo>
                  <a:lnTo>
                    <a:pt x="2696285" y="424449"/>
                  </a:lnTo>
                  <a:lnTo>
                    <a:pt x="2696935" y="437194"/>
                  </a:lnTo>
                  <a:lnTo>
                    <a:pt x="2697585" y="449987"/>
                  </a:lnTo>
                  <a:lnTo>
                    <a:pt x="2698235" y="462504"/>
                  </a:lnTo>
                  <a:lnTo>
                    <a:pt x="2698885" y="474457"/>
                  </a:lnTo>
                  <a:lnTo>
                    <a:pt x="2699535" y="485448"/>
                  </a:lnTo>
                  <a:lnTo>
                    <a:pt x="2700185" y="495239"/>
                  </a:lnTo>
                  <a:lnTo>
                    <a:pt x="2700835" y="503910"/>
                  </a:lnTo>
                  <a:lnTo>
                    <a:pt x="2701485" y="511582"/>
                  </a:lnTo>
                  <a:lnTo>
                    <a:pt x="2702134" y="518434"/>
                  </a:lnTo>
                  <a:lnTo>
                    <a:pt x="2702784" y="524639"/>
                  </a:lnTo>
                  <a:lnTo>
                    <a:pt x="2703434" y="530292"/>
                  </a:lnTo>
                  <a:lnTo>
                    <a:pt x="2704084" y="535830"/>
                  </a:lnTo>
                  <a:lnTo>
                    <a:pt x="2704734" y="541602"/>
                  </a:lnTo>
                  <a:lnTo>
                    <a:pt x="2705384" y="547954"/>
                  </a:lnTo>
                  <a:lnTo>
                    <a:pt x="2706034" y="555258"/>
                  </a:lnTo>
                  <a:lnTo>
                    <a:pt x="2706684" y="563890"/>
                  </a:lnTo>
                  <a:lnTo>
                    <a:pt x="2707334" y="574235"/>
                  </a:lnTo>
                  <a:lnTo>
                    <a:pt x="2707984" y="586499"/>
                  </a:lnTo>
                  <a:lnTo>
                    <a:pt x="2708634" y="601029"/>
                  </a:lnTo>
                  <a:lnTo>
                    <a:pt x="2709284" y="618016"/>
                  </a:lnTo>
                  <a:lnTo>
                    <a:pt x="2709934" y="638137"/>
                  </a:lnTo>
                  <a:lnTo>
                    <a:pt x="2710584" y="661739"/>
                  </a:lnTo>
                  <a:lnTo>
                    <a:pt x="2711234" y="688983"/>
                  </a:lnTo>
                  <a:lnTo>
                    <a:pt x="2711883" y="720035"/>
                  </a:lnTo>
                  <a:lnTo>
                    <a:pt x="2712533" y="754960"/>
                  </a:lnTo>
                  <a:lnTo>
                    <a:pt x="2713183" y="793520"/>
                  </a:lnTo>
                  <a:lnTo>
                    <a:pt x="2713833" y="834955"/>
                  </a:lnTo>
                  <a:lnTo>
                    <a:pt x="2714483" y="878199"/>
                  </a:lnTo>
                  <a:lnTo>
                    <a:pt x="2715133" y="922365"/>
                  </a:lnTo>
                  <a:lnTo>
                    <a:pt x="2715783" y="966059"/>
                  </a:lnTo>
                  <a:lnTo>
                    <a:pt x="2716433" y="1007996"/>
                  </a:lnTo>
                  <a:lnTo>
                    <a:pt x="2717083" y="1046749"/>
                  </a:lnTo>
                  <a:lnTo>
                    <a:pt x="2717733" y="1081485"/>
                  </a:lnTo>
                  <a:lnTo>
                    <a:pt x="2718383" y="1111104"/>
                  </a:lnTo>
                  <a:lnTo>
                    <a:pt x="2719033" y="1135459"/>
                  </a:lnTo>
                  <a:lnTo>
                    <a:pt x="2719683" y="1153807"/>
                  </a:lnTo>
                  <a:lnTo>
                    <a:pt x="2720333" y="1165844"/>
                  </a:lnTo>
                  <a:lnTo>
                    <a:pt x="2720983" y="1171578"/>
                  </a:lnTo>
                  <a:lnTo>
                    <a:pt x="2721633" y="1170786"/>
                  </a:lnTo>
                  <a:lnTo>
                    <a:pt x="2722282" y="1163897"/>
                  </a:lnTo>
                  <a:lnTo>
                    <a:pt x="2722932" y="1152151"/>
                  </a:lnTo>
                  <a:lnTo>
                    <a:pt x="2723582" y="1137055"/>
                  </a:lnTo>
                  <a:lnTo>
                    <a:pt x="2724232" y="1120394"/>
                  </a:lnTo>
                  <a:lnTo>
                    <a:pt x="2724882" y="1103476"/>
                  </a:lnTo>
                  <a:lnTo>
                    <a:pt x="2725532" y="1087605"/>
                  </a:lnTo>
                  <a:lnTo>
                    <a:pt x="2726182" y="1073529"/>
                  </a:lnTo>
                  <a:lnTo>
                    <a:pt x="2726832" y="1061531"/>
                  </a:lnTo>
                  <a:lnTo>
                    <a:pt x="2727482" y="1051683"/>
                  </a:lnTo>
                  <a:lnTo>
                    <a:pt x="2728132" y="1043930"/>
                  </a:lnTo>
                  <a:lnTo>
                    <a:pt x="2728782" y="1037861"/>
                  </a:lnTo>
                  <a:lnTo>
                    <a:pt x="2729432" y="1032983"/>
                  </a:lnTo>
                  <a:lnTo>
                    <a:pt x="2730082" y="1029111"/>
                  </a:lnTo>
                  <a:lnTo>
                    <a:pt x="2730732" y="1026222"/>
                  </a:lnTo>
                  <a:lnTo>
                    <a:pt x="2731382" y="1024650"/>
                  </a:lnTo>
                  <a:lnTo>
                    <a:pt x="2732031" y="1024618"/>
                  </a:lnTo>
                  <a:lnTo>
                    <a:pt x="2732681" y="1026575"/>
                  </a:lnTo>
                  <a:lnTo>
                    <a:pt x="2733331" y="1030731"/>
                  </a:lnTo>
                  <a:lnTo>
                    <a:pt x="2733981" y="1036619"/>
                  </a:lnTo>
                  <a:lnTo>
                    <a:pt x="2734631" y="1043702"/>
                  </a:lnTo>
                  <a:lnTo>
                    <a:pt x="2735281" y="1051591"/>
                  </a:lnTo>
                  <a:lnTo>
                    <a:pt x="2735931" y="1059845"/>
                  </a:lnTo>
                  <a:lnTo>
                    <a:pt x="2736581" y="1068223"/>
                  </a:lnTo>
                  <a:lnTo>
                    <a:pt x="2737231" y="1076546"/>
                  </a:lnTo>
                  <a:lnTo>
                    <a:pt x="2737881" y="1084907"/>
                  </a:lnTo>
                  <a:lnTo>
                    <a:pt x="2738531" y="1093362"/>
                  </a:lnTo>
                  <a:lnTo>
                    <a:pt x="2739181" y="1101906"/>
                  </a:lnTo>
                  <a:lnTo>
                    <a:pt x="2739831" y="1110482"/>
                  </a:lnTo>
                  <a:lnTo>
                    <a:pt x="2740481" y="1118864"/>
                  </a:lnTo>
                  <a:lnTo>
                    <a:pt x="2741131" y="1126741"/>
                  </a:lnTo>
                  <a:lnTo>
                    <a:pt x="2741781" y="1133754"/>
                  </a:lnTo>
                  <a:lnTo>
                    <a:pt x="2742430" y="1139175"/>
                  </a:lnTo>
                  <a:lnTo>
                    <a:pt x="2743080" y="1142676"/>
                  </a:lnTo>
                  <a:lnTo>
                    <a:pt x="2743730" y="1144862"/>
                  </a:lnTo>
                  <a:lnTo>
                    <a:pt x="2744380" y="1146096"/>
                  </a:lnTo>
                  <a:lnTo>
                    <a:pt x="2745030" y="1146584"/>
                  </a:lnTo>
                  <a:lnTo>
                    <a:pt x="2745680" y="1146802"/>
                  </a:lnTo>
                  <a:lnTo>
                    <a:pt x="2746330" y="1146975"/>
                  </a:lnTo>
                  <a:lnTo>
                    <a:pt x="2746980" y="1147655"/>
                  </a:lnTo>
                  <a:lnTo>
                    <a:pt x="2747630" y="1149313"/>
                  </a:lnTo>
                  <a:lnTo>
                    <a:pt x="2748280" y="1152104"/>
                  </a:lnTo>
                  <a:lnTo>
                    <a:pt x="2748930" y="1156002"/>
                  </a:lnTo>
                  <a:lnTo>
                    <a:pt x="2749580" y="1161211"/>
                  </a:lnTo>
                  <a:lnTo>
                    <a:pt x="2750230" y="1168046"/>
                  </a:lnTo>
                  <a:lnTo>
                    <a:pt x="2750880" y="1176753"/>
                  </a:lnTo>
                  <a:lnTo>
                    <a:pt x="2751530" y="1186713"/>
                  </a:lnTo>
                  <a:lnTo>
                    <a:pt x="2752179" y="1197337"/>
                  </a:lnTo>
                  <a:lnTo>
                    <a:pt x="2752829" y="1208514"/>
                  </a:lnTo>
                  <a:lnTo>
                    <a:pt x="2753479" y="1220398"/>
                  </a:lnTo>
                  <a:lnTo>
                    <a:pt x="2754129" y="1233200"/>
                  </a:lnTo>
                  <a:lnTo>
                    <a:pt x="2754779" y="1246704"/>
                  </a:lnTo>
                  <a:lnTo>
                    <a:pt x="2755429" y="1260503"/>
                  </a:lnTo>
                  <a:lnTo>
                    <a:pt x="2756079" y="1274372"/>
                  </a:lnTo>
                  <a:lnTo>
                    <a:pt x="2756729" y="1287520"/>
                  </a:lnTo>
                  <a:lnTo>
                    <a:pt x="2757379" y="1299459"/>
                  </a:lnTo>
                  <a:lnTo>
                    <a:pt x="2758029" y="1309617"/>
                  </a:lnTo>
                  <a:lnTo>
                    <a:pt x="2758679" y="1317948"/>
                  </a:lnTo>
                  <a:lnTo>
                    <a:pt x="2759329" y="1324253"/>
                  </a:lnTo>
                  <a:lnTo>
                    <a:pt x="2759979" y="1328244"/>
                  </a:lnTo>
                  <a:lnTo>
                    <a:pt x="2760629" y="1329900"/>
                  </a:lnTo>
                  <a:lnTo>
                    <a:pt x="2761279" y="1330221"/>
                  </a:lnTo>
                  <a:lnTo>
                    <a:pt x="2761928" y="1330220"/>
                  </a:lnTo>
                  <a:lnTo>
                    <a:pt x="2762578" y="1330258"/>
                  </a:lnTo>
                  <a:lnTo>
                    <a:pt x="2763228" y="1330290"/>
                  </a:lnTo>
                  <a:lnTo>
                    <a:pt x="2763878" y="1330293"/>
                  </a:lnTo>
                  <a:lnTo>
                    <a:pt x="2764528" y="1330666"/>
                  </a:lnTo>
                  <a:lnTo>
                    <a:pt x="2765178" y="1331976"/>
                  </a:lnTo>
                  <a:lnTo>
                    <a:pt x="2765828" y="1334421"/>
                  </a:lnTo>
                  <a:lnTo>
                    <a:pt x="2766478" y="1338628"/>
                  </a:lnTo>
                  <a:lnTo>
                    <a:pt x="2767128" y="1344345"/>
                  </a:lnTo>
                  <a:lnTo>
                    <a:pt x="2767778" y="1351457"/>
                  </a:lnTo>
                  <a:lnTo>
                    <a:pt x="2768428" y="1359637"/>
                  </a:lnTo>
                  <a:lnTo>
                    <a:pt x="2769078" y="1368495"/>
                  </a:lnTo>
                  <a:lnTo>
                    <a:pt x="2769728" y="1377846"/>
                  </a:lnTo>
                  <a:lnTo>
                    <a:pt x="2770378" y="1387244"/>
                  </a:lnTo>
                  <a:lnTo>
                    <a:pt x="2771028" y="1396462"/>
                  </a:lnTo>
                  <a:lnTo>
                    <a:pt x="2771678" y="1405232"/>
                  </a:lnTo>
                  <a:lnTo>
                    <a:pt x="2772327" y="1413247"/>
                  </a:lnTo>
                  <a:lnTo>
                    <a:pt x="2772977" y="1420263"/>
                  </a:lnTo>
                  <a:lnTo>
                    <a:pt x="2773627" y="1425660"/>
                  </a:lnTo>
                  <a:lnTo>
                    <a:pt x="2774277" y="1429078"/>
                  </a:lnTo>
                  <a:lnTo>
                    <a:pt x="2774927" y="1430015"/>
                  </a:lnTo>
                  <a:lnTo>
                    <a:pt x="2775577" y="1428477"/>
                  </a:lnTo>
                  <a:lnTo>
                    <a:pt x="2776227" y="1424139"/>
                  </a:lnTo>
                  <a:lnTo>
                    <a:pt x="2776877" y="1417591"/>
                  </a:lnTo>
                  <a:lnTo>
                    <a:pt x="2777527" y="1409599"/>
                  </a:lnTo>
                  <a:lnTo>
                    <a:pt x="2778177" y="1400830"/>
                  </a:lnTo>
                  <a:lnTo>
                    <a:pt x="2778827" y="1392059"/>
                  </a:lnTo>
                  <a:lnTo>
                    <a:pt x="2779477" y="1383617"/>
                  </a:lnTo>
                  <a:lnTo>
                    <a:pt x="2780127" y="1375640"/>
                  </a:lnTo>
                  <a:lnTo>
                    <a:pt x="2780777" y="1368248"/>
                  </a:lnTo>
                  <a:lnTo>
                    <a:pt x="2781427" y="1361668"/>
                  </a:lnTo>
                  <a:lnTo>
                    <a:pt x="2782076" y="1355972"/>
                  </a:lnTo>
                  <a:lnTo>
                    <a:pt x="2782726" y="1351163"/>
                  </a:lnTo>
                  <a:lnTo>
                    <a:pt x="2783376" y="1347698"/>
                  </a:lnTo>
                  <a:lnTo>
                    <a:pt x="2784026" y="1346189"/>
                  </a:lnTo>
                  <a:lnTo>
                    <a:pt x="2784676" y="1347508"/>
                  </a:lnTo>
                  <a:lnTo>
                    <a:pt x="2785326" y="1352275"/>
                  </a:lnTo>
                  <a:lnTo>
                    <a:pt x="2785976" y="1360428"/>
                  </a:lnTo>
                  <a:lnTo>
                    <a:pt x="2786626" y="1371814"/>
                  </a:lnTo>
                  <a:lnTo>
                    <a:pt x="2787276" y="1385701"/>
                  </a:lnTo>
                  <a:lnTo>
                    <a:pt x="2787926" y="1401651"/>
                  </a:lnTo>
                  <a:lnTo>
                    <a:pt x="2788576" y="1419144"/>
                  </a:lnTo>
                  <a:lnTo>
                    <a:pt x="2789226" y="1438101"/>
                  </a:lnTo>
                  <a:lnTo>
                    <a:pt x="2789876" y="1457707"/>
                  </a:lnTo>
                  <a:lnTo>
                    <a:pt x="2790526" y="1477729"/>
                  </a:lnTo>
                  <a:lnTo>
                    <a:pt x="2791176" y="1497888"/>
                  </a:lnTo>
                  <a:lnTo>
                    <a:pt x="2791826" y="1518418"/>
                  </a:lnTo>
                  <a:lnTo>
                    <a:pt x="2792475" y="1539533"/>
                  </a:lnTo>
                  <a:lnTo>
                    <a:pt x="2793125" y="1561037"/>
                  </a:lnTo>
                  <a:lnTo>
                    <a:pt x="2793775" y="1582139"/>
                  </a:lnTo>
                  <a:lnTo>
                    <a:pt x="2794425" y="1601725"/>
                  </a:lnTo>
                  <a:lnTo>
                    <a:pt x="2795075" y="1618574"/>
                  </a:lnTo>
                  <a:lnTo>
                    <a:pt x="2795725" y="1632659"/>
                  </a:lnTo>
                  <a:lnTo>
                    <a:pt x="2796375" y="1643577"/>
                  </a:lnTo>
                  <a:lnTo>
                    <a:pt x="2797025" y="1651944"/>
                  </a:lnTo>
                  <a:lnTo>
                    <a:pt x="2797675" y="1658115"/>
                  </a:lnTo>
                  <a:lnTo>
                    <a:pt x="2798325" y="1662188"/>
                  </a:lnTo>
                  <a:lnTo>
                    <a:pt x="2798975" y="1664023"/>
                  </a:lnTo>
                  <a:lnTo>
                    <a:pt x="2799625" y="1665133"/>
                  </a:lnTo>
                  <a:lnTo>
                    <a:pt x="2800275" y="1665246"/>
                  </a:lnTo>
                  <a:lnTo>
                    <a:pt x="2800925" y="1663514"/>
                  </a:lnTo>
                  <a:lnTo>
                    <a:pt x="2801575" y="1658931"/>
                  </a:lnTo>
                  <a:lnTo>
                    <a:pt x="2802224" y="1650892"/>
                  </a:lnTo>
                  <a:lnTo>
                    <a:pt x="2802874" y="1639278"/>
                  </a:lnTo>
                  <a:lnTo>
                    <a:pt x="2803524" y="1624040"/>
                  </a:lnTo>
                  <a:lnTo>
                    <a:pt x="2804174" y="1605404"/>
                  </a:lnTo>
                  <a:lnTo>
                    <a:pt x="2804824" y="1583533"/>
                  </a:lnTo>
                  <a:lnTo>
                    <a:pt x="2805474" y="1558891"/>
                  </a:lnTo>
                  <a:lnTo>
                    <a:pt x="2806124" y="1532964"/>
                  </a:lnTo>
                  <a:lnTo>
                    <a:pt x="2806774" y="1505619"/>
                  </a:lnTo>
                  <a:lnTo>
                    <a:pt x="2807424" y="1477388"/>
                  </a:lnTo>
                  <a:lnTo>
                    <a:pt x="2808074" y="1448472"/>
                  </a:lnTo>
                  <a:lnTo>
                    <a:pt x="2808724" y="1417768"/>
                  </a:lnTo>
                  <a:lnTo>
                    <a:pt x="2809374" y="1385532"/>
                  </a:lnTo>
                  <a:lnTo>
                    <a:pt x="2810024" y="1352279"/>
                  </a:lnTo>
                  <a:lnTo>
                    <a:pt x="2810674" y="1318198"/>
                  </a:lnTo>
                  <a:lnTo>
                    <a:pt x="2811324" y="1284116"/>
                  </a:lnTo>
                  <a:lnTo>
                    <a:pt x="2811974" y="1250949"/>
                  </a:lnTo>
                  <a:lnTo>
                    <a:pt x="2812623" y="1219348"/>
                  </a:lnTo>
                  <a:lnTo>
                    <a:pt x="2813273" y="1190061"/>
                  </a:lnTo>
                  <a:lnTo>
                    <a:pt x="2813923" y="1163010"/>
                  </a:lnTo>
                  <a:lnTo>
                    <a:pt x="2814573" y="1137646"/>
                  </a:lnTo>
                  <a:lnTo>
                    <a:pt x="2815223" y="1113957"/>
                  </a:lnTo>
                  <a:lnTo>
                    <a:pt x="2815873" y="1091109"/>
                  </a:lnTo>
                  <a:lnTo>
                    <a:pt x="2816523" y="1069004"/>
                  </a:lnTo>
                  <a:lnTo>
                    <a:pt x="2817173" y="1047315"/>
                  </a:lnTo>
                  <a:lnTo>
                    <a:pt x="2817823" y="1026067"/>
                  </a:lnTo>
                  <a:lnTo>
                    <a:pt x="2818473" y="1006177"/>
                  </a:lnTo>
                  <a:lnTo>
                    <a:pt x="2819123" y="987787"/>
                  </a:lnTo>
                  <a:lnTo>
                    <a:pt x="2819773" y="971182"/>
                  </a:lnTo>
                  <a:lnTo>
                    <a:pt x="2820423" y="956587"/>
                  </a:lnTo>
                  <a:lnTo>
                    <a:pt x="2821073" y="943931"/>
                  </a:lnTo>
                  <a:lnTo>
                    <a:pt x="2821723" y="932734"/>
                  </a:lnTo>
                  <a:lnTo>
                    <a:pt x="2822372" y="922626"/>
                  </a:lnTo>
                  <a:lnTo>
                    <a:pt x="2823022" y="912764"/>
                  </a:lnTo>
                  <a:lnTo>
                    <a:pt x="2823672" y="902880"/>
                  </a:lnTo>
                  <a:lnTo>
                    <a:pt x="2824322" y="893122"/>
                  </a:lnTo>
                  <a:lnTo>
                    <a:pt x="2824972" y="883167"/>
                  </a:lnTo>
                  <a:lnTo>
                    <a:pt x="2825622" y="872983"/>
                  </a:lnTo>
                  <a:lnTo>
                    <a:pt x="2826272" y="862434"/>
                  </a:lnTo>
                  <a:lnTo>
                    <a:pt x="2826922" y="851252"/>
                  </a:lnTo>
                  <a:lnTo>
                    <a:pt x="2827572" y="839412"/>
                  </a:lnTo>
                  <a:lnTo>
                    <a:pt x="2828222" y="826801"/>
                  </a:lnTo>
                  <a:lnTo>
                    <a:pt x="2828872" y="813132"/>
                  </a:lnTo>
                  <a:lnTo>
                    <a:pt x="2829522" y="798334"/>
                  </a:lnTo>
                  <a:lnTo>
                    <a:pt x="2830172" y="782683"/>
                  </a:lnTo>
                  <a:lnTo>
                    <a:pt x="2830822" y="766207"/>
                  </a:lnTo>
                  <a:lnTo>
                    <a:pt x="2831472" y="749009"/>
                  </a:lnTo>
                  <a:lnTo>
                    <a:pt x="2832122" y="731278"/>
                  </a:lnTo>
                  <a:lnTo>
                    <a:pt x="2832771" y="713536"/>
                  </a:lnTo>
                  <a:lnTo>
                    <a:pt x="2833421" y="696138"/>
                  </a:lnTo>
                  <a:lnTo>
                    <a:pt x="2834071" y="679059"/>
                  </a:lnTo>
                  <a:lnTo>
                    <a:pt x="2834721" y="662429"/>
                  </a:lnTo>
                  <a:lnTo>
                    <a:pt x="2835371" y="646351"/>
                  </a:lnTo>
                  <a:lnTo>
                    <a:pt x="2836021" y="630996"/>
                  </a:lnTo>
                  <a:lnTo>
                    <a:pt x="2836671" y="616581"/>
                  </a:lnTo>
                  <a:lnTo>
                    <a:pt x="2837321" y="603060"/>
                  </a:lnTo>
                  <a:lnTo>
                    <a:pt x="2837971" y="590548"/>
                  </a:lnTo>
                  <a:lnTo>
                    <a:pt x="2838621" y="579166"/>
                  </a:lnTo>
                  <a:lnTo>
                    <a:pt x="2839271" y="568862"/>
                  </a:lnTo>
                  <a:lnTo>
                    <a:pt x="2839921" y="559360"/>
                  </a:lnTo>
                  <a:lnTo>
                    <a:pt x="2840571" y="550532"/>
                  </a:lnTo>
                  <a:lnTo>
                    <a:pt x="2841221" y="542676"/>
                  </a:lnTo>
                  <a:lnTo>
                    <a:pt x="2841871" y="535612"/>
                  </a:lnTo>
                  <a:lnTo>
                    <a:pt x="2842520" y="528934"/>
                  </a:lnTo>
                  <a:lnTo>
                    <a:pt x="2843170" y="522575"/>
                  </a:lnTo>
                  <a:lnTo>
                    <a:pt x="2843820" y="516654"/>
                  </a:lnTo>
                  <a:lnTo>
                    <a:pt x="2844470" y="511046"/>
                  </a:lnTo>
                  <a:lnTo>
                    <a:pt x="2845120" y="505808"/>
                  </a:lnTo>
                  <a:lnTo>
                    <a:pt x="2845770" y="500708"/>
                  </a:lnTo>
                  <a:lnTo>
                    <a:pt x="2846420" y="495650"/>
                  </a:lnTo>
                  <a:lnTo>
                    <a:pt x="2847070" y="490855"/>
                  </a:lnTo>
                  <a:lnTo>
                    <a:pt x="2847720" y="485937"/>
                  </a:lnTo>
                  <a:lnTo>
                    <a:pt x="2848370" y="480697"/>
                  </a:lnTo>
                  <a:lnTo>
                    <a:pt x="2849020" y="475318"/>
                  </a:lnTo>
                  <a:lnTo>
                    <a:pt x="2849670" y="469984"/>
                  </a:lnTo>
                  <a:lnTo>
                    <a:pt x="2850320" y="464857"/>
                  </a:lnTo>
                  <a:lnTo>
                    <a:pt x="2850970" y="459731"/>
                  </a:lnTo>
                  <a:lnTo>
                    <a:pt x="2851620" y="454673"/>
                  </a:lnTo>
                  <a:lnTo>
                    <a:pt x="2852270" y="449930"/>
                  </a:lnTo>
                  <a:lnTo>
                    <a:pt x="2852919" y="445618"/>
                  </a:lnTo>
                  <a:lnTo>
                    <a:pt x="2853569" y="441608"/>
                  </a:lnTo>
                  <a:lnTo>
                    <a:pt x="2854219" y="437885"/>
                  </a:lnTo>
                  <a:lnTo>
                    <a:pt x="2854869" y="434157"/>
                  </a:lnTo>
                  <a:lnTo>
                    <a:pt x="2855519" y="430506"/>
                  </a:lnTo>
                  <a:lnTo>
                    <a:pt x="2856169" y="426884"/>
                  </a:lnTo>
                  <a:lnTo>
                    <a:pt x="2856819" y="422930"/>
                  </a:lnTo>
                  <a:lnTo>
                    <a:pt x="2857469" y="418665"/>
                  </a:lnTo>
                  <a:lnTo>
                    <a:pt x="2858119" y="414248"/>
                  </a:lnTo>
                  <a:lnTo>
                    <a:pt x="2858769" y="409565"/>
                  </a:lnTo>
                  <a:lnTo>
                    <a:pt x="2859419" y="404827"/>
                  </a:lnTo>
                  <a:lnTo>
                    <a:pt x="2860069" y="400105"/>
                  </a:lnTo>
                  <a:lnTo>
                    <a:pt x="2860719" y="395360"/>
                  </a:lnTo>
                  <a:lnTo>
                    <a:pt x="2861369" y="390671"/>
                  </a:lnTo>
                  <a:lnTo>
                    <a:pt x="2862019" y="386141"/>
                  </a:lnTo>
                  <a:lnTo>
                    <a:pt x="2862668" y="381490"/>
                  </a:lnTo>
                  <a:lnTo>
                    <a:pt x="2863318" y="376766"/>
                  </a:lnTo>
                  <a:lnTo>
                    <a:pt x="2863968" y="372199"/>
                  </a:lnTo>
                  <a:lnTo>
                    <a:pt x="2864618" y="367996"/>
                  </a:lnTo>
                  <a:lnTo>
                    <a:pt x="2865268" y="364321"/>
                  </a:lnTo>
                  <a:lnTo>
                    <a:pt x="2865918" y="361436"/>
                  </a:lnTo>
                  <a:lnTo>
                    <a:pt x="2866568" y="359704"/>
                  </a:lnTo>
                  <a:lnTo>
                    <a:pt x="2867218" y="359349"/>
                  </a:lnTo>
                  <a:lnTo>
                    <a:pt x="2867868" y="360499"/>
                  </a:lnTo>
                  <a:lnTo>
                    <a:pt x="2868518" y="363153"/>
                  </a:lnTo>
                  <a:lnTo>
                    <a:pt x="2869168" y="367107"/>
                  </a:lnTo>
                  <a:lnTo>
                    <a:pt x="2869818" y="372310"/>
                  </a:lnTo>
                  <a:lnTo>
                    <a:pt x="2870468" y="378650"/>
                  </a:lnTo>
                  <a:lnTo>
                    <a:pt x="2871118" y="385939"/>
                  </a:lnTo>
                  <a:lnTo>
                    <a:pt x="2871768" y="394109"/>
                  </a:lnTo>
                  <a:lnTo>
                    <a:pt x="2872418" y="403364"/>
                  </a:lnTo>
                  <a:lnTo>
                    <a:pt x="2873067" y="413827"/>
                  </a:lnTo>
                  <a:lnTo>
                    <a:pt x="2873717" y="425396"/>
                  </a:lnTo>
                  <a:lnTo>
                    <a:pt x="2874367" y="438082"/>
                  </a:lnTo>
                  <a:lnTo>
                    <a:pt x="2875017" y="452036"/>
                  </a:lnTo>
                  <a:lnTo>
                    <a:pt x="2875667" y="467158"/>
                  </a:lnTo>
                  <a:lnTo>
                    <a:pt x="2876317" y="483125"/>
                  </a:lnTo>
                  <a:lnTo>
                    <a:pt x="2876967" y="499820"/>
                  </a:lnTo>
                  <a:lnTo>
                    <a:pt x="2877617" y="516888"/>
                  </a:lnTo>
                  <a:lnTo>
                    <a:pt x="2878267" y="534297"/>
                  </a:lnTo>
                  <a:lnTo>
                    <a:pt x="2878917" y="552066"/>
                  </a:lnTo>
                  <a:lnTo>
                    <a:pt x="2879567" y="570013"/>
                  </a:lnTo>
                  <a:lnTo>
                    <a:pt x="2880217" y="588461"/>
                  </a:lnTo>
                  <a:lnTo>
                    <a:pt x="2880867" y="607848"/>
                  </a:lnTo>
                  <a:lnTo>
                    <a:pt x="2881517" y="627940"/>
                  </a:lnTo>
                  <a:lnTo>
                    <a:pt x="2882167" y="648476"/>
                  </a:lnTo>
                  <a:lnTo>
                    <a:pt x="2882816" y="669010"/>
                  </a:lnTo>
                  <a:lnTo>
                    <a:pt x="2883466" y="689061"/>
                  </a:lnTo>
                  <a:lnTo>
                    <a:pt x="2884116" y="708341"/>
                  </a:lnTo>
                  <a:lnTo>
                    <a:pt x="2884766" y="726251"/>
                  </a:lnTo>
                  <a:lnTo>
                    <a:pt x="2885416" y="742431"/>
                  </a:lnTo>
                  <a:lnTo>
                    <a:pt x="2886066" y="757088"/>
                  </a:lnTo>
                  <a:lnTo>
                    <a:pt x="2886716" y="770628"/>
                  </a:lnTo>
                  <a:lnTo>
                    <a:pt x="2887366" y="783876"/>
                  </a:lnTo>
                  <a:lnTo>
                    <a:pt x="2888016" y="797312"/>
                  </a:lnTo>
                  <a:lnTo>
                    <a:pt x="2888666" y="811158"/>
                  </a:lnTo>
                  <a:lnTo>
                    <a:pt x="2889316" y="825888"/>
                  </a:lnTo>
                  <a:lnTo>
                    <a:pt x="2889966" y="841779"/>
                  </a:lnTo>
                  <a:lnTo>
                    <a:pt x="2890616" y="858654"/>
                  </a:lnTo>
                  <a:lnTo>
                    <a:pt x="2891266" y="877027"/>
                  </a:lnTo>
                  <a:lnTo>
                    <a:pt x="2891916" y="897072"/>
                  </a:lnTo>
                  <a:lnTo>
                    <a:pt x="2892566" y="919163"/>
                  </a:lnTo>
                  <a:lnTo>
                    <a:pt x="2893215" y="944105"/>
                  </a:lnTo>
                  <a:lnTo>
                    <a:pt x="2893865" y="972564"/>
                  </a:lnTo>
                  <a:lnTo>
                    <a:pt x="2894515" y="1004851"/>
                  </a:lnTo>
                  <a:lnTo>
                    <a:pt x="2895165" y="1041841"/>
                  </a:lnTo>
                  <a:lnTo>
                    <a:pt x="2895815" y="1084125"/>
                  </a:lnTo>
                  <a:lnTo>
                    <a:pt x="2896465" y="1131560"/>
                  </a:lnTo>
                  <a:lnTo>
                    <a:pt x="2897115" y="1183604"/>
                  </a:lnTo>
                  <a:lnTo>
                    <a:pt x="2897765" y="1239173"/>
                  </a:lnTo>
                  <a:lnTo>
                    <a:pt x="2898415" y="1296860"/>
                  </a:lnTo>
                  <a:lnTo>
                    <a:pt x="2899065" y="1354804"/>
                  </a:lnTo>
                  <a:lnTo>
                    <a:pt x="2899715" y="1410176"/>
                  </a:lnTo>
                  <a:lnTo>
                    <a:pt x="2900365" y="1459825"/>
                  </a:lnTo>
                  <a:lnTo>
                    <a:pt x="2901015" y="1500405"/>
                  </a:lnTo>
                  <a:lnTo>
                    <a:pt x="2901665" y="1529517"/>
                  </a:lnTo>
                  <a:lnTo>
                    <a:pt x="2902315" y="1545806"/>
                  </a:lnTo>
                  <a:lnTo>
                    <a:pt x="2902964" y="1547696"/>
                  </a:lnTo>
                  <a:lnTo>
                    <a:pt x="2903614" y="1534613"/>
                  </a:lnTo>
                  <a:lnTo>
                    <a:pt x="2904264" y="1508432"/>
                  </a:lnTo>
                  <a:lnTo>
                    <a:pt x="2904914" y="1470186"/>
                  </a:lnTo>
                  <a:lnTo>
                    <a:pt x="2905564" y="1421299"/>
                  </a:lnTo>
                  <a:lnTo>
                    <a:pt x="2906214" y="1364044"/>
                  </a:lnTo>
                  <a:lnTo>
                    <a:pt x="2906864" y="1301485"/>
                  </a:lnTo>
                  <a:lnTo>
                    <a:pt x="2907514" y="1236456"/>
                  </a:lnTo>
                  <a:lnTo>
                    <a:pt x="2908164" y="1172136"/>
                  </a:lnTo>
                  <a:lnTo>
                    <a:pt x="2908814" y="1110303"/>
                  </a:lnTo>
                  <a:lnTo>
                    <a:pt x="2909464" y="1052290"/>
                  </a:lnTo>
                  <a:lnTo>
                    <a:pt x="2910114" y="999086"/>
                  </a:lnTo>
                  <a:lnTo>
                    <a:pt x="2910764" y="951058"/>
                  </a:lnTo>
                  <a:lnTo>
                    <a:pt x="2911414" y="908073"/>
                  </a:lnTo>
                  <a:lnTo>
                    <a:pt x="2912064" y="869672"/>
                  </a:lnTo>
                  <a:lnTo>
                    <a:pt x="2912713" y="835637"/>
                  </a:lnTo>
                  <a:lnTo>
                    <a:pt x="2913363" y="805643"/>
                  </a:lnTo>
                  <a:lnTo>
                    <a:pt x="2914013" y="779260"/>
                  </a:lnTo>
                  <a:lnTo>
                    <a:pt x="2914663" y="756369"/>
                  </a:lnTo>
                  <a:lnTo>
                    <a:pt x="2915313" y="737006"/>
                  </a:lnTo>
                  <a:lnTo>
                    <a:pt x="2915963" y="721356"/>
                  </a:lnTo>
                  <a:lnTo>
                    <a:pt x="2916613" y="709168"/>
                  </a:lnTo>
                  <a:lnTo>
                    <a:pt x="2917263" y="700085"/>
                  </a:lnTo>
                  <a:lnTo>
                    <a:pt x="2917913" y="693374"/>
                  </a:lnTo>
                  <a:lnTo>
                    <a:pt x="2918563" y="688561"/>
                  </a:lnTo>
                  <a:lnTo>
                    <a:pt x="2919213" y="684882"/>
                  </a:lnTo>
                  <a:lnTo>
                    <a:pt x="2919863" y="681641"/>
                  </a:lnTo>
                  <a:lnTo>
                    <a:pt x="2920513" y="678102"/>
                  </a:lnTo>
                  <a:lnTo>
                    <a:pt x="2921163" y="673984"/>
                  </a:lnTo>
                  <a:lnTo>
                    <a:pt x="2921813" y="669172"/>
                  </a:lnTo>
                  <a:lnTo>
                    <a:pt x="2922463" y="663186"/>
                  </a:lnTo>
                  <a:lnTo>
                    <a:pt x="2923112" y="655821"/>
                  </a:lnTo>
                  <a:lnTo>
                    <a:pt x="2923762" y="647098"/>
                  </a:lnTo>
                  <a:lnTo>
                    <a:pt x="2924412" y="636975"/>
                  </a:lnTo>
                  <a:lnTo>
                    <a:pt x="2925062" y="625541"/>
                  </a:lnTo>
                  <a:lnTo>
                    <a:pt x="2925712" y="612620"/>
                  </a:lnTo>
                  <a:lnTo>
                    <a:pt x="2926362" y="598176"/>
                  </a:lnTo>
                  <a:lnTo>
                    <a:pt x="2927012" y="582641"/>
                  </a:lnTo>
                  <a:lnTo>
                    <a:pt x="2927662" y="566292"/>
                  </a:lnTo>
                  <a:lnTo>
                    <a:pt x="2928312" y="549510"/>
                  </a:lnTo>
                  <a:lnTo>
                    <a:pt x="2928962" y="532257"/>
                  </a:lnTo>
                  <a:lnTo>
                    <a:pt x="2929612" y="514746"/>
                  </a:lnTo>
                  <a:lnTo>
                    <a:pt x="2930262" y="497265"/>
                  </a:lnTo>
                  <a:lnTo>
                    <a:pt x="2930912" y="480053"/>
                  </a:lnTo>
                  <a:lnTo>
                    <a:pt x="2931562" y="463328"/>
                  </a:lnTo>
                  <a:lnTo>
                    <a:pt x="2932212" y="447607"/>
                  </a:lnTo>
                  <a:lnTo>
                    <a:pt x="2932861" y="432918"/>
                  </a:lnTo>
                  <a:lnTo>
                    <a:pt x="2933511" y="419578"/>
                  </a:lnTo>
                  <a:lnTo>
                    <a:pt x="2934161" y="407741"/>
                  </a:lnTo>
                  <a:lnTo>
                    <a:pt x="2934811" y="397226"/>
                  </a:lnTo>
                  <a:lnTo>
                    <a:pt x="2935461" y="388124"/>
                  </a:lnTo>
                  <a:lnTo>
                    <a:pt x="2936111" y="380339"/>
                  </a:lnTo>
                  <a:lnTo>
                    <a:pt x="2936761" y="373571"/>
                  </a:lnTo>
                  <a:lnTo>
                    <a:pt x="2937411" y="367881"/>
                  </a:lnTo>
                  <a:lnTo>
                    <a:pt x="2938061" y="363213"/>
                  </a:lnTo>
                  <a:lnTo>
                    <a:pt x="2938711" y="359871"/>
                  </a:lnTo>
                  <a:lnTo>
                    <a:pt x="2939361" y="357871"/>
                  </a:lnTo>
                  <a:lnTo>
                    <a:pt x="2940011" y="357179"/>
                  </a:lnTo>
                  <a:lnTo>
                    <a:pt x="2940661" y="357532"/>
                  </a:lnTo>
                  <a:lnTo>
                    <a:pt x="2941311" y="358540"/>
                  </a:lnTo>
                  <a:lnTo>
                    <a:pt x="2941961" y="359731"/>
                  </a:lnTo>
                  <a:lnTo>
                    <a:pt x="2942611" y="360904"/>
                  </a:lnTo>
                  <a:lnTo>
                    <a:pt x="2943260" y="361559"/>
                  </a:lnTo>
                  <a:lnTo>
                    <a:pt x="2943910" y="361395"/>
                  </a:lnTo>
                  <a:lnTo>
                    <a:pt x="2944560" y="360304"/>
                  </a:lnTo>
                  <a:lnTo>
                    <a:pt x="2945210" y="358173"/>
                  </a:lnTo>
                  <a:lnTo>
                    <a:pt x="2945860" y="355208"/>
                  </a:lnTo>
                  <a:lnTo>
                    <a:pt x="2946510" y="351546"/>
                  </a:lnTo>
                  <a:lnTo>
                    <a:pt x="2947160" y="347099"/>
                  </a:lnTo>
                  <a:lnTo>
                    <a:pt x="2947810" y="341827"/>
                  </a:lnTo>
                  <a:lnTo>
                    <a:pt x="2948460" y="335680"/>
                  </a:lnTo>
                  <a:lnTo>
                    <a:pt x="2949110" y="328742"/>
                  </a:lnTo>
                  <a:lnTo>
                    <a:pt x="2949760" y="321167"/>
                  </a:lnTo>
                  <a:lnTo>
                    <a:pt x="2950410" y="313166"/>
                  </a:lnTo>
                  <a:lnTo>
                    <a:pt x="2951060" y="304990"/>
                  </a:lnTo>
                  <a:lnTo>
                    <a:pt x="2951710" y="296902"/>
                  </a:lnTo>
                  <a:lnTo>
                    <a:pt x="2952360" y="289187"/>
                  </a:lnTo>
                  <a:lnTo>
                    <a:pt x="2953009" y="282131"/>
                  </a:lnTo>
                  <a:lnTo>
                    <a:pt x="2953659" y="275863"/>
                  </a:lnTo>
                  <a:lnTo>
                    <a:pt x="2954309" y="270488"/>
                  </a:lnTo>
                  <a:lnTo>
                    <a:pt x="2954959" y="266175"/>
                  </a:lnTo>
                  <a:lnTo>
                    <a:pt x="2955609" y="262903"/>
                  </a:lnTo>
                  <a:lnTo>
                    <a:pt x="2956259" y="260718"/>
                  </a:lnTo>
                  <a:lnTo>
                    <a:pt x="2956909" y="259645"/>
                  </a:lnTo>
                  <a:lnTo>
                    <a:pt x="2957559" y="259587"/>
                  </a:lnTo>
                  <a:lnTo>
                    <a:pt x="2958209" y="260542"/>
                  </a:lnTo>
                  <a:lnTo>
                    <a:pt x="2958859" y="262507"/>
                  </a:lnTo>
                  <a:lnTo>
                    <a:pt x="2959509" y="265144"/>
                  </a:lnTo>
                  <a:lnTo>
                    <a:pt x="2960159" y="268268"/>
                  </a:lnTo>
                  <a:lnTo>
                    <a:pt x="2960809" y="271715"/>
                  </a:lnTo>
                  <a:lnTo>
                    <a:pt x="2961459" y="275672"/>
                  </a:lnTo>
                  <a:lnTo>
                    <a:pt x="2962109" y="280076"/>
                  </a:lnTo>
                  <a:lnTo>
                    <a:pt x="2962759" y="284781"/>
                  </a:lnTo>
                  <a:lnTo>
                    <a:pt x="2963408" y="289678"/>
                  </a:lnTo>
                  <a:lnTo>
                    <a:pt x="2964058" y="294728"/>
                  </a:lnTo>
                  <a:lnTo>
                    <a:pt x="2964708" y="299712"/>
                  </a:lnTo>
                  <a:lnTo>
                    <a:pt x="2965358" y="304614"/>
                  </a:lnTo>
                  <a:lnTo>
                    <a:pt x="2966008" y="309035"/>
                  </a:lnTo>
                  <a:lnTo>
                    <a:pt x="2966658" y="312751"/>
                  </a:lnTo>
                  <a:lnTo>
                    <a:pt x="2967308" y="315821"/>
                  </a:lnTo>
                  <a:lnTo>
                    <a:pt x="2967958" y="318071"/>
                  </a:lnTo>
                  <a:lnTo>
                    <a:pt x="2968608" y="319614"/>
                  </a:lnTo>
                  <a:lnTo>
                    <a:pt x="2969258" y="320813"/>
                  </a:lnTo>
                  <a:lnTo>
                    <a:pt x="2969908" y="321800"/>
                  </a:lnTo>
                  <a:lnTo>
                    <a:pt x="2970558" y="322657"/>
                  </a:lnTo>
                  <a:lnTo>
                    <a:pt x="2971208" y="323238"/>
                  </a:lnTo>
                  <a:lnTo>
                    <a:pt x="2971858" y="323635"/>
                  </a:lnTo>
                  <a:lnTo>
                    <a:pt x="2972508" y="324115"/>
                  </a:lnTo>
                  <a:lnTo>
                    <a:pt x="2973157" y="324841"/>
                  </a:lnTo>
                  <a:lnTo>
                    <a:pt x="2973807" y="326055"/>
                  </a:lnTo>
                  <a:lnTo>
                    <a:pt x="2974457" y="327824"/>
                  </a:lnTo>
                  <a:lnTo>
                    <a:pt x="2975107" y="330125"/>
                  </a:lnTo>
                  <a:lnTo>
                    <a:pt x="2975757" y="333262"/>
                  </a:lnTo>
                  <a:lnTo>
                    <a:pt x="2976407" y="337437"/>
                  </a:lnTo>
                  <a:lnTo>
                    <a:pt x="2977057" y="342588"/>
                  </a:lnTo>
                  <a:lnTo>
                    <a:pt x="2977707" y="348736"/>
                  </a:lnTo>
                  <a:lnTo>
                    <a:pt x="2978357" y="355545"/>
                  </a:lnTo>
                  <a:lnTo>
                    <a:pt x="2979007" y="362803"/>
                  </a:lnTo>
                  <a:lnTo>
                    <a:pt x="2979657" y="370385"/>
                  </a:lnTo>
                  <a:lnTo>
                    <a:pt x="2980307" y="378306"/>
                  </a:lnTo>
                  <a:lnTo>
                    <a:pt x="2980957" y="386449"/>
                  </a:lnTo>
                  <a:lnTo>
                    <a:pt x="2981607" y="394796"/>
                  </a:lnTo>
                  <a:lnTo>
                    <a:pt x="2982257" y="403060"/>
                  </a:lnTo>
                  <a:lnTo>
                    <a:pt x="2982907" y="411083"/>
                  </a:lnTo>
                  <a:lnTo>
                    <a:pt x="2983556" y="418645"/>
                  </a:lnTo>
                  <a:lnTo>
                    <a:pt x="2984206" y="425882"/>
                  </a:lnTo>
                  <a:lnTo>
                    <a:pt x="2984856" y="432641"/>
                  </a:lnTo>
                  <a:lnTo>
                    <a:pt x="2985506" y="438781"/>
                  </a:lnTo>
                  <a:lnTo>
                    <a:pt x="2986156" y="444041"/>
                  </a:lnTo>
                  <a:lnTo>
                    <a:pt x="2986806" y="448372"/>
                  </a:lnTo>
                  <a:lnTo>
                    <a:pt x="2987456" y="451756"/>
                  </a:lnTo>
                  <a:lnTo>
                    <a:pt x="2988106" y="454165"/>
                  </a:lnTo>
                  <a:lnTo>
                    <a:pt x="2988756" y="455394"/>
                  </a:lnTo>
                  <a:lnTo>
                    <a:pt x="2989406" y="455432"/>
                  </a:lnTo>
                  <a:lnTo>
                    <a:pt x="2990056" y="454136"/>
                  </a:lnTo>
                  <a:lnTo>
                    <a:pt x="2990706" y="451521"/>
                  </a:lnTo>
                  <a:lnTo>
                    <a:pt x="2991356" y="447360"/>
                  </a:lnTo>
                  <a:lnTo>
                    <a:pt x="2992006" y="441960"/>
                  </a:lnTo>
                  <a:lnTo>
                    <a:pt x="2992656" y="435554"/>
                  </a:lnTo>
                  <a:lnTo>
                    <a:pt x="2993305" y="428060"/>
                  </a:lnTo>
                  <a:lnTo>
                    <a:pt x="2993955" y="419408"/>
                  </a:lnTo>
                  <a:lnTo>
                    <a:pt x="2994605" y="409722"/>
                  </a:lnTo>
                  <a:lnTo>
                    <a:pt x="2995255" y="399064"/>
                  </a:lnTo>
                  <a:lnTo>
                    <a:pt x="2995905" y="387488"/>
                  </a:lnTo>
                  <a:lnTo>
                    <a:pt x="2996555" y="375236"/>
                  </a:lnTo>
                  <a:lnTo>
                    <a:pt x="2997205" y="362415"/>
                  </a:lnTo>
                  <a:lnTo>
                    <a:pt x="2997855" y="349148"/>
                  </a:lnTo>
                  <a:lnTo>
                    <a:pt x="2998505" y="335751"/>
                  </a:lnTo>
                  <a:lnTo>
                    <a:pt x="2999155" y="322520"/>
                  </a:lnTo>
                  <a:lnTo>
                    <a:pt x="2999805" y="309725"/>
                  </a:lnTo>
                  <a:lnTo>
                    <a:pt x="3000455" y="297652"/>
                  </a:lnTo>
                  <a:lnTo>
                    <a:pt x="3001105" y="286544"/>
                  </a:lnTo>
                  <a:lnTo>
                    <a:pt x="3001755" y="276338"/>
                  </a:lnTo>
                  <a:lnTo>
                    <a:pt x="3002405" y="266981"/>
                  </a:lnTo>
                  <a:lnTo>
                    <a:pt x="3003055" y="258762"/>
                  </a:lnTo>
                  <a:lnTo>
                    <a:pt x="3003704" y="251611"/>
                  </a:lnTo>
                  <a:lnTo>
                    <a:pt x="3004354" y="245467"/>
                  </a:lnTo>
                  <a:lnTo>
                    <a:pt x="3005004" y="240300"/>
                  </a:lnTo>
                  <a:lnTo>
                    <a:pt x="3005654" y="235987"/>
                  </a:lnTo>
                  <a:lnTo>
                    <a:pt x="3006304" y="232210"/>
                  </a:lnTo>
                  <a:lnTo>
                    <a:pt x="3006954" y="228954"/>
                  </a:lnTo>
                  <a:lnTo>
                    <a:pt x="3007604" y="226097"/>
                  </a:lnTo>
                  <a:lnTo>
                    <a:pt x="3008254" y="223540"/>
                  </a:lnTo>
                  <a:lnTo>
                    <a:pt x="3008904" y="221150"/>
                  </a:lnTo>
                  <a:lnTo>
                    <a:pt x="3009554" y="218899"/>
                  </a:lnTo>
                  <a:lnTo>
                    <a:pt x="3010204" y="216592"/>
                  </a:lnTo>
                  <a:lnTo>
                    <a:pt x="3010854" y="214060"/>
                  </a:lnTo>
                  <a:lnTo>
                    <a:pt x="3011504" y="211349"/>
                  </a:lnTo>
                  <a:lnTo>
                    <a:pt x="3012154" y="208422"/>
                  </a:lnTo>
                  <a:lnTo>
                    <a:pt x="3012804" y="204943"/>
                  </a:lnTo>
                  <a:lnTo>
                    <a:pt x="3013453" y="200788"/>
                  </a:lnTo>
                  <a:lnTo>
                    <a:pt x="3014103" y="195606"/>
                  </a:lnTo>
                  <a:lnTo>
                    <a:pt x="3014753" y="189317"/>
                  </a:lnTo>
                  <a:lnTo>
                    <a:pt x="3015403" y="182230"/>
                  </a:lnTo>
                  <a:lnTo>
                    <a:pt x="3016053" y="174328"/>
                  </a:lnTo>
                  <a:lnTo>
                    <a:pt x="3016703" y="165580"/>
                  </a:lnTo>
                  <a:lnTo>
                    <a:pt x="3017353" y="156404"/>
                  </a:lnTo>
                  <a:lnTo>
                    <a:pt x="3018003" y="147126"/>
                  </a:lnTo>
                  <a:lnTo>
                    <a:pt x="3018653" y="138000"/>
                  </a:lnTo>
                  <a:lnTo>
                    <a:pt x="3019303" y="129207"/>
                  </a:lnTo>
                  <a:lnTo>
                    <a:pt x="3019953" y="120878"/>
                  </a:lnTo>
                  <a:lnTo>
                    <a:pt x="3020603" y="113263"/>
                  </a:lnTo>
                  <a:lnTo>
                    <a:pt x="3021253" y="106345"/>
                  </a:lnTo>
                  <a:lnTo>
                    <a:pt x="3021903" y="100102"/>
                  </a:lnTo>
                  <a:lnTo>
                    <a:pt x="3022553" y="94666"/>
                  </a:lnTo>
                  <a:lnTo>
                    <a:pt x="3023203" y="90175"/>
                  </a:lnTo>
                  <a:lnTo>
                    <a:pt x="3023852" y="87070"/>
                  </a:lnTo>
                  <a:lnTo>
                    <a:pt x="3024502" y="85432"/>
                  </a:lnTo>
                  <a:lnTo>
                    <a:pt x="3025152" y="85185"/>
                  </a:lnTo>
                  <a:lnTo>
                    <a:pt x="3025802" y="86511"/>
                  </a:lnTo>
                  <a:lnTo>
                    <a:pt x="3026452" y="89539"/>
                  </a:lnTo>
                  <a:lnTo>
                    <a:pt x="3027102" y="94128"/>
                  </a:lnTo>
                  <a:lnTo>
                    <a:pt x="3027752" y="100250"/>
                  </a:lnTo>
                  <a:lnTo>
                    <a:pt x="3028402" y="107813"/>
                  </a:lnTo>
                  <a:lnTo>
                    <a:pt x="3029052" y="116496"/>
                  </a:lnTo>
                  <a:lnTo>
                    <a:pt x="3029702" y="126171"/>
                  </a:lnTo>
                  <a:lnTo>
                    <a:pt x="3030352" y="136719"/>
                  </a:lnTo>
                  <a:lnTo>
                    <a:pt x="3031002" y="148057"/>
                  </a:lnTo>
                  <a:lnTo>
                    <a:pt x="3031652" y="160100"/>
                  </a:lnTo>
                  <a:lnTo>
                    <a:pt x="3032302" y="172647"/>
                  </a:lnTo>
                  <a:lnTo>
                    <a:pt x="3032952" y="185502"/>
                  </a:lnTo>
                  <a:lnTo>
                    <a:pt x="3033601" y="198354"/>
                  </a:lnTo>
                  <a:lnTo>
                    <a:pt x="3034251" y="211137"/>
                  </a:lnTo>
                  <a:lnTo>
                    <a:pt x="3034901" y="223820"/>
                  </a:lnTo>
                  <a:lnTo>
                    <a:pt x="3035551" y="236226"/>
                  </a:lnTo>
                  <a:lnTo>
                    <a:pt x="3036201" y="248247"/>
                  </a:lnTo>
                  <a:lnTo>
                    <a:pt x="3036851" y="259850"/>
                  </a:lnTo>
                  <a:lnTo>
                    <a:pt x="3037501" y="270588"/>
                  </a:lnTo>
                  <a:lnTo>
                    <a:pt x="3038151" y="280333"/>
                  </a:lnTo>
                  <a:lnTo>
                    <a:pt x="3038801" y="289242"/>
                  </a:lnTo>
                  <a:lnTo>
                    <a:pt x="3039451" y="297223"/>
                  </a:lnTo>
                  <a:lnTo>
                    <a:pt x="3040101" y="304162"/>
                  </a:lnTo>
                  <a:lnTo>
                    <a:pt x="3040751" y="309989"/>
                  </a:lnTo>
                  <a:lnTo>
                    <a:pt x="3041401" y="314583"/>
                  </a:lnTo>
                  <a:lnTo>
                    <a:pt x="3042051" y="318087"/>
                  </a:lnTo>
                  <a:lnTo>
                    <a:pt x="3042701" y="320735"/>
                  </a:lnTo>
                  <a:lnTo>
                    <a:pt x="3043350" y="322783"/>
                  </a:lnTo>
                  <a:lnTo>
                    <a:pt x="3044000" y="324288"/>
                  </a:lnTo>
                  <a:lnTo>
                    <a:pt x="3044650" y="325273"/>
                  </a:lnTo>
                  <a:lnTo>
                    <a:pt x="3045300" y="326025"/>
                  </a:lnTo>
                  <a:lnTo>
                    <a:pt x="3045950" y="326878"/>
                  </a:lnTo>
                  <a:lnTo>
                    <a:pt x="3046600" y="328246"/>
                  </a:lnTo>
                  <a:lnTo>
                    <a:pt x="3047250" y="330650"/>
                  </a:lnTo>
                  <a:lnTo>
                    <a:pt x="3047900" y="333957"/>
                  </a:lnTo>
                  <a:lnTo>
                    <a:pt x="3048550" y="338283"/>
                  </a:lnTo>
                  <a:lnTo>
                    <a:pt x="3049200" y="343718"/>
                  </a:lnTo>
                  <a:lnTo>
                    <a:pt x="3049850" y="349952"/>
                  </a:lnTo>
                  <a:lnTo>
                    <a:pt x="3050500" y="356630"/>
                  </a:lnTo>
                  <a:lnTo>
                    <a:pt x="3051150" y="363672"/>
                  </a:lnTo>
                  <a:lnTo>
                    <a:pt x="3051800" y="370794"/>
                  </a:lnTo>
                  <a:lnTo>
                    <a:pt x="3052450" y="377912"/>
                  </a:lnTo>
                  <a:lnTo>
                    <a:pt x="3053100" y="384848"/>
                  </a:lnTo>
                  <a:lnTo>
                    <a:pt x="3053749" y="391635"/>
                  </a:lnTo>
                  <a:lnTo>
                    <a:pt x="3054399" y="398313"/>
                  </a:lnTo>
                  <a:lnTo>
                    <a:pt x="3055049" y="404694"/>
                  </a:lnTo>
                  <a:lnTo>
                    <a:pt x="3055699" y="410378"/>
                  </a:lnTo>
                  <a:lnTo>
                    <a:pt x="3056349" y="414683"/>
                  </a:lnTo>
                  <a:lnTo>
                    <a:pt x="3056999" y="417192"/>
                  </a:lnTo>
                  <a:lnTo>
                    <a:pt x="3057649" y="418082"/>
                  </a:lnTo>
                  <a:lnTo>
                    <a:pt x="3058299" y="417314"/>
                  </a:lnTo>
                  <a:lnTo>
                    <a:pt x="3058949" y="414843"/>
                  </a:lnTo>
                  <a:lnTo>
                    <a:pt x="3059599" y="411151"/>
                  </a:lnTo>
                  <a:lnTo>
                    <a:pt x="3060249" y="406464"/>
                  </a:lnTo>
                  <a:lnTo>
                    <a:pt x="3060899" y="401238"/>
                  </a:lnTo>
                  <a:lnTo>
                    <a:pt x="3061549" y="395919"/>
                  </a:lnTo>
                  <a:lnTo>
                    <a:pt x="3062199" y="390463"/>
                  </a:lnTo>
                  <a:lnTo>
                    <a:pt x="3062849" y="384960"/>
                  </a:lnTo>
                  <a:lnTo>
                    <a:pt x="3063498" y="379508"/>
                  </a:lnTo>
                  <a:lnTo>
                    <a:pt x="3064148" y="374020"/>
                  </a:lnTo>
                  <a:lnTo>
                    <a:pt x="3064798" y="368683"/>
                  </a:lnTo>
                  <a:lnTo>
                    <a:pt x="3065448" y="363613"/>
                  </a:lnTo>
                  <a:lnTo>
                    <a:pt x="3066098" y="358815"/>
                  </a:lnTo>
                  <a:lnTo>
                    <a:pt x="3066748" y="354208"/>
                  </a:lnTo>
                  <a:lnTo>
                    <a:pt x="3067398" y="349710"/>
                  </a:lnTo>
                  <a:lnTo>
                    <a:pt x="3068048" y="345170"/>
                  </a:lnTo>
                  <a:lnTo>
                    <a:pt x="3068698" y="340651"/>
                  </a:lnTo>
                  <a:lnTo>
                    <a:pt x="3069348" y="335935"/>
                  </a:lnTo>
                  <a:lnTo>
                    <a:pt x="3069998" y="331154"/>
                  </a:lnTo>
                  <a:lnTo>
                    <a:pt x="3070648" y="326352"/>
                  </a:lnTo>
                  <a:lnTo>
                    <a:pt x="3071298" y="321462"/>
                  </a:lnTo>
                  <a:lnTo>
                    <a:pt x="3071948" y="316575"/>
                  </a:lnTo>
                  <a:lnTo>
                    <a:pt x="3072598" y="311813"/>
                  </a:lnTo>
                  <a:lnTo>
                    <a:pt x="3073248" y="307187"/>
                  </a:lnTo>
                  <a:lnTo>
                    <a:pt x="3073897" y="302923"/>
                  </a:lnTo>
                  <a:lnTo>
                    <a:pt x="3074547" y="299059"/>
                  </a:lnTo>
                  <a:lnTo>
                    <a:pt x="3075197" y="295609"/>
                  </a:lnTo>
                  <a:lnTo>
                    <a:pt x="3075847" y="292767"/>
                  </a:lnTo>
                  <a:lnTo>
                    <a:pt x="3076497" y="290712"/>
                  </a:lnTo>
                  <a:lnTo>
                    <a:pt x="3077147" y="289531"/>
                  </a:lnTo>
                  <a:lnTo>
                    <a:pt x="3077797" y="289292"/>
                  </a:lnTo>
                  <a:lnTo>
                    <a:pt x="3078447" y="289864"/>
                  </a:lnTo>
                  <a:lnTo>
                    <a:pt x="3079097" y="291225"/>
                  </a:lnTo>
                  <a:lnTo>
                    <a:pt x="3079747" y="293270"/>
                  </a:lnTo>
                  <a:lnTo>
                    <a:pt x="3080397" y="295929"/>
                  </a:lnTo>
                  <a:lnTo>
                    <a:pt x="3081047" y="299260"/>
                  </a:lnTo>
                  <a:lnTo>
                    <a:pt x="3081697" y="303233"/>
                  </a:lnTo>
                  <a:lnTo>
                    <a:pt x="3082347" y="307740"/>
                  </a:lnTo>
                  <a:lnTo>
                    <a:pt x="3082997" y="312750"/>
                  </a:lnTo>
                  <a:lnTo>
                    <a:pt x="3083646" y="318206"/>
                  </a:lnTo>
                  <a:lnTo>
                    <a:pt x="3084296" y="323948"/>
                  </a:lnTo>
                  <a:lnTo>
                    <a:pt x="3084946" y="329900"/>
                  </a:lnTo>
                  <a:lnTo>
                    <a:pt x="3085596" y="336052"/>
                  </a:lnTo>
                  <a:lnTo>
                    <a:pt x="3086246" y="342371"/>
                  </a:lnTo>
                  <a:lnTo>
                    <a:pt x="3086896" y="348802"/>
                  </a:lnTo>
                  <a:lnTo>
                    <a:pt x="3087546" y="355497"/>
                  </a:lnTo>
                  <a:lnTo>
                    <a:pt x="3088196" y="362624"/>
                  </a:lnTo>
                  <a:lnTo>
                    <a:pt x="3088846" y="370466"/>
                  </a:lnTo>
                  <a:lnTo>
                    <a:pt x="3089496" y="379182"/>
                  </a:lnTo>
                  <a:lnTo>
                    <a:pt x="3090146" y="388642"/>
                  </a:lnTo>
                  <a:lnTo>
                    <a:pt x="3090796" y="398692"/>
                  </a:lnTo>
                  <a:lnTo>
                    <a:pt x="3091446" y="409241"/>
                  </a:lnTo>
                  <a:lnTo>
                    <a:pt x="3092096" y="420217"/>
                  </a:lnTo>
                  <a:lnTo>
                    <a:pt x="3092746" y="431671"/>
                  </a:lnTo>
                  <a:lnTo>
                    <a:pt x="3093396" y="443363"/>
                  </a:lnTo>
                  <a:lnTo>
                    <a:pt x="3094045" y="455269"/>
                  </a:lnTo>
                  <a:lnTo>
                    <a:pt x="3094695" y="467580"/>
                  </a:lnTo>
                  <a:lnTo>
                    <a:pt x="3095345" y="480351"/>
                  </a:lnTo>
                  <a:lnTo>
                    <a:pt x="3095995" y="493509"/>
                  </a:lnTo>
                  <a:lnTo>
                    <a:pt x="3096645" y="507102"/>
                  </a:lnTo>
                  <a:lnTo>
                    <a:pt x="3097295" y="520888"/>
                  </a:lnTo>
                  <a:lnTo>
                    <a:pt x="3097945" y="534815"/>
                  </a:lnTo>
                  <a:lnTo>
                    <a:pt x="3098595" y="548917"/>
                  </a:lnTo>
                  <a:lnTo>
                    <a:pt x="3099245" y="563302"/>
                  </a:lnTo>
                  <a:lnTo>
                    <a:pt x="3099895" y="578011"/>
                  </a:lnTo>
                  <a:lnTo>
                    <a:pt x="3100545" y="593344"/>
                  </a:lnTo>
                  <a:lnTo>
                    <a:pt x="3101195" y="609523"/>
                  </a:lnTo>
                  <a:lnTo>
                    <a:pt x="3101845" y="626794"/>
                  </a:lnTo>
                  <a:lnTo>
                    <a:pt x="3102495" y="645251"/>
                  </a:lnTo>
                  <a:lnTo>
                    <a:pt x="3103145" y="665037"/>
                  </a:lnTo>
                  <a:lnTo>
                    <a:pt x="3103794" y="686370"/>
                  </a:lnTo>
                  <a:lnTo>
                    <a:pt x="3104444" y="709277"/>
                  </a:lnTo>
                  <a:lnTo>
                    <a:pt x="3105094" y="733723"/>
                  </a:lnTo>
                  <a:lnTo>
                    <a:pt x="3105744" y="759761"/>
                  </a:lnTo>
                  <a:lnTo>
                    <a:pt x="3106394" y="787324"/>
                  </a:lnTo>
                  <a:lnTo>
                    <a:pt x="3107044" y="816361"/>
                  </a:lnTo>
                  <a:lnTo>
                    <a:pt x="3107694" y="846710"/>
                  </a:lnTo>
                  <a:lnTo>
                    <a:pt x="3108344" y="877904"/>
                  </a:lnTo>
                  <a:lnTo>
                    <a:pt x="3108994" y="909338"/>
                  </a:lnTo>
                  <a:lnTo>
                    <a:pt x="3109644" y="940950"/>
                  </a:lnTo>
                  <a:lnTo>
                    <a:pt x="3110294" y="972176"/>
                  </a:lnTo>
                  <a:lnTo>
                    <a:pt x="3110944" y="1002579"/>
                  </a:lnTo>
                  <a:lnTo>
                    <a:pt x="3111594" y="1031848"/>
                  </a:lnTo>
                  <a:lnTo>
                    <a:pt x="3112244" y="1059393"/>
                  </a:lnTo>
                  <a:lnTo>
                    <a:pt x="3112894" y="1085115"/>
                  </a:lnTo>
                  <a:lnTo>
                    <a:pt x="3113544" y="1108569"/>
                  </a:lnTo>
                  <a:lnTo>
                    <a:pt x="3114193" y="1129333"/>
                  </a:lnTo>
                  <a:lnTo>
                    <a:pt x="3114843" y="1147789"/>
                  </a:lnTo>
                  <a:lnTo>
                    <a:pt x="3115493" y="1164223"/>
                  </a:lnTo>
                  <a:lnTo>
                    <a:pt x="3116143" y="1178710"/>
                  </a:lnTo>
                  <a:lnTo>
                    <a:pt x="3116793" y="1191861"/>
                  </a:lnTo>
                  <a:lnTo>
                    <a:pt x="3117443" y="1203697"/>
                  </a:lnTo>
                  <a:lnTo>
                    <a:pt x="3118093" y="1213931"/>
                  </a:lnTo>
                  <a:lnTo>
                    <a:pt x="3118743" y="1222795"/>
                  </a:lnTo>
                  <a:lnTo>
                    <a:pt x="3119393" y="1229769"/>
                  </a:lnTo>
                  <a:lnTo>
                    <a:pt x="3120043" y="1234135"/>
                  </a:lnTo>
                  <a:lnTo>
                    <a:pt x="3120693" y="1235730"/>
                  </a:lnTo>
                  <a:lnTo>
                    <a:pt x="3121343" y="1233218"/>
                  </a:lnTo>
                  <a:lnTo>
                    <a:pt x="3121993" y="1226117"/>
                  </a:lnTo>
                  <a:lnTo>
                    <a:pt x="3122643" y="1214494"/>
                  </a:lnTo>
                  <a:lnTo>
                    <a:pt x="3123293" y="1198172"/>
                  </a:lnTo>
                  <a:lnTo>
                    <a:pt x="3123942" y="1177595"/>
                  </a:lnTo>
                  <a:lnTo>
                    <a:pt x="3124592" y="1152750"/>
                  </a:lnTo>
                  <a:lnTo>
                    <a:pt x="3125242" y="1123774"/>
                  </a:lnTo>
                  <a:lnTo>
                    <a:pt x="3125892" y="1091729"/>
                  </a:lnTo>
                  <a:lnTo>
                    <a:pt x="3126542" y="1058137"/>
                  </a:lnTo>
                  <a:lnTo>
                    <a:pt x="3127192" y="1023640"/>
                  </a:lnTo>
                  <a:lnTo>
                    <a:pt x="3127842" y="989202"/>
                  </a:lnTo>
                  <a:lnTo>
                    <a:pt x="3128492" y="955433"/>
                  </a:lnTo>
                  <a:lnTo>
                    <a:pt x="3129142" y="922924"/>
                  </a:lnTo>
                  <a:lnTo>
                    <a:pt x="3129792" y="892597"/>
                  </a:lnTo>
                  <a:lnTo>
                    <a:pt x="3130442" y="864490"/>
                  </a:lnTo>
                  <a:lnTo>
                    <a:pt x="3131092" y="839021"/>
                  </a:lnTo>
                  <a:lnTo>
                    <a:pt x="3131742" y="816109"/>
                  </a:lnTo>
                  <a:lnTo>
                    <a:pt x="3132392" y="795376"/>
                  </a:lnTo>
                  <a:lnTo>
                    <a:pt x="3133042" y="776455"/>
                  </a:lnTo>
                  <a:lnTo>
                    <a:pt x="3133692" y="759047"/>
                  </a:lnTo>
                  <a:lnTo>
                    <a:pt x="3134341" y="742604"/>
                  </a:lnTo>
                  <a:lnTo>
                    <a:pt x="3134991" y="727317"/>
                  </a:lnTo>
                  <a:lnTo>
                    <a:pt x="3135641" y="712862"/>
                  </a:lnTo>
                  <a:lnTo>
                    <a:pt x="3136291" y="698609"/>
                  </a:lnTo>
                  <a:lnTo>
                    <a:pt x="3136941" y="684542"/>
                  </a:lnTo>
                  <a:lnTo>
                    <a:pt x="3137591" y="670685"/>
                  </a:lnTo>
                  <a:lnTo>
                    <a:pt x="3138241" y="656943"/>
                  </a:lnTo>
                  <a:lnTo>
                    <a:pt x="3138891" y="643331"/>
                  </a:lnTo>
                  <a:lnTo>
                    <a:pt x="3139541" y="629566"/>
                  </a:lnTo>
                  <a:lnTo>
                    <a:pt x="3140191" y="615568"/>
                  </a:lnTo>
                  <a:lnTo>
                    <a:pt x="3140841" y="601437"/>
                  </a:lnTo>
                  <a:lnTo>
                    <a:pt x="3141491" y="587399"/>
                  </a:lnTo>
                  <a:lnTo>
                    <a:pt x="3142141" y="573708"/>
                  </a:lnTo>
                  <a:lnTo>
                    <a:pt x="3142791" y="560882"/>
                  </a:lnTo>
                  <a:lnTo>
                    <a:pt x="3143441" y="549103"/>
                  </a:lnTo>
                  <a:lnTo>
                    <a:pt x="3144090" y="538670"/>
                  </a:lnTo>
                  <a:lnTo>
                    <a:pt x="3144740" y="529546"/>
                  </a:lnTo>
                  <a:lnTo>
                    <a:pt x="3145390" y="521597"/>
                  </a:lnTo>
                  <a:lnTo>
                    <a:pt x="3146040" y="514717"/>
                  </a:lnTo>
                  <a:lnTo>
                    <a:pt x="3146690" y="508788"/>
                  </a:lnTo>
                  <a:lnTo>
                    <a:pt x="3147340" y="503316"/>
                  </a:lnTo>
                  <a:lnTo>
                    <a:pt x="3147990" y="497966"/>
                  </a:lnTo>
                  <a:lnTo>
                    <a:pt x="3148640" y="492561"/>
                  </a:lnTo>
                  <a:lnTo>
                    <a:pt x="3149290" y="486974"/>
                  </a:lnTo>
                  <a:lnTo>
                    <a:pt x="3149940" y="481215"/>
                  </a:lnTo>
                  <a:lnTo>
                    <a:pt x="3150590" y="475260"/>
                  </a:lnTo>
                  <a:lnTo>
                    <a:pt x="3151240" y="468961"/>
                  </a:lnTo>
                  <a:lnTo>
                    <a:pt x="3151890" y="462504"/>
                  </a:lnTo>
                  <a:lnTo>
                    <a:pt x="3152540" y="456005"/>
                  </a:lnTo>
                  <a:lnTo>
                    <a:pt x="3153190" y="449415"/>
                  </a:lnTo>
                  <a:lnTo>
                    <a:pt x="3153840" y="442975"/>
                  </a:lnTo>
                  <a:lnTo>
                    <a:pt x="3154489" y="436887"/>
                  </a:lnTo>
                  <a:lnTo>
                    <a:pt x="3155139" y="431280"/>
                  </a:lnTo>
                  <a:lnTo>
                    <a:pt x="3155789" y="426309"/>
                  </a:lnTo>
                  <a:lnTo>
                    <a:pt x="3156439" y="421950"/>
                  </a:lnTo>
                  <a:lnTo>
                    <a:pt x="3157089" y="418436"/>
                  </a:lnTo>
                  <a:lnTo>
                    <a:pt x="3157739" y="416206"/>
                  </a:lnTo>
                  <a:lnTo>
                    <a:pt x="3158389" y="415272"/>
                  </a:lnTo>
                  <a:lnTo>
                    <a:pt x="3159039" y="415327"/>
                  </a:lnTo>
                  <a:lnTo>
                    <a:pt x="3159689" y="416403"/>
                  </a:lnTo>
                  <a:lnTo>
                    <a:pt x="3160339" y="418481"/>
                  </a:lnTo>
                  <a:lnTo>
                    <a:pt x="3160989" y="421630"/>
                  </a:lnTo>
                  <a:lnTo>
                    <a:pt x="3161639" y="425797"/>
                  </a:lnTo>
                  <a:lnTo>
                    <a:pt x="3162289" y="430670"/>
                  </a:lnTo>
                  <a:lnTo>
                    <a:pt x="3162939" y="436248"/>
                  </a:lnTo>
                  <a:lnTo>
                    <a:pt x="3163589" y="442334"/>
                  </a:lnTo>
                  <a:lnTo>
                    <a:pt x="3164238" y="448756"/>
                  </a:lnTo>
                  <a:lnTo>
                    <a:pt x="3164888" y="455513"/>
                  </a:lnTo>
                  <a:lnTo>
                    <a:pt x="3165538" y="462557"/>
                  </a:lnTo>
                  <a:lnTo>
                    <a:pt x="3166188" y="469847"/>
                  </a:lnTo>
                  <a:lnTo>
                    <a:pt x="3166838" y="477455"/>
                  </a:lnTo>
                  <a:lnTo>
                    <a:pt x="3167488" y="484949"/>
                  </a:lnTo>
                  <a:lnTo>
                    <a:pt x="3168138" y="492230"/>
                  </a:lnTo>
                  <a:lnTo>
                    <a:pt x="3168788" y="499476"/>
                  </a:lnTo>
                  <a:lnTo>
                    <a:pt x="3169438" y="506581"/>
                  </a:lnTo>
                  <a:lnTo>
                    <a:pt x="3170088" y="513433"/>
                  </a:lnTo>
                  <a:lnTo>
                    <a:pt x="3170738" y="519888"/>
                  </a:lnTo>
                  <a:lnTo>
                    <a:pt x="3171388" y="525557"/>
                  </a:lnTo>
                  <a:lnTo>
                    <a:pt x="3172038" y="530455"/>
                  </a:lnTo>
                  <a:lnTo>
                    <a:pt x="3172688" y="534527"/>
                  </a:lnTo>
                  <a:lnTo>
                    <a:pt x="3173338" y="537789"/>
                  </a:lnTo>
                  <a:lnTo>
                    <a:pt x="3173988" y="540278"/>
                  </a:lnTo>
                  <a:lnTo>
                    <a:pt x="3174637" y="542013"/>
                  </a:lnTo>
                  <a:lnTo>
                    <a:pt x="3175287" y="543024"/>
                  </a:lnTo>
                  <a:lnTo>
                    <a:pt x="3175937" y="543548"/>
                  </a:lnTo>
                  <a:lnTo>
                    <a:pt x="3176587" y="543625"/>
                  </a:lnTo>
                  <a:lnTo>
                    <a:pt x="3177237" y="543514"/>
                  </a:lnTo>
                  <a:lnTo>
                    <a:pt x="3177887" y="543409"/>
                  </a:lnTo>
                  <a:lnTo>
                    <a:pt x="3178537" y="543673"/>
                  </a:lnTo>
                  <a:lnTo>
                    <a:pt x="3179187" y="544436"/>
                  </a:lnTo>
                  <a:lnTo>
                    <a:pt x="3179837" y="545974"/>
                  </a:lnTo>
                  <a:lnTo>
                    <a:pt x="3180487" y="548661"/>
                  </a:lnTo>
                  <a:lnTo>
                    <a:pt x="3181137" y="552674"/>
                  </a:lnTo>
                  <a:lnTo>
                    <a:pt x="3181787" y="558076"/>
                  </a:lnTo>
                  <a:lnTo>
                    <a:pt x="3182437" y="564920"/>
                  </a:lnTo>
                  <a:lnTo>
                    <a:pt x="3183087" y="572968"/>
                  </a:lnTo>
                  <a:lnTo>
                    <a:pt x="3183737" y="582113"/>
                  </a:lnTo>
                  <a:lnTo>
                    <a:pt x="3184386" y="591922"/>
                  </a:lnTo>
                  <a:lnTo>
                    <a:pt x="3185036" y="601841"/>
                  </a:lnTo>
                  <a:lnTo>
                    <a:pt x="3185686" y="611741"/>
                  </a:lnTo>
                  <a:lnTo>
                    <a:pt x="3186336" y="621449"/>
                  </a:lnTo>
                  <a:lnTo>
                    <a:pt x="3186986" y="630748"/>
                  </a:lnTo>
                  <a:lnTo>
                    <a:pt x="3187636" y="639456"/>
                  </a:lnTo>
                  <a:lnTo>
                    <a:pt x="3188286" y="647421"/>
                  </a:lnTo>
                  <a:lnTo>
                    <a:pt x="3188936" y="654914"/>
                  </a:lnTo>
                  <a:lnTo>
                    <a:pt x="3189586" y="662018"/>
                  </a:lnTo>
                  <a:lnTo>
                    <a:pt x="3190236" y="668468"/>
                  </a:lnTo>
                  <a:lnTo>
                    <a:pt x="3190886" y="674260"/>
                  </a:lnTo>
                  <a:lnTo>
                    <a:pt x="3191536" y="679519"/>
                  </a:lnTo>
                  <a:lnTo>
                    <a:pt x="3192186" y="684237"/>
                  </a:lnTo>
                  <a:lnTo>
                    <a:pt x="3192836" y="688348"/>
                  </a:lnTo>
                  <a:lnTo>
                    <a:pt x="3193486" y="691537"/>
                  </a:lnTo>
                  <a:lnTo>
                    <a:pt x="3194135" y="693758"/>
                  </a:lnTo>
                  <a:lnTo>
                    <a:pt x="3194785" y="694961"/>
                  </a:lnTo>
                  <a:lnTo>
                    <a:pt x="3195435" y="694673"/>
                  </a:lnTo>
                  <a:lnTo>
                    <a:pt x="3196085" y="692842"/>
                  </a:lnTo>
                  <a:lnTo>
                    <a:pt x="3196735" y="689756"/>
                  </a:lnTo>
                  <a:lnTo>
                    <a:pt x="3197385" y="685676"/>
                  </a:lnTo>
                  <a:lnTo>
                    <a:pt x="3198035" y="680884"/>
                  </a:lnTo>
                  <a:lnTo>
                    <a:pt x="3198685" y="675353"/>
                  </a:lnTo>
                  <a:lnTo>
                    <a:pt x="3199335" y="669220"/>
                  </a:lnTo>
                  <a:lnTo>
                    <a:pt x="3199985" y="662850"/>
                  </a:lnTo>
                  <a:lnTo>
                    <a:pt x="3200635" y="656537"/>
                  </a:lnTo>
                  <a:lnTo>
                    <a:pt x="3201285" y="650201"/>
                  </a:lnTo>
                  <a:lnTo>
                    <a:pt x="3201935" y="643982"/>
                  </a:lnTo>
                  <a:lnTo>
                    <a:pt x="3202585" y="637915"/>
                  </a:lnTo>
                  <a:lnTo>
                    <a:pt x="3203235" y="632396"/>
                  </a:lnTo>
                  <a:lnTo>
                    <a:pt x="3203885" y="627946"/>
                  </a:lnTo>
                  <a:lnTo>
                    <a:pt x="3204534" y="625047"/>
                  </a:lnTo>
                  <a:lnTo>
                    <a:pt x="3205184" y="624146"/>
                  </a:lnTo>
                  <a:lnTo>
                    <a:pt x="3205834" y="625258"/>
                  </a:lnTo>
                  <a:lnTo>
                    <a:pt x="3206484" y="628148"/>
                  </a:lnTo>
                  <a:lnTo>
                    <a:pt x="3207134" y="632641"/>
                  </a:lnTo>
                  <a:lnTo>
                    <a:pt x="3207784" y="638297"/>
                  </a:lnTo>
                  <a:lnTo>
                    <a:pt x="3208434" y="644631"/>
                  </a:lnTo>
                  <a:lnTo>
                    <a:pt x="3209084" y="651160"/>
                  </a:lnTo>
                  <a:lnTo>
                    <a:pt x="3209734" y="657524"/>
                  </a:lnTo>
                  <a:lnTo>
                    <a:pt x="3210384" y="663499"/>
                  </a:lnTo>
                  <a:lnTo>
                    <a:pt x="3211034" y="668979"/>
                  </a:lnTo>
                  <a:lnTo>
                    <a:pt x="3211684" y="673823"/>
                  </a:lnTo>
                  <a:lnTo>
                    <a:pt x="3212334" y="678116"/>
                  </a:lnTo>
                  <a:lnTo>
                    <a:pt x="3212984" y="681727"/>
                  </a:lnTo>
                  <a:lnTo>
                    <a:pt x="3213634" y="684557"/>
                  </a:lnTo>
                  <a:lnTo>
                    <a:pt x="3214283" y="686624"/>
                  </a:lnTo>
                  <a:lnTo>
                    <a:pt x="3214933" y="687887"/>
                  </a:lnTo>
                  <a:lnTo>
                    <a:pt x="3215583" y="688445"/>
                  </a:lnTo>
                  <a:lnTo>
                    <a:pt x="3216233" y="688202"/>
                  </a:lnTo>
                  <a:lnTo>
                    <a:pt x="3216883" y="687498"/>
                  </a:lnTo>
                  <a:lnTo>
                    <a:pt x="3217533" y="686919"/>
                  </a:lnTo>
                  <a:lnTo>
                    <a:pt x="3218183" y="686648"/>
                  </a:lnTo>
                  <a:lnTo>
                    <a:pt x="3218833" y="686475"/>
                  </a:lnTo>
                  <a:lnTo>
                    <a:pt x="3219483" y="686311"/>
                  </a:lnTo>
                  <a:lnTo>
                    <a:pt x="3220133" y="686295"/>
                  </a:lnTo>
                  <a:lnTo>
                    <a:pt x="3220783" y="686830"/>
                  </a:lnTo>
                  <a:lnTo>
                    <a:pt x="3221433" y="687675"/>
                  </a:lnTo>
                  <a:lnTo>
                    <a:pt x="3222083" y="688544"/>
                  </a:lnTo>
                  <a:lnTo>
                    <a:pt x="3222733" y="689338"/>
                  </a:lnTo>
                  <a:lnTo>
                    <a:pt x="3223383" y="690165"/>
                  </a:lnTo>
                  <a:lnTo>
                    <a:pt x="3224033" y="691137"/>
                  </a:lnTo>
                  <a:lnTo>
                    <a:pt x="3224682" y="692223"/>
                  </a:lnTo>
                  <a:lnTo>
                    <a:pt x="3225332" y="693446"/>
                  </a:lnTo>
                  <a:lnTo>
                    <a:pt x="3225982" y="695216"/>
                  </a:lnTo>
                  <a:lnTo>
                    <a:pt x="3226632" y="697425"/>
                  </a:lnTo>
                  <a:lnTo>
                    <a:pt x="3227282" y="699888"/>
                  </a:lnTo>
                  <a:lnTo>
                    <a:pt x="3227932" y="702878"/>
                  </a:lnTo>
                  <a:lnTo>
                    <a:pt x="3228582" y="706569"/>
                  </a:lnTo>
                  <a:lnTo>
                    <a:pt x="3229232" y="710953"/>
                  </a:lnTo>
                  <a:lnTo>
                    <a:pt x="3229882" y="715764"/>
                  </a:lnTo>
                  <a:lnTo>
                    <a:pt x="3230532" y="720409"/>
                  </a:lnTo>
                  <a:lnTo>
                    <a:pt x="3231182" y="724961"/>
                  </a:lnTo>
                  <a:lnTo>
                    <a:pt x="3231832" y="729780"/>
                  </a:lnTo>
                  <a:lnTo>
                    <a:pt x="3232482" y="734925"/>
                  </a:lnTo>
                  <a:lnTo>
                    <a:pt x="3233132" y="740194"/>
                  </a:lnTo>
                  <a:lnTo>
                    <a:pt x="3233782" y="745549"/>
                  </a:lnTo>
                  <a:lnTo>
                    <a:pt x="3234431" y="750804"/>
                  </a:lnTo>
                  <a:lnTo>
                    <a:pt x="3235081" y="755963"/>
                  </a:lnTo>
                  <a:lnTo>
                    <a:pt x="3235731" y="760709"/>
                  </a:lnTo>
                  <a:lnTo>
                    <a:pt x="3236381" y="764842"/>
                  </a:lnTo>
                  <a:lnTo>
                    <a:pt x="3237031" y="768190"/>
                  </a:lnTo>
                  <a:lnTo>
                    <a:pt x="3237681" y="770649"/>
                  </a:lnTo>
                  <a:lnTo>
                    <a:pt x="3238331" y="772353"/>
                  </a:lnTo>
                  <a:lnTo>
                    <a:pt x="3238981" y="773529"/>
                  </a:lnTo>
                  <a:lnTo>
                    <a:pt x="3239631" y="774314"/>
                  </a:lnTo>
                  <a:lnTo>
                    <a:pt x="3240281" y="775097"/>
                  </a:lnTo>
                  <a:lnTo>
                    <a:pt x="3240931" y="776122"/>
                  </a:lnTo>
                  <a:lnTo>
                    <a:pt x="3241581" y="777316"/>
                  </a:lnTo>
                  <a:lnTo>
                    <a:pt x="3242231" y="778535"/>
                  </a:lnTo>
                  <a:lnTo>
                    <a:pt x="3242881" y="779824"/>
                  </a:lnTo>
                  <a:lnTo>
                    <a:pt x="3243531" y="781043"/>
                  </a:lnTo>
                  <a:lnTo>
                    <a:pt x="3244181" y="782164"/>
                  </a:lnTo>
                  <a:lnTo>
                    <a:pt x="3244830" y="782960"/>
                  </a:lnTo>
                  <a:lnTo>
                    <a:pt x="3245480" y="783367"/>
                  </a:lnTo>
                  <a:lnTo>
                    <a:pt x="3246130" y="783460"/>
                  </a:lnTo>
                  <a:lnTo>
                    <a:pt x="3246780" y="783247"/>
                  </a:lnTo>
                  <a:lnTo>
                    <a:pt x="3247430" y="782559"/>
                  </a:lnTo>
                  <a:lnTo>
                    <a:pt x="3248080" y="781432"/>
                  </a:lnTo>
                  <a:lnTo>
                    <a:pt x="3248730" y="780313"/>
                  </a:lnTo>
                  <a:lnTo>
                    <a:pt x="3249380" y="779372"/>
                  </a:lnTo>
                  <a:lnTo>
                    <a:pt x="3250030" y="778553"/>
                  </a:lnTo>
                  <a:lnTo>
                    <a:pt x="3250680" y="777867"/>
                  </a:lnTo>
                  <a:lnTo>
                    <a:pt x="3251330" y="777673"/>
                  </a:lnTo>
                  <a:lnTo>
                    <a:pt x="3251980" y="777965"/>
                  </a:lnTo>
                  <a:lnTo>
                    <a:pt x="3252630" y="778709"/>
                  </a:lnTo>
                  <a:lnTo>
                    <a:pt x="3253280" y="779535"/>
                  </a:lnTo>
                  <a:lnTo>
                    <a:pt x="3253930" y="780609"/>
                  </a:lnTo>
                  <a:lnTo>
                    <a:pt x="3254579" y="782304"/>
                  </a:lnTo>
                  <a:lnTo>
                    <a:pt x="3255229" y="784800"/>
                  </a:lnTo>
                  <a:lnTo>
                    <a:pt x="3255879" y="788138"/>
                  </a:lnTo>
                  <a:lnTo>
                    <a:pt x="3256529" y="792347"/>
                  </a:lnTo>
                  <a:lnTo>
                    <a:pt x="3257179" y="797509"/>
                  </a:lnTo>
                  <a:lnTo>
                    <a:pt x="3257829" y="803682"/>
                  </a:lnTo>
                  <a:lnTo>
                    <a:pt x="3258479" y="810387"/>
                  </a:lnTo>
                  <a:lnTo>
                    <a:pt x="3259129" y="817498"/>
                  </a:lnTo>
                  <a:lnTo>
                    <a:pt x="3259779" y="825194"/>
                  </a:lnTo>
                  <a:lnTo>
                    <a:pt x="3260429" y="833524"/>
                  </a:lnTo>
                  <a:lnTo>
                    <a:pt x="3261079" y="842356"/>
                  </a:lnTo>
                  <a:lnTo>
                    <a:pt x="3261729" y="851799"/>
                  </a:lnTo>
                  <a:lnTo>
                    <a:pt x="3262379" y="861913"/>
                  </a:lnTo>
                  <a:lnTo>
                    <a:pt x="3263029" y="873154"/>
                  </a:lnTo>
                  <a:lnTo>
                    <a:pt x="3263679" y="885551"/>
                  </a:lnTo>
                  <a:lnTo>
                    <a:pt x="3264329" y="898443"/>
                  </a:lnTo>
                  <a:lnTo>
                    <a:pt x="3264978" y="911435"/>
                  </a:lnTo>
                  <a:lnTo>
                    <a:pt x="3265628" y="924044"/>
                  </a:lnTo>
                  <a:lnTo>
                    <a:pt x="3266278" y="936394"/>
                  </a:lnTo>
                  <a:lnTo>
                    <a:pt x="3266928" y="948590"/>
                  </a:lnTo>
                  <a:lnTo>
                    <a:pt x="3267578" y="960646"/>
                  </a:lnTo>
                  <a:lnTo>
                    <a:pt x="3268228" y="972830"/>
                  </a:lnTo>
                  <a:lnTo>
                    <a:pt x="3268878" y="985246"/>
                  </a:lnTo>
                  <a:lnTo>
                    <a:pt x="3269528" y="997675"/>
                  </a:lnTo>
                  <a:lnTo>
                    <a:pt x="3270178" y="1009868"/>
                  </a:lnTo>
                  <a:lnTo>
                    <a:pt x="3270828" y="1021431"/>
                  </a:lnTo>
                  <a:lnTo>
                    <a:pt x="3271478" y="1031905"/>
                  </a:lnTo>
                  <a:lnTo>
                    <a:pt x="3272128" y="1040735"/>
                  </a:lnTo>
                  <a:lnTo>
                    <a:pt x="3272778" y="1047038"/>
                  </a:lnTo>
                  <a:lnTo>
                    <a:pt x="3273428" y="1050515"/>
                  </a:lnTo>
                  <a:lnTo>
                    <a:pt x="3274078" y="1051732"/>
                  </a:lnTo>
                  <a:lnTo>
                    <a:pt x="3274727" y="1050928"/>
                  </a:lnTo>
                  <a:lnTo>
                    <a:pt x="3275377" y="1048363"/>
                  </a:lnTo>
                  <a:lnTo>
                    <a:pt x="3276027" y="1043462"/>
                  </a:lnTo>
                  <a:lnTo>
                    <a:pt x="3276677" y="1035852"/>
                  </a:lnTo>
                  <a:lnTo>
                    <a:pt x="3277327" y="1025611"/>
                  </a:lnTo>
                  <a:lnTo>
                    <a:pt x="3277977" y="1012617"/>
                  </a:lnTo>
                  <a:lnTo>
                    <a:pt x="3278627" y="996805"/>
                  </a:lnTo>
                  <a:lnTo>
                    <a:pt x="3279277" y="978340"/>
                  </a:lnTo>
                  <a:lnTo>
                    <a:pt x="3279927" y="957641"/>
                  </a:lnTo>
                  <a:lnTo>
                    <a:pt x="3280577" y="935233"/>
                  </a:lnTo>
                  <a:lnTo>
                    <a:pt x="3281227" y="912415"/>
                  </a:lnTo>
                  <a:lnTo>
                    <a:pt x="3281877" y="889967"/>
                  </a:lnTo>
                  <a:lnTo>
                    <a:pt x="3282527" y="868624"/>
                  </a:lnTo>
                  <a:lnTo>
                    <a:pt x="3283177" y="848632"/>
                  </a:lnTo>
                  <a:lnTo>
                    <a:pt x="3283827" y="829914"/>
                  </a:lnTo>
                  <a:lnTo>
                    <a:pt x="3284477" y="812610"/>
                  </a:lnTo>
                  <a:lnTo>
                    <a:pt x="3285126" y="796675"/>
                  </a:lnTo>
                  <a:lnTo>
                    <a:pt x="3285776" y="782286"/>
                  </a:lnTo>
                  <a:lnTo>
                    <a:pt x="3286426" y="769468"/>
                  </a:lnTo>
                  <a:lnTo>
                    <a:pt x="3287076" y="757824"/>
                  </a:lnTo>
                  <a:lnTo>
                    <a:pt x="3287726" y="746451"/>
                  </a:lnTo>
                  <a:lnTo>
                    <a:pt x="3288376" y="735085"/>
                  </a:lnTo>
                  <a:lnTo>
                    <a:pt x="3289026" y="723561"/>
                  </a:lnTo>
                  <a:lnTo>
                    <a:pt x="3289676" y="711739"/>
                  </a:lnTo>
                  <a:lnTo>
                    <a:pt x="3290326" y="699523"/>
                  </a:lnTo>
                  <a:lnTo>
                    <a:pt x="3290976" y="686537"/>
                  </a:lnTo>
                  <a:lnTo>
                    <a:pt x="3291626" y="672715"/>
                  </a:lnTo>
                  <a:lnTo>
                    <a:pt x="3292276" y="658309"/>
                  </a:lnTo>
                  <a:lnTo>
                    <a:pt x="3292926" y="643413"/>
                  </a:lnTo>
                  <a:lnTo>
                    <a:pt x="3293576" y="628183"/>
                  </a:lnTo>
                  <a:lnTo>
                    <a:pt x="3294226" y="612749"/>
                  </a:lnTo>
                  <a:lnTo>
                    <a:pt x="3294875" y="597297"/>
                  </a:lnTo>
                  <a:lnTo>
                    <a:pt x="3295525" y="581821"/>
                  </a:lnTo>
                  <a:lnTo>
                    <a:pt x="3296175" y="566400"/>
                  </a:lnTo>
                  <a:lnTo>
                    <a:pt x="3296825" y="551354"/>
                  </a:lnTo>
                  <a:lnTo>
                    <a:pt x="3297475" y="537345"/>
                  </a:lnTo>
                  <a:lnTo>
                    <a:pt x="3298125" y="524655"/>
                  </a:lnTo>
                  <a:lnTo>
                    <a:pt x="3298775" y="513220"/>
                  </a:lnTo>
                  <a:lnTo>
                    <a:pt x="3299425" y="503066"/>
                  </a:lnTo>
                  <a:lnTo>
                    <a:pt x="3300075" y="494176"/>
                  </a:lnTo>
                  <a:lnTo>
                    <a:pt x="3300725" y="486233"/>
                  </a:lnTo>
                  <a:lnTo>
                    <a:pt x="3301375" y="478945"/>
                  </a:lnTo>
                  <a:lnTo>
                    <a:pt x="3302025" y="471790"/>
                  </a:lnTo>
                  <a:lnTo>
                    <a:pt x="3302675" y="464584"/>
                  </a:lnTo>
                  <a:lnTo>
                    <a:pt x="3303325" y="457072"/>
                  </a:lnTo>
                  <a:lnTo>
                    <a:pt x="3303975" y="449105"/>
                  </a:lnTo>
                  <a:lnTo>
                    <a:pt x="3304625" y="440601"/>
                  </a:lnTo>
                  <a:lnTo>
                    <a:pt x="3305274" y="431753"/>
                  </a:lnTo>
                  <a:lnTo>
                    <a:pt x="3305924" y="422719"/>
                  </a:lnTo>
                  <a:lnTo>
                    <a:pt x="3306574" y="413524"/>
                  </a:lnTo>
                  <a:lnTo>
                    <a:pt x="3307224" y="404270"/>
                  </a:lnTo>
                  <a:lnTo>
                    <a:pt x="3307874" y="394981"/>
                  </a:lnTo>
                  <a:lnTo>
                    <a:pt x="3308524" y="385951"/>
                  </a:lnTo>
                  <a:lnTo>
                    <a:pt x="3309174" y="377319"/>
                  </a:lnTo>
                  <a:lnTo>
                    <a:pt x="3309824" y="369224"/>
                  </a:lnTo>
                  <a:lnTo>
                    <a:pt x="3310474" y="361792"/>
                  </a:lnTo>
                  <a:lnTo>
                    <a:pt x="3311124" y="355033"/>
                  </a:lnTo>
                  <a:lnTo>
                    <a:pt x="3311774" y="349087"/>
                  </a:lnTo>
                  <a:lnTo>
                    <a:pt x="3312424" y="344035"/>
                  </a:lnTo>
                  <a:lnTo>
                    <a:pt x="3313074" y="339997"/>
                  </a:lnTo>
                  <a:lnTo>
                    <a:pt x="3313724" y="336653"/>
                  </a:lnTo>
                  <a:lnTo>
                    <a:pt x="3314374" y="333825"/>
                  </a:lnTo>
                  <a:lnTo>
                    <a:pt x="3315023" y="331264"/>
                  </a:lnTo>
                  <a:lnTo>
                    <a:pt x="3315673" y="328905"/>
                  </a:lnTo>
                  <a:lnTo>
                    <a:pt x="3316323" y="326736"/>
                  </a:lnTo>
                  <a:lnTo>
                    <a:pt x="3316973" y="324671"/>
                  </a:lnTo>
                  <a:lnTo>
                    <a:pt x="3317623" y="322594"/>
                  </a:lnTo>
                  <a:lnTo>
                    <a:pt x="3318273" y="320574"/>
                  </a:lnTo>
                  <a:lnTo>
                    <a:pt x="3318923" y="318503"/>
                  </a:lnTo>
                  <a:lnTo>
                    <a:pt x="3319573" y="316235"/>
                  </a:lnTo>
                  <a:lnTo>
                    <a:pt x="3320223" y="314082"/>
                  </a:lnTo>
                  <a:lnTo>
                    <a:pt x="3320873" y="312278"/>
                  </a:lnTo>
                  <a:lnTo>
                    <a:pt x="3321523" y="310789"/>
                  </a:lnTo>
                  <a:lnTo>
                    <a:pt x="3322173" y="309549"/>
                  </a:lnTo>
                  <a:lnTo>
                    <a:pt x="3322823" y="308449"/>
                  </a:lnTo>
                  <a:lnTo>
                    <a:pt x="3323473" y="307840"/>
                  </a:lnTo>
                  <a:lnTo>
                    <a:pt x="3324123" y="307903"/>
                  </a:lnTo>
                  <a:lnTo>
                    <a:pt x="3324773" y="308597"/>
                  </a:lnTo>
                  <a:lnTo>
                    <a:pt x="3325422" y="309753"/>
                  </a:lnTo>
                  <a:lnTo>
                    <a:pt x="3326072" y="311209"/>
                  </a:lnTo>
                  <a:lnTo>
                    <a:pt x="3326722" y="312839"/>
                  </a:lnTo>
                  <a:lnTo>
                    <a:pt x="3327372" y="314632"/>
                  </a:lnTo>
                  <a:lnTo>
                    <a:pt x="3328022" y="316287"/>
                  </a:lnTo>
                  <a:lnTo>
                    <a:pt x="3328672" y="317662"/>
                  </a:lnTo>
                  <a:lnTo>
                    <a:pt x="3329322" y="318715"/>
                  </a:lnTo>
                  <a:lnTo>
                    <a:pt x="3329972" y="319107"/>
                  </a:lnTo>
                  <a:lnTo>
                    <a:pt x="3330622" y="318840"/>
                  </a:lnTo>
                  <a:lnTo>
                    <a:pt x="3331272" y="318159"/>
                  </a:lnTo>
                  <a:lnTo>
                    <a:pt x="3331922" y="317143"/>
                  </a:lnTo>
                  <a:lnTo>
                    <a:pt x="3332572" y="315955"/>
                  </a:lnTo>
                  <a:lnTo>
                    <a:pt x="3333222" y="314801"/>
                  </a:lnTo>
                  <a:lnTo>
                    <a:pt x="3333872" y="313812"/>
                  </a:lnTo>
                  <a:lnTo>
                    <a:pt x="3334522" y="313278"/>
                  </a:lnTo>
                  <a:lnTo>
                    <a:pt x="3335171" y="313244"/>
                  </a:lnTo>
                  <a:lnTo>
                    <a:pt x="3335821" y="313856"/>
                  </a:lnTo>
                  <a:lnTo>
                    <a:pt x="3336471" y="315075"/>
                  </a:lnTo>
                  <a:lnTo>
                    <a:pt x="3337121" y="316826"/>
                  </a:lnTo>
                  <a:lnTo>
                    <a:pt x="3337771" y="319064"/>
                  </a:lnTo>
                  <a:lnTo>
                    <a:pt x="3338421" y="321729"/>
                  </a:lnTo>
                  <a:lnTo>
                    <a:pt x="3339071" y="324711"/>
                  </a:lnTo>
                  <a:lnTo>
                    <a:pt x="3339721" y="328080"/>
                  </a:lnTo>
                  <a:lnTo>
                    <a:pt x="3340371" y="331643"/>
                  </a:lnTo>
                  <a:lnTo>
                    <a:pt x="3341021" y="335304"/>
                  </a:lnTo>
                  <a:lnTo>
                    <a:pt x="3341671" y="339190"/>
                  </a:lnTo>
                  <a:lnTo>
                    <a:pt x="3342321" y="343280"/>
                  </a:lnTo>
                  <a:lnTo>
                    <a:pt x="3342971" y="347479"/>
                  </a:lnTo>
                  <a:lnTo>
                    <a:pt x="3343621" y="351814"/>
                  </a:lnTo>
                  <a:lnTo>
                    <a:pt x="3344271" y="356326"/>
                  </a:lnTo>
                  <a:lnTo>
                    <a:pt x="3344920" y="361015"/>
                  </a:lnTo>
                  <a:lnTo>
                    <a:pt x="3345570" y="365869"/>
                  </a:lnTo>
                  <a:lnTo>
                    <a:pt x="3346220" y="370936"/>
                  </a:lnTo>
                  <a:lnTo>
                    <a:pt x="3346870" y="376306"/>
                  </a:lnTo>
                  <a:lnTo>
                    <a:pt x="3347520" y="381962"/>
                  </a:lnTo>
                  <a:lnTo>
                    <a:pt x="3348170" y="387914"/>
                  </a:lnTo>
                  <a:lnTo>
                    <a:pt x="3348820" y="394285"/>
                  </a:lnTo>
                  <a:lnTo>
                    <a:pt x="3349470" y="400978"/>
                  </a:lnTo>
                  <a:lnTo>
                    <a:pt x="3350120" y="408074"/>
                  </a:lnTo>
                  <a:lnTo>
                    <a:pt x="3350770" y="415182"/>
                  </a:lnTo>
                  <a:lnTo>
                    <a:pt x="3351420" y="422091"/>
                  </a:lnTo>
                  <a:lnTo>
                    <a:pt x="3352070" y="428788"/>
                  </a:lnTo>
                  <a:lnTo>
                    <a:pt x="3352720" y="435172"/>
                  </a:lnTo>
                  <a:lnTo>
                    <a:pt x="3353370" y="440865"/>
                  </a:lnTo>
                  <a:lnTo>
                    <a:pt x="3354020" y="445684"/>
                  </a:lnTo>
                  <a:lnTo>
                    <a:pt x="3354670" y="449909"/>
                  </a:lnTo>
                  <a:lnTo>
                    <a:pt x="3355319" y="453514"/>
                  </a:lnTo>
                  <a:lnTo>
                    <a:pt x="3355969" y="456380"/>
                  </a:lnTo>
                  <a:lnTo>
                    <a:pt x="3356619" y="458350"/>
                  </a:lnTo>
                  <a:lnTo>
                    <a:pt x="3357269" y="459543"/>
                  </a:lnTo>
                  <a:lnTo>
                    <a:pt x="3357919" y="460122"/>
                  </a:lnTo>
                  <a:lnTo>
                    <a:pt x="3358569" y="460197"/>
                  </a:lnTo>
                  <a:lnTo>
                    <a:pt x="3359219" y="459886"/>
                  </a:lnTo>
                  <a:lnTo>
                    <a:pt x="3359869" y="459112"/>
                  </a:lnTo>
                  <a:lnTo>
                    <a:pt x="3360519" y="458329"/>
                  </a:lnTo>
                  <a:lnTo>
                    <a:pt x="3361169" y="457845"/>
                  </a:lnTo>
                  <a:lnTo>
                    <a:pt x="3361819" y="457813"/>
                  </a:lnTo>
                  <a:lnTo>
                    <a:pt x="3362469" y="458279"/>
                  </a:lnTo>
                  <a:lnTo>
                    <a:pt x="3363119" y="459315"/>
                  </a:lnTo>
                  <a:lnTo>
                    <a:pt x="3363769" y="460674"/>
                  </a:lnTo>
                  <a:lnTo>
                    <a:pt x="3364419" y="462034"/>
                  </a:lnTo>
                  <a:lnTo>
                    <a:pt x="3365068" y="463347"/>
                  </a:lnTo>
                  <a:lnTo>
                    <a:pt x="3365718" y="464623"/>
                  </a:lnTo>
                  <a:lnTo>
                    <a:pt x="3366368" y="465934"/>
                  </a:lnTo>
                  <a:lnTo>
                    <a:pt x="3367018" y="467299"/>
                  </a:lnTo>
                  <a:lnTo>
                    <a:pt x="3367668" y="468811"/>
                  </a:lnTo>
                  <a:lnTo>
                    <a:pt x="3368318" y="470584"/>
                  </a:lnTo>
                  <a:lnTo>
                    <a:pt x="3368968" y="472868"/>
                  </a:lnTo>
                  <a:lnTo>
                    <a:pt x="3369618" y="475852"/>
                  </a:lnTo>
                  <a:lnTo>
                    <a:pt x="3370268" y="479602"/>
                  </a:lnTo>
                  <a:lnTo>
                    <a:pt x="3370918" y="483954"/>
                  </a:lnTo>
                  <a:lnTo>
                    <a:pt x="3371568" y="488739"/>
                  </a:lnTo>
                  <a:lnTo>
                    <a:pt x="3372218" y="493782"/>
                  </a:lnTo>
                  <a:lnTo>
                    <a:pt x="3372868" y="499074"/>
                  </a:lnTo>
                  <a:lnTo>
                    <a:pt x="3373518" y="504561"/>
                  </a:lnTo>
                  <a:lnTo>
                    <a:pt x="3374168" y="510226"/>
                  </a:lnTo>
                  <a:lnTo>
                    <a:pt x="3374818" y="515756"/>
                  </a:lnTo>
                  <a:lnTo>
                    <a:pt x="3375467" y="521256"/>
                  </a:lnTo>
                  <a:lnTo>
                    <a:pt x="3376117" y="526699"/>
                  </a:lnTo>
                  <a:lnTo>
                    <a:pt x="3376767" y="531761"/>
                  </a:lnTo>
                  <a:lnTo>
                    <a:pt x="3377417" y="536328"/>
                  </a:lnTo>
                  <a:lnTo>
                    <a:pt x="3378067" y="540189"/>
                  </a:lnTo>
                  <a:lnTo>
                    <a:pt x="3378717" y="543145"/>
                  </a:lnTo>
                  <a:lnTo>
                    <a:pt x="3379367" y="545245"/>
                  </a:lnTo>
                  <a:lnTo>
                    <a:pt x="3380017" y="546601"/>
                  </a:lnTo>
                  <a:lnTo>
                    <a:pt x="3380667" y="547127"/>
                  </a:lnTo>
                  <a:lnTo>
                    <a:pt x="3381317" y="546785"/>
                  </a:lnTo>
                  <a:lnTo>
                    <a:pt x="3381967" y="545840"/>
                  </a:lnTo>
                  <a:lnTo>
                    <a:pt x="3382617" y="544545"/>
                  </a:lnTo>
                  <a:lnTo>
                    <a:pt x="3383267" y="543254"/>
                  </a:lnTo>
                  <a:lnTo>
                    <a:pt x="3383917" y="542061"/>
                  </a:lnTo>
                  <a:lnTo>
                    <a:pt x="3384567" y="541126"/>
                  </a:lnTo>
                  <a:lnTo>
                    <a:pt x="3385216" y="540575"/>
                  </a:lnTo>
                  <a:lnTo>
                    <a:pt x="3385866" y="540513"/>
                  </a:lnTo>
                  <a:lnTo>
                    <a:pt x="3386516" y="541342"/>
                  </a:lnTo>
                  <a:lnTo>
                    <a:pt x="3387166" y="542579"/>
                  </a:lnTo>
                  <a:lnTo>
                    <a:pt x="3387816" y="544264"/>
                  </a:lnTo>
                  <a:lnTo>
                    <a:pt x="3388466" y="546254"/>
                  </a:lnTo>
                  <a:lnTo>
                    <a:pt x="3389116" y="548489"/>
                  </a:lnTo>
                  <a:lnTo>
                    <a:pt x="3389766" y="550345"/>
                  </a:lnTo>
                  <a:lnTo>
                    <a:pt x="3390416" y="552085"/>
                  </a:lnTo>
                  <a:lnTo>
                    <a:pt x="3391066" y="553725"/>
                  </a:lnTo>
                  <a:lnTo>
                    <a:pt x="3391716" y="555233"/>
                  </a:lnTo>
                  <a:lnTo>
                    <a:pt x="3392366" y="556588"/>
                  </a:lnTo>
                  <a:lnTo>
                    <a:pt x="3393016" y="557649"/>
                  </a:lnTo>
                  <a:lnTo>
                    <a:pt x="3393666" y="558180"/>
                  </a:lnTo>
                  <a:lnTo>
                    <a:pt x="3394316" y="558261"/>
                  </a:lnTo>
                  <a:lnTo>
                    <a:pt x="3394966" y="557756"/>
                  </a:lnTo>
                  <a:lnTo>
                    <a:pt x="3395615" y="556665"/>
                  </a:lnTo>
                  <a:lnTo>
                    <a:pt x="3396265" y="554851"/>
                  </a:lnTo>
                  <a:lnTo>
                    <a:pt x="3396915" y="552833"/>
                  </a:lnTo>
                  <a:lnTo>
                    <a:pt x="3397565" y="550547"/>
                  </a:lnTo>
                  <a:lnTo>
                    <a:pt x="3398215" y="547997"/>
                  </a:lnTo>
                  <a:lnTo>
                    <a:pt x="3398865" y="545001"/>
                  </a:lnTo>
                  <a:lnTo>
                    <a:pt x="3399515" y="541866"/>
                  </a:lnTo>
                  <a:lnTo>
                    <a:pt x="3400165" y="538224"/>
                  </a:lnTo>
                  <a:lnTo>
                    <a:pt x="3400815" y="533974"/>
                  </a:lnTo>
                  <a:lnTo>
                    <a:pt x="3401465" y="528901"/>
                  </a:lnTo>
                  <a:lnTo>
                    <a:pt x="3402115" y="523129"/>
                  </a:lnTo>
                  <a:lnTo>
                    <a:pt x="3402765" y="516819"/>
                  </a:lnTo>
                  <a:lnTo>
                    <a:pt x="3403415" y="510296"/>
                  </a:lnTo>
                  <a:lnTo>
                    <a:pt x="3404065" y="503783"/>
                  </a:lnTo>
                  <a:lnTo>
                    <a:pt x="3404715" y="497437"/>
                  </a:lnTo>
                  <a:lnTo>
                    <a:pt x="3405364" y="491462"/>
                  </a:lnTo>
                  <a:lnTo>
                    <a:pt x="3406014" y="485926"/>
                  </a:lnTo>
                  <a:lnTo>
                    <a:pt x="3406664" y="480640"/>
                  </a:lnTo>
                  <a:lnTo>
                    <a:pt x="3407314" y="475735"/>
                  </a:lnTo>
                  <a:lnTo>
                    <a:pt x="3407964" y="471282"/>
                  </a:lnTo>
                  <a:lnTo>
                    <a:pt x="3408614" y="467477"/>
                  </a:lnTo>
                  <a:lnTo>
                    <a:pt x="3409264" y="464394"/>
                  </a:lnTo>
                  <a:lnTo>
                    <a:pt x="3409914" y="462107"/>
                  </a:lnTo>
                  <a:lnTo>
                    <a:pt x="3410564" y="460736"/>
                  </a:lnTo>
                  <a:lnTo>
                    <a:pt x="3411214" y="460444"/>
                  </a:lnTo>
                  <a:lnTo>
                    <a:pt x="3411864" y="460980"/>
                  </a:lnTo>
                  <a:lnTo>
                    <a:pt x="3412514" y="462060"/>
                  </a:lnTo>
                  <a:lnTo>
                    <a:pt x="3413164" y="463470"/>
                  </a:lnTo>
                  <a:lnTo>
                    <a:pt x="3413814" y="465045"/>
                  </a:lnTo>
                  <a:lnTo>
                    <a:pt x="3414464" y="466709"/>
                  </a:lnTo>
                  <a:lnTo>
                    <a:pt x="3415114" y="468111"/>
                  </a:lnTo>
                  <a:lnTo>
                    <a:pt x="3415763" y="469263"/>
                  </a:lnTo>
                  <a:lnTo>
                    <a:pt x="3416413" y="470498"/>
                  </a:lnTo>
                  <a:lnTo>
                    <a:pt x="3417063" y="471960"/>
                  </a:lnTo>
                  <a:lnTo>
                    <a:pt x="3417713" y="473748"/>
                  </a:lnTo>
                  <a:lnTo>
                    <a:pt x="3418363" y="475821"/>
                  </a:lnTo>
                  <a:lnTo>
                    <a:pt x="3419013" y="477935"/>
                  </a:lnTo>
                  <a:lnTo>
                    <a:pt x="3419663" y="480298"/>
                  </a:lnTo>
                  <a:lnTo>
                    <a:pt x="3420313" y="482941"/>
                  </a:lnTo>
                  <a:lnTo>
                    <a:pt x="3420963" y="485840"/>
                  </a:lnTo>
                  <a:lnTo>
                    <a:pt x="3421613" y="489010"/>
                  </a:lnTo>
                  <a:lnTo>
                    <a:pt x="3422263" y="492866"/>
                  </a:lnTo>
                  <a:lnTo>
                    <a:pt x="3422913" y="497334"/>
                  </a:lnTo>
                  <a:lnTo>
                    <a:pt x="3423563" y="502521"/>
                  </a:lnTo>
                  <a:lnTo>
                    <a:pt x="3424213" y="508302"/>
                  </a:lnTo>
                  <a:lnTo>
                    <a:pt x="3424863" y="514817"/>
                  </a:lnTo>
                  <a:lnTo>
                    <a:pt x="3425512" y="521984"/>
                  </a:lnTo>
                  <a:lnTo>
                    <a:pt x="3426162" y="529707"/>
                  </a:lnTo>
                  <a:lnTo>
                    <a:pt x="3426812" y="537552"/>
                  </a:lnTo>
                  <a:lnTo>
                    <a:pt x="3427462" y="545294"/>
                  </a:lnTo>
                  <a:lnTo>
                    <a:pt x="3428112" y="552801"/>
                  </a:lnTo>
                  <a:lnTo>
                    <a:pt x="3428762" y="560243"/>
                  </a:lnTo>
                  <a:lnTo>
                    <a:pt x="3429412" y="567400"/>
                  </a:lnTo>
                  <a:lnTo>
                    <a:pt x="3430062" y="574087"/>
                  </a:lnTo>
                  <a:lnTo>
                    <a:pt x="3430712" y="580294"/>
                  </a:lnTo>
                  <a:lnTo>
                    <a:pt x="3431362" y="586374"/>
                  </a:lnTo>
                  <a:lnTo>
                    <a:pt x="3432012" y="592263"/>
                  </a:lnTo>
                  <a:lnTo>
                    <a:pt x="3432662" y="598348"/>
                  </a:lnTo>
                  <a:lnTo>
                    <a:pt x="3433312" y="604706"/>
                  </a:lnTo>
                  <a:lnTo>
                    <a:pt x="3433962" y="611521"/>
                  </a:lnTo>
                  <a:lnTo>
                    <a:pt x="3434612" y="618832"/>
                  </a:lnTo>
                  <a:lnTo>
                    <a:pt x="3435262" y="626418"/>
                  </a:lnTo>
                  <a:lnTo>
                    <a:pt x="3435911" y="633915"/>
                  </a:lnTo>
                  <a:lnTo>
                    <a:pt x="3436561" y="641293"/>
                  </a:lnTo>
                  <a:lnTo>
                    <a:pt x="3437211" y="648460"/>
                  </a:lnTo>
                  <a:lnTo>
                    <a:pt x="3437861" y="655410"/>
                  </a:lnTo>
                  <a:lnTo>
                    <a:pt x="3438511" y="662305"/>
                  </a:lnTo>
                  <a:lnTo>
                    <a:pt x="3439161" y="669324"/>
                  </a:lnTo>
                  <a:lnTo>
                    <a:pt x="3439811" y="676926"/>
                  </a:lnTo>
                  <a:lnTo>
                    <a:pt x="3440461" y="685166"/>
                  </a:lnTo>
                  <a:lnTo>
                    <a:pt x="3441111" y="693687"/>
                  </a:lnTo>
                  <a:lnTo>
                    <a:pt x="3441761" y="702431"/>
                  </a:lnTo>
                  <a:lnTo>
                    <a:pt x="3442411" y="711376"/>
                  </a:lnTo>
                  <a:lnTo>
                    <a:pt x="3443061" y="720382"/>
                  </a:lnTo>
                  <a:lnTo>
                    <a:pt x="3443711" y="729338"/>
                  </a:lnTo>
                  <a:lnTo>
                    <a:pt x="3444361" y="738275"/>
                  </a:lnTo>
                  <a:lnTo>
                    <a:pt x="3445011" y="747665"/>
                  </a:lnTo>
                  <a:lnTo>
                    <a:pt x="3445660" y="757953"/>
                  </a:lnTo>
                  <a:lnTo>
                    <a:pt x="3446310" y="769506"/>
                  </a:lnTo>
                  <a:lnTo>
                    <a:pt x="3446960" y="782573"/>
                  </a:lnTo>
                  <a:lnTo>
                    <a:pt x="3447610" y="797355"/>
                  </a:lnTo>
                  <a:lnTo>
                    <a:pt x="3448260" y="813407"/>
                  </a:lnTo>
                  <a:lnTo>
                    <a:pt x="3448910" y="829779"/>
                  </a:lnTo>
                  <a:lnTo>
                    <a:pt x="3449560" y="845573"/>
                  </a:lnTo>
                  <a:lnTo>
                    <a:pt x="3450210" y="860572"/>
                  </a:lnTo>
                  <a:lnTo>
                    <a:pt x="3450860" y="874903"/>
                  </a:lnTo>
                  <a:lnTo>
                    <a:pt x="3451510" y="888510"/>
                  </a:lnTo>
                  <a:lnTo>
                    <a:pt x="3452160" y="901197"/>
                  </a:lnTo>
                  <a:lnTo>
                    <a:pt x="3452810" y="913005"/>
                  </a:lnTo>
                  <a:lnTo>
                    <a:pt x="3453460" y="924319"/>
                  </a:lnTo>
                  <a:lnTo>
                    <a:pt x="3454110" y="935321"/>
                  </a:lnTo>
                  <a:lnTo>
                    <a:pt x="3454760" y="945938"/>
                  </a:lnTo>
                  <a:lnTo>
                    <a:pt x="3455410" y="956097"/>
                  </a:lnTo>
                  <a:lnTo>
                    <a:pt x="3456059" y="965508"/>
                  </a:lnTo>
                  <a:lnTo>
                    <a:pt x="3456709" y="974054"/>
                  </a:lnTo>
                  <a:lnTo>
                    <a:pt x="3457359" y="981596"/>
                  </a:lnTo>
                  <a:lnTo>
                    <a:pt x="3458009" y="988763"/>
                  </a:lnTo>
                  <a:lnTo>
                    <a:pt x="3458659" y="996397"/>
                  </a:lnTo>
                  <a:lnTo>
                    <a:pt x="3459309" y="1005210"/>
                  </a:lnTo>
                  <a:lnTo>
                    <a:pt x="3459959" y="1015331"/>
                  </a:lnTo>
                  <a:lnTo>
                    <a:pt x="3460609" y="1026585"/>
                  </a:lnTo>
                  <a:lnTo>
                    <a:pt x="3461259" y="1039074"/>
                  </a:lnTo>
                  <a:lnTo>
                    <a:pt x="3461909" y="1052772"/>
                  </a:lnTo>
                  <a:lnTo>
                    <a:pt x="3462559" y="1067845"/>
                  </a:lnTo>
                  <a:lnTo>
                    <a:pt x="3463209" y="1083955"/>
                  </a:lnTo>
                  <a:lnTo>
                    <a:pt x="3463859" y="1100675"/>
                  </a:lnTo>
                  <a:lnTo>
                    <a:pt x="3464509" y="1117610"/>
                  </a:lnTo>
                  <a:lnTo>
                    <a:pt x="3465159" y="1134667"/>
                  </a:lnTo>
                  <a:lnTo>
                    <a:pt x="3465808" y="1151819"/>
                  </a:lnTo>
                  <a:lnTo>
                    <a:pt x="3466458" y="1169238"/>
                  </a:lnTo>
                  <a:lnTo>
                    <a:pt x="3467108" y="1186905"/>
                  </a:lnTo>
                  <a:lnTo>
                    <a:pt x="3467758" y="1204944"/>
                  </a:lnTo>
                  <a:lnTo>
                    <a:pt x="3468408" y="1223975"/>
                  </a:lnTo>
                  <a:lnTo>
                    <a:pt x="3469058" y="1244384"/>
                  </a:lnTo>
                  <a:lnTo>
                    <a:pt x="3469708" y="1266282"/>
                  </a:lnTo>
                  <a:lnTo>
                    <a:pt x="3470358" y="1289870"/>
                  </a:lnTo>
                  <a:lnTo>
                    <a:pt x="3471008" y="1314884"/>
                  </a:lnTo>
                  <a:lnTo>
                    <a:pt x="3471658" y="1341252"/>
                  </a:lnTo>
                  <a:lnTo>
                    <a:pt x="3472308" y="1367929"/>
                  </a:lnTo>
                  <a:lnTo>
                    <a:pt x="3472958" y="1394351"/>
                  </a:lnTo>
                  <a:lnTo>
                    <a:pt x="3473608" y="1420741"/>
                  </a:lnTo>
                  <a:lnTo>
                    <a:pt x="3474258" y="1447310"/>
                  </a:lnTo>
                  <a:lnTo>
                    <a:pt x="3474908" y="1473725"/>
                  </a:lnTo>
                  <a:lnTo>
                    <a:pt x="3475557" y="1499724"/>
                  </a:lnTo>
                  <a:lnTo>
                    <a:pt x="3476207" y="1524997"/>
                  </a:lnTo>
                  <a:lnTo>
                    <a:pt x="3476857" y="1549465"/>
                  </a:lnTo>
                  <a:lnTo>
                    <a:pt x="3477507" y="1572069"/>
                  </a:lnTo>
                  <a:lnTo>
                    <a:pt x="3478157" y="1591996"/>
                  </a:lnTo>
                  <a:lnTo>
                    <a:pt x="3478807" y="1607744"/>
                  </a:lnTo>
                  <a:lnTo>
                    <a:pt x="3479457" y="1618059"/>
                  </a:lnTo>
                  <a:lnTo>
                    <a:pt x="3480107" y="1623409"/>
                  </a:lnTo>
                  <a:lnTo>
                    <a:pt x="3480757" y="1624900"/>
                  </a:lnTo>
                  <a:lnTo>
                    <a:pt x="3481407" y="1624334"/>
                  </a:lnTo>
                  <a:lnTo>
                    <a:pt x="3482057" y="1624209"/>
                  </a:lnTo>
                  <a:lnTo>
                    <a:pt x="3482707" y="1623939"/>
                  </a:lnTo>
                  <a:lnTo>
                    <a:pt x="3483357" y="1623164"/>
                  </a:lnTo>
                  <a:lnTo>
                    <a:pt x="3484007" y="1622121"/>
                  </a:lnTo>
                  <a:lnTo>
                    <a:pt x="3484657" y="1621286"/>
                  </a:lnTo>
                  <a:lnTo>
                    <a:pt x="3485307" y="1621145"/>
                  </a:lnTo>
                  <a:lnTo>
                    <a:pt x="3485956" y="1621191"/>
                  </a:lnTo>
                  <a:lnTo>
                    <a:pt x="3486606" y="1621360"/>
                  </a:lnTo>
                  <a:lnTo>
                    <a:pt x="3487256" y="1622243"/>
                  </a:lnTo>
                  <a:lnTo>
                    <a:pt x="3487906" y="1623623"/>
                  </a:lnTo>
                  <a:lnTo>
                    <a:pt x="3488556" y="1626069"/>
                  </a:lnTo>
                  <a:lnTo>
                    <a:pt x="3489206" y="1630368"/>
                  </a:lnTo>
                  <a:lnTo>
                    <a:pt x="3489856" y="1635997"/>
                  </a:lnTo>
                  <a:lnTo>
                    <a:pt x="3490506" y="1641866"/>
                  </a:lnTo>
                  <a:lnTo>
                    <a:pt x="3491156" y="1647109"/>
                  </a:lnTo>
                  <a:lnTo>
                    <a:pt x="3491806" y="1650711"/>
                  </a:lnTo>
                  <a:lnTo>
                    <a:pt x="3492456" y="1654106"/>
                  </a:lnTo>
                  <a:lnTo>
                    <a:pt x="3493106" y="1657915"/>
                  </a:lnTo>
                  <a:lnTo>
                    <a:pt x="3493756" y="1662126"/>
                  </a:lnTo>
                  <a:lnTo>
                    <a:pt x="3494406" y="1666457"/>
                  </a:lnTo>
                  <a:lnTo>
                    <a:pt x="3495056" y="1670937"/>
                  </a:lnTo>
                  <a:lnTo>
                    <a:pt x="3495705" y="1675860"/>
                  </a:lnTo>
                  <a:lnTo>
                    <a:pt x="3496355" y="1680899"/>
                  </a:lnTo>
                  <a:lnTo>
                    <a:pt x="3497005" y="1685633"/>
                  </a:lnTo>
                  <a:lnTo>
                    <a:pt x="3497655" y="1690009"/>
                  </a:lnTo>
                  <a:lnTo>
                    <a:pt x="3498305" y="1693789"/>
                  </a:lnTo>
                  <a:lnTo>
                    <a:pt x="3498955" y="1696890"/>
                  </a:lnTo>
                  <a:lnTo>
                    <a:pt x="3499605" y="1699319"/>
                  </a:lnTo>
                  <a:lnTo>
                    <a:pt x="3500255" y="1700953"/>
                  </a:lnTo>
                  <a:lnTo>
                    <a:pt x="3500905" y="1701259"/>
                  </a:lnTo>
                  <a:lnTo>
                    <a:pt x="3501555" y="1700138"/>
                  </a:lnTo>
                  <a:lnTo>
                    <a:pt x="3502205" y="1697763"/>
                  </a:lnTo>
                  <a:lnTo>
                    <a:pt x="3502855" y="1694318"/>
                  </a:lnTo>
                  <a:lnTo>
                    <a:pt x="3503505" y="1689639"/>
                  </a:lnTo>
                  <a:lnTo>
                    <a:pt x="3504155" y="1683840"/>
                  </a:lnTo>
                  <a:lnTo>
                    <a:pt x="3504805" y="1677669"/>
                  </a:lnTo>
                  <a:lnTo>
                    <a:pt x="3505455" y="1671834"/>
                  </a:lnTo>
                  <a:lnTo>
                    <a:pt x="3506104" y="1666717"/>
                  </a:lnTo>
                  <a:lnTo>
                    <a:pt x="3506754" y="1662239"/>
                  </a:lnTo>
                  <a:lnTo>
                    <a:pt x="3507404" y="1658335"/>
                  </a:lnTo>
                  <a:lnTo>
                    <a:pt x="3508054" y="1655431"/>
                  </a:lnTo>
                  <a:lnTo>
                    <a:pt x="3508704" y="1653547"/>
                  </a:lnTo>
                  <a:lnTo>
                    <a:pt x="3509354" y="1652323"/>
                  </a:lnTo>
                  <a:lnTo>
                    <a:pt x="3510004" y="1652115"/>
                  </a:lnTo>
                  <a:lnTo>
                    <a:pt x="3510654" y="1653539"/>
                  </a:lnTo>
                  <a:lnTo>
                    <a:pt x="3511304" y="1657418"/>
                  </a:lnTo>
                  <a:lnTo>
                    <a:pt x="3511954" y="1664390"/>
                  </a:lnTo>
                  <a:lnTo>
                    <a:pt x="3512604" y="1674277"/>
                  </a:lnTo>
                  <a:lnTo>
                    <a:pt x="3513254" y="1687317"/>
                  </a:lnTo>
                  <a:lnTo>
                    <a:pt x="3513904" y="1704008"/>
                  </a:lnTo>
                  <a:lnTo>
                    <a:pt x="3514554" y="1723463"/>
                  </a:lnTo>
                  <a:lnTo>
                    <a:pt x="3515204" y="1745142"/>
                  </a:lnTo>
                  <a:lnTo>
                    <a:pt x="3515853" y="1768315"/>
                  </a:lnTo>
                  <a:lnTo>
                    <a:pt x="3516503" y="1792723"/>
                  </a:lnTo>
                  <a:lnTo>
                    <a:pt x="3517153" y="1817800"/>
                  </a:lnTo>
                  <a:lnTo>
                    <a:pt x="3517803" y="1842455"/>
                  </a:lnTo>
                  <a:lnTo>
                    <a:pt x="3518453" y="1866516"/>
                  </a:lnTo>
                  <a:lnTo>
                    <a:pt x="3519103" y="1889804"/>
                  </a:lnTo>
                  <a:lnTo>
                    <a:pt x="3519753" y="1911724"/>
                  </a:lnTo>
                  <a:lnTo>
                    <a:pt x="3520403" y="1931375"/>
                  </a:lnTo>
                  <a:lnTo>
                    <a:pt x="3521053" y="1947092"/>
                  </a:lnTo>
                  <a:lnTo>
                    <a:pt x="3521703" y="1957742"/>
                  </a:lnTo>
                  <a:lnTo>
                    <a:pt x="3522353" y="1964060"/>
                  </a:lnTo>
                  <a:lnTo>
                    <a:pt x="3523003" y="1966057"/>
                  </a:lnTo>
                  <a:lnTo>
                    <a:pt x="3523653" y="1962586"/>
                  </a:lnTo>
                  <a:lnTo>
                    <a:pt x="3524303" y="1954359"/>
                  </a:lnTo>
                  <a:lnTo>
                    <a:pt x="3524953" y="1941831"/>
                  </a:lnTo>
                  <a:lnTo>
                    <a:pt x="3525603" y="1926237"/>
                  </a:lnTo>
                  <a:lnTo>
                    <a:pt x="3526252" y="1908339"/>
                  </a:lnTo>
                  <a:lnTo>
                    <a:pt x="3526902" y="1888986"/>
                  </a:lnTo>
                  <a:lnTo>
                    <a:pt x="3527552" y="1869094"/>
                  </a:lnTo>
                  <a:lnTo>
                    <a:pt x="3528202" y="1849686"/>
                  </a:lnTo>
                  <a:lnTo>
                    <a:pt x="3528852" y="1831477"/>
                  </a:lnTo>
                  <a:lnTo>
                    <a:pt x="3529502" y="1814755"/>
                  </a:lnTo>
                  <a:lnTo>
                    <a:pt x="3530152" y="1799562"/>
                  </a:lnTo>
                  <a:lnTo>
                    <a:pt x="3530802" y="1785977"/>
                  </a:lnTo>
                  <a:lnTo>
                    <a:pt x="3531452" y="1773935"/>
                  </a:lnTo>
                  <a:lnTo>
                    <a:pt x="3532102" y="1763027"/>
                  </a:lnTo>
                  <a:lnTo>
                    <a:pt x="3532752" y="1753425"/>
                  </a:lnTo>
                  <a:lnTo>
                    <a:pt x="3533402" y="1746012"/>
                  </a:lnTo>
                  <a:lnTo>
                    <a:pt x="3534052" y="1740997"/>
                  </a:lnTo>
                  <a:lnTo>
                    <a:pt x="3534702" y="1738546"/>
                  </a:lnTo>
                  <a:lnTo>
                    <a:pt x="3535352" y="1738475"/>
                  </a:lnTo>
                  <a:lnTo>
                    <a:pt x="3536001" y="1740812"/>
                  </a:lnTo>
                  <a:lnTo>
                    <a:pt x="3536651" y="1745712"/>
                  </a:lnTo>
                  <a:lnTo>
                    <a:pt x="3537301" y="1752760"/>
                  </a:lnTo>
                  <a:lnTo>
                    <a:pt x="3537951" y="1760714"/>
                  </a:lnTo>
                  <a:lnTo>
                    <a:pt x="3538601" y="1769071"/>
                  </a:lnTo>
                  <a:lnTo>
                    <a:pt x="3539251" y="1777440"/>
                  </a:lnTo>
                  <a:lnTo>
                    <a:pt x="3539901" y="1785920"/>
                  </a:lnTo>
                  <a:lnTo>
                    <a:pt x="3540551" y="1794403"/>
                  </a:lnTo>
                  <a:lnTo>
                    <a:pt x="3541201" y="1802684"/>
                  </a:lnTo>
                  <a:lnTo>
                    <a:pt x="3541851" y="1810672"/>
                  </a:lnTo>
                  <a:lnTo>
                    <a:pt x="3542501" y="1818293"/>
                  </a:lnTo>
                  <a:lnTo>
                    <a:pt x="3543151" y="1824967"/>
                  </a:lnTo>
                  <a:lnTo>
                    <a:pt x="3543801" y="1830497"/>
                  </a:lnTo>
                  <a:lnTo>
                    <a:pt x="3544451" y="1834523"/>
                  </a:lnTo>
                  <a:lnTo>
                    <a:pt x="3545101" y="1836976"/>
                  </a:lnTo>
                  <a:lnTo>
                    <a:pt x="3545751" y="1837978"/>
                  </a:lnTo>
                  <a:lnTo>
                    <a:pt x="3546400" y="1837321"/>
                  </a:lnTo>
                  <a:lnTo>
                    <a:pt x="3547050" y="1835356"/>
                  </a:lnTo>
                  <a:lnTo>
                    <a:pt x="3547700" y="1832034"/>
                  </a:lnTo>
                  <a:lnTo>
                    <a:pt x="3548350" y="1828144"/>
                  </a:lnTo>
                  <a:lnTo>
                    <a:pt x="3549000" y="1823489"/>
                  </a:lnTo>
                  <a:lnTo>
                    <a:pt x="3549650" y="1818327"/>
                  </a:lnTo>
                  <a:lnTo>
                    <a:pt x="3550300" y="1812926"/>
                  </a:lnTo>
                  <a:lnTo>
                    <a:pt x="3550950" y="1807171"/>
                  </a:lnTo>
                  <a:lnTo>
                    <a:pt x="3551600" y="1801290"/>
                  </a:lnTo>
                  <a:lnTo>
                    <a:pt x="3552250" y="1795614"/>
                  </a:lnTo>
                  <a:lnTo>
                    <a:pt x="3552900" y="1790216"/>
                  </a:lnTo>
                  <a:lnTo>
                    <a:pt x="3553550" y="1785529"/>
                  </a:lnTo>
                  <a:lnTo>
                    <a:pt x="3554200" y="1781724"/>
                  </a:lnTo>
                  <a:lnTo>
                    <a:pt x="3554850" y="1778164"/>
                  </a:lnTo>
                  <a:lnTo>
                    <a:pt x="3555500" y="1774807"/>
                  </a:lnTo>
                  <a:lnTo>
                    <a:pt x="3556149" y="1772384"/>
                  </a:lnTo>
                  <a:lnTo>
                    <a:pt x="3556799" y="1771134"/>
                  </a:lnTo>
                  <a:lnTo>
                    <a:pt x="3557449" y="1771761"/>
                  </a:lnTo>
                  <a:lnTo>
                    <a:pt x="3558099" y="1773088"/>
                  </a:lnTo>
                  <a:lnTo>
                    <a:pt x="3558749" y="1774966"/>
                  </a:lnTo>
                  <a:lnTo>
                    <a:pt x="3559399" y="1777140"/>
                  </a:lnTo>
                  <a:lnTo>
                    <a:pt x="3560049" y="1779334"/>
                  </a:lnTo>
                  <a:lnTo>
                    <a:pt x="3560699" y="1781068"/>
                  </a:lnTo>
                  <a:lnTo>
                    <a:pt x="3561349" y="1781533"/>
                  </a:lnTo>
                  <a:lnTo>
                    <a:pt x="3561999" y="1780374"/>
                  </a:lnTo>
                  <a:lnTo>
                    <a:pt x="3562649" y="1778459"/>
                  </a:lnTo>
                  <a:lnTo>
                    <a:pt x="3563299" y="1775737"/>
                  </a:lnTo>
                  <a:lnTo>
                    <a:pt x="3563949" y="1772303"/>
                  </a:lnTo>
                  <a:lnTo>
                    <a:pt x="3564599" y="1768679"/>
                  </a:lnTo>
                  <a:lnTo>
                    <a:pt x="3565249" y="1764580"/>
                  </a:lnTo>
                  <a:lnTo>
                    <a:pt x="3565899" y="1759700"/>
                  </a:lnTo>
                  <a:lnTo>
                    <a:pt x="3566548" y="1753965"/>
                  </a:lnTo>
                  <a:lnTo>
                    <a:pt x="3567198" y="1747270"/>
                  </a:lnTo>
                  <a:lnTo>
                    <a:pt x="3567848" y="1740486"/>
                  </a:lnTo>
                  <a:lnTo>
                    <a:pt x="3568498" y="1734094"/>
                  </a:lnTo>
                  <a:lnTo>
                    <a:pt x="3569148" y="1728033"/>
                  </a:lnTo>
                  <a:lnTo>
                    <a:pt x="3569798" y="1722497"/>
                  </a:lnTo>
                  <a:lnTo>
                    <a:pt x="3570448" y="1718017"/>
                  </a:lnTo>
                  <a:lnTo>
                    <a:pt x="3571098" y="1715070"/>
                  </a:lnTo>
                  <a:lnTo>
                    <a:pt x="3571748" y="1713447"/>
                  </a:lnTo>
                  <a:lnTo>
                    <a:pt x="3572398" y="1712008"/>
                  </a:lnTo>
                  <a:lnTo>
                    <a:pt x="3573048" y="1710310"/>
                  </a:lnTo>
                  <a:lnTo>
                    <a:pt x="3573698" y="1708344"/>
                  </a:lnTo>
                  <a:lnTo>
                    <a:pt x="3574348" y="1706157"/>
                  </a:lnTo>
                  <a:lnTo>
                    <a:pt x="3574998" y="1703636"/>
                  </a:lnTo>
                  <a:lnTo>
                    <a:pt x="3575648" y="1700484"/>
                  </a:lnTo>
                  <a:lnTo>
                    <a:pt x="3576297" y="1696658"/>
                  </a:lnTo>
                  <a:lnTo>
                    <a:pt x="3576947" y="1692340"/>
                  </a:lnTo>
                  <a:lnTo>
                    <a:pt x="3577597" y="1687124"/>
                  </a:lnTo>
                  <a:lnTo>
                    <a:pt x="3578247" y="1680611"/>
                  </a:lnTo>
                  <a:lnTo>
                    <a:pt x="3578897" y="1673253"/>
                  </a:lnTo>
                  <a:lnTo>
                    <a:pt x="3579547" y="1665955"/>
                  </a:lnTo>
                  <a:lnTo>
                    <a:pt x="3580197" y="1659544"/>
                  </a:lnTo>
                  <a:lnTo>
                    <a:pt x="3580847" y="1654032"/>
                  </a:lnTo>
                  <a:lnTo>
                    <a:pt x="3581497" y="1649973"/>
                  </a:lnTo>
                  <a:lnTo>
                    <a:pt x="3582147" y="1647892"/>
                  </a:lnTo>
                  <a:lnTo>
                    <a:pt x="3582797" y="1647985"/>
                  </a:lnTo>
                  <a:lnTo>
                    <a:pt x="3583447" y="1650134"/>
                  </a:lnTo>
                  <a:lnTo>
                    <a:pt x="3584097" y="1653859"/>
                  </a:lnTo>
                  <a:lnTo>
                    <a:pt x="3584747" y="1658690"/>
                  </a:lnTo>
                  <a:lnTo>
                    <a:pt x="3585397" y="1664681"/>
                  </a:lnTo>
                  <a:lnTo>
                    <a:pt x="3586047" y="1671539"/>
                  </a:lnTo>
                  <a:lnTo>
                    <a:pt x="3586696" y="1678977"/>
                  </a:lnTo>
                  <a:lnTo>
                    <a:pt x="3587346" y="1687499"/>
                  </a:lnTo>
                  <a:lnTo>
                    <a:pt x="3587996" y="1697283"/>
                  </a:lnTo>
                  <a:lnTo>
                    <a:pt x="3588646" y="1708009"/>
                  </a:lnTo>
                  <a:lnTo>
                    <a:pt x="3589296" y="1718830"/>
                  </a:lnTo>
                  <a:lnTo>
                    <a:pt x="3589946" y="1729070"/>
                  </a:lnTo>
                  <a:lnTo>
                    <a:pt x="3590596" y="1739305"/>
                  </a:lnTo>
                  <a:lnTo>
                    <a:pt x="3591246" y="1749439"/>
                  </a:lnTo>
                  <a:lnTo>
                    <a:pt x="3591896" y="1758870"/>
                  </a:lnTo>
                  <a:lnTo>
                    <a:pt x="3592546" y="1767047"/>
                  </a:lnTo>
                  <a:lnTo>
                    <a:pt x="3593196" y="1773563"/>
                  </a:lnTo>
                  <a:lnTo>
                    <a:pt x="3593846" y="1779334"/>
                  </a:lnTo>
                  <a:lnTo>
                    <a:pt x="3594496" y="1784558"/>
                  </a:lnTo>
                  <a:lnTo>
                    <a:pt x="3595146" y="1788220"/>
                  </a:lnTo>
                  <a:lnTo>
                    <a:pt x="3595796" y="1790123"/>
                  </a:lnTo>
                  <a:lnTo>
                    <a:pt x="3596445" y="1790349"/>
                  </a:lnTo>
                  <a:lnTo>
                    <a:pt x="3597095" y="1789473"/>
                  </a:lnTo>
                  <a:lnTo>
                    <a:pt x="3597745" y="1788359"/>
                  </a:lnTo>
                  <a:lnTo>
                    <a:pt x="3598395" y="1786904"/>
                  </a:lnTo>
                  <a:lnTo>
                    <a:pt x="3599045" y="1785106"/>
                  </a:lnTo>
                  <a:lnTo>
                    <a:pt x="3599695" y="1782725"/>
                  </a:lnTo>
                  <a:lnTo>
                    <a:pt x="3600345" y="1779057"/>
                  </a:lnTo>
                  <a:lnTo>
                    <a:pt x="3600995" y="1773947"/>
                  </a:lnTo>
                  <a:lnTo>
                    <a:pt x="3601645" y="1767746"/>
                  </a:lnTo>
                  <a:lnTo>
                    <a:pt x="3602295" y="1760869"/>
                  </a:lnTo>
                  <a:lnTo>
                    <a:pt x="3602945" y="1753822"/>
                  </a:lnTo>
                  <a:lnTo>
                    <a:pt x="3603595" y="1746328"/>
                  </a:lnTo>
                  <a:lnTo>
                    <a:pt x="3604245" y="1739228"/>
                  </a:lnTo>
                  <a:lnTo>
                    <a:pt x="3604895" y="1733710"/>
                  </a:lnTo>
                  <a:lnTo>
                    <a:pt x="3605545" y="1730394"/>
                  </a:lnTo>
                  <a:lnTo>
                    <a:pt x="3606195" y="1729273"/>
                  </a:lnTo>
                  <a:lnTo>
                    <a:pt x="3606844" y="1729675"/>
                  </a:lnTo>
                  <a:lnTo>
                    <a:pt x="3607494" y="1731322"/>
                  </a:lnTo>
                  <a:lnTo>
                    <a:pt x="3608144" y="1734379"/>
                  </a:lnTo>
                  <a:lnTo>
                    <a:pt x="3608794" y="1738723"/>
                  </a:lnTo>
                  <a:lnTo>
                    <a:pt x="3609444" y="1744385"/>
                  </a:lnTo>
                  <a:lnTo>
                    <a:pt x="3610094" y="1751822"/>
                  </a:lnTo>
                  <a:lnTo>
                    <a:pt x="3610744" y="1761182"/>
                  </a:lnTo>
                  <a:lnTo>
                    <a:pt x="3611394" y="1772269"/>
                  </a:lnTo>
                  <a:lnTo>
                    <a:pt x="3612044" y="1784368"/>
                  </a:lnTo>
                  <a:lnTo>
                    <a:pt x="3612694" y="1797187"/>
                  </a:lnTo>
                  <a:lnTo>
                    <a:pt x="3613344" y="1810631"/>
                  </a:lnTo>
                  <a:lnTo>
                    <a:pt x="3613994" y="1824345"/>
                  </a:lnTo>
                  <a:lnTo>
                    <a:pt x="3614644" y="1837778"/>
                  </a:lnTo>
                  <a:lnTo>
                    <a:pt x="3615294" y="1850574"/>
                  </a:lnTo>
                  <a:lnTo>
                    <a:pt x="3615944" y="1862854"/>
                  </a:lnTo>
                  <a:lnTo>
                    <a:pt x="3616593" y="1875066"/>
                  </a:lnTo>
                  <a:lnTo>
                    <a:pt x="3617243" y="1887187"/>
                  </a:lnTo>
                  <a:lnTo>
                    <a:pt x="3617893" y="1899090"/>
                  </a:lnTo>
                  <a:lnTo>
                    <a:pt x="3618543" y="1910886"/>
                  </a:lnTo>
                  <a:lnTo>
                    <a:pt x="3619193" y="1922457"/>
                  </a:lnTo>
                  <a:lnTo>
                    <a:pt x="3619843" y="1933268"/>
                  </a:lnTo>
                  <a:lnTo>
                    <a:pt x="3620493" y="1943208"/>
                  </a:lnTo>
                  <a:lnTo>
                    <a:pt x="3621143" y="1952324"/>
                  </a:lnTo>
                  <a:lnTo>
                    <a:pt x="3621793" y="1961465"/>
                  </a:lnTo>
                  <a:lnTo>
                    <a:pt x="3622443" y="1970709"/>
                  </a:lnTo>
                  <a:lnTo>
                    <a:pt x="3623093" y="1980058"/>
                  </a:lnTo>
                  <a:lnTo>
                    <a:pt x="3623743" y="1989817"/>
                  </a:lnTo>
                  <a:lnTo>
                    <a:pt x="3624393" y="2000790"/>
                  </a:lnTo>
                  <a:lnTo>
                    <a:pt x="3625043" y="2013661"/>
                  </a:lnTo>
                  <a:lnTo>
                    <a:pt x="3625693" y="2028993"/>
                  </a:lnTo>
                  <a:lnTo>
                    <a:pt x="3626342" y="2046258"/>
                  </a:lnTo>
                  <a:lnTo>
                    <a:pt x="3626992" y="2065589"/>
                  </a:lnTo>
                  <a:lnTo>
                    <a:pt x="3627642" y="2087294"/>
                  </a:lnTo>
                  <a:lnTo>
                    <a:pt x="3628292" y="2111683"/>
                  </a:lnTo>
                  <a:lnTo>
                    <a:pt x="3628942" y="2138645"/>
                  </a:lnTo>
                  <a:lnTo>
                    <a:pt x="3629592" y="2166974"/>
                  </a:lnTo>
                  <a:lnTo>
                    <a:pt x="3630242" y="2195574"/>
                  </a:lnTo>
                  <a:lnTo>
                    <a:pt x="3630892" y="2224216"/>
                  </a:lnTo>
                  <a:lnTo>
                    <a:pt x="3631542" y="2252792"/>
                  </a:lnTo>
                  <a:lnTo>
                    <a:pt x="3632192" y="2281861"/>
                  </a:lnTo>
                  <a:lnTo>
                    <a:pt x="3632842" y="2311958"/>
                  </a:lnTo>
                  <a:lnTo>
                    <a:pt x="3633492" y="2342723"/>
                  </a:lnTo>
                  <a:lnTo>
                    <a:pt x="3634142" y="2373446"/>
                  </a:lnTo>
                  <a:lnTo>
                    <a:pt x="3634792" y="2402979"/>
                  </a:lnTo>
                  <a:lnTo>
                    <a:pt x="3635442" y="2429991"/>
                  </a:lnTo>
                  <a:lnTo>
                    <a:pt x="3636092" y="2454211"/>
                  </a:lnTo>
                  <a:lnTo>
                    <a:pt x="3636741" y="2474565"/>
                  </a:lnTo>
                  <a:lnTo>
                    <a:pt x="3637391" y="2490439"/>
                  </a:lnTo>
                  <a:lnTo>
                    <a:pt x="3638041" y="2501084"/>
                  </a:lnTo>
                  <a:lnTo>
                    <a:pt x="3638691" y="2506826"/>
                  </a:lnTo>
                  <a:lnTo>
                    <a:pt x="3639341" y="2510042"/>
                  </a:lnTo>
                  <a:lnTo>
                    <a:pt x="3639991" y="2511524"/>
                  </a:lnTo>
                  <a:lnTo>
                    <a:pt x="3640641" y="2511401"/>
                  </a:lnTo>
                  <a:lnTo>
                    <a:pt x="3641291" y="2510095"/>
                  </a:lnTo>
                  <a:lnTo>
                    <a:pt x="3641941" y="2507882"/>
                  </a:lnTo>
                  <a:lnTo>
                    <a:pt x="3642591" y="2503341"/>
                  </a:lnTo>
                  <a:lnTo>
                    <a:pt x="3643241" y="2496695"/>
                  </a:lnTo>
                  <a:lnTo>
                    <a:pt x="3643891" y="2488073"/>
                  </a:lnTo>
                  <a:lnTo>
                    <a:pt x="3644541" y="2477794"/>
                  </a:lnTo>
                  <a:lnTo>
                    <a:pt x="3645191" y="2466256"/>
                  </a:lnTo>
                  <a:lnTo>
                    <a:pt x="3645841" y="2453560"/>
                  </a:lnTo>
                  <a:lnTo>
                    <a:pt x="3646490" y="2439866"/>
                  </a:lnTo>
                  <a:lnTo>
                    <a:pt x="3647140" y="2426015"/>
                  </a:lnTo>
                  <a:lnTo>
                    <a:pt x="3647790" y="2412690"/>
                  </a:lnTo>
                  <a:lnTo>
                    <a:pt x="3648440" y="2400093"/>
                  </a:lnTo>
                  <a:lnTo>
                    <a:pt x="3649090" y="2388287"/>
                  </a:lnTo>
                  <a:lnTo>
                    <a:pt x="3649740" y="2377400"/>
                  </a:lnTo>
                  <a:lnTo>
                    <a:pt x="3650390" y="2367791"/>
                  </a:lnTo>
                  <a:lnTo>
                    <a:pt x="3651040" y="2359298"/>
                  </a:lnTo>
                  <a:lnTo>
                    <a:pt x="3651690" y="2351475"/>
                  </a:lnTo>
                  <a:lnTo>
                    <a:pt x="3652340" y="2345013"/>
                  </a:lnTo>
                  <a:lnTo>
                    <a:pt x="3652990" y="2340063"/>
                  </a:lnTo>
                  <a:lnTo>
                    <a:pt x="3653640" y="2336389"/>
                  </a:lnTo>
                  <a:lnTo>
                    <a:pt x="3654290" y="2333842"/>
                  </a:lnTo>
                  <a:lnTo>
                    <a:pt x="3654940" y="2332157"/>
                  </a:lnTo>
                  <a:lnTo>
                    <a:pt x="3655590" y="2331201"/>
                  </a:lnTo>
                  <a:lnTo>
                    <a:pt x="3656240" y="2330717"/>
                  </a:lnTo>
                  <a:lnTo>
                    <a:pt x="3656889" y="2330006"/>
                  </a:lnTo>
                  <a:lnTo>
                    <a:pt x="3657539" y="2328294"/>
                  </a:lnTo>
                  <a:lnTo>
                    <a:pt x="3658189" y="2325601"/>
                  </a:lnTo>
                  <a:lnTo>
                    <a:pt x="3658839" y="2321874"/>
                  </a:lnTo>
                  <a:lnTo>
                    <a:pt x="3659489" y="2317477"/>
                  </a:lnTo>
                  <a:lnTo>
                    <a:pt x="3660139" y="2312817"/>
                  </a:lnTo>
                  <a:lnTo>
                    <a:pt x="3660789" y="2308187"/>
                  </a:lnTo>
                  <a:lnTo>
                    <a:pt x="3661439" y="2303977"/>
                  </a:lnTo>
                  <a:lnTo>
                    <a:pt x="3662089" y="2300973"/>
                  </a:lnTo>
                  <a:lnTo>
                    <a:pt x="3662739" y="2298980"/>
                  </a:lnTo>
                  <a:lnTo>
                    <a:pt x="3663389" y="2297795"/>
                  </a:lnTo>
                  <a:lnTo>
                    <a:pt x="3664039" y="2296817"/>
                  </a:lnTo>
                  <a:lnTo>
                    <a:pt x="3664689" y="2296120"/>
                  </a:lnTo>
                  <a:lnTo>
                    <a:pt x="3665339" y="2295479"/>
                  </a:lnTo>
                  <a:lnTo>
                    <a:pt x="3665989" y="2294758"/>
                  </a:lnTo>
                  <a:lnTo>
                    <a:pt x="3666638" y="2293208"/>
                  </a:lnTo>
                  <a:lnTo>
                    <a:pt x="3667288" y="2289962"/>
                  </a:lnTo>
                  <a:lnTo>
                    <a:pt x="3667938" y="2284458"/>
                  </a:lnTo>
                  <a:lnTo>
                    <a:pt x="3668588" y="2276943"/>
                  </a:lnTo>
                  <a:lnTo>
                    <a:pt x="3669238" y="2267541"/>
                  </a:lnTo>
                  <a:lnTo>
                    <a:pt x="3669888" y="2255561"/>
                  </a:lnTo>
                  <a:lnTo>
                    <a:pt x="3670538" y="2241138"/>
                  </a:lnTo>
                  <a:lnTo>
                    <a:pt x="3671188" y="2224951"/>
                  </a:lnTo>
                  <a:lnTo>
                    <a:pt x="3671838" y="2206885"/>
                  </a:lnTo>
                  <a:lnTo>
                    <a:pt x="3672488" y="2187802"/>
                  </a:lnTo>
                  <a:lnTo>
                    <a:pt x="3673138" y="2168706"/>
                  </a:lnTo>
                  <a:lnTo>
                    <a:pt x="3673788" y="2150350"/>
                  </a:lnTo>
                  <a:lnTo>
                    <a:pt x="3674438" y="2132492"/>
                  </a:lnTo>
                  <a:lnTo>
                    <a:pt x="3675088" y="2115933"/>
                  </a:lnTo>
                  <a:lnTo>
                    <a:pt x="3675738" y="2100911"/>
                  </a:lnTo>
                  <a:lnTo>
                    <a:pt x="3676388" y="2087843"/>
                  </a:lnTo>
                  <a:lnTo>
                    <a:pt x="3677037" y="2077200"/>
                  </a:lnTo>
                  <a:lnTo>
                    <a:pt x="3677687" y="2069114"/>
                  </a:lnTo>
                  <a:lnTo>
                    <a:pt x="3678337" y="2063354"/>
                  </a:lnTo>
                  <a:lnTo>
                    <a:pt x="3678987" y="2059629"/>
                  </a:lnTo>
                  <a:lnTo>
                    <a:pt x="3679637" y="2057555"/>
                  </a:lnTo>
                  <a:lnTo>
                    <a:pt x="3680287" y="2056807"/>
                  </a:lnTo>
                  <a:lnTo>
                    <a:pt x="3680937" y="2056540"/>
                  </a:lnTo>
                  <a:lnTo>
                    <a:pt x="3681587" y="2056435"/>
                  </a:lnTo>
                  <a:lnTo>
                    <a:pt x="3682237" y="2056256"/>
                  </a:lnTo>
                  <a:lnTo>
                    <a:pt x="3682887" y="2055798"/>
                  </a:lnTo>
                  <a:lnTo>
                    <a:pt x="3683537" y="2054943"/>
                  </a:lnTo>
                  <a:lnTo>
                    <a:pt x="3684187" y="2054006"/>
                  </a:lnTo>
                  <a:lnTo>
                    <a:pt x="3684837" y="2052563"/>
                  </a:lnTo>
                  <a:lnTo>
                    <a:pt x="3685487" y="2050555"/>
                  </a:lnTo>
                  <a:lnTo>
                    <a:pt x="3686137" y="2048084"/>
                  </a:lnTo>
                  <a:lnTo>
                    <a:pt x="3686786" y="2045298"/>
                  </a:lnTo>
                  <a:lnTo>
                    <a:pt x="3687436" y="2042346"/>
                  </a:lnTo>
                  <a:lnTo>
                    <a:pt x="3688086" y="2039318"/>
                  </a:lnTo>
                  <a:lnTo>
                    <a:pt x="3688736" y="2036217"/>
                  </a:lnTo>
                  <a:lnTo>
                    <a:pt x="3689386" y="2033566"/>
                  </a:lnTo>
                  <a:lnTo>
                    <a:pt x="3690036" y="2031604"/>
                  </a:lnTo>
                  <a:lnTo>
                    <a:pt x="3690686" y="2030267"/>
                  </a:lnTo>
                  <a:lnTo>
                    <a:pt x="3691336" y="2029150"/>
                  </a:lnTo>
                  <a:lnTo>
                    <a:pt x="3691986" y="2028073"/>
                  </a:lnTo>
                  <a:lnTo>
                    <a:pt x="3692636" y="2026183"/>
                  </a:lnTo>
                  <a:lnTo>
                    <a:pt x="3693286" y="2023529"/>
                  </a:lnTo>
                  <a:lnTo>
                    <a:pt x="3693936" y="2020506"/>
                  </a:lnTo>
                  <a:lnTo>
                    <a:pt x="3694586" y="2017271"/>
                  </a:lnTo>
                  <a:lnTo>
                    <a:pt x="3695236" y="2013821"/>
                  </a:lnTo>
                  <a:lnTo>
                    <a:pt x="3695886" y="2010243"/>
                  </a:lnTo>
                  <a:lnTo>
                    <a:pt x="3696536" y="2006797"/>
                  </a:lnTo>
                  <a:lnTo>
                    <a:pt x="3697185" y="2003327"/>
                  </a:lnTo>
                  <a:lnTo>
                    <a:pt x="3697835" y="2000024"/>
                  </a:lnTo>
                  <a:lnTo>
                    <a:pt x="3698485" y="1996831"/>
                  </a:lnTo>
                  <a:lnTo>
                    <a:pt x="3699135" y="1994166"/>
                  </a:lnTo>
                  <a:lnTo>
                    <a:pt x="3699785" y="1992432"/>
                  </a:lnTo>
                  <a:lnTo>
                    <a:pt x="3700435" y="1991902"/>
                  </a:lnTo>
                  <a:lnTo>
                    <a:pt x="3701085" y="1992735"/>
                  </a:lnTo>
                  <a:lnTo>
                    <a:pt x="3701735" y="1994982"/>
                  </a:lnTo>
                  <a:lnTo>
                    <a:pt x="3702385" y="1999448"/>
                  </a:lnTo>
                  <a:lnTo>
                    <a:pt x="3703035" y="2005790"/>
                  </a:lnTo>
                  <a:lnTo>
                    <a:pt x="3703685" y="2013058"/>
                  </a:lnTo>
                  <a:lnTo>
                    <a:pt x="3704335" y="2020809"/>
                  </a:lnTo>
                  <a:lnTo>
                    <a:pt x="3704985" y="2028950"/>
                  </a:lnTo>
                  <a:lnTo>
                    <a:pt x="3705635" y="2037627"/>
                  </a:lnTo>
                  <a:lnTo>
                    <a:pt x="3706285" y="2046475"/>
                  </a:lnTo>
                  <a:lnTo>
                    <a:pt x="3706934" y="2055578"/>
                  </a:lnTo>
                  <a:lnTo>
                    <a:pt x="3707584" y="2064677"/>
                  </a:lnTo>
                  <a:lnTo>
                    <a:pt x="3708234" y="2073882"/>
                  </a:lnTo>
                  <a:lnTo>
                    <a:pt x="3708884" y="2082867"/>
                  </a:lnTo>
                  <a:lnTo>
                    <a:pt x="3709534" y="2091214"/>
                  </a:lnTo>
                  <a:lnTo>
                    <a:pt x="3710184" y="2098888"/>
                  </a:lnTo>
                  <a:lnTo>
                    <a:pt x="3710834" y="2106320"/>
                  </a:lnTo>
                  <a:lnTo>
                    <a:pt x="3711484" y="2113413"/>
                  </a:lnTo>
                  <a:lnTo>
                    <a:pt x="3712134" y="2120124"/>
                  </a:lnTo>
                  <a:lnTo>
                    <a:pt x="3712784" y="2126649"/>
                  </a:lnTo>
                  <a:lnTo>
                    <a:pt x="3713434" y="2133817"/>
                  </a:lnTo>
                  <a:lnTo>
                    <a:pt x="3714084" y="2141921"/>
                  </a:lnTo>
                  <a:lnTo>
                    <a:pt x="3714734" y="2150899"/>
                  </a:lnTo>
                  <a:lnTo>
                    <a:pt x="3715384" y="2159959"/>
                  </a:lnTo>
                  <a:lnTo>
                    <a:pt x="3716034" y="2169110"/>
                  </a:lnTo>
                  <a:lnTo>
                    <a:pt x="3716684" y="2178194"/>
                  </a:lnTo>
                  <a:lnTo>
                    <a:pt x="3717333" y="2187113"/>
                  </a:lnTo>
                  <a:lnTo>
                    <a:pt x="3717983" y="2195756"/>
                  </a:lnTo>
                  <a:lnTo>
                    <a:pt x="3718633" y="2204073"/>
                  </a:lnTo>
                  <a:lnTo>
                    <a:pt x="3719283" y="2211878"/>
                  </a:lnTo>
                  <a:lnTo>
                    <a:pt x="3719933" y="2219090"/>
                  </a:lnTo>
                  <a:lnTo>
                    <a:pt x="3720583" y="2225526"/>
                  </a:lnTo>
                  <a:lnTo>
                    <a:pt x="3721233" y="2231396"/>
                  </a:lnTo>
                  <a:lnTo>
                    <a:pt x="3721883" y="2236645"/>
                  </a:lnTo>
                  <a:lnTo>
                    <a:pt x="3722533" y="2241602"/>
                  </a:lnTo>
                  <a:lnTo>
                    <a:pt x="3723183" y="2246290"/>
                  </a:lnTo>
                  <a:lnTo>
                    <a:pt x="3723833" y="2251292"/>
                  </a:lnTo>
                  <a:lnTo>
                    <a:pt x="3724483" y="2256699"/>
                  </a:lnTo>
                  <a:lnTo>
                    <a:pt x="3725133" y="2263552"/>
                  </a:lnTo>
                  <a:lnTo>
                    <a:pt x="3725783" y="2271985"/>
                  </a:lnTo>
                  <a:lnTo>
                    <a:pt x="3726433" y="2281083"/>
                  </a:lnTo>
                  <a:lnTo>
                    <a:pt x="3727082" y="2290038"/>
                  </a:lnTo>
                  <a:lnTo>
                    <a:pt x="3727732" y="2299373"/>
                  </a:lnTo>
                  <a:lnTo>
                    <a:pt x="3728382" y="2309198"/>
                  </a:lnTo>
                  <a:lnTo>
                    <a:pt x="3729032" y="2319245"/>
                  </a:lnTo>
                  <a:lnTo>
                    <a:pt x="3729682" y="2329380"/>
                  </a:lnTo>
                  <a:lnTo>
                    <a:pt x="3730332" y="2339045"/>
                  </a:lnTo>
                  <a:lnTo>
                    <a:pt x="3730982" y="2348224"/>
                  </a:lnTo>
                  <a:lnTo>
                    <a:pt x="3731632" y="2356388"/>
                  </a:lnTo>
                  <a:lnTo>
                    <a:pt x="3732282" y="2363318"/>
                  </a:lnTo>
                  <a:lnTo>
                    <a:pt x="3732932" y="2369541"/>
                  </a:lnTo>
                  <a:lnTo>
                    <a:pt x="3733582" y="2375212"/>
                  </a:lnTo>
                  <a:lnTo>
                    <a:pt x="3734232" y="2380077"/>
                  </a:lnTo>
                  <a:lnTo>
                    <a:pt x="3734882" y="2383814"/>
                  </a:lnTo>
                  <a:lnTo>
                    <a:pt x="3735532" y="2386810"/>
                  </a:lnTo>
                  <a:lnTo>
                    <a:pt x="3736182" y="2390572"/>
                  </a:lnTo>
                  <a:lnTo>
                    <a:pt x="3736832" y="2396265"/>
                  </a:lnTo>
                  <a:lnTo>
                    <a:pt x="3737481" y="2402855"/>
                  </a:lnTo>
                  <a:lnTo>
                    <a:pt x="3738131" y="2409266"/>
                  </a:lnTo>
                  <a:lnTo>
                    <a:pt x="3738781" y="2415828"/>
                  </a:lnTo>
                  <a:lnTo>
                    <a:pt x="3739431" y="2422014"/>
                  </a:lnTo>
                  <a:lnTo>
                    <a:pt x="3740081" y="2427337"/>
                  </a:lnTo>
                  <a:lnTo>
                    <a:pt x="3740731" y="2431294"/>
                  </a:lnTo>
                  <a:lnTo>
                    <a:pt x="3741381" y="2434107"/>
                  </a:lnTo>
                  <a:lnTo>
                    <a:pt x="3742031" y="2435459"/>
                  </a:lnTo>
                  <a:lnTo>
                    <a:pt x="3742681" y="2433414"/>
                  </a:lnTo>
                  <a:lnTo>
                    <a:pt x="3743331" y="2426728"/>
                  </a:lnTo>
                  <a:lnTo>
                    <a:pt x="3743981" y="2416219"/>
                  </a:lnTo>
                  <a:lnTo>
                    <a:pt x="3744631" y="2402829"/>
                  </a:lnTo>
                  <a:lnTo>
                    <a:pt x="3745281" y="2386715"/>
                  </a:lnTo>
                  <a:lnTo>
                    <a:pt x="3745931" y="2368031"/>
                  </a:lnTo>
                  <a:lnTo>
                    <a:pt x="3746581" y="2347135"/>
                  </a:lnTo>
                  <a:lnTo>
                    <a:pt x="3747230" y="2325103"/>
                  </a:lnTo>
                  <a:lnTo>
                    <a:pt x="3747880" y="2303150"/>
                  </a:lnTo>
                  <a:lnTo>
                    <a:pt x="3748530" y="2281697"/>
                  </a:lnTo>
                  <a:lnTo>
                    <a:pt x="3749180" y="2261403"/>
                  </a:lnTo>
                  <a:lnTo>
                    <a:pt x="3749830" y="2242981"/>
                  </a:lnTo>
                  <a:lnTo>
                    <a:pt x="3750480" y="2226507"/>
                  </a:lnTo>
                  <a:lnTo>
                    <a:pt x="3751130" y="2211815"/>
                  </a:lnTo>
                  <a:lnTo>
                    <a:pt x="3751780" y="2198987"/>
                  </a:lnTo>
                  <a:lnTo>
                    <a:pt x="3752430" y="2188526"/>
                  </a:lnTo>
                  <a:lnTo>
                    <a:pt x="3753080" y="2180522"/>
                  </a:lnTo>
                  <a:lnTo>
                    <a:pt x="3753730" y="2174706"/>
                  </a:lnTo>
                  <a:lnTo>
                    <a:pt x="3754380" y="2170339"/>
                  </a:lnTo>
                  <a:lnTo>
                    <a:pt x="3755030" y="2167196"/>
                  </a:lnTo>
                  <a:lnTo>
                    <a:pt x="3755680" y="2165323"/>
                  </a:lnTo>
                  <a:lnTo>
                    <a:pt x="3756330" y="2164728"/>
                  </a:lnTo>
                  <a:lnTo>
                    <a:pt x="3756980" y="2165271"/>
                  </a:lnTo>
                  <a:lnTo>
                    <a:pt x="3757629" y="2166924"/>
                  </a:lnTo>
                  <a:lnTo>
                    <a:pt x="3758279" y="2169324"/>
                  </a:lnTo>
                  <a:lnTo>
                    <a:pt x="3758929" y="2172801"/>
                  </a:lnTo>
                  <a:lnTo>
                    <a:pt x="3759579" y="2177474"/>
                  </a:lnTo>
                  <a:lnTo>
                    <a:pt x="3760229" y="2182978"/>
                  </a:lnTo>
                  <a:lnTo>
                    <a:pt x="3760879" y="2189178"/>
                  </a:lnTo>
                  <a:lnTo>
                    <a:pt x="3761529" y="2196324"/>
                  </a:lnTo>
                  <a:lnTo>
                    <a:pt x="3762179" y="2204348"/>
                  </a:lnTo>
                  <a:lnTo>
                    <a:pt x="3762829" y="2213166"/>
                  </a:lnTo>
                  <a:lnTo>
                    <a:pt x="3763479" y="2222635"/>
                  </a:lnTo>
                  <a:lnTo>
                    <a:pt x="3764129" y="2232795"/>
                  </a:lnTo>
                  <a:lnTo>
                    <a:pt x="3764779" y="2243114"/>
                  </a:lnTo>
                  <a:lnTo>
                    <a:pt x="3765429" y="2252545"/>
                  </a:lnTo>
                  <a:lnTo>
                    <a:pt x="3766079" y="2260587"/>
                  </a:lnTo>
                  <a:lnTo>
                    <a:pt x="3766729" y="2267417"/>
                  </a:lnTo>
                  <a:lnTo>
                    <a:pt x="3767378" y="2272812"/>
                  </a:lnTo>
                  <a:lnTo>
                    <a:pt x="3768028" y="2276633"/>
                  </a:lnTo>
                  <a:lnTo>
                    <a:pt x="3768678" y="2278176"/>
                  </a:lnTo>
                  <a:lnTo>
                    <a:pt x="3769328" y="2277843"/>
                  </a:lnTo>
                  <a:lnTo>
                    <a:pt x="3769978" y="2276588"/>
                  </a:lnTo>
                  <a:lnTo>
                    <a:pt x="3770628" y="2274503"/>
                  </a:lnTo>
                  <a:lnTo>
                    <a:pt x="3771278" y="2271153"/>
                  </a:lnTo>
                  <a:lnTo>
                    <a:pt x="3771928" y="2267128"/>
                  </a:lnTo>
                  <a:lnTo>
                    <a:pt x="3772578" y="2263363"/>
                  </a:lnTo>
                  <a:lnTo>
                    <a:pt x="3773228" y="2260343"/>
                  </a:lnTo>
                  <a:lnTo>
                    <a:pt x="3773878" y="2257832"/>
                  </a:lnTo>
                  <a:lnTo>
                    <a:pt x="3774528" y="2256303"/>
                  </a:lnTo>
                  <a:lnTo>
                    <a:pt x="3775178" y="2257415"/>
                  </a:lnTo>
                  <a:lnTo>
                    <a:pt x="3775828" y="2261895"/>
                  </a:lnTo>
                  <a:lnTo>
                    <a:pt x="3776478" y="2269226"/>
                  </a:lnTo>
                  <a:lnTo>
                    <a:pt x="3777127" y="2278751"/>
                  </a:lnTo>
                  <a:lnTo>
                    <a:pt x="3777777" y="2290557"/>
                  </a:lnTo>
                  <a:lnTo>
                    <a:pt x="3778427" y="2305000"/>
                  </a:lnTo>
                  <a:lnTo>
                    <a:pt x="3779077" y="2321678"/>
                  </a:lnTo>
                  <a:lnTo>
                    <a:pt x="3779727" y="2339756"/>
                  </a:lnTo>
                  <a:lnTo>
                    <a:pt x="3780377" y="2359155"/>
                  </a:lnTo>
                  <a:lnTo>
                    <a:pt x="3781027" y="2379708"/>
                  </a:lnTo>
                  <a:lnTo>
                    <a:pt x="3781677" y="2400685"/>
                  </a:lnTo>
                  <a:lnTo>
                    <a:pt x="3782327" y="2420882"/>
                  </a:lnTo>
                  <a:lnTo>
                    <a:pt x="3782977" y="2439763"/>
                  </a:lnTo>
                  <a:lnTo>
                    <a:pt x="3783627" y="2457324"/>
                  </a:lnTo>
                  <a:lnTo>
                    <a:pt x="3784277" y="2473335"/>
                  </a:lnTo>
                  <a:lnTo>
                    <a:pt x="3784927" y="2486588"/>
                  </a:lnTo>
                  <a:lnTo>
                    <a:pt x="3785577" y="2495922"/>
                  </a:lnTo>
                  <a:lnTo>
                    <a:pt x="3786227" y="2501763"/>
                  </a:lnTo>
                  <a:lnTo>
                    <a:pt x="3786877" y="2505201"/>
                  </a:lnTo>
                  <a:lnTo>
                    <a:pt x="3787526" y="2506097"/>
                  </a:lnTo>
                  <a:lnTo>
                    <a:pt x="3788176" y="2504188"/>
                  </a:lnTo>
                  <a:lnTo>
                    <a:pt x="3788826" y="2499402"/>
                  </a:lnTo>
                  <a:lnTo>
                    <a:pt x="3789476" y="2491922"/>
                  </a:lnTo>
                  <a:lnTo>
                    <a:pt x="3790126" y="2482314"/>
                  </a:lnTo>
                  <a:lnTo>
                    <a:pt x="3790776" y="2470534"/>
                  </a:lnTo>
                  <a:lnTo>
                    <a:pt x="3791426" y="2456050"/>
                  </a:lnTo>
                  <a:lnTo>
                    <a:pt x="3792076" y="2439656"/>
                  </a:lnTo>
                  <a:lnTo>
                    <a:pt x="3792726" y="2419883"/>
                  </a:lnTo>
                  <a:lnTo>
                    <a:pt x="3793376" y="2396928"/>
                  </a:lnTo>
                  <a:lnTo>
                    <a:pt x="3794026" y="2371751"/>
                  </a:lnTo>
                  <a:lnTo>
                    <a:pt x="3794676" y="2342912"/>
                  </a:lnTo>
                  <a:lnTo>
                    <a:pt x="3795326" y="2310346"/>
                  </a:lnTo>
                  <a:lnTo>
                    <a:pt x="3795976" y="2273123"/>
                  </a:lnTo>
                  <a:lnTo>
                    <a:pt x="3796626" y="2232474"/>
                  </a:lnTo>
                  <a:lnTo>
                    <a:pt x="3797275" y="2190141"/>
                  </a:lnTo>
                  <a:lnTo>
                    <a:pt x="3797925" y="2147206"/>
                  </a:lnTo>
                  <a:lnTo>
                    <a:pt x="3798575" y="2103575"/>
                  </a:lnTo>
                  <a:lnTo>
                    <a:pt x="3799225" y="2059476"/>
                  </a:lnTo>
                  <a:lnTo>
                    <a:pt x="3799875" y="2016305"/>
                  </a:lnTo>
                  <a:lnTo>
                    <a:pt x="3800525" y="1975561"/>
                  </a:lnTo>
                  <a:lnTo>
                    <a:pt x="3801175" y="1937565"/>
                  </a:lnTo>
                  <a:lnTo>
                    <a:pt x="3801825" y="1902048"/>
                  </a:lnTo>
                  <a:lnTo>
                    <a:pt x="3802475" y="1869723"/>
                  </a:lnTo>
                  <a:lnTo>
                    <a:pt x="3803125" y="1840389"/>
                  </a:lnTo>
                  <a:lnTo>
                    <a:pt x="3803775" y="1813815"/>
                  </a:lnTo>
                  <a:lnTo>
                    <a:pt x="3804425" y="1790318"/>
                  </a:lnTo>
                  <a:lnTo>
                    <a:pt x="3805075" y="1769659"/>
                  </a:lnTo>
                  <a:lnTo>
                    <a:pt x="3805725" y="1751779"/>
                  </a:lnTo>
                  <a:lnTo>
                    <a:pt x="3806375" y="1736096"/>
                  </a:lnTo>
                  <a:lnTo>
                    <a:pt x="3807025" y="1722379"/>
                  </a:lnTo>
                  <a:lnTo>
                    <a:pt x="3807674" y="1710461"/>
                  </a:lnTo>
                  <a:lnTo>
                    <a:pt x="3808324" y="1700505"/>
                  </a:lnTo>
                  <a:lnTo>
                    <a:pt x="3808974" y="1692622"/>
                  </a:lnTo>
                  <a:lnTo>
                    <a:pt x="3809624" y="1686327"/>
                  </a:lnTo>
                  <a:lnTo>
                    <a:pt x="3810274" y="1680892"/>
                  </a:lnTo>
                  <a:lnTo>
                    <a:pt x="3810924" y="1676158"/>
                  </a:lnTo>
                  <a:lnTo>
                    <a:pt x="3811574" y="1671875"/>
                  </a:lnTo>
                  <a:lnTo>
                    <a:pt x="3812224" y="1667680"/>
                  </a:lnTo>
                  <a:lnTo>
                    <a:pt x="3812874" y="1663206"/>
                  </a:lnTo>
                  <a:lnTo>
                    <a:pt x="3813524" y="1657982"/>
                  </a:lnTo>
                  <a:lnTo>
                    <a:pt x="3814174" y="1651809"/>
                  </a:lnTo>
                  <a:lnTo>
                    <a:pt x="3814824" y="1644497"/>
                  </a:lnTo>
                  <a:lnTo>
                    <a:pt x="3815474" y="1635994"/>
                  </a:lnTo>
                  <a:lnTo>
                    <a:pt x="3816124" y="1625261"/>
                  </a:lnTo>
                  <a:lnTo>
                    <a:pt x="3816774" y="1611557"/>
                  </a:lnTo>
                  <a:lnTo>
                    <a:pt x="3817423" y="1594260"/>
                  </a:lnTo>
                  <a:lnTo>
                    <a:pt x="3818073" y="1573789"/>
                  </a:lnTo>
                  <a:lnTo>
                    <a:pt x="3818723" y="1550474"/>
                  </a:lnTo>
                  <a:lnTo>
                    <a:pt x="3819373" y="1525014"/>
                  </a:lnTo>
                  <a:lnTo>
                    <a:pt x="3820023" y="1498307"/>
                  </a:lnTo>
                  <a:lnTo>
                    <a:pt x="3820673" y="1471585"/>
                  </a:lnTo>
                  <a:lnTo>
                    <a:pt x="3821323" y="1445663"/>
                  </a:lnTo>
                  <a:lnTo>
                    <a:pt x="3821973" y="1421030"/>
                  </a:lnTo>
                  <a:lnTo>
                    <a:pt x="3822623" y="1397839"/>
                  </a:lnTo>
                  <a:lnTo>
                    <a:pt x="3823273" y="1376229"/>
                  </a:lnTo>
                  <a:lnTo>
                    <a:pt x="3823923" y="1356407"/>
                  </a:lnTo>
                  <a:lnTo>
                    <a:pt x="3824573" y="1338439"/>
                  </a:lnTo>
                  <a:lnTo>
                    <a:pt x="3825223" y="1322664"/>
                  </a:lnTo>
                  <a:lnTo>
                    <a:pt x="3825873" y="1309696"/>
                  </a:lnTo>
                  <a:lnTo>
                    <a:pt x="3826523" y="1299694"/>
                  </a:lnTo>
                  <a:lnTo>
                    <a:pt x="3827173" y="1293300"/>
                  </a:lnTo>
                  <a:lnTo>
                    <a:pt x="3827822" y="1290507"/>
                  </a:lnTo>
                  <a:lnTo>
                    <a:pt x="3828472" y="1291510"/>
                  </a:lnTo>
                  <a:lnTo>
                    <a:pt x="3829122" y="1295911"/>
                  </a:lnTo>
                  <a:lnTo>
                    <a:pt x="3829772" y="1303326"/>
                  </a:lnTo>
                  <a:lnTo>
                    <a:pt x="3830422" y="1313085"/>
                  </a:lnTo>
                  <a:lnTo>
                    <a:pt x="3831072" y="1324794"/>
                  </a:lnTo>
                  <a:lnTo>
                    <a:pt x="3831722" y="1338154"/>
                  </a:lnTo>
                  <a:lnTo>
                    <a:pt x="3832372" y="1352797"/>
                  </a:lnTo>
                  <a:lnTo>
                    <a:pt x="3833022" y="1368328"/>
                  </a:lnTo>
                  <a:lnTo>
                    <a:pt x="3833672" y="1384573"/>
                  </a:lnTo>
                  <a:lnTo>
                    <a:pt x="3834322" y="1401398"/>
                  </a:lnTo>
                  <a:lnTo>
                    <a:pt x="3834972" y="1418249"/>
                  </a:lnTo>
                  <a:lnTo>
                    <a:pt x="3835622" y="1434999"/>
                  </a:lnTo>
                  <a:lnTo>
                    <a:pt x="3836272" y="1451423"/>
                  </a:lnTo>
                  <a:lnTo>
                    <a:pt x="3836922" y="1466306"/>
                  </a:lnTo>
                  <a:lnTo>
                    <a:pt x="3837571" y="1478788"/>
                  </a:lnTo>
                  <a:lnTo>
                    <a:pt x="3838221" y="1488059"/>
                  </a:lnTo>
                  <a:lnTo>
                    <a:pt x="3838871" y="1494130"/>
                  </a:lnTo>
                  <a:lnTo>
                    <a:pt x="3839521" y="1496880"/>
                  </a:lnTo>
                  <a:lnTo>
                    <a:pt x="3840171" y="1496307"/>
                  </a:lnTo>
                  <a:lnTo>
                    <a:pt x="3840821" y="1492124"/>
                  </a:lnTo>
                  <a:lnTo>
                    <a:pt x="3841471" y="1485113"/>
                  </a:lnTo>
                  <a:lnTo>
                    <a:pt x="3842121" y="1475942"/>
                  </a:lnTo>
                  <a:lnTo>
                    <a:pt x="3842771" y="1465106"/>
                  </a:lnTo>
                  <a:lnTo>
                    <a:pt x="3843421" y="1452573"/>
                  </a:lnTo>
                  <a:lnTo>
                    <a:pt x="3844071" y="1438696"/>
                  </a:lnTo>
                  <a:lnTo>
                    <a:pt x="3844721" y="1423831"/>
                  </a:lnTo>
                  <a:lnTo>
                    <a:pt x="3845371" y="1408107"/>
                  </a:lnTo>
                  <a:lnTo>
                    <a:pt x="3846021" y="1391356"/>
                  </a:lnTo>
                  <a:lnTo>
                    <a:pt x="3846671" y="1374473"/>
                  </a:lnTo>
                  <a:lnTo>
                    <a:pt x="3847321" y="1357818"/>
                  </a:lnTo>
                  <a:lnTo>
                    <a:pt x="3847970" y="1341503"/>
                  </a:lnTo>
                  <a:lnTo>
                    <a:pt x="3848620" y="1326052"/>
                  </a:lnTo>
                  <a:lnTo>
                    <a:pt x="3849270" y="1311977"/>
                  </a:lnTo>
                  <a:lnTo>
                    <a:pt x="3849920" y="1299908"/>
                  </a:lnTo>
                  <a:lnTo>
                    <a:pt x="3850570" y="1290169"/>
                  </a:lnTo>
                  <a:lnTo>
                    <a:pt x="3851220" y="1282036"/>
                  </a:lnTo>
                  <a:lnTo>
                    <a:pt x="3851870" y="1275458"/>
                  </a:lnTo>
                  <a:lnTo>
                    <a:pt x="3852520" y="1270399"/>
                  </a:lnTo>
                  <a:lnTo>
                    <a:pt x="3853170" y="1266409"/>
                  </a:lnTo>
                  <a:lnTo>
                    <a:pt x="3853820" y="1263208"/>
                  </a:lnTo>
                  <a:lnTo>
                    <a:pt x="3854470" y="1260594"/>
                  </a:lnTo>
                  <a:lnTo>
                    <a:pt x="3855120" y="1258731"/>
                  </a:lnTo>
                  <a:lnTo>
                    <a:pt x="3855770" y="1258184"/>
                  </a:lnTo>
                  <a:lnTo>
                    <a:pt x="3856420" y="1258756"/>
                  </a:lnTo>
                  <a:lnTo>
                    <a:pt x="3857070" y="1260488"/>
                  </a:lnTo>
                  <a:lnTo>
                    <a:pt x="3857719" y="1263487"/>
                  </a:lnTo>
                  <a:lnTo>
                    <a:pt x="3858369" y="1267170"/>
                  </a:lnTo>
                  <a:lnTo>
                    <a:pt x="3859019" y="1270827"/>
                  </a:lnTo>
                  <a:lnTo>
                    <a:pt x="3859669" y="1273443"/>
                  </a:lnTo>
                  <a:lnTo>
                    <a:pt x="3860319" y="1274462"/>
                  </a:lnTo>
                  <a:lnTo>
                    <a:pt x="3860969" y="1273807"/>
                  </a:lnTo>
                  <a:lnTo>
                    <a:pt x="3861619" y="1271394"/>
                  </a:lnTo>
                  <a:lnTo>
                    <a:pt x="3862269" y="1267263"/>
                  </a:lnTo>
                  <a:lnTo>
                    <a:pt x="3862919" y="1261838"/>
                  </a:lnTo>
                  <a:lnTo>
                    <a:pt x="3863569" y="1255302"/>
                  </a:lnTo>
                  <a:lnTo>
                    <a:pt x="3864219" y="1248119"/>
                  </a:lnTo>
                  <a:lnTo>
                    <a:pt x="3864869" y="1240142"/>
                  </a:lnTo>
                  <a:lnTo>
                    <a:pt x="3865519" y="1231308"/>
                  </a:lnTo>
                  <a:lnTo>
                    <a:pt x="3866169" y="1221408"/>
                  </a:lnTo>
                  <a:lnTo>
                    <a:pt x="3866819" y="1210527"/>
                  </a:lnTo>
                  <a:lnTo>
                    <a:pt x="3867469" y="1198525"/>
                  </a:lnTo>
                  <a:lnTo>
                    <a:pt x="3868118" y="1185354"/>
                  </a:lnTo>
                  <a:lnTo>
                    <a:pt x="3868768" y="1171177"/>
                  </a:lnTo>
                  <a:lnTo>
                    <a:pt x="3869418" y="1156481"/>
                  </a:lnTo>
                  <a:lnTo>
                    <a:pt x="3870068" y="1141916"/>
                  </a:lnTo>
                  <a:lnTo>
                    <a:pt x="3870718" y="1127880"/>
                  </a:lnTo>
                  <a:lnTo>
                    <a:pt x="3871368" y="1114563"/>
                  </a:lnTo>
                  <a:lnTo>
                    <a:pt x="3872018" y="1102114"/>
                  </a:lnTo>
                  <a:lnTo>
                    <a:pt x="3872668" y="1090971"/>
                  </a:lnTo>
                  <a:lnTo>
                    <a:pt x="3873318" y="1081217"/>
                  </a:lnTo>
                  <a:lnTo>
                    <a:pt x="3873968" y="1072349"/>
                  </a:lnTo>
                  <a:lnTo>
                    <a:pt x="3874618" y="1064299"/>
                  </a:lnTo>
                  <a:lnTo>
                    <a:pt x="3875268" y="1056977"/>
                  </a:lnTo>
                  <a:lnTo>
                    <a:pt x="3875918" y="1050758"/>
                  </a:lnTo>
                  <a:lnTo>
                    <a:pt x="3876568" y="1045451"/>
                  </a:lnTo>
                  <a:lnTo>
                    <a:pt x="3877218" y="1041269"/>
                  </a:lnTo>
                  <a:lnTo>
                    <a:pt x="3877867" y="1038372"/>
                  </a:lnTo>
                  <a:lnTo>
                    <a:pt x="3878517" y="1037106"/>
                  </a:lnTo>
                  <a:lnTo>
                    <a:pt x="3879167" y="1037358"/>
                  </a:lnTo>
                  <a:lnTo>
                    <a:pt x="3879817" y="1039053"/>
                  </a:lnTo>
                  <a:lnTo>
                    <a:pt x="3880467" y="1042149"/>
                  </a:lnTo>
                  <a:lnTo>
                    <a:pt x="3881117" y="1046554"/>
                  </a:lnTo>
                  <a:lnTo>
                    <a:pt x="3881767" y="1051871"/>
                  </a:lnTo>
                  <a:lnTo>
                    <a:pt x="3882417" y="1057440"/>
                  </a:lnTo>
                  <a:lnTo>
                    <a:pt x="3883067" y="1063108"/>
                  </a:lnTo>
                  <a:lnTo>
                    <a:pt x="3883717" y="1068734"/>
                  </a:lnTo>
                  <a:lnTo>
                    <a:pt x="3884367" y="1073649"/>
                  </a:lnTo>
                  <a:lnTo>
                    <a:pt x="3885017" y="1077238"/>
                  </a:lnTo>
                  <a:lnTo>
                    <a:pt x="3885667" y="1079195"/>
                  </a:lnTo>
                  <a:lnTo>
                    <a:pt x="3886317" y="1079524"/>
                  </a:lnTo>
                  <a:lnTo>
                    <a:pt x="3886967" y="1077936"/>
                  </a:lnTo>
                  <a:lnTo>
                    <a:pt x="3887617" y="1073927"/>
                  </a:lnTo>
                  <a:lnTo>
                    <a:pt x="3888266" y="1067262"/>
                  </a:lnTo>
                  <a:lnTo>
                    <a:pt x="3888916" y="1058710"/>
                  </a:lnTo>
                  <a:lnTo>
                    <a:pt x="3889566" y="1048108"/>
                  </a:lnTo>
                  <a:lnTo>
                    <a:pt x="3890216" y="1035468"/>
                  </a:lnTo>
                  <a:lnTo>
                    <a:pt x="3890866" y="1020941"/>
                  </a:lnTo>
                  <a:lnTo>
                    <a:pt x="3891516" y="1005144"/>
                  </a:lnTo>
                  <a:lnTo>
                    <a:pt x="3892166" y="988558"/>
                  </a:lnTo>
                  <a:lnTo>
                    <a:pt x="3892816" y="971566"/>
                  </a:lnTo>
                  <a:lnTo>
                    <a:pt x="3893466" y="954401"/>
                  </a:lnTo>
                  <a:lnTo>
                    <a:pt x="3894116" y="937675"/>
                  </a:lnTo>
                  <a:lnTo>
                    <a:pt x="3894766" y="921707"/>
                  </a:lnTo>
                  <a:lnTo>
                    <a:pt x="3895416" y="906483"/>
                  </a:lnTo>
                  <a:lnTo>
                    <a:pt x="3896066" y="892158"/>
                  </a:lnTo>
                  <a:lnTo>
                    <a:pt x="3896716" y="878923"/>
                  </a:lnTo>
                  <a:lnTo>
                    <a:pt x="3897366" y="867206"/>
                  </a:lnTo>
                  <a:lnTo>
                    <a:pt x="3898015" y="856981"/>
                  </a:lnTo>
                  <a:lnTo>
                    <a:pt x="3898665" y="847737"/>
                  </a:lnTo>
                  <a:lnTo>
                    <a:pt x="3899315" y="839528"/>
                  </a:lnTo>
                  <a:lnTo>
                    <a:pt x="3899965" y="832515"/>
                  </a:lnTo>
                  <a:lnTo>
                    <a:pt x="3900615" y="826610"/>
                  </a:lnTo>
                  <a:lnTo>
                    <a:pt x="3901265" y="821748"/>
                  </a:lnTo>
                  <a:lnTo>
                    <a:pt x="3901915" y="817909"/>
                  </a:lnTo>
                  <a:lnTo>
                    <a:pt x="3902565" y="814679"/>
                  </a:lnTo>
                  <a:lnTo>
                    <a:pt x="3903215" y="812327"/>
                  </a:lnTo>
                  <a:lnTo>
                    <a:pt x="3903865" y="810661"/>
                  </a:lnTo>
                  <a:lnTo>
                    <a:pt x="3904515" y="809554"/>
                  </a:lnTo>
                  <a:lnTo>
                    <a:pt x="3905165" y="808762"/>
                  </a:lnTo>
                  <a:lnTo>
                    <a:pt x="3905815" y="808214"/>
                  </a:lnTo>
                  <a:lnTo>
                    <a:pt x="3906465" y="807784"/>
                  </a:lnTo>
                  <a:lnTo>
                    <a:pt x="3907115" y="807265"/>
                  </a:lnTo>
                  <a:lnTo>
                    <a:pt x="3907765" y="806555"/>
                  </a:lnTo>
                  <a:lnTo>
                    <a:pt x="3908414" y="805459"/>
                  </a:lnTo>
                  <a:lnTo>
                    <a:pt x="3909064" y="803993"/>
                  </a:lnTo>
                  <a:lnTo>
                    <a:pt x="3909714" y="801978"/>
                  </a:lnTo>
                  <a:lnTo>
                    <a:pt x="3910364" y="799305"/>
                  </a:lnTo>
                  <a:lnTo>
                    <a:pt x="3911014" y="795496"/>
                  </a:lnTo>
                  <a:lnTo>
                    <a:pt x="3911664" y="790357"/>
                  </a:lnTo>
                  <a:lnTo>
                    <a:pt x="3912314" y="784062"/>
                  </a:lnTo>
                  <a:lnTo>
                    <a:pt x="3912964" y="776466"/>
                  </a:lnTo>
                  <a:lnTo>
                    <a:pt x="3913614" y="767715"/>
                  </a:lnTo>
                  <a:lnTo>
                    <a:pt x="3914264" y="758150"/>
                  </a:lnTo>
                  <a:lnTo>
                    <a:pt x="3914914" y="748156"/>
                  </a:lnTo>
                  <a:lnTo>
                    <a:pt x="3915564" y="737901"/>
                  </a:lnTo>
                  <a:lnTo>
                    <a:pt x="3916214" y="727951"/>
                  </a:lnTo>
                  <a:lnTo>
                    <a:pt x="3916864" y="718796"/>
                  </a:lnTo>
                  <a:lnTo>
                    <a:pt x="3917514" y="710754"/>
                  </a:lnTo>
                  <a:lnTo>
                    <a:pt x="3918163" y="703995"/>
                  </a:lnTo>
                  <a:lnTo>
                    <a:pt x="3918813" y="698394"/>
                  </a:lnTo>
                  <a:lnTo>
                    <a:pt x="3919463" y="693929"/>
                  </a:lnTo>
                  <a:lnTo>
                    <a:pt x="3920113" y="690767"/>
                  </a:lnTo>
                  <a:lnTo>
                    <a:pt x="3920763" y="689070"/>
                  </a:lnTo>
                  <a:lnTo>
                    <a:pt x="3921413" y="688469"/>
                  </a:lnTo>
                  <a:lnTo>
                    <a:pt x="3922063" y="688938"/>
                  </a:lnTo>
                  <a:lnTo>
                    <a:pt x="3922713" y="690603"/>
                  </a:lnTo>
                  <a:lnTo>
                    <a:pt x="3923363" y="693595"/>
                  </a:lnTo>
                  <a:lnTo>
                    <a:pt x="3924013" y="697774"/>
                  </a:lnTo>
                  <a:lnTo>
                    <a:pt x="3924663" y="702872"/>
                  </a:lnTo>
                  <a:lnTo>
                    <a:pt x="3925313" y="708693"/>
                  </a:lnTo>
                  <a:lnTo>
                    <a:pt x="3925963" y="714907"/>
                  </a:lnTo>
                  <a:lnTo>
                    <a:pt x="3926613" y="721139"/>
                  </a:lnTo>
                  <a:lnTo>
                    <a:pt x="3927263" y="726985"/>
                  </a:lnTo>
                  <a:lnTo>
                    <a:pt x="3927912" y="732244"/>
                  </a:lnTo>
                  <a:lnTo>
                    <a:pt x="3928562" y="736612"/>
                  </a:lnTo>
                  <a:lnTo>
                    <a:pt x="3929212" y="740060"/>
                  </a:lnTo>
                  <a:lnTo>
                    <a:pt x="3929862" y="742478"/>
                  </a:lnTo>
                  <a:lnTo>
                    <a:pt x="3930512" y="743852"/>
                  </a:lnTo>
                  <a:lnTo>
                    <a:pt x="3931162" y="744680"/>
                  </a:lnTo>
                  <a:lnTo>
                    <a:pt x="3931812" y="744769"/>
                  </a:lnTo>
                  <a:lnTo>
                    <a:pt x="3932462" y="743843"/>
                  </a:lnTo>
                  <a:lnTo>
                    <a:pt x="3933112" y="742106"/>
                  </a:lnTo>
                  <a:lnTo>
                    <a:pt x="3933762" y="739559"/>
                  </a:lnTo>
                  <a:lnTo>
                    <a:pt x="3934412" y="736466"/>
                  </a:lnTo>
                  <a:lnTo>
                    <a:pt x="3935062" y="733066"/>
                  </a:lnTo>
                  <a:lnTo>
                    <a:pt x="3935712" y="729251"/>
                  </a:lnTo>
                  <a:lnTo>
                    <a:pt x="3936362" y="725235"/>
                  </a:lnTo>
                  <a:lnTo>
                    <a:pt x="3937012" y="721331"/>
                  </a:lnTo>
                  <a:lnTo>
                    <a:pt x="3937662" y="717452"/>
                  </a:lnTo>
                  <a:lnTo>
                    <a:pt x="3938311" y="713888"/>
                  </a:lnTo>
                  <a:lnTo>
                    <a:pt x="3938961" y="710475"/>
                  </a:lnTo>
                  <a:lnTo>
                    <a:pt x="3939611" y="706986"/>
                  </a:lnTo>
                  <a:lnTo>
                    <a:pt x="3940261" y="703526"/>
                  </a:lnTo>
                  <a:lnTo>
                    <a:pt x="3940911" y="700169"/>
                  </a:lnTo>
                  <a:lnTo>
                    <a:pt x="3941561" y="697197"/>
                  </a:lnTo>
                  <a:lnTo>
                    <a:pt x="3942211" y="694929"/>
                  </a:lnTo>
                  <a:lnTo>
                    <a:pt x="3942861" y="693189"/>
                  </a:lnTo>
                  <a:lnTo>
                    <a:pt x="3943511" y="692468"/>
                  </a:lnTo>
                  <a:lnTo>
                    <a:pt x="3944161" y="692951"/>
                  </a:lnTo>
                  <a:lnTo>
                    <a:pt x="3944811" y="694625"/>
                  </a:lnTo>
                  <a:lnTo>
                    <a:pt x="3945461" y="697515"/>
                  </a:lnTo>
                  <a:lnTo>
                    <a:pt x="3946111" y="701498"/>
                  </a:lnTo>
                  <a:lnTo>
                    <a:pt x="3946761" y="706330"/>
                  </a:lnTo>
                  <a:lnTo>
                    <a:pt x="3947411" y="712142"/>
                  </a:lnTo>
                  <a:lnTo>
                    <a:pt x="3948060" y="718660"/>
                  </a:lnTo>
                  <a:lnTo>
                    <a:pt x="3948710" y="725761"/>
                  </a:lnTo>
                  <a:lnTo>
                    <a:pt x="3949360" y="733436"/>
                  </a:lnTo>
                  <a:lnTo>
                    <a:pt x="3950010" y="741517"/>
                  </a:lnTo>
                  <a:lnTo>
                    <a:pt x="3950660" y="749770"/>
                  </a:lnTo>
                  <a:lnTo>
                    <a:pt x="3951310" y="758177"/>
                  </a:lnTo>
                  <a:lnTo>
                    <a:pt x="3951960" y="766632"/>
                  </a:lnTo>
                  <a:lnTo>
                    <a:pt x="3952610" y="775202"/>
                  </a:lnTo>
                  <a:lnTo>
                    <a:pt x="3953260" y="783440"/>
                  </a:lnTo>
                  <a:lnTo>
                    <a:pt x="3953910" y="791252"/>
                  </a:lnTo>
                  <a:lnTo>
                    <a:pt x="3954560" y="798510"/>
                  </a:lnTo>
                  <a:lnTo>
                    <a:pt x="3955210" y="804878"/>
                  </a:lnTo>
                  <a:lnTo>
                    <a:pt x="3955860" y="810065"/>
                  </a:lnTo>
                  <a:lnTo>
                    <a:pt x="3956510" y="814078"/>
                  </a:lnTo>
                  <a:lnTo>
                    <a:pt x="3957160" y="817155"/>
                  </a:lnTo>
                  <a:lnTo>
                    <a:pt x="3957810" y="819511"/>
                  </a:lnTo>
                  <a:lnTo>
                    <a:pt x="3958459" y="821432"/>
                  </a:lnTo>
                  <a:lnTo>
                    <a:pt x="3959109" y="823159"/>
                  </a:lnTo>
                  <a:lnTo>
                    <a:pt x="3959759" y="825186"/>
                  </a:lnTo>
                  <a:lnTo>
                    <a:pt x="3960409" y="827924"/>
                  </a:lnTo>
                  <a:lnTo>
                    <a:pt x="3961059" y="831702"/>
                  </a:lnTo>
                  <a:lnTo>
                    <a:pt x="3961709" y="836274"/>
                  </a:lnTo>
                  <a:lnTo>
                    <a:pt x="3962359" y="841328"/>
                  </a:lnTo>
                  <a:lnTo>
                    <a:pt x="3963009" y="846847"/>
                  </a:lnTo>
                  <a:lnTo>
                    <a:pt x="3963659" y="852740"/>
                  </a:lnTo>
                  <a:lnTo>
                    <a:pt x="3964309" y="859229"/>
                  </a:lnTo>
                  <a:lnTo>
                    <a:pt x="3964959" y="866777"/>
                  </a:lnTo>
                  <a:lnTo>
                    <a:pt x="3965609" y="875276"/>
                  </a:lnTo>
                  <a:lnTo>
                    <a:pt x="3966259" y="884883"/>
                  </a:lnTo>
                  <a:lnTo>
                    <a:pt x="3966909" y="895483"/>
                  </a:lnTo>
                  <a:lnTo>
                    <a:pt x="3967559" y="907248"/>
                  </a:lnTo>
                  <a:lnTo>
                    <a:pt x="3968208" y="920049"/>
                  </a:lnTo>
                  <a:lnTo>
                    <a:pt x="3968858" y="933625"/>
                  </a:lnTo>
                  <a:lnTo>
                    <a:pt x="3969508" y="947398"/>
                  </a:lnTo>
                  <a:lnTo>
                    <a:pt x="3970158" y="961288"/>
                  </a:lnTo>
                  <a:lnTo>
                    <a:pt x="3970808" y="974750"/>
                  </a:lnTo>
                  <a:lnTo>
                    <a:pt x="3971458" y="988080"/>
                  </a:lnTo>
                  <a:lnTo>
                    <a:pt x="3972108" y="1001834"/>
                  </a:lnTo>
                  <a:lnTo>
                    <a:pt x="3972758" y="1016137"/>
                  </a:lnTo>
                  <a:lnTo>
                    <a:pt x="3973408" y="1030791"/>
                  </a:lnTo>
                  <a:lnTo>
                    <a:pt x="3974058" y="1045299"/>
                  </a:lnTo>
                  <a:lnTo>
                    <a:pt x="3974708" y="1058943"/>
                  </a:lnTo>
                  <a:lnTo>
                    <a:pt x="3975358" y="1072226"/>
                  </a:lnTo>
                  <a:lnTo>
                    <a:pt x="3976008" y="1084872"/>
                  </a:lnTo>
                  <a:lnTo>
                    <a:pt x="3976658" y="1096808"/>
                  </a:lnTo>
                  <a:lnTo>
                    <a:pt x="3977308" y="1107887"/>
                  </a:lnTo>
                  <a:lnTo>
                    <a:pt x="3977958" y="1118434"/>
                  </a:lnTo>
                  <a:lnTo>
                    <a:pt x="3978607" y="1128877"/>
                  </a:lnTo>
                  <a:lnTo>
                    <a:pt x="3979257" y="1139747"/>
                  </a:lnTo>
                  <a:lnTo>
                    <a:pt x="3979907" y="1150902"/>
                  </a:lnTo>
                  <a:lnTo>
                    <a:pt x="3980557" y="1162632"/>
                  </a:lnTo>
                  <a:lnTo>
                    <a:pt x="3981207" y="1174816"/>
                  </a:lnTo>
                  <a:lnTo>
                    <a:pt x="3981857" y="1186985"/>
                  </a:lnTo>
                  <a:lnTo>
                    <a:pt x="3982507" y="1199095"/>
                  </a:lnTo>
                  <a:lnTo>
                    <a:pt x="3983157" y="1211363"/>
                  </a:lnTo>
                  <a:lnTo>
                    <a:pt x="3983807" y="1223842"/>
                  </a:lnTo>
                  <a:lnTo>
                    <a:pt x="3984457" y="1236999"/>
                  </a:lnTo>
                  <a:lnTo>
                    <a:pt x="3985107" y="1250357"/>
                  </a:lnTo>
                  <a:lnTo>
                    <a:pt x="3985757" y="1264010"/>
                  </a:lnTo>
                  <a:lnTo>
                    <a:pt x="3986407" y="1277551"/>
                  </a:lnTo>
                  <a:lnTo>
                    <a:pt x="3987057" y="1291108"/>
                  </a:lnTo>
                  <a:lnTo>
                    <a:pt x="3987707" y="1304660"/>
                  </a:lnTo>
                  <a:lnTo>
                    <a:pt x="3988356" y="1318162"/>
                  </a:lnTo>
                  <a:lnTo>
                    <a:pt x="3989006" y="1331442"/>
                  </a:lnTo>
                  <a:lnTo>
                    <a:pt x="3989656" y="1344632"/>
                  </a:lnTo>
                  <a:lnTo>
                    <a:pt x="3990306" y="1357706"/>
                  </a:lnTo>
                  <a:lnTo>
                    <a:pt x="3990956" y="1371013"/>
                  </a:lnTo>
                  <a:lnTo>
                    <a:pt x="3991606" y="1384496"/>
                  </a:lnTo>
                  <a:lnTo>
                    <a:pt x="3992256" y="1397553"/>
                  </a:lnTo>
                  <a:lnTo>
                    <a:pt x="3992906" y="1409926"/>
                  </a:lnTo>
                  <a:lnTo>
                    <a:pt x="3993556" y="1421622"/>
                  </a:lnTo>
                  <a:lnTo>
                    <a:pt x="3994206" y="1432693"/>
                  </a:lnTo>
                  <a:lnTo>
                    <a:pt x="3994856" y="1443432"/>
                  </a:lnTo>
                  <a:lnTo>
                    <a:pt x="3995506" y="1453675"/>
                  </a:lnTo>
                  <a:lnTo>
                    <a:pt x="3996156" y="1463414"/>
                  </a:lnTo>
                  <a:lnTo>
                    <a:pt x="3996806" y="1472178"/>
                  </a:lnTo>
                  <a:lnTo>
                    <a:pt x="3997456" y="1478968"/>
                  </a:lnTo>
                  <a:lnTo>
                    <a:pt x="3998106" y="1483774"/>
                  </a:lnTo>
                  <a:lnTo>
                    <a:pt x="3998755" y="1485786"/>
                  </a:lnTo>
                  <a:lnTo>
                    <a:pt x="3999405" y="1484477"/>
                  </a:lnTo>
                  <a:lnTo>
                    <a:pt x="4000055" y="1479888"/>
                  </a:lnTo>
                  <a:lnTo>
                    <a:pt x="4000705" y="1472267"/>
                  </a:lnTo>
                  <a:lnTo>
                    <a:pt x="4001355" y="1462255"/>
                  </a:lnTo>
                  <a:lnTo>
                    <a:pt x="4002005" y="1451122"/>
                  </a:lnTo>
                  <a:lnTo>
                    <a:pt x="4002655" y="1438958"/>
                  </a:lnTo>
                  <a:lnTo>
                    <a:pt x="4003305" y="1425902"/>
                  </a:lnTo>
                  <a:lnTo>
                    <a:pt x="4003955" y="1412278"/>
                  </a:lnTo>
                  <a:lnTo>
                    <a:pt x="4004605" y="1397834"/>
                  </a:lnTo>
                  <a:lnTo>
                    <a:pt x="4005255" y="1382720"/>
                  </a:lnTo>
                  <a:lnTo>
                    <a:pt x="4005905" y="1367395"/>
                  </a:lnTo>
                  <a:lnTo>
                    <a:pt x="4006555" y="1352452"/>
                  </a:lnTo>
                  <a:lnTo>
                    <a:pt x="4007205" y="1338803"/>
                  </a:lnTo>
                  <a:lnTo>
                    <a:pt x="4007855" y="1326713"/>
                  </a:lnTo>
                  <a:lnTo>
                    <a:pt x="4008504" y="1317012"/>
                  </a:lnTo>
                  <a:lnTo>
                    <a:pt x="4009154" y="1309508"/>
                  </a:lnTo>
                  <a:lnTo>
                    <a:pt x="4009804" y="1303970"/>
                  </a:lnTo>
                  <a:lnTo>
                    <a:pt x="4010454" y="1299830"/>
                  </a:lnTo>
                  <a:lnTo>
                    <a:pt x="4011104" y="1296668"/>
                  </a:lnTo>
                  <a:lnTo>
                    <a:pt x="4011754" y="1293972"/>
                  </a:lnTo>
                  <a:lnTo>
                    <a:pt x="4012404" y="1291733"/>
                  </a:lnTo>
                  <a:lnTo>
                    <a:pt x="4013054" y="1289996"/>
                  </a:lnTo>
                  <a:lnTo>
                    <a:pt x="4013704" y="1288617"/>
                  </a:lnTo>
                  <a:lnTo>
                    <a:pt x="4014354" y="1287837"/>
                  </a:lnTo>
                  <a:lnTo>
                    <a:pt x="4015004" y="1287726"/>
                  </a:lnTo>
                  <a:lnTo>
                    <a:pt x="4015654" y="1288275"/>
                  </a:lnTo>
                  <a:lnTo>
                    <a:pt x="4016304" y="1289224"/>
                  </a:lnTo>
                  <a:lnTo>
                    <a:pt x="4016954" y="1290263"/>
                  </a:lnTo>
                  <a:lnTo>
                    <a:pt x="4017604" y="1290988"/>
                  </a:lnTo>
                  <a:lnTo>
                    <a:pt x="4018254" y="1290920"/>
                  </a:lnTo>
                  <a:lnTo>
                    <a:pt x="4018903" y="1290121"/>
                  </a:lnTo>
                  <a:lnTo>
                    <a:pt x="4019553" y="1288386"/>
                  </a:lnTo>
                  <a:lnTo>
                    <a:pt x="4020203" y="1285799"/>
                  </a:lnTo>
                  <a:lnTo>
                    <a:pt x="4020853" y="1282669"/>
                  </a:lnTo>
                  <a:lnTo>
                    <a:pt x="4021503" y="1279168"/>
                  </a:lnTo>
                  <a:lnTo>
                    <a:pt x="4022153" y="1275388"/>
                  </a:lnTo>
                  <a:lnTo>
                    <a:pt x="4022803" y="1271441"/>
                  </a:lnTo>
                  <a:lnTo>
                    <a:pt x="4023453" y="1267041"/>
                  </a:lnTo>
                  <a:lnTo>
                    <a:pt x="4024103" y="1262058"/>
                  </a:lnTo>
                  <a:lnTo>
                    <a:pt x="4024753" y="1256600"/>
                  </a:lnTo>
                  <a:lnTo>
                    <a:pt x="4025403" y="1250680"/>
                  </a:lnTo>
                  <a:lnTo>
                    <a:pt x="4026053" y="1244443"/>
                  </a:lnTo>
                  <a:lnTo>
                    <a:pt x="4026703" y="1237915"/>
                  </a:lnTo>
                  <a:lnTo>
                    <a:pt x="4027353" y="1231338"/>
                  </a:lnTo>
                  <a:lnTo>
                    <a:pt x="4028003" y="1225305"/>
                  </a:lnTo>
                  <a:lnTo>
                    <a:pt x="4028652" y="1220463"/>
                  </a:lnTo>
                  <a:lnTo>
                    <a:pt x="4029302" y="1216949"/>
                  </a:lnTo>
                  <a:lnTo>
                    <a:pt x="4029952" y="1215153"/>
                  </a:lnTo>
                  <a:lnTo>
                    <a:pt x="4030602" y="1214896"/>
                  </a:lnTo>
                  <a:lnTo>
                    <a:pt x="4031252" y="1216445"/>
                  </a:lnTo>
                  <a:lnTo>
                    <a:pt x="4031902" y="1219806"/>
                  </a:lnTo>
                  <a:lnTo>
                    <a:pt x="4032552" y="1224718"/>
                  </a:lnTo>
                  <a:lnTo>
                    <a:pt x="4033202" y="1230935"/>
                  </a:lnTo>
                  <a:lnTo>
                    <a:pt x="4033852" y="1238640"/>
                  </a:lnTo>
                  <a:lnTo>
                    <a:pt x="4034502" y="1247435"/>
                  </a:lnTo>
                  <a:lnTo>
                    <a:pt x="4035152" y="1257220"/>
                  </a:lnTo>
                  <a:lnTo>
                    <a:pt x="4035802" y="1268016"/>
                  </a:lnTo>
                  <a:lnTo>
                    <a:pt x="4036452" y="1279499"/>
                  </a:lnTo>
                  <a:lnTo>
                    <a:pt x="4037102" y="1291616"/>
                  </a:lnTo>
                  <a:lnTo>
                    <a:pt x="4037752" y="1303612"/>
                  </a:lnTo>
                  <a:lnTo>
                    <a:pt x="4038402" y="1315071"/>
                  </a:lnTo>
                  <a:lnTo>
                    <a:pt x="4039051" y="1326081"/>
                  </a:lnTo>
                  <a:lnTo>
                    <a:pt x="4039701" y="1335934"/>
                  </a:lnTo>
                  <a:lnTo>
                    <a:pt x="4040351" y="1344431"/>
                  </a:lnTo>
                  <a:lnTo>
                    <a:pt x="4041001" y="1350898"/>
                  </a:lnTo>
                  <a:lnTo>
                    <a:pt x="4041651" y="1355088"/>
                  </a:lnTo>
                  <a:lnTo>
                    <a:pt x="4042301" y="1357274"/>
                  </a:lnTo>
                  <a:lnTo>
                    <a:pt x="4042951" y="1358117"/>
                  </a:lnTo>
                  <a:lnTo>
                    <a:pt x="4043601" y="1357397"/>
                  </a:lnTo>
                  <a:lnTo>
                    <a:pt x="4044251" y="1355584"/>
                  </a:lnTo>
                  <a:lnTo>
                    <a:pt x="4044901" y="1352918"/>
                  </a:lnTo>
                  <a:lnTo>
                    <a:pt x="4045551" y="1349241"/>
                  </a:lnTo>
                  <a:lnTo>
                    <a:pt x="4046201" y="1344922"/>
                  </a:lnTo>
                  <a:lnTo>
                    <a:pt x="4046851" y="1339702"/>
                  </a:lnTo>
                  <a:lnTo>
                    <a:pt x="4047501" y="1333805"/>
                  </a:lnTo>
                  <a:lnTo>
                    <a:pt x="4048151" y="1327342"/>
                  </a:lnTo>
                  <a:lnTo>
                    <a:pt x="4048800" y="1320138"/>
                  </a:lnTo>
                  <a:lnTo>
                    <a:pt x="4049450" y="1312312"/>
                  </a:lnTo>
                  <a:lnTo>
                    <a:pt x="4050100" y="1304115"/>
                  </a:lnTo>
                  <a:lnTo>
                    <a:pt x="4050750" y="1295833"/>
                  </a:lnTo>
                  <a:lnTo>
                    <a:pt x="4051400" y="1288145"/>
                  </a:lnTo>
                  <a:lnTo>
                    <a:pt x="4052050" y="1281148"/>
                  </a:lnTo>
                  <a:lnTo>
                    <a:pt x="4052700" y="1274814"/>
                  </a:lnTo>
                  <a:lnTo>
                    <a:pt x="4053350" y="1269229"/>
                  </a:lnTo>
                  <a:lnTo>
                    <a:pt x="4054000" y="1264289"/>
                  </a:lnTo>
                  <a:lnTo>
                    <a:pt x="4054650" y="1260020"/>
                  </a:lnTo>
                  <a:lnTo>
                    <a:pt x="4055300" y="1256607"/>
                  </a:lnTo>
                  <a:lnTo>
                    <a:pt x="4055950" y="1254335"/>
                  </a:lnTo>
                  <a:lnTo>
                    <a:pt x="4056600" y="1253568"/>
                  </a:lnTo>
                  <a:lnTo>
                    <a:pt x="4057250" y="1254592"/>
                  </a:lnTo>
                  <a:lnTo>
                    <a:pt x="4057900" y="1257250"/>
                  </a:lnTo>
                  <a:lnTo>
                    <a:pt x="4058549" y="1261619"/>
                  </a:lnTo>
                  <a:lnTo>
                    <a:pt x="4059199" y="1267593"/>
                  </a:lnTo>
                  <a:lnTo>
                    <a:pt x="4059849" y="1274883"/>
                  </a:lnTo>
                  <a:lnTo>
                    <a:pt x="4060499" y="1283034"/>
                  </a:lnTo>
                  <a:lnTo>
                    <a:pt x="4061149" y="1291266"/>
                  </a:lnTo>
                  <a:lnTo>
                    <a:pt x="4061799" y="1299652"/>
                  </a:lnTo>
                  <a:lnTo>
                    <a:pt x="4062449" y="1307999"/>
                  </a:lnTo>
                  <a:lnTo>
                    <a:pt x="4063099" y="1316253"/>
                  </a:lnTo>
                  <a:lnTo>
                    <a:pt x="4063749" y="1324543"/>
                  </a:lnTo>
                  <a:lnTo>
                    <a:pt x="4064399" y="1332780"/>
                  </a:lnTo>
                  <a:lnTo>
                    <a:pt x="4065049" y="1340864"/>
                  </a:lnTo>
                  <a:lnTo>
                    <a:pt x="4065699" y="1348540"/>
                  </a:lnTo>
                  <a:lnTo>
                    <a:pt x="4066349" y="1354930"/>
                  </a:lnTo>
                  <a:lnTo>
                    <a:pt x="4066999" y="1359427"/>
                  </a:lnTo>
                  <a:lnTo>
                    <a:pt x="4067649" y="1361865"/>
                  </a:lnTo>
                  <a:lnTo>
                    <a:pt x="4068299" y="1361981"/>
                  </a:lnTo>
                  <a:lnTo>
                    <a:pt x="4068948" y="1360360"/>
                  </a:lnTo>
                  <a:lnTo>
                    <a:pt x="4069598" y="1357100"/>
                  </a:lnTo>
                  <a:lnTo>
                    <a:pt x="4070248" y="1352773"/>
                  </a:lnTo>
                  <a:lnTo>
                    <a:pt x="4070898" y="1347613"/>
                  </a:lnTo>
                  <a:lnTo>
                    <a:pt x="4071548" y="1341565"/>
                  </a:lnTo>
                  <a:lnTo>
                    <a:pt x="4072198" y="1335433"/>
                  </a:lnTo>
                  <a:lnTo>
                    <a:pt x="4072848" y="1329239"/>
                  </a:lnTo>
                  <a:lnTo>
                    <a:pt x="4073498" y="1322396"/>
                  </a:lnTo>
                  <a:lnTo>
                    <a:pt x="4074148" y="1314626"/>
                  </a:lnTo>
                  <a:lnTo>
                    <a:pt x="4074798" y="1305786"/>
                  </a:lnTo>
                  <a:lnTo>
                    <a:pt x="4075448" y="1295894"/>
                  </a:lnTo>
                  <a:lnTo>
                    <a:pt x="4076098" y="1285702"/>
                  </a:lnTo>
                  <a:lnTo>
                    <a:pt x="4076748" y="1275495"/>
                  </a:lnTo>
                  <a:lnTo>
                    <a:pt x="4077398" y="1265084"/>
                  </a:lnTo>
                  <a:lnTo>
                    <a:pt x="4078048" y="1255058"/>
                  </a:lnTo>
                  <a:lnTo>
                    <a:pt x="4078697" y="1245292"/>
                  </a:lnTo>
                  <a:lnTo>
                    <a:pt x="4079347" y="1236195"/>
                  </a:lnTo>
                  <a:lnTo>
                    <a:pt x="4079997" y="1227823"/>
                  </a:lnTo>
                  <a:lnTo>
                    <a:pt x="4080647" y="1220093"/>
                  </a:lnTo>
                  <a:lnTo>
                    <a:pt x="4081297" y="1213019"/>
                  </a:lnTo>
                  <a:lnTo>
                    <a:pt x="4081947" y="1206384"/>
                  </a:lnTo>
                  <a:lnTo>
                    <a:pt x="4082597" y="1200229"/>
                  </a:lnTo>
                  <a:lnTo>
                    <a:pt x="4083247" y="1195039"/>
                  </a:lnTo>
                  <a:lnTo>
                    <a:pt x="4083897" y="1190832"/>
                  </a:lnTo>
                  <a:lnTo>
                    <a:pt x="4084547" y="1187629"/>
                  </a:lnTo>
                  <a:lnTo>
                    <a:pt x="4085197" y="1185495"/>
                  </a:lnTo>
                  <a:lnTo>
                    <a:pt x="4085847" y="1184247"/>
                  </a:lnTo>
                  <a:lnTo>
                    <a:pt x="4086497" y="1183579"/>
                  </a:lnTo>
                  <a:lnTo>
                    <a:pt x="4087147" y="1183514"/>
                  </a:lnTo>
                  <a:lnTo>
                    <a:pt x="4087797" y="1183660"/>
                  </a:lnTo>
                  <a:lnTo>
                    <a:pt x="4088447" y="1183870"/>
                  </a:lnTo>
                  <a:lnTo>
                    <a:pt x="4089096" y="1183791"/>
                  </a:lnTo>
                  <a:lnTo>
                    <a:pt x="4089746" y="1182983"/>
                  </a:lnTo>
                  <a:lnTo>
                    <a:pt x="4090396" y="1181594"/>
                  </a:lnTo>
                  <a:lnTo>
                    <a:pt x="4091046" y="1179521"/>
                  </a:lnTo>
                  <a:lnTo>
                    <a:pt x="4091696" y="1176801"/>
                  </a:lnTo>
                  <a:lnTo>
                    <a:pt x="4092346" y="1173526"/>
                  </a:lnTo>
                  <a:lnTo>
                    <a:pt x="4092996" y="1169632"/>
                  </a:lnTo>
                  <a:lnTo>
                    <a:pt x="4093646" y="1165320"/>
                  </a:lnTo>
                  <a:lnTo>
                    <a:pt x="4094296" y="1160880"/>
                  </a:lnTo>
                  <a:lnTo>
                    <a:pt x="4094946" y="1156400"/>
                  </a:lnTo>
                  <a:lnTo>
                    <a:pt x="4095596" y="1152140"/>
                  </a:lnTo>
                  <a:lnTo>
                    <a:pt x="4096246" y="1148329"/>
                  </a:lnTo>
                  <a:lnTo>
                    <a:pt x="4096896" y="1145186"/>
                  </a:lnTo>
                  <a:lnTo>
                    <a:pt x="4097546" y="1142888"/>
                  </a:lnTo>
                  <a:lnTo>
                    <a:pt x="4098196" y="1141523"/>
                  </a:lnTo>
                  <a:lnTo>
                    <a:pt x="4098845" y="1141405"/>
                  </a:lnTo>
                  <a:lnTo>
                    <a:pt x="4099495" y="1142932"/>
                  </a:lnTo>
                  <a:lnTo>
                    <a:pt x="4100145" y="1146306"/>
                  </a:lnTo>
                  <a:lnTo>
                    <a:pt x="4100795" y="1151782"/>
                  </a:lnTo>
                  <a:lnTo>
                    <a:pt x="4101445" y="1159179"/>
                  </a:lnTo>
                  <a:lnTo>
                    <a:pt x="4102095" y="1168731"/>
                  </a:lnTo>
                  <a:lnTo>
                    <a:pt x="4102745" y="1180605"/>
                  </a:lnTo>
                  <a:lnTo>
                    <a:pt x="4103395" y="1194852"/>
                  </a:lnTo>
                  <a:lnTo>
                    <a:pt x="4104045" y="1210938"/>
                  </a:lnTo>
                  <a:lnTo>
                    <a:pt x="4104695" y="1228231"/>
                  </a:lnTo>
                  <a:lnTo>
                    <a:pt x="4105345" y="1246203"/>
                  </a:lnTo>
                  <a:lnTo>
                    <a:pt x="4105995" y="1265080"/>
                  </a:lnTo>
                  <a:lnTo>
                    <a:pt x="4106645" y="1285027"/>
                  </a:lnTo>
                  <a:lnTo>
                    <a:pt x="4107295" y="1305745"/>
                  </a:lnTo>
                  <a:lnTo>
                    <a:pt x="4107945" y="1327324"/>
                  </a:lnTo>
                  <a:lnTo>
                    <a:pt x="4108595" y="1349842"/>
                  </a:lnTo>
                  <a:lnTo>
                    <a:pt x="4109244" y="1373063"/>
                  </a:lnTo>
                  <a:lnTo>
                    <a:pt x="4109894" y="1396833"/>
                  </a:lnTo>
                  <a:lnTo>
                    <a:pt x="4110544" y="1420406"/>
                  </a:lnTo>
                  <a:lnTo>
                    <a:pt x="4111194" y="1443494"/>
                  </a:lnTo>
                  <a:lnTo>
                    <a:pt x="4111844" y="1464977"/>
                  </a:lnTo>
                  <a:lnTo>
                    <a:pt x="4112494" y="1483734"/>
                  </a:lnTo>
                  <a:lnTo>
                    <a:pt x="4113144" y="1498886"/>
                  </a:lnTo>
                  <a:lnTo>
                    <a:pt x="4113794" y="1510317"/>
                  </a:lnTo>
                  <a:lnTo>
                    <a:pt x="4114444" y="1518004"/>
                  </a:lnTo>
                  <a:lnTo>
                    <a:pt x="4115094" y="1522324"/>
                  </a:lnTo>
                  <a:lnTo>
                    <a:pt x="4115744" y="1522213"/>
                  </a:lnTo>
                  <a:lnTo>
                    <a:pt x="4116394" y="1517641"/>
                  </a:lnTo>
                  <a:lnTo>
                    <a:pt x="4117044" y="1509960"/>
                  </a:lnTo>
                  <a:lnTo>
                    <a:pt x="4117694" y="1499592"/>
                  </a:lnTo>
                  <a:lnTo>
                    <a:pt x="4118344" y="1486343"/>
                  </a:lnTo>
                  <a:lnTo>
                    <a:pt x="4118993" y="1471017"/>
                  </a:lnTo>
                  <a:lnTo>
                    <a:pt x="4119643" y="1454323"/>
                  </a:lnTo>
                  <a:lnTo>
                    <a:pt x="4120293" y="1437035"/>
                  </a:lnTo>
                  <a:lnTo>
                    <a:pt x="4120943" y="1418963"/>
                  </a:lnTo>
                  <a:lnTo>
                    <a:pt x="4121593" y="1400981"/>
                  </a:lnTo>
                  <a:lnTo>
                    <a:pt x="4122243" y="1384172"/>
                  </a:lnTo>
                  <a:lnTo>
                    <a:pt x="4122893" y="1368857"/>
                  </a:lnTo>
                  <a:lnTo>
                    <a:pt x="4123543" y="1355384"/>
                  </a:lnTo>
                  <a:lnTo>
                    <a:pt x="4124193" y="1343697"/>
                  </a:lnTo>
                  <a:lnTo>
                    <a:pt x="4124843" y="1333707"/>
                  </a:lnTo>
                  <a:lnTo>
                    <a:pt x="4125493" y="1326138"/>
                  </a:lnTo>
                  <a:lnTo>
                    <a:pt x="4126143" y="1320854"/>
                  </a:lnTo>
                  <a:lnTo>
                    <a:pt x="4126793" y="1317046"/>
                  </a:lnTo>
                  <a:lnTo>
                    <a:pt x="4127443" y="1314304"/>
                  </a:lnTo>
                  <a:lnTo>
                    <a:pt x="4128093" y="1312458"/>
                  </a:lnTo>
                  <a:lnTo>
                    <a:pt x="4128743" y="1311113"/>
                  </a:lnTo>
                  <a:lnTo>
                    <a:pt x="4129392" y="1309758"/>
                  </a:lnTo>
                  <a:lnTo>
                    <a:pt x="4130042" y="1308035"/>
                  </a:lnTo>
                  <a:lnTo>
                    <a:pt x="4130692" y="1306251"/>
                  </a:lnTo>
                  <a:lnTo>
                    <a:pt x="4131342" y="1304264"/>
                  </a:lnTo>
                  <a:lnTo>
                    <a:pt x="4131992" y="1301597"/>
                  </a:lnTo>
                  <a:lnTo>
                    <a:pt x="4132642" y="1298351"/>
                  </a:lnTo>
                  <a:lnTo>
                    <a:pt x="4133292" y="1294476"/>
                  </a:lnTo>
                  <a:lnTo>
                    <a:pt x="4133942" y="1290348"/>
                  </a:lnTo>
                  <a:lnTo>
                    <a:pt x="4134592" y="1286052"/>
                  </a:lnTo>
                  <a:lnTo>
                    <a:pt x="4135242" y="1281348"/>
                  </a:lnTo>
                  <a:lnTo>
                    <a:pt x="4135892" y="1275905"/>
                  </a:lnTo>
                  <a:lnTo>
                    <a:pt x="4136542" y="1270060"/>
                  </a:lnTo>
                  <a:lnTo>
                    <a:pt x="4137192" y="1263834"/>
                  </a:lnTo>
                  <a:lnTo>
                    <a:pt x="4137842" y="1257554"/>
                  </a:lnTo>
                  <a:lnTo>
                    <a:pt x="4138492" y="1251246"/>
                  </a:lnTo>
                  <a:lnTo>
                    <a:pt x="4139141" y="1245057"/>
                  </a:lnTo>
                  <a:lnTo>
                    <a:pt x="4139791" y="1239451"/>
                  </a:lnTo>
                  <a:lnTo>
                    <a:pt x="4140441" y="1234458"/>
                  </a:lnTo>
                  <a:lnTo>
                    <a:pt x="4141091" y="1229797"/>
                  </a:lnTo>
                  <a:lnTo>
                    <a:pt x="4141741" y="1225604"/>
                  </a:lnTo>
                  <a:lnTo>
                    <a:pt x="4142391" y="1221981"/>
                  </a:lnTo>
                  <a:lnTo>
                    <a:pt x="4143041" y="1218960"/>
                  </a:lnTo>
                  <a:lnTo>
                    <a:pt x="4143691" y="1216572"/>
                  </a:lnTo>
                  <a:lnTo>
                    <a:pt x="4144341" y="1215036"/>
                  </a:lnTo>
                  <a:lnTo>
                    <a:pt x="4144991" y="1214527"/>
                  </a:lnTo>
                  <a:lnTo>
                    <a:pt x="4145641" y="1215383"/>
                  </a:lnTo>
                  <a:lnTo>
                    <a:pt x="4146291" y="1217419"/>
                  </a:lnTo>
                  <a:lnTo>
                    <a:pt x="4146941" y="1220733"/>
                  </a:lnTo>
                  <a:lnTo>
                    <a:pt x="4147591" y="1225459"/>
                  </a:lnTo>
                  <a:lnTo>
                    <a:pt x="4148241" y="1232281"/>
                  </a:lnTo>
                  <a:lnTo>
                    <a:pt x="4148891" y="1241148"/>
                  </a:lnTo>
                  <a:lnTo>
                    <a:pt x="4149540" y="1251431"/>
                  </a:lnTo>
                  <a:lnTo>
                    <a:pt x="4150190" y="1262979"/>
                  </a:lnTo>
                  <a:lnTo>
                    <a:pt x="4150840" y="1276257"/>
                  </a:lnTo>
                  <a:lnTo>
                    <a:pt x="4151490" y="1291267"/>
                  </a:lnTo>
                  <a:lnTo>
                    <a:pt x="4152140" y="1307570"/>
                  </a:lnTo>
                  <a:lnTo>
                    <a:pt x="4152790" y="1325047"/>
                  </a:lnTo>
                  <a:lnTo>
                    <a:pt x="4153440" y="1344063"/>
                  </a:lnTo>
                  <a:lnTo>
                    <a:pt x="4154090" y="1364264"/>
                  </a:lnTo>
                  <a:lnTo>
                    <a:pt x="4154740" y="1385274"/>
                  </a:lnTo>
                  <a:lnTo>
                    <a:pt x="4155390" y="1407076"/>
                  </a:lnTo>
                  <a:lnTo>
                    <a:pt x="4156040" y="1429594"/>
                  </a:lnTo>
                  <a:lnTo>
                    <a:pt x="4156690" y="1453128"/>
                  </a:lnTo>
                  <a:lnTo>
                    <a:pt x="4157340" y="1477117"/>
                  </a:lnTo>
                  <a:lnTo>
                    <a:pt x="4157990" y="1500113"/>
                  </a:lnTo>
                  <a:lnTo>
                    <a:pt x="4158640" y="1521266"/>
                  </a:lnTo>
                  <a:lnTo>
                    <a:pt x="4159289" y="1540345"/>
                  </a:lnTo>
                  <a:lnTo>
                    <a:pt x="4159939" y="1557313"/>
                  </a:lnTo>
                  <a:lnTo>
                    <a:pt x="4160589" y="1571564"/>
                  </a:lnTo>
                  <a:lnTo>
                    <a:pt x="4161239" y="1582682"/>
                  </a:lnTo>
                  <a:lnTo>
                    <a:pt x="4161889" y="1590946"/>
                  </a:lnTo>
                  <a:lnTo>
                    <a:pt x="4162539" y="1596905"/>
                  </a:lnTo>
                  <a:lnTo>
                    <a:pt x="4163189" y="1600387"/>
                  </a:lnTo>
                  <a:lnTo>
                    <a:pt x="4163839" y="1601758"/>
                  </a:lnTo>
                  <a:lnTo>
                    <a:pt x="4164489" y="1601643"/>
                  </a:lnTo>
                  <a:lnTo>
                    <a:pt x="4165139" y="1600215"/>
                  </a:lnTo>
                  <a:lnTo>
                    <a:pt x="4165789" y="1597774"/>
                  </a:lnTo>
                  <a:lnTo>
                    <a:pt x="4166439" y="1594268"/>
                  </a:lnTo>
                  <a:lnTo>
                    <a:pt x="4167089" y="1589992"/>
                  </a:lnTo>
                  <a:lnTo>
                    <a:pt x="4167739" y="1585526"/>
                  </a:lnTo>
                  <a:lnTo>
                    <a:pt x="4168389" y="1582159"/>
                  </a:lnTo>
                  <a:lnTo>
                    <a:pt x="4169039" y="1580379"/>
                  </a:lnTo>
                  <a:lnTo>
                    <a:pt x="4169688" y="1580502"/>
                  </a:lnTo>
                  <a:lnTo>
                    <a:pt x="4170338" y="1582353"/>
                  </a:lnTo>
                  <a:lnTo>
                    <a:pt x="4170988" y="1586145"/>
                  </a:lnTo>
                  <a:lnTo>
                    <a:pt x="4171638" y="1591906"/>
                  </a:lnTo>
                  <a:lnTo>
                    <a:pt x="4172288" y="1598620"/>
                  </a:lnTo>
                  <a:lnTo>
                    <a:pt x="4172938" y="1605674"/>
                  </a:lnTo>
                  <a:lnTo>
                    <a:pt x="4173588" y="1612832"/>
                  </a:lnTo>
                  <a:lnTo>
                    <a:pt x="4174238" y="1619632"/>
                  </a:lnTo>
                  <a:lnTo>
                    <a:pt x="4174888" y="1625595"/>
                  </a:lnTo>
                  <a:lnTo>
                    <a:pt x="4175538" y="1630078"/>
                  </a:lnTo>
                  <a:lnTo>
                    <a:pt x="4176188" y="1632122"/>
                  </a:lnTo>
                  <a:lnTo>
                    <a:pt x="4176838" y="1631591"/>
                  </a:lnTo>
                  <a:lnTo>
                    <a:pt x="4177488" y="1628351"/>
                  </a:lnTo>
                  <a:lnTo>
                    <a:pt x="4178138" y="1622065"/>
                  </a:lnTo>
                  <a:lnTo>
                    <a:pt x="4178788" y="1613104"/>
                  </a:lnTo>
                  <a:lnTo>
                    <a:pt x="4179437" y="1601955"/>
                  </a:lnTo>
                  <a:lnTo>
                    <a:pt x="4180087" y="1589227"/>
                  </a:lnTo>
                  <a:lnTo>
                    <a:pt x="4180737" y="1575250"/>
                  </a:lnTo>
                  <a:lnTo>
                    <a:pt x="4181387" y="1560138"/>
                  </a:lnTo>
                  <a:lnTo>
                    <a:pt x="4182037" y="1544781"/>
                  </a:lnTo>
                  <a:lnTo>
                    <a:pt x="4182687" y="1529006"/>
                  </a:lnTo>
                  <a:lnTo>
                    <a:pt x="4183337" y="1512947"/>
                  </a:lnTo>
                  <a:lnTo>
                    <a:pt x="4183987" y="1496647"/>
                  </a:lnTo>
                  <a:lnTo>
                    <a:pt x="4184637" y="1480449"/>
                  </a:lnTo>
                  <a:lnTo>
                    <a:pt x="4185287" y="1464636"/>
                  </a:lnTo>
                  <a:lnTo>
                    <a:pt x="4185937" y="1449521"/>
                  </a:lnTo>
                  <a:lnTo>
                    <a:pt x="4186587" y="1434842"/>
                  </a:lnTo>
                  <a:lnTo>
                    <a:pt x="4187237" y="1420781"/>
                  </a:lnTo>
                  <a:lnTo>
                    <a:pt x="4187887" y="1407220"/>
                  </a:lnTo>
                  <a:lnTo>
                    <a:pt x="4188537" y="1393960"/>
                  </a:lnTo>
                  <a:lnTo>
                    <a:pt x="4189187" y="1380837"/>
                  </a:lnTo>
                  <a:lnTo>
                    <a:pt x="4189836" y="1367979"/>
                  </a:lnTo>
                  <a:lnTo>
                    <a:pt x="4190486" y="1355360"/>
                  </a:lnTo>
                  <a:lnTo>
                    <a:pt x="4191136" y="1343400"/>
                  </a:lnTo>
                  <a:lnTo>
                    <a:pt x="4191786" y="1332141"/>
                  </a:lnTo>
                  <a:lnTo>
                    <a:pt x="4192436" y="1322006"/>
                  </a:lnTo>
                  <a:lnTo>
                    <a:pt x="4193086" y="1313192"/>
                  </a:lnTo>
                  <a:lnTo>
                    <a:pt x="4193736" y="1305777"/>
                  </a:lnTo>
                  <a:lnTo>
                    <a:pt x="4194386" y="1299544"/>
                  </a:lnTo>
                  <a:lnTo>
                    <a:pt x="4195036" y="1294386"/>
                  </a:lnTo>
                  <a:lnTo>
                    <a:pt x="4195686" y="1290193"/>
                  </a:lnTo>
                  <a:lnTo>
                    <a:pt x="4196336" y="1287008"/>
                  </a:lnTo>
                  <a:lnTo>
                    <a:pt x="4196986" y="1284533"/>
                  </a:lnTo>
                  <a:lnTo>
                    <a:pt x="4197636" y="1282470"/>
                  </a:lnTo>
                  <a:lnTo>
                    <a:pt x="4198286" y="1280735"/>
                  </a:lnTo>
                  <a:lnTo>
                    <a:pt x="4198936" y="1279080"/>
                  </a:lnTo>
                  <a:lnTo>
                    <a:pt x="4199585" y="1277285"/>
                  </a:lnTo>
                  <a:lnTo>
                    <a:pt x="4200235" y="1275233"/>
                  </a:lnTo>
                  <a:lnTo>
                    <a:pt x="4200885" y="1272742"/>
                  </a:lnTo>
                  <a:lnTo>
                    <a:pt x="4201535" y="1269641"/>
                  </a:lnTo>
                  <a:lnTo>
                    <a:pt x="4202185" y="1265938"/>
                  </a:lnTo>
                  <a:lnTo>
                    <a:pt x="4202835" y="1261373"/>
                  </a:lnTo>
                  <a:lnTo>
                    <a:pt x="4203485" y="1255663"/>
                  </a:lnTo>
                  <a:lnTo>
                    <a:pt x="4204135" y="1248666"/>
                  </a:lnTo>
                  <a:lnTo>
                    <a:pt x="4204785" y="1240698"/>
                  </a:lnTo>
                  <a:lnTo>
                    <a:pt x="4205435" y="1232188"/>
                  </a:lnTo>
                  <a:lnTo>
                    <a:pt x="4206085" y="1223326"/>
                  </a:lnTo>
                  <a:lnTo>
                    <a:pt x="4206735" y="1213987"/>
                  </a:lnTo>
                  <a:lnTo>
                    <a:pt x="4207385" y="1204333"/>
                  </a:lnTo>
                  <a:lnTo>
                    <a:pt x="4208035" y="1194804"/>
                  </a:lnTo>
                  <a:lnTo>
                    <a:pt x="4208685" y="1185849"/>
                  </a:lnTo>
                  <a:lnTo>
                    <a:pt x="4209334" y="1177850"/>
                  </a:lnTo>
                  <a:lnTo>
                    <a:pt x="4209984" y="1171194"/>
                  </a:lnTo>
                  <a:lnTo>
                    <a:pt x="4210634" y="1166009"/>
                  </a:lnTo>
                  <a:lnTo>
                    <a:pt x="4211284" y="1162651"/>
                  </a:lnTo>
                  <a:lnTo>
                    <a:pt x="4211934" y="1161209"/>
                  </a:lnTo>
                  <a:lnTo>
                    <a:pt x="4212584" y="1161486"/>
                  </a:lnTo>
                  <a:lnTo>
                    <a:pt x="4213234" y="1163413"/>
                  </a:lnTo>
                  <a:lnTo>
                    <a:pt x="4213884" y="1167189"/>
                  </a:lnTo>
                  <a:lnTo>
                    <a:pt x="4214534" y="1172622"/>
                  </a:lnTo>
                  <a:lnTo>
                    <a:pt x="4215184" y="1179728"/>
                  </a:lnTo>
                  <a:lnTo>
                    <a:pt x="4215834" y="1188272"/>
                  </a:lnTo>
                  <a:lnTo>
                    <a:pt x="4216484" y="1198538"/>
                  </a:lnTo>
                  <a:lnTo>
                    <a:pt x="4217134" y="1210500"/>
                  </a:lnTo>
                  <a:lnTo>
                    <a:pt x="4217784" y="1223967"/>
                  </a:lnTo>
                  <a:lnTo>
                    <a:pt x="4218434" y="1238609"/>
                  </a:lnTo>
                  <a:lnTo>
                    <a:pt x="4219084" y="1254178"/>
                  </a:lnTo>
                  <a:lnTo>
                    <a:pt x="4219733" y="1270061"/>
                  </a:lnTo>
                  <a:lnTo>
                    <a:pt x="4220383" y="1285758"/>
                  </a:lnTo>
                  <a:lnTo>
                    <a:pt x="4221033" y="1300608"/>
                  </a:lnTo>
                  <a:lnTo>
                    <a:pt x="4221683" y="1313761"/>
                  </a:lnTo>
                  <a:lnTo>
                    <a:pt x="4222333" y="1324898"/>
                  </a:lnTo>
                  <a:lnTo>
                    <a:pt x="4222983" y="1333971"/>
                  </a:lnTo>
                  <a:lnTo>
                    <a:pt x="4223633" y="1340923"/>
                  </a:lnTo>
                  <a:lnTo>
                    <a:pt x="4224283" y="1345574"/>
                  </a:lnTo>
                  <a:lnTo>
                    <a:pt x="4224933" y="1347838"/>
                  </a:lnTo>
                  <a:lnTo>
                    <a:pt x="4225583" y="1347774"/>
                  </a:lnTo>
                  <a:lnTo>
                    <a:pt x="4226233" y="1345729"/>
                  </a:lnTo>
                  <a:lnTo>
                    <a:pt x="4226883" y="1342302"/>
                  </a:lnTo>
                  <a:lnTo>
                    <a:pt x="4227533" y="1337572"/>
                  </a:lnTo>
                  <a:lnTo>
                    <a:pt x="4228183" y="1331630"/>
                  </a:lnTo>
                  <a:lnTo>
                    <a:pt x="4228833" y="1324505"/>
                  </a:lnTo>
                  <a:lnTo>
                    <a:pt x="4229482" y="1316786"/>
                  </a:lnTo>
                  <a:lnTo>
                    <a:pt x="4230132" y="1308910"/>
                  </a:lnTo>
                  <a:lnTo>
                    <a:pt x="4230782" y="1301020"/>
                  </a:lnTo>
                  <a:lnTo>
                    <a:pt x="4231432" y="1293559"/>
                  </a:lnTo>
                  <a:lnTo>
                    <a:pt x="4232082" y="1287094"/>
                  </a:lnTo>
                  <a:lnTo>
                    <a:pt x="4232732" y="1281960"/>
                  </a:lnTo>
                  <a:lnTo>
                    <a:pt x="4233382" y="1278037"/>
                  </a:lnTo>
                  <a:lnTo>
                    <a:pt x="4234032" y="1275509"/>
                  </a:lnTo>
                  <a:lnTo>
                    <a:pt x="4234682" y="1274028"/>
                  </a:lnTo>
                  <a:lnTo>
                    <a:pt x="4235332" y="1274077"/>
                  </a:lnTo>
                  <a:lnTo>
                    <a:pt x="4235982" y="1275848"/>
                  </a:lnTo>
                  <a:lnTo>
                    <a:pt x="4236632" y="1279286"/>
                  </a:lnTo>
                  <a:lnTo>
                    <a:pt x="4237282" y="1284447"/>
                  </a:lnTo>
                  <a:lnTo>
                    <a:pt x="4237932" y="1291058"/>
                  </a:lnTo>
                  <a:lnTo>
                    <a:pt x="4238582" y="1299024"/>
                  </a:lnTo>
                  <a:lnTo>
                    <a:pt x="4239232" y="1308393"/>
                  </a:lnTo>
                  <a:lnTo>
                    <a:pt x="4239881" y="1319237"/>
                  </a:lnTo>
                  <a:lnTo>
                    <a:pt x="4240531" y="1331582"/>
                  </a:lnTo>
                  <a:lnTo>
                    <a:pt x="4241181" y="1345566"/>
                  </a:lnTo>
                  <a:lnTo>
                    <a:pt x="4241831" y="1360735"/>
                  </a:lnTo>
                  <a:lnTo>
                    <a:pt x="4242481" y="1376679"/>
                  </a:lnTo>
                  <a:lnTo>
                    <a:pt x="4243131" y="1393350"/>
                  </a:lnTo>
                  <a:lnTo>
                    <a:pt x="4243781" y="1410662"/>
                  </a:lnTo>
                  <a:lnTo>
                    <a:pt x="4244431" y="1428535"/>
                  </a:lnTo>
                  <a:lnTo>
                    <a:pt x="4245081" y="1446415"/>
                  </a:lnTo>
                  <a:lnTo>
                    <a:pt x="4245731" y="1463512"/>
                  </a:lnTo>
                  <a:lnTo>
                    <a:pt x="4246381" y="1479072"/>
                  </a:lnTo>
                  <a:lnTo>
                    <a:pt x="4247031" y="1492698"/>
                  </a:lnTo>
                  <a:lnTo>
                    <a:pt x="4247681" y="1504570"/>
                  </a:lnTo>
                  <a:lnTo>
                    <a:pt x="4248331" y="1514645"/>
                  </a:lnTo>
                  <a:lnTo>
                    <a:pt x="4248981" y="1522422"/>
                  </a:lnTo>
                  <a:lnTo>
                    <a:pt x="4249630" y="1527654"/>
                  </a:lnTo>
                  <a:lnTo>
                    <a:pt x="4250280" y="1530449"/>
                  </a:lnTo>
                  <a:lnTo>
                    <a:pt x="4250930" y="1531016"/>
                  </a:lnTo>
                  <a:lnTo>
                    <a:pt x="4251580" y="1529962"/>
                  </a:lnTo>
                  <a:lnTo>
                    <a:pt x="4252230" y="1527958"/>
                  </a:lnTo>
                  <a:lnTo>
                    <a:pt x="4252880" y="1525367"/>
                  </a:lnTo>
                  <a:lnTo>
                    <a:pt x="4253530" y="1522649"/>
                  </a:lnTo>
                  <a:lnTo>
                    <a:pt x="4254180" y="1520538"/>
                  </a:lnTo>
                  <a:lnTo>
                    <a:pt x="4254830" y="1519586"/>
                  </a:lnTo>
                  <a:lnTo>
                    <a:pt x="4255480" y="1520198"/>
                  </a:lnTo>
                  <a:lnTo>
                    <a:pt x="4256130" y="1522697"/>
                  </a:lnTo>
                  <a:lnTo>
                    <a:pt x="4256780" y="1527571"/>
                  </a:lnTo>
                  <a:lnTo>
                    <a:pt x="4257430" y="1534592"/>
                  </a:lnTo>
                  <a:lnTo>
                    <a:pt x="4258080" y="1543908"/>
                  </a:lnTo>
                  <a:lnTo>
                    <a:pt x="4258730" y="1555212"/>
                  </a:lnTo>
                  <a:lnTo>
                    <a:pt x="4259380" y="1568234"/>
                  </a:lnTo>
                  <a:lnTo>
                    <a:pt x="4260029" y="1582749"/>
                  </a:lnTo>
                  <a:lnTo>
                    <a:pt x="4260679" y="1598670"/>
                  </a:lnTo>
                  <a:lnTo>
                    <a:pt x="4261329" y="1615669"/>
                  </a:lnTo>
                  <a:lnTo>
                    <a:pt x="4261979" y="1633093"/>
                  </a:lnTo>
                  <a:lnTo>
                    <a:pt x="4262629" y="1650857"/>
                  </a:lnTo>
                  <a:lnTo>
                    <a:pt x="4263279" y="1669115"/>
                  </a:lnTo>
                  <a:lnTo>
                    <a:pt x="4263929" y="1687736"/>
                  </a:lnTo>
                  <a:lnTo>
                    <a:pt x="4264579" y="1706217"/>
                  </a:lnTo>
                  <a:lnTo>
                    <a:pt x="4265229" y="1724032"/>
                  </a:lnTo>
                  <a:lnTo>
                    <a:pt x="4265879" y="1740722"/>
                  </a:lnTo>
                  <a:lnTo>
                    <a:pt x="4266529" y="1755893"/>
                  </a:lnTo>
                  <a:lnTo>
                    <a:pt x="4267179" y="1769967"/>
                  </a:lnTo>
                  <a:lnTo>
                    <a:pt x="4267829" y="1782145"/>
                  </a:lnTo>
                  <a:lnTo>
                    <a:pt x="4268479" y="1791949"/>
                  </a:lnTo>
                  <a:lnTo>
                    <a:pt x="4269129" y="1799273"/>
                  </a:lnTo>
                  <a:lnTo>
                    <a:pt x="4269778" y="1804430"/>
                  </a:lnTo>
                  <a:lnTo>
                    <a:pt x="4270428" y="1807862"/>
                  </a:lnTo>
                  <a:lnTo>
                    <a:pt x="4271078" y="1810172"/>
                  </a:lnTo>
                  <a:lnTo>
                    <a:pt x="4271728" y="1811871"/>
                  </a:lnTo>
                  <a:lnTo>
                    <a:pt x="4272378" y="1812182"/>
                  </a:lnTo>
                  <a:lnTo>
                    <a:pt x="4273028" y="1809884"/>
                  </a:lnTo>
                  <a:lnTo>
                    <a:pt x="4273678" y="1803748"/>
                  </a:lnTo>
                  <a:lnTo>
                    <a:pt x="4274328" y="1793000"/>
                  </a:lnTo>
                  <a:lnTo>
                    <a:pt x="4274978" y="1777163"/>
                  </a:lnTo>
                  <a:lnTo>
                    <a:pt x="4275628" y="1756745"/>
                  </a:lnTo>
                  <a:lnTo>
                    <a:pt x="4276278" y="1731878"/>
                  </a:lnTo>
                  <a:lnTo>
                    <a:pt x="4276928" y="1703365"/>
                  </a:lnTo>
                  <a:lnTo>
                    <a:pt x="4277578" y="1673314"/>
                  </a:lnTo>
                  <a:lnTo>
                    <a:pt x="4278228" y="1643411"/>
                  </a:lnTo>
                  <a:lnTo>
                    <a:pt x="4278878" y="1614789"/>
                  </a:lnTo>
                  <a:lnTo>
                    <a:pt x="4279528" y="1587458"/>
                  </a:lnTo>
                  <a:lnTo>
                    <a:pt x="4280177" y="1561253"/>
                  </a:lnTo>
                  <a:lnTo>
                    <a:pt x="4280827" y="1536388"/>
                  </a:lnTo>
                  <a:lnTo>
                    <a:pt x="4281477" y="1513070"/>
                  </a:lnTo>
                  <a:lnTo>
                    <a:pt x="4282127" y="1491397"/>
                  </a:lnTo>
                  <a:lnTo>
                    <a:pt x="4282777" y="1471347"/>
                  </a:lnTo>
                  <a:lnTo>
                    <a:pt x="4283427" y="1453099"/>
                  </a:lnTo>
                  <a:lnTo>
                    <a:pt x="4284077" y="1437171"/>
                  </a:lnTo>
                  <a:lnTo>
                    <a:pt x="4284727" y="1423753"/>
                  </a:lnTo>
                  <a:lnTo>
                    <a:pt x="4285377" y="1412756"/>
                  </a:lnTo>
                  <a:lnTo>
                    <a:pt x="4286027" y="1403925"/>
                  </a:lnTo>
                  <a:lnTo>
                    <a:pt x="4286677" y="1397095"/>
                  </a:lnTo>
                  <a:lnTo>
                    <a:pt x="4287327" y="1391831"/>
                  </a:lnTo>
                  <a:lnTo>
                    <a:pt x="4287977" y="1387684"/>
                  </a:lnTo>
                  <a:lnTo>
                    <a:pt x="4288627" y="1384261"/>
                  </a:lnTo>
                  <a:lnTo>
                    <a:pt x="4289277" y="1381637"/>
                  </a:lnTo>
                  <a:lnTo>
                    <a:pt x="4289926" y="1379574"/>
                  </a:lnTo>
                  <a:lnTo>
                    <a:pt x="4290576" y="1377483"/>
                  </a:lnTo>
                  <a:lnTo>
                    <a:pt x="4291226" y="1375378"/>
                  </a:lnTo>
                  <a:lnTo>
                    <a:pt x="4291876" y="1373555"/>
                  </a:lnTo>
                  <a:lnTo>
                    <a:pt x="4292526" y="1372369"/>
                  </a:lnTo>
                  <a:lnTo>
                    <a:pt x="4293176" y="1371896"/>
                  </a:lnTo>
                  <a:lnTo>
                    <a:pt x="4293826" y="1372109"/>
                  </a:lnTo>
                  <a:lnTo>
                    <a:pt x="4294476" y="1373300"/>
                  </a:lnTo>
                  <a:lnTo>
                    <a:pt x="4295126" y="1375515"/>
                  </a:lnTo>
                  <a:lnTo>
                    <a:pt x="4295776" y="1378826"/>
                  </a:lnTo>
                  <a:lnTo>
                    <a:pt x="4296426" y="1382919"/>
                  </a:lnTo>
                  <a:lnTo>
                    <a:pt x="4297076" y="1387290"/>
                  </a:lnTo>
                  <a:lnTo>
                    <a:pt x="4297726" y="1391886"/>
                  </a:lnTo>
                  <a:lnTo>
                    <a:pt x="4298376" y="1396704"/>
                  </a:lnTo>
                  <a:lnTo>
                    <a:pt x="4299026" y="1401517"/>
                  </a:lnTo>
                  <a:lnTo>
                    <a:pt x="4299676" y="1406349"/>
                  </a:lnTo>
                  <a:lnTo>
                    <a:pt x="4300325" y="1411496"/>
                  </a:lnTo>
                  <a:lnTo>
                    <a:pt x="4300975" y="1416762"/>
                  </a:lnTo>
                  <a:lnTo>
                    <a:pt x="4301625" y="1422024"/>
                  </a:lnTo>
                  <a:lnTo>
                    <a:pt x="4302275" y="1426895"/>
                  </a:lnTo>
                  <a:lnTo>
                    <a:pt x="4302925" y="1430649"/>
                  </a:lnTo>
                  <a:lnTo>
                    <a:pt x="4303575" y="1432113"/>
                  </a:lnTo>
                  <a:lnTo>
                    <a:pt x="4304225" y="1430473"/>
                  </a:lnTo>
                  <a:lnTo>
                    <a:pt x="4304875" y="1425546"/>
                  </a:lnTo>
                  <a:lnTo>
                    <a:pt x="4305525" y="1417661"/>
                  </a:lnTo>
                  <a:lnTo>
                    <a:pt x="4306175" y="1406794"/>
                  </a:lnTo>
                  <a:lnTo>
                    <a:pt x="4306825" y="1393854"/>
                  </a:lnTo>
                  <a:lnTo>
                    <a:pt x="4307475" y="1379683"/>
                  </a:lnTo>
                  <a:lnTo>
                    <a:pt x="4308125" y="1365605"/>
                  </a:lnTo>
                  <a:lnTo>
                    <a:pt x="4308775" y="1351656"/>
                  </a:lnTo>
                  <a:lnTo>
                    <a:pt x="4309425" y="1337411"/>
                  </a:lnTo>
                  <a:lnTo>
                    <a:pt x="4310074" y="1322565"/>
                  </a:lnTo>
                  <a:lnTo>
                    <a:pt x="4310724" y="1307239"/>
                  </a:lnTo>
                  <a:lnTo>
                    <a:pt x="4311374" y="1291397"/>
                  </a:lnTo>
                  <a:lnTo>
                    <a:pt x="4312024" y="1274799"/>
                  </a:lnTo>
                  <a:lnTo>
                    <a:pt x="4312674" y="1257355"/>
                  </a:lnTo>
                  <a:lnTo>
                    <a:pt x="4313324" y="1240020"/>
                  </a:lnTo>
                  <a:lnTo>
                    <a:pt x="4313974" y="1224050"/>
                  </a:lnTo>
                  <a:lnTo>
                    <a:pt x="4314624" y="1209892"/>
                  </a:lnTo>
                  <a:lnTo>
                    <a:pt x="4315274" y="1197617"/>
                  </a:lnTo>
                  <a:lnTo>
                    <a:pt x="4315924" y="1187503"/>
                  </a:lnTo>
                  <a:lnTo>
                    <a:pt x="4316574" y="1179187"/>
                  </a:lnTo>
                  <a:lnTo>
                    <a:pt x="4317224" y="1172248"/>
                  </a:lnTo>
                  <a:lnTo>
                    <a:pt x="4317874" y="1165781"/>
                  </a:lnTo>
                  <a:lnTo>
                    <a:pt x="4318524" y="1159933"/>
                  </a:lnTo>
                  <a:lnTo>
                    <a:pt x="4319174" y="1154993"/>
                  </a:lnTo>
                  <a:lnTo>
                    <a:pt x="4319824" y="1151096"/>
                  </a:lnTo>
                  <a:lnTo>
                    <a:pt x="4320473" y="1148242"/>
                  </a:lnTo>
                  <a:lnTo>
                    <a:pt x="4321123" y="1146375"/>
                  </a:lnTo>
                  <a:lnTo>
                    <a:pt x="4321773" y="1145741"/>
                  </a:lnTo>
                  <a:lnTo>
                    <a:pt x="4322423" y="1146891"/>
                  </a:lnTo>
                  <a:lnTo>
                    <a:pt x="4323073" y="1149845"/>
                  </a:lnTo>
                  <a:lnTo>
                    <a:pt x="4323723" y="1153688"/>
                  </a:lnTo>
                  <a:lnTo>
                    <a:pt x="4324373" y="1157871"/>
                  </a:lnTo>
                  <a:lnTo>
                    <a:pt x="4325023" y="1161914"/>
                  </a:lnTo>
                  <a:lnTo>
                    <a:pt x="4325673" y="1165599"/>
                  </a:lnTo>
                  <a:lnTo>
                    <a:pt x="4326323" y="1168728"/>
                  </a:lnTo>
                  <a:lnTo>
                    <a:pt x="4326973" y="1171146"/>
                  </a:lnTo>
                  <a:lnTo>
                    <a:pt x="4327623" y="1172737"/>
                  </a:lnTo>
                  <a:lnTo>
                    <a:pt x="4328273" y="1173327"/>
                  </a:lnTo>
                  <a:lnTo>
                    <a:pt x="4328923" y="1173020"/>
                  </a:lnTo>
                  <a:lnTo>
                    <a:pt x="4329573" y="1172028"/>
                  </a:lnTo>
                  <a:lnTo>
                    <a:pt x="4330222" y="1170278"/>
                  </a:lnTo>
                  <a:lnTo>
                    <a:pt x="4330872" y="1167876"/>
                  </a:lnTo>
                  <a:lnTo>
                    <a:pt x="4331522" y="1164946"/>
                  </a:lnTo>
                  <a:lnTo>
                    <a:pt x="4332172" y="1161479"/>
                  </a:lnTo>
                  <a:lnTo>
                    <a:pt x="4332822" y="1157267"/>
                  </a:lnTo>
                  <a:lnTo>
                    <a:pt x="4333472" y="1152523"/>
                  </a:lnTo>
                  <a:lnTo>
                    <a:pt x="4334122" y="1147384"/>
                  </a:lnTo>
                  <a:lnTo>
                    <a:pt x="4334772" y="1142058"/>
                  </a:lnTo>
                  <a:lnTo>
                    <a:pt x="4335422" y="1136852"/>
                  </a:lnTo>
                  <a:lnTo>
                    <a:pt x="4336072" y="1132419"/>
                  </a:lnTo>
                  <a:lnTo>
                    <a:pt x="4336722" y="1129057"/>
                  </a:lnTo>
                  <a:lnTo>
                    <a:pt x="4337372" y="1127119"/>
                  </a:lnTo>
                  <a:lnTo>
                    <a:pt x="4338022" y="1126761"/>
                  </a:lnTo>
                  <a:lnTo>
                    <a:pt x="4338672" y="1128182"/>
                  </a:lnTo>
                  <a:lnTo>
                    <a:pt x="4339322" y="1131302"/>
                  </a:lnTo>
                  <a:lnTo>
                    <a:pt x="4339972" y="1135847"/>
                  </a:lnTo>
                  <a:lnTo>
                    <a:pt x="4340621" y="1140655"/>
                  </a:lnTo>
                  <a:lnTo>
                    <a:pt x="4341271" y="1145224"/>
                  </a:lnTo>
                  <a:lnTo>
                    <a:pt x="4341921" y="1149599"/>
                  </a:lnTo>
                  <a:lnTo>
                    <a:pt x="4342571" y="1153660"/>
                  </a:lnTo>
                  <a:lnTo>
                    <a:pt x="4343221" y="1157106"/>
                  </a:lnTo>
                  <a:lnTo>
                    <a:pt x="4343871" y="1159869"/>
                  </a:lnTo>
                  <a:lnTo>
                    <a:pt x="4344521" y="1162388"/>
                  </a:lnTo>
                  <a:lnTo>
                    <a:pt x="4345171" y="1165104"/>
                  </a:lnTo>
                  <a:lnTo>
                    <a:pt x="4345821" y="1167445"/>
                  </a:lnTo>
                  <a:lnTo>
                    <a:pt x="4346471" y="1168302"/>
                  </a:lnTo>
                  <a:lnTo>
                    <a:pt x="4347121" y="1167230"/>
                  </a:lnTo>
                  <a:lnTo>
                    <a:pt x="4347771" y="1164218"/>
                  </a:lnTo>
                  <a:lnTo>
                    <a:pt x="4348421" y="1158854"/>
                  </a:lnTo>
                  <a:lnTo>
                    <a:pt x="4349071" y="1151121"/>
                  </a:lnTo>
                  <a:lnTo>
                    <a:pt x="4349721" y="1141351"/>
                  </a:lnTo>
                  <a:lnTo>
                    <a:pt x="4350370" y="1130545"/>
                  </a:lnTo>
                  <a:lnTo>
                    <a:pt x="4351020" y="1119306"/>
                  </a:lnTo>
                  <a:lnTo>
                    <a:pt x="4351670" y="1107673"/>
                  </a:lnTo>
                  <a:lnTo>
                    <a:pt x="4352320" y="1095641"/>
                  </a:lnTo>
                  <a:lnTo>
                    <a:pt x="4352970" y="1083340"/>
                  </a:lnTo>
                  <a:lnTo>
                    <a:pt x="4353620" y="1070836"/>
                  </a:lnTo>
                  <a:lnTo>
                    <a:pt x="4354270" y="1057779"/>
                  </a:lnTo>
                  <a:lnTo>
                    <a:pt x="4354920" y="1044020"/>
                  </a:lnTo>
                  <a:lnTo>
                    <a:pt x="4355570" y="1029707"/>
                  </a:lnTo>
                  <a:lnTo>
                    <a:pt x="4356220" y="1015628"/>
                  </a:lnTo>
                  <a:lnTo>
                    <a:pt x="4356870" y="1001837"/>
                  </a:lnTo>
                  <a:lnTo>
                    <a:pt x="4357520" y="988395"/>
                  </a:lnTo>
                  <a:lnTo>
                    <a:pt x="4358170" y="975366"/>
                  </a:lnTo>
                  <a:lnTo>
                    <a:pt x="4358820" y="962636"/>
                  </a:lnTo>
                  <a:lnTo>
                    <a:pt x="4359470" y="950071"/>
                  </a:lnTo>
                  <a:lnTo>
                    <a:pt x="4360119" y="937614"/>
                  </a:lnTo>
                  <a:lnTo>
                    <a:pt x="4360769" y="925252"/>
                  </a:lnTo>
                  <a:lnTo>
                    <a:pt x="4361419" y="912860"/>
                  </a:lnTo>
                  <a:lnTo>
                    <a:pt x="4362069" y="900596"/>
                  </a:lnTo>
                  <a:lnTo>
                    <a:pt x="4362719" y="888553"/>
                  </a:lnTo>
                  <a:lnTo>
                    <a:pt x="4363369" y="877000"/>
                  </a:lnTo>
                  <a:lnTo>
                    <a:pt x="4364019" y="866213"/>
                  </a:lnTo>
                  <a:lnTo>
                    <a:pt x="4364669" y="856071"/>
                  </a:lnTo>
                  <a:lnTo>
                    <a:pt x="4365319" y="846582"/>
                  </a:lnTo>
                  <a:lnTo>
                    <a:pt x="4365969" y="837825"/>
                  </a:lnTo>
                  <a:lnTo>
                    <a:pt x="4366619" y="829851"/>
                  </a:lnTo>
                  <a:lnTo>
                    <a:pt x="4367269" y="822638"/>
                  </a:lnTo>
                  <a:lnTo>
                    <a:pt x="4367919" y="816228"/>
                  </a:lnTo>
                  <a:lnTo>
                    <a:pt x="4368569" y="810559"/>
                  </a:lnTo>
                  <a:lnTo>
                    <a:pt x="4369219" y="805831"/>
                  </a:lnTo>
                  <a:lnTo>
                    <a:pt x="4369869" y="802171"/>
                  </a:lnTo>
                  <a:lnTo>
                    <a:pt x="4370518" y="799449"/>
                  </a:lnTo>
                  <a:lnTo>
                    <a:pt x="4371168" y="797762"/>
                  </a:lnTo>
                  <a:lnTo>
                    <a:pt x="4371818" y="796992"/>
                  </a:lnTo>
                  <a:lnTo>
                    <a:pt x="4372468" y="797184"/>
                  </a:lnTo>
                  <a:lnTo>
                    <a:pt x="4373118" y="798375"/>
                  </a:lnTo>
                  <a:lnTo>
                    <a:pt x="4373768" y="800557"/>
                  </a:lnTo>
                  <a:lnTo>
                    <a:pt x="4374418" y="803674"/>
                  </a:lnTo>
                  <a:lnTo>
                    <a:pt x="4375068" y="807575"/>
                  </a:lnTo>
                  <a:lnTo>
                    <a:pt x="4375718" y="811957"/>
                  </a:lnTo>
                  <a:lnTo>
                    <a:pt x="4376368" y="816390"/>
                  </a:lnTo>
                  <a:lnTo>
                    <a:pt x="4377018" y="820655"/>
                  </a:lnTo>
                  <a:lnTo>
                    <a:pt x="4377668" y="824662"/>
                  </a:lnTo>
                  <a:lnTo>
                    <a:pt x="4378318" y="828234"/>
                  </a:lnTo>
                  <a:lnTo>
                    <a:pt x="4378968" y="831046"/>
                  </a:lnTo>
                  <a:lnTo>
                    <a:pt x="4379618" y="833101"/>
                  </a:lnTo>
                  <a:lnTo>
                    <a:pt x="4380267" y="834266"/>
                  </a:lnTo>
                  <a:lnTo>
                    <a:pt x="4380917" y="834524"/>
                  </a:lnTo>
                  <a:lnTo>
                    <a:pt x="4381567" y="833628"/>
                  </a:lnTo>
                  <a:lnTo>
                    <a:pt x="4382217" y="831167"/>
                  </a:lnTo>
                  <a:lnTo>
                    <a:pt x="4382867" y="826736"/>
                  </a:lnTo>
                  <a:lnTo>
                    <a:pt x="4383517" y="819912"/>
                  </a:lnTo>
                  <a:lnTo>
                    <a:pt x="4384167" y="810677"/>
                  </a:lnTo>
                  <a:lnTo>
                    <a:pt x="4384817" y="799210"/>
                  </a:lnTo>
                  <a:lnTo>
                    <a:pt x="4385467" y="785948"/>
                  </a:lnTo>
                  <a:lnTo>
                    <a:pt x="4386117" y="771714"/>
                  </a:lnTo>
                  <a:lnTo>
                    <a:pt x="4386767" y="756984"/>
                  </a:lnTo>
                  <a:lnTo>
                    <a:pt x="4387417" y="741817"/>
                  </a:lnTo>
                  <a:lnTo>
                    <a:pt x="4388067" y="726923"/>
                  </a:lnTo>
                  <a:lnTo>
                    <a:pt x="4388717" y="712624"/>
                  </a:lnTo>
                  <a:lnTo>
                    <a:pt x="4389367" y="698860"/>
                  </a:lnTo>
                  <a:lnTo>
                    <a:pt x="4390017" y="685756"/>
                  </a:lnTo>
                  <a:lnTo>
                    <a:pt x="4390666" y="673453"/>
                  </a:lnTo>
                  <a:lnTo>
                    <a:pt x="4391316" y="662292"/>
                  </a:lnTo>
                  <a:lnTo>
                    <a:pt x="4391966" y="652528"/>
                  </a:lnTo>
                  <a:lnTo>
                    <a:pt x="4392616" y="644226"/>
                  </a:lnTo>
                  <a:lnTo>
                    <a:pt x="4393266" y="637400"/>
                  </a:lnTo>
                  <a:lnTo>
                    <a:pt x="4393916" y="632102"/>
                  </a:lnTo>
                  <a:lnTo>
                    <a:pt x="4394566" y="628375"/>
                  </a:lnTo>
                  <a:lnTo>
                    <a:pt x="4395216" y="626153"/>
                  </a:lnTo>
                  <a:lnTo>
                    <a:pt x="4395866" y="624927"/>
                  </a:lnTo>
                  <a:lnTo>
                    <a:pt x="4396516" y="624141"/>
                  </a:lnTo>
                  <a:lnTo>
                    <a:pt x="4397166" y="623577"/>
                  </a:lnTo>
                  <a:lnTo>
                    <a:pt x="4397816" y="622719"/>
                  </a:lnTo>
                  <a:lnTo>
                    <a:pt x="4398466" y="621324"/>
                  </a:lnTo>
                  <a:lnTo>
                    <a:pt x="4399116" y="619225"/>
                  </a:lnTo>
                  <a:lnTo>
                    <a:pt x="4399766" y="616352"/>
                  </a:lnTo>
                  <a:lnTo>
                    <a:pt x="4400415" y="612475"/>
                  </a:lnTo>
                  <a:lnTo>
                    <a:pt x="4401065" y="607722"/>
                  </a:lnTo>
                  <a:lnTo>
                    <a:pt x="4401715" y="602102"/>
                  </a:lnTo>
                  <a:lnTo>
                    <a:pt x="4402365" y="595690"/>
                  </a:lnTo>
                  <a:lnTo>
                    <a:pt x="4403015" y="588679"/>
                  </a:lnTo>
                  <a:lnTo>
                    <a:pt x="4403665" y="581002"/>
                  </a:lnTo>
                  <a:lnTo>
                    <a:pt x="4404315" y="572649"/>
                  </a:lnTo>
                  <a:lnTo>
                    <a:pt x="4404965" y="563522"/>
                  </a:lnTo>
                  <a:lnTo>
                    <a:pt x="4405615" y="553618"/>
                  </a:lnTo>
                  <a:lnTo>
                    <a:pt x="4406265" y="543073"/>
                  </a:lnTo>
                  <a:lnTo>
                    <a:pt x="4406915" y="531859"/>
                  </a:lnTo>
                  <a:lnTo>
                    <a:pt x="4407565" y="520092"/>
                  </a:lnTo>
                  <a:lnTo>
                    <a:pt x="4408215" y="508278"/>
                  </a:lnTo>
                  <a:lnTo>
                    <a:pt x="4408865" y="496888"/>
                  </a:lnTo>
                  <a:lnTo>
                    <a:pt x="4409515" y="486021"/>
                  </a:lnTo>
                  <a:lnTo>
                    <a:pt x="4410165" y="475937"/>
                  </a:lnTo>
                  <a:lnTo>
                    <a:pt x="4410814" y="466715"/>
                  </a:lnTo>
                  <a:lnTo>
                    <a:pt x="4411464" y="458618"/>
                  </a:lnTo>
                  <a:lnTo>
                    <a:pt x="4412114" y="451583"/>
                  </a:lnTo>
                  <a:lnTo>
                    <a:pt x="4412764" y="445451"/>
                  </a:lnTo>
                  <a:lnTo>
                    <a:pt x="4413414" y="440043"/>
                  </a:lnTo>
                  <a:lnTo>
                    <a:pt x="4414064" y="435432"/>
                  </a:lnTo>
                  <a:lnTo>
                    <a:pt x="4414714" y="431794"/>
                  </a:lnTo>
                  <a:lnTo>
                    <a:pt x="4415364" y="429346"/>
                  </a:lnTo>
                  <a:lnTo>
                    <a:pt x="4416014" y="428278"/>
                  </a:lnTo>
                  <a:lnTo>
                    <a:pt x="4416664" y="428898"/>
                  </a:lnTo>
                  <a:lnTo>
                    <a:pt x="4417314" y="431429"/>
                  </a:lnTo>
                  <a:lnTo>
                    <a:pt x="4417964" y="435613"/>
                  </a:lnTo>
                  <a:lnTo>
                    <a:pt x="4418614" y="441079"/>
                  </a:lnTo>
                  <a:lnTo>
                    <a:pt x="4419264" y="447651"/>
                  </a:lnTo>
                  <a:lnTo>
                    <a:pt x="4419914" y="455160"/>
                  </a:lnTo>
                  <a:lnTo>
                    <a:pt x="4420563" y="463133"/>
                  </a:lnTo>
                  <a:lnTo>
                    <a:pt x="4421213" y="471200"/>
                  </a:lnTo>
                  <a:lnTo>
                    <a:pt x="4421863" y="479415"/>
                  </a:lnTo>
                  <a:lnTo>
                    <a:pt x="4422513" y="487868"/>
                  </a:lnTo>
                  <a:lnTo>
                    <a:pt x="4423163" y="496678"/>
                  </a:lnTo>
                  <a:lnTo>
                    <a:pt x="4423813" y="505729"/>
                  </a:lnTo>
                  <a:lnTo>
                    <a:pt x="4424463" y="514837"/>
                  </a:lnTo>
                  <a:lnTo>
                    <a:pt x="4425113" y="523877"/>
                  </a:lnTo>
                  <a:lnTo>
                    <a:pt x="4425763" y="532733"/>
                  </a:lnTo>
                  <a:lnTo>
                    <a:pt x="4426413" y="541101"/>
                  </a:lnTo>
                  <a:lnTo>
                    <a:pt x="4427063" y="548431"/>
                  </a:lnTo>
                  <a:lnTo>
                    <a:pt x="4427713" y="554368"/>
                  </a:lnTo>
                  <a:lnTo>
                    <a:pt x="4428363" y="559055"/>
                  </a:lnTo>
                  <a:lnTo>
                    <a:pt x="4429013" y="562757"/>
                  </a:lnTo>
                  <a:lnTo>
                    <a:pt x="4429663" y="565615"/>
                  </a:lnTo>
                  <a:lnTo>
                    <a:pt x="4430313" y="568121"/>
                  </a:lnTo>
                  <a:lnTo>
                    <a:pt x="4430962" y="570511"/>
                  </a:lnTo>
                  <a:lnTo>
                    <a:pt x="4431612" y="572947"/>
                  </a:lnTo>
                  <a:lnTo>
                    <a:pt x="4432262" y="575452"/>
                  </a:lnTo>
                  <a:lnTo>
                    <a:pt x="4432912" y="578273"/>
                  </a:lnTo>
                  <a:lnTo>
                    <a:pt x="4433562" y="581349"/>
                  </a:lnTo>
                  <a:lnTo>
                    <a:pt x="4434212" y="584676"/>
                  </a:lnTo>
                  <a:lnTo>
                    <a:pt x="4434862" y="588244"/>
                  </a:lnTo>
                  <a:lnTo>
                    <a:pt x="4435512" y="591931"/>
                  </a:lnTo>
                  <a:lnTo>
                    <a:pt x="4436162" y="595911"/>
                  </a:lnTo>
                  <a:lnTo>
                    <a:pt x="4436812" y="600640"/>
                  </a:lnTo>
                  <a:lnTo>
                    <a:pt x="4437462" y="606278"/>
                  </a:lnTo>
                  <a:lnTo>
                    <a:pt x="4438112" y="612646"/>
                  </a:lnTo>
                  <a:lnTo>
                    <a:pt x="4438762" y="619716"/>
                  </a:lnTo>
                  <a:lnTo>
                    <a:pt x="4439412" y="627434"/>
                  </a:lnTo>
                  <a:lnTo>
                    <a:pt x="4440062" y="635346"/>
                  </a:lnTo>
                  <a:lnTo>
                    <a:pt x="4440711" y="643079"/>
                  </a:lnTo>
                  <a:lnTo>
                    <a:pt x="4441361" y="650287"/>
                  </a:lnTo>
                  <a:lnTo>
                    <a:pt x="4442011" y="656824"/>
                  </a:lnTo>
                  <a:lnTo>
                    <a:pt x="4442661" y="662019"/>
                  </a:lnTo>
                  <a:lnTo>
                    <a:pt x="4443311" y="665648"/>
                  </a:lnTo>
                  <a:lnTo>
                    <a:pt x="4443961" y="667255"/>
                  </a:lnTo>
                  <a:lnTo>
                    <a:pt x="4444611" y="666889"/>
                  </a:lnTo>
                  <a:lnTo>
                    <a:pt x="4445261" y="664803"/>
                  </a:lnTo>
                  <a:lnTo>
                    <a:pt x="4445911" y="661288"/>
                  </a:lnTo>
                  <a:lnTo>
                    <a:pt x="4446561" y="656513"/>
                  </a:lnTo>
                  <a:lnTo>
                    <a:pt x="4447211" y="650700"/>
                  </a:lnTo>
                  <a:lnTo>
                    <a:pt x="4447861" y="644194"/>
                  </a:lnTo>
                  <a:lnTo>
                    <a:pt x="4448511" y="637120"/>
                  </a:lnTo>
                  <a:lnTo>
                    <a:pt x="4449161" y="629373"/>
                  </a:lnTo>
                  <a:lnTo>
                    <a:pt x="4449811" y="621154"/>
                  </a:lnTo>
                  <a:lnTo>
                    <a:pt x="4450461" y="612480"/>
                  </a:lnTo>
                  <a:lnTo>
                    <a:pt x="4451110" y="603119"/>
                  </a:lnTo>
                  <a:lnTo>
                    <a:pt x="4451760" y="592893"/>
                  </a:lnTo>
                  <a:lnTo>
                    <a:pt x="4452410" y="581919"/>
                  </a:lnTo>
                  <a:lnTo>
                    <a:pt x="4453060" y="570132"/>
                  </a:lnTo>
                  <a:lnTo>
                    <a:pt x="4453710" y="557805"/>
                  </a:lnTo>
                  <a:lnTo>
                    <a:pt x="4454360" y="544924"/>
                  </a:lnTo>
                  <a:lnTo>
                    <a:pt x="4455010" y="531460"/>
                  </a:lnTo>
                  <a:lnTo>
                    <a:pt x="4455660" y="517202"/>
                  </a:lnTo>
                  <a:lnTo>
                    <a:pt x="4456310" y="502192"/>
                  </a:lnTo>
                  <a:lnTo>
                    <a:pt x="4456960" y="486725"/>
                  </a:lnTo>
                  <a:lnTo>
                    <a:pt x="4457610" y="471020"/>
                  </a:lnTo>
                  <a:lnTo>
                    <a:pt x="4458260" y="454922"/>
                  </a:lnTo>
                  <a:lnTo>
                    <a:pt x="4458910" y="438615"/>
                  </a:lnTo>
                  <a:lnTo>
                    <a:pt x="4459560" y="422194"/>
                  </a:lnTo>
                  <a:lnTo>
                    <a:pt x="4460210" y="405933"/>
                  </a:lnTo>
                  <a:lnTo>
                    <a:pt x="4460859" y="390032"/>
                  </a:lnTo>
                  <a:lnTo>
                    <a:pt x="4461509" y="374779"/>
                  </a:lnTo>
                  <a:lnTo>
                    <a:pt x="4462159" y="360375"/>
                  </a:lnTo>
                  <a:lnTo>
                    <a:pt x="4462809" y="347121"/>
                  </a:lnTo>
                  <a:lnTo>
                    <a:pt x="4463459" y="335048"/>
                  </a:lnTo>
                  <a:lnTo>
                    <a:pt x="4464109" y="324259"/>
                  </a:lnTo>
                  <a:lnTo>
                    <a:pt x="4464759" y="314712"/>
                  </a:lnTo>
                  <a:lnTo>
                    <a:pt x="4465409" y="306366"/>
                  </a:lnTo>
                  <a:lnTo>
                    <a:pt x="4466059" y="298970"/>
                  </a:lnTo>
                  <a:lnTo>
                    <a:pt x="4466709" y="292232"/>
                  </a:lnTo>
                  <a:lnTo>
                    <a:pt x="4467359" y="285923"/>
                  </a:lnTo>
                  <a:lnTo>
                    <a:pt x="4468009" y="280011"/>
                  </a:lnTo>
                  <a:lnTo>
                    <a:pt x="4468659" y="274355"/>
                  </a:lnTo>
                  <a:lnTo>
                    <a:pt x="4469309" y="268968"/>
                  </a:lnTo>
                  <a:lnTo>
                    <a:pt x="4469959" y="263904"/>
                  </a:lnTo>
                  <a:lnTo>
                    <a:pt x="4470609" y="259353"/>
                  </a:lnTo>
                  <a:lnTo>
                    <a:pt x="4471258" y="255183"/>
                  </a:lnTo>
                  <a:lnTo>
                    <a:pt x="4471908" y="251439"/>
                  </a:lnTo>
                  <a:lnTo>
                    <a:pt x="4472558" y="248174"/>
                  </a:lnTo>
                  <a:lnTo>
                    <a:pt x="4473208" y="245338"/>
                  </a:lnTo>
                  <a:lnTo>
                    <a:pt x="4473858" y="242755"/>
                  </a:lnTo>
                  <a:lnTo>
                    <a:pt x="4474508" y="240382"/>
                  </a:lnTo>
                  <a:lnTo>
                    <a:pt x="4475158" y="238310"/>
                  </a:lnTo>
                  <a:lnTo>
                    <a:pt x="4475808" y="236558"/>
                  </a:lnTo>
                  <a:lnTo>
                    <a:pt x="4476458" y="235284"/>
                  </a:lnTo>
                  <a:lnTo>
                    <a:pt x="4477108" y="234459"/>
                  </a:lnTo>
                  <a:lnTo>
                    <a:pt x="4477758" y="234141"/>
                  </a:lnTo>
                  <a:lnTo>
                    <a:pt x="4478408" y="234329"/>
                  </a:lnTo>
                  <a:lnTo>
                    <a:pt x="4479058" y="234893"/>
                  </a:lnTo>
                  <a:lnTo>
                    <a:pt x="4479708" y="235576"/>
                  </a:lnTo>
                  <a:lnTo>
                    <a:pt x="4480358" y="236270"/>
                  </a:lnTo>
                  <a:lnTo>
                    <a:pt x="4481007" y="236827"/>
                  </a:lnTo>
                  <a:lnTo>
                    <a:pt x="4481657" y="236958"/>
                  </a:lnTo>
                  <a:lnTo>
                    <a:pt x="4482307" y="236467"/>
                  </a:lnTo>
                  <a:lnTo>
                    <a:pt x="4482957" y="235374"/>
                  </a:lnTo>
                  <a:lnTo>
                    <a:pt x="4483607" y="233732"/>
                  </a:lnTo>
                  <a:lnTo>
                    <a:pt x="4484257" y="231659"/>
                  </a:lnTo>
                  <a:lnTo>
                    <a:pt x="4484907" y="229143"/>
                  </a:lnTo>
                  <a:lnTo>
                    <a:pt x="4485557" y="226500"/>
                  </a:lnTo>
                  <a:lnTo>
                    <a:pt x="4486207" y="223859"/>
                  </a:lnTo>
                  <a:lnTo>
                    <a:pt x="4486857" y="221351"/>
                  </a:lnTo>
                  <a:lnTo>
                    <a:pt x="4487507" y="219020"/>
                  </a:lnTo>
                  <a:lnTo>
                    <a:pt x="4488157" y="216881"/>
                  </a:lnTo>
                  <a:lnTo>
                    <a:pt x="4488807" y="214990"/>
                  </a:lnTo>
                  <a:lnTo>
                    <a:pt x="4489457" y="213433"/>
                  </a:lnTo>
                  <a:lnTo>
                    <a:pt x="4490107" y="212113"/>
                  </a:lnTo>
                  <a:lnTo>
                    <a:pt x="4490756" y="211291"/>
                  </a:lnTo>
                  <a:lnTo>
                    <a:pt x="4491406" y="211157"/>
                  </a:lnTo>
                  <a:lnTo>
                    <a:pt x="4492056" y="211869"/>
                  </a:lnTo>
                  <a:lnTo>
                    <a:pt x="4492706" y="213533"/>
                  </a:lnTo>
                  <a:lnTo>
                    <a:pt x="4493356" y="216259"/>
                  </a:lnTo>
                  <a:lnTo>
                    <a:pt x="4494006" y="219868"/>
                  </a:lnTo>
                  <a:lnTo>
                    <a:pt x="4494656" y="224264"/>
                  </a:lnTo>
                  <a:lnTo>
                    <a:pt x="4495306" y="228998"/>
                  </a:lnTo>
                  <a:lnTo>
                    <a:pt x="4495956" y="233683"/>
                  </a:lnTo>
                  <a:lnTo>
                    <a:pt x="4496606" y="238022"/>
                  </a:lnTo>
                  <a:lnTo>
                    <a:pt x="4497256" y="241831"/>
                  </a:lnTo>
                  <a:lnTo>
                    <a:pt x="4497906" y="245078"/>
                  </a:lnTo>
                  <a:lnTo>
                    <a:pt x="4498556" y="247698"/>
                  </a:lnTo>
                  <a:lnTo>
                    <a:pt x="4499206" y="249642"/>
                  </a:lnTo>
                  <a:lnTo>
                    <a:pt x="4499856" y="250776"/>
                  </a:lnTo>
                  <a:lnTo>
                    <a:pt x="4500506" y="251089"/>
                  </a:lnTo>
                  <a:lnTo>
                    <a:pt x="4501155" y="250733"/>
                  </a:lnTo>
                  <a:lnTo>
                    <a:pt x="4501805" y="249406"/>
                  </a:lnTo>
                  <a:lnTo>
                    <a:pt x="4502455" y="246934"/>
                  </a:lnTo>
                  <a:lnTo>
                    <a:pt x="4503105" y="243306"/>
                  </a:lnTo>
                  <a:lnTo>
                    <a:pt x="4503755" y="238845"/>
                  </a:lnTo>
                  <a:lnTo>
                    <a:pt x="4504405" y="233783"/>
                  </a:lnTo>
                  <a:lnTo>
                    <a:pt x="4505055" y="228428"/>
                  </a:lnTo>
                  <a:lnTo>
                    <a:pt x="4505705" y="222888"/>
                  </a:lnTo>
                  <a:lnTo>
                    <a:pt x="4506355" y="217407"/>
                  </a:lnTo>
                  <a:lnTo>
                    <a:pt x="4507005" y="212124"/>
                  </a:lnTo>
                  <a:lnTo>
                    <a:pt x="4507655" y="207063"/>
                  </a:lnTo>
                  <a:lnTo>
                    <a:pt x="4508305" y="202286"/>
                  </a:lnTo>
                  <a:lnTo>
                    <a:pt x="4508955" y="197816"/>
                  </a:lnTo>
                  <a:lnTo>
                    <a:pt x="4509605" y="193833"/>
                  </a:lnTo>
                  <a:lnTo>
                    <a:pt x="4510255" y="190331"/>
                  </a:lnTo>
                  <a:lnTo>
                    <a:pt x="4510904" y="187311"/>
                  </a:lnTo>
                  <a:lnTo>
                    <a:pt x="4511554" y="184994"/>
                  </a:lnTo>
                  <a:lnTo>
                    <a:pt x="4512204" y="183565"/>
                  </a:lnTo>
                  <a:lnTo>
                    <a:pt x="4512854" y="182930"/>
                  </a:lnTo>
                  <a:lnTo>
                    <a:pt x="4513504" y="183095"/>
                  </a:lnTo>
                  <a:lnTo>
                    <a:pt x="4514154" y="184077"/>
                  </a:lnTo>
                  <a:lnTo>
                    <a:pt x="4514804" y="185841"/>
                  </a:lnTo>
                  <a:lnTo>
                    <a:pt x="4515454" y="188545"/>
                  </a:lnTo>
                  <a:lnTo>
                    <a:pt x="4516104" y="192187"/>
                  </a:lnTo>
                  <a:lnTo>
                    <a:pt x="4516754" y="196762"/>
                  </a:lnTo>
                  <a:lnTo>
                    <a:pt x="4517404" y="202366"/>
                  </a:lnTo>
                  <a:lnTo>
                    <a:pt x="4518054" y="208863"/>
                  </a:lnTo>
                  <a:lnTo>
                    <a:pt x="4518704" y="216177"/>
                  </a:lnTo>
                  <a:lnTo>
                    <a:pt x="4519354" y="224257"/>
                  </a:lnTo>
                  <a:lnTo>
                    <a:pt x="4520004" y="232980"/>
                  </a:lnTo>
                  <a:lnTo>
                    <a:pt x="4520654" y="242380"/>
                  </a:lnTo>
                  <a:lnTo>
                    <a:pt x="4521303" y="252403"/>
                  </a:lnTo>
                  <a:lnTo>
                    <a:pt x="4521953" y="262806"/>
                  </a:lnTo>
                  <a:lnTo>
                    <a:pt x="4522603" y="273435"/>
                  </a:lnTo>
                  <a:lnTo>
                    <a:pt x="4523253" y="283954"/>
                  </a:lnTo>
                  <a:lnTo>
                    <a:pt x="4523903" y="294008"/>
                  </a:lnTo>
                  <a:lnTo>
                    <a:pt x="4524553" y="303347"/>
                  </a:lnTo>
                  <a:lnTo>
                    <a:pt x="4525203" y="311534"/>
                  </a:lnTo>
                  <a:lnTo>
                    <a:pt x="4525853" y="318240"/>
                  </a:lnTo>
                  <a:lnTo>
                    <a:pt x="4526503" y="323259"/>
                  </a:lnTo>
                  <a:lnTo>
                    <a:pt x="4527153" y="326656"/>
                  </a:lnTo>
                  <a:lnTo>
                    <a:pt x="4527803" y="328680"/>
                  </a:lnTo>
                  <a:lnTo>
                    <a:pt x="4528453" y="329620"/>
                  </a:lnTo>
                  <a:lnTo>
                    <a:pt x="4529103" y="329623"/>
                  </a:lnTo>
                  <a:lnTo>
                    <a:pt x="4529753" y="328917"/>
                  </a:lnTo>
                  <a:lnTo>
                    <a:pt x="4530403" y="327434"/>
                  </a:lnTo>
                  <a:lnTo>
                    <a:pt x="4531052" y="325446"/>
                  </a:lnTo>
                  <a:lnTo>
                    <a:pt x="4531702" y="323332"/>
                  </a:lnTo>
                  <a:lnTo>
                    <a:pt x="4532352" y="321675"/>
                  </a:lnTo>
                  <a:lnTo>
                    <a:pt x="4533002" y="320741"/>
                  </a:lnTo>
                  <a:lnTo>
                    <a:pt x="4533652" y="320755"/>
                  </a:lnTo>
                  <a:lnTo>
                    <a:pt x="4534302" y="322028"/>
                  </a:lnTo>
                  <a:lnTo>
                    <a:pt x="4534952" y="325011"/>
                  </a:lnTo>
                  <a:lnTo>
                    <a:pt x="4535602" y="329941"/>
                  </a:lnTo>
                  <a:lnTo>
                    <a:pt x="4536252" y="336909"/>
                  </a:lnTo>
                  <a:lnTo>
                    <a:pt x="4536902" y="345571"/>
                  </a:lnTo>
                  <a:lnTo>
                    <a:pt x="4537552" y="355780"/>
                  </a:lnTo>
                  <a:lnTo>
                    <a:pt x="4538202" y="367371"/>
                  </a:lnTo>
                  <a:lnTo>
                    <a:pt x="4538852" y="380229"/>
                  </a:lnTo>
                  <a:lnTo>
                    <a:pt x="4539502" y="394129"/>
                  </a:lnTo>
                  <a:lnTo>
                    <a:pt x="4540152" y="408867"/>
                  </a:lnTo>
                  <a:lnTo>
                    <a:pt x="4540802" y="424051"/>
                  </a:lnTo>
                  <a:lnTo>
                    <a:pt x="4541451" y="439378"/>
                  </a:lnTo>
                  <a:lnTo>
                    <a:pt x="4542101" y="454236"/>
                  </a:lnTo>
                  <a:lnTo>
                    <a:pt x="4542751" y="468077"/>
                  </a:lnTo>
                  <a:lnTo>
                    <a:pt x="4543401" y="480181"/>
                  </a:lnTo>
                  <a:lnTo>
                    <a:pt x="4544051" y="489877"/>
                  </a:lnTo>
                  <a:lnTo>
                    <a:pt x="4544701" y="496646"/>
                  </a:lnTo>
                  <a:lnTo>
                    <a:pt x="4545351" y="500290"/>
                  </a:lnTo>
                  <a:lnTo>
                    <a:pt x="4546001" y="500954"/>
                  </a:lnTo>
                  <a:lnTo>
                    <a:pt x="4546651" y="498842"/>
                  </a:lnTo>
                  <a:lnTo>
                    <a:pt x="4547301" y="494112"/>
                  </a:lnTo>
                  <a:lnTo>
                    <a:pt x="4547951" y="486933"/>
                  </a:lnTo>
                  <a:lnTo>
                    <a:pt x="4548601" y="477941"/>
                  </a:lnTo>
                  <a:lnTo>
                    <a:pt x="4549251" y="467725"/>
                  </a:lnTo>
                  <a:lnTo>
                    <a:pt x="4549901" y="456490"/>
                  </a:lnTo>
                  <a:lnTo>
                    <a:pt x="4550551" y="444481"/>
                  </a:lnTo>
                  <a:lnTo>
                    <a:pt x="4551200" y="431810"/>
                  </a:lnTo>
                  <a:lnTo>
                    <a:pt x="4551850" y="418801"/>
                  </a:lnTo>
                  <a:lnTo>
                    <a:pt x="4552500" y="405706"/>
                  </a:lnTo>
                  <a:lnTo>
                    <a:pt x="4553150" y="392995"/>
                  </a:lnTo>
                  <a:lnTo>
                    <a:pt x="4553800" y="380895"/>
                  </a:lnTo>
                  <a:lnTo>
                    <a:pt x="4554450" y="369655"/>
                  </a:lnTo>
                  <a:lnTo>
                    <a:pt x="4555100" y="359412"/>
                  </a:lnTo>
                  <a:lnTo>
                    <a:pt x="4555750" y="350062"/>
                  </a:lnTo>
                  <a:lnTo>
                    <a:pt x="4556400" y="341727"/>
                  </a:lnTo>
                  <a:lnTo>
                    <a:pt x="4557050" y="334586"/>
                  </a:lnTo>
                  <a:lnTo>
                    <a:pt x="4557700" y="328744"/>
                  </a:lnTo>
                  <a:lnTo>
                    <a:pt x="4558350" y="323989"/>
                  </a:lnTo>
                  <a:lnTo>
                    <a:pt x="4559000" y="320094"/>
                  </a:lnTo>
                  <a:lnTo>
                    <a:pt x="4559650" y="316892"/>
                  </a:lnTo>
                  <a:lnTo>
                    <a:pt x="4560300" y="314439"/>
                  </a:lnTo>
                  <a:lnTo>
                    <a:pt x="4560950" y="312804"/>
                  </a:lnTo>
                  <a:lnTo>
                    <a:pt x="4561599" y="311908"/>
                  </a:lnTo>
                  <a:lnTo>
                    <a:pt x="4562249" y="311775"/>
                  </a:lnTo>
                  <a:lnTo>
                    <a:pt x="4562899" y="312283"/>
                  </a:lnTo>
                  <a:lnTo>
                    <a:pt x="4563549" y="313335"/>
                  </a:lnTo>
                  <a:lnTo>
                    <a:pt x="4564199" y="314686"/>
                  </a:lnTo>
                  <a:lnTo>
                    <a:pt x="4564849" y="316009"/>
                  </a:lnTo>
                  <a:lnTo>
                    <a:pt x="4565499" y="317062"/>
                  </a:lnTo>
                  <a:lnTo>
                    <a:pt x="4566149" y="317475"/>
                  </a:lnTo>
                  <a:lnTo>
                    <a:pt x="4566799" y="316964"/>
                  </a:lnTo>
                  <a:lnTo>
                    <a:pt x="4567449" y="315307"/>
                  </a:lnTo>
                  <a:lnTo>
                    <a:pt x="4568099" y="312431"/>
                  </a:lnTo>
                  <a:lnTo>
                    <a:pt x="4568749" y="308323"/>
                  </a:lnTo>
                  <a:lnTo>
                    <a:pt x="4569399" y="303253"/>
                  </a:lnTo>
                  <a:lnTo>
                    <a:pt x="4570049" y="297288"/>
                  </a:lnTo>
                  <a:lnTo>
                    <a:pt x="4570699" y="290616"/>
                  </a:lnTo>
                  <a:lnTo>
                    <a:pt x="4571348" y="283324"/>
                  </a:lnTo>
                  <a:lnTo>
                    <a:pt x="4571998" y="275665"/>
                  </a:lnTo>
                  <a:lnTo>
                    <a:pt x="4572648" y="267848"/>
                  </a:lnTo>
                  <a:lnTo>
                    <a:pt x="4573298" y="260151"/>
                  </a:lnTo>
                  <a:lnTo>
                    <a:pt x="4573948" y="252890"/>
                  </a:lnTo>
                  <a:lnTo>
                    <a:pt x="4574598" y="246345"/>
                  </a:lnTo>
                  <a:lnTo>
                    <a:pt x="4575248" y="240701"/>
                  </a:lnTo>
                  <a:lnTo>
                    <a:pt x="4575898" y="236368"/>
                  </a:lnTo>
                  <a:lnTo>
                    <a:pt x="4576548" y="233579"/>
                  </a:lnTo>
                  <a:lnTo>
                    <a:pt x="4577198" y="232527"/>
                  </a:lnTo>
                  <a:lnTo>
                    <a:pt x="4577848" y="233146"/>
                  </a:lnTo>
                  <a:lnTo>
                    <a:pt x="4578498" y="235172"/>
                  </a:lnTo>
                  <a:lnTo>
                    <a:pt x="4579148" y="238521"/>
                  </a:lnTo>
                  <a:lnTo>
                    <a:pt x="4579798" y="243056"/>
                  </a:lnTo>
                  <a:lnTo>
                    <a:pt x="4580448" y="248529"/>
                  </a:lnTo>
                  <a:lnTo>
                    <a:pt x="4581098" y="254573"/>
                  </a:lnTo>
                  <a:lnTo>
                    <a:pt x="4581747" y="260725"/>
                  </a:lnTo>
                  <a:lnTo>
                    <a:pt x="4582397" y="266962"/>
                  </a:lnTo>
                  <a:lnTo>
                    <a:pt x="4583047" y="273384"/>
                  </a:lnTo>
                  <a:lnTo>
                    <a:pt x="4583697" y="279906"/>
                  </a:lnTo>
                  <a:lnTo>
                    <a:pt x="4584347" y="286426"/>
                  </a:lnTo>
                  <a:lnTo>
                    <a:pt x="4584997" y="293125"/>
                  </a:lnTo>
                  <a:lnTo>
                    <a:pt x="4585647" y="299803"/>
                  </a:lnTo>
                  <a:lnTo>
                    <a:pt x="4586297" y="306331"/>
                  </a:lnTo>
                  <a:lnTo>
                    <a:pt x="4586947" y="312545"/>
                  </a:lnTo>
                  <a:lnTo>
                    <a:pt x="4587597" y="318494"/>
                  </a:lnTo>
                  <a:lnTo>
                    <a:pt x="4588247" y="324553"/>
                  </a:lnTo>
                  <a:lnTo>
                    <a:pt x="4588897" y="330826"/>
                  </a:lnTo>
                  <a:lnTo>
                    <a:pt x="4589547" y="337305"/>
                  </a:lnTo>
                  <a:lnTo>
                    <a:pt x="4590197" y="344135"/>
                  </a:lnTo>
                  <a:lnTo>
                    <a:pt x="4590847" y="351601"/>
                  </a:lnTo>
                  <a:lnTo>
                    <a:pt x="4591496" y="360043"/>
                  </a:lnTo>
                  <a:lnTo>
                    <a:pt x="4592146" y="369379"/>
                  </a:lnTo>
                  <a:lnTo>
                    <a:pt x="4592796" y="379191"/>
                  </a:lnTo>
                  <a:lnTo>
                    <a:pt x="4593446" y="389261"/>
                  </a:lnTo>
                  <a:lnTo>
                    <a:pt x="4594096" y="399454"/>
                  </a:lnTo>
                  <a:lnTo>
                    <a:pt x="4594746" y="409454"/>
                  </a:lnTo>
                  <a:lnTo>
                    <a:pt x="4595396" y="419351"/>
                  </a:lnTo>
                  <a:lnTo>
                    <a:pt x="4596046" y="429058"/>
                  </a:lnTo>
                  <a:lnTo>
                    <a:pt x="4596696" y="438519"/>
                  </a:lnTo>
                  <a:lnTo>
                    <a:pt x="4597346" y="447652"/>
                  </a:lnTo>
                  <a:lnTo>
                    <a:pt x="4597996" y="456360"/>
                  </a:lnTo>
                  <a:lnTo>
                    <a:pt x="4598646" y="464669"/>
                  </a:lnTo>
                  <a:lnTo>
                    <a:pt x="4599296" y="472601"/>
                  </a:lnTo>
                  <a:lnTo>
                    <a:pt x="4599946" y="480084"/>
                  </a:lnTo>
                  <a:lnTo>
                    <a:pt x="4600596" y="487097"/>
                  </a:lnTo>
                  <a:lnTo>
                    <a:pt x="4601246" y="493582"/>
                  </a:lnTo>
                  <a:lnTo>
                    <a:pt x="4601895" y="499790"/>
                  </a:lnTo>
                  <a:lnTo>
                    <a:pt x="4602545" y="505848"/>
                  </a:lnTo>
                  <a:lnTo>
                    <a:pt x="4603195" y="511841"/>
                  </a:lnTo>
                  <a:lnTo>
                    <a:pt x="4603845" y="517998"/>
                  </a:lnTo>
                  <a:lnTo>
                    <a:pt x="4604495" y="524378"/>
                  </a:lnTo>
                  <a:lnTo>
                    <a:pt x="4605145" y="530991"/>
                  </a:lnTo>
                  <a:lnTo>
                    <a:pt x="4605795" y="537960"/>
                  </a:lnTo>
                  <a:lnTo>
                    <a:pt x="4606445" y="544980"/>
                  </a:lnTo>
                  <a:lnTo>
                    <a:pt x="4607095" y="551899"/>
                  </a:lnTo>
                  <a:lnTo>
                    <a:pt x="4607745" y="558659"/>
                  </a:lnTo>
                  <a:lnTo>
                    <a:pt x="4608395" y="565059"/>
                  </a:lnTo>
                  <a:lnTo>
                    <a:pt x="4609045" y="570919"/>
                  </a:lnTo>
                  <a:lnTo>
                    <a:pt x="4609695" y="575939"/>
                  </a:lnTo>
                  <a:lnTo>
                    <a:pt x="4610345" y="580157"/>
                  </a:lnTo>
                  <a:lnTo>
                    <a:pt x="4610995" y="583915"/>
                  </a:lnTo>
                  <a:lnTo>
                    <a:pt x="4611644" y="587197"/>
                  </a:lnTo>
                  <a:lnTo>
                    <a:pt x="4612294" y="590235"/>
                  </a:lnTo>
                  <a:lnTo>
                    <a:pt x="4612944" y="593177"/>
                  </a:lnTo>
                  <a:lnTo>
                    <a:pt x="4613594" y="596201"/>
                  </a:lnTo>
                  <a:lnTo>
                    <a:pt x="4614244" y="599615"/>
                  </a:lnTo>
                  <a:lnTo>
                    <a:pt x="4614894" y="603030"/>
                  </a:lnTo>
                  <a:lnTo>
                    <a:pt x="4615544" y="605822"/>
                  </a:lnTo>
                  <a:lnTo>
                    <a:pt x="4616194" y="608062"/>
                  </a:lnTo>
                  <a:lnTo>
                    <a:pt x="4616844" y="609565"/>
                  </a:lnTo>
                  <a:lnTo>
                    <a:pt x="4617494" y="609869"/>
                  </a:lnTo>
                  <a:lnTo>
                    <a:pt x="4618144" y="608883"/>
                  </a:lnTo>
                  <a:lnTo>
                    <a:pt x="4618794" y="606657"/>
                  </a:lnTo>
                  <a:lnTo>
                    <a:pt x="4619444" y="603337"/>
                  </a:lnTo>
                  <a:lnTo>
                    <a:pt x="4620094" y="599054"/>
                  </a:lnTo>
                  <a:lnTo>
                    <a:pt x="4620744" y="593575"/>
                  </a:lnTo>
                  <a:lnTo>
                    <a:pt x="4621394" y="586851"/>
                  </a:lnTo>
                  <a:lnTo>
                    <a:pt x="4622043" y="578993"/>
                  </a:lnTo>
                  <a:lnTo>
                    <a:pt x="4622693" y="570069"/>
                  </a:lnTo>
                  <a:lnTo>
                    <a:pt x="4623343" y="560023"/>
                  </a:lnTo>
                  <a:lnTo>
                    <a:pt x="4623993" y="549054"/>
                  </a:lnTo>
                  <a:lnTo>
                    <a:pt x="4624643" y="537669"/>
                  </a:lnTo>
                  <a:lnTo>
                    <a:pt x="4625293" y="526460"/>
                  </a:lnTo>
                  <a:lnTo>
                    <a:pt x="4625943" y="515702"/>
                  </a:lnTo>
                  <a:lnTo>
                    <a:pt x="4626593" y="505720"/>
                  </a:lnTo>
                  <a:lnTo>
                    <a:pt x="4627243" y="496949"/>
                  </a:lnTo>
                  <a:lnTo>
                    <a:pt x="4627893" y="489254"/>
                  </a:lnTo>
                  <a:lnTo>
                    <a:pt x="4628543" y="482740"/>
                  </a:lnTo>
                  <a:lnTo>
                    <a:pt x="4629193" y="477566"/>
                  </a:lnTo>
                  <a:lnTo>
                    <a:pt x="4629843" y="473705"/>
                  </a:lnTo>
                  <a:lnTo>
                    <a:pt x="4630493" y="471229"/>
                  </a:lnTo>
                  <a:lnTo>
                    <a:pt x="4631143" y="470099"/>
                  </a:lnTo>
                  <a:lnTo>
                    <a:pt x="4631792" y="470133"/>
                  </a:lnTo>
                  <a:lnTo>
                    <a:pt x="4632442" y="471376"/>
                  </a:lnTo>
                  <a:lnTo>
                    <a:pt x="4633092" y="473781"/>
                  </a:lnTo>
                  <a:lnTo>
                    <a:pt x="4633742" y="477114"/>
                  </a:lnTo>
                  <a:lnTo>
                    <a:pt x="4634392" y="481023"/>
                  </a:lnTo>
                  <a:lnTo>
                    <a:pt x="4635042" y="485366"/>
                  </a:lnTo>
                  <a:lnTo>
                    <a:pt x="4635692" y="490057"/>
                  </a:lnTo>
                  <a:lnTo>
                    <a:pt x="4636342" y="494982"/>
                  </a:lnTo>
                  <a:lnTo>
                    <a:pt x="4636992" y="499959"/>
                  </a:lnTo>
                  <a:lnTo>
                    <a:pt x="4637642" y="505029"/>
                  </a:lnTo>
                  <a:lnTo>
                    <a:pt x="4638292" y="510121"/>
                  </a:lnTo>
                  <a:lnTo>
                    <a:pt x="4638942" y="515339"/>
                  </a:lnTo>
                  <a:lnTo>
                    <a:pt x="4639592" y="520760"/>
                  </a:lnTo>
                  <a:lnTo>
                    <a:pt x="4640242" y="526494"/>
                  </a:lnTo>
                  <a:lnTo>
                    <a:pt x="4640892" y="532567"/>
                  </a:lnTo>
                  <a:lnTo>
                    <a:pt x="4641541" y="539165"/>
                  </a:lnTo>
                  <a:lnTo>
                    <a:pt x="4642191" y="546438"/>
                  </a:lnTo>
                  <a:lnTo>
                    <a:pt x="4642841" y="554476"/>
                  </a:lnTo>
                  <a:lnTo>
                    <a:pt x="4643491" y="563146"/>
                  </a:lnTo>
                  <a:lnTo>
                    <a:pt x="4644141" y="572501"/>
                  </a:lnTo>
                  <a:lnTo>
                    <a:pt x="4644791" y="582436"/>
                  </a:lnTo>
                  <a:lnTo>
                    <a:pt x="4645441" y="593020"/>
                  </a:lnTo>
                  <a:lnTo>
                    <a:pt x="4646091" y="604168"/>
                  </a:lnTo>
                  <a:lnTo>
                    <a:pt x="4646741" y="615862"/>
                  </a:lnTo>
                  <a:lnTo>
                    <a:pt x="4647391" y="628424"/>
                  </a:lnTo>
                  <a:lnTo>
                    <a:pt x="4648041" y="642077"/>
                  </a:lnTo>
                  <a:lnTo>
                    <a:pt x="4648691" y="656758"/>
                  </a:lnTo>
                  <a:lnTo>
                    <a:pt x="4649341" y="672454"/>
                  </a:lnTo>
                  <a:lnTo>
                    <a:pt x="4649991" y="689181"/>
                  </a:lnTo>
                  <a:lnTo>
                    <a:pt x="4650641" y="706877"/>
                  </a:lnTo>
                  <a:lnTo>
                    <a:pt x="4651291" y="725370"/>
                  </a:lnTo>
                  <a:lnTo>
                    <a:pt x="4651940" y="744297"/>
                  </a:lnTo>
                  <a:lnTo>
                    <a:pt x="4652590" y="763468"/>
                  </a:lnTo>
                  <a:lnTo>
                    <a:pt x="4653240" y="782846"/>
                  </a:lnTo>
                  <a:lnTo>
                    <a:pt x="4653890" y="802245"/>
                  </a:lnTo>
                  <a:lnTo>
                    <a:pt x="4654540" y="821506"/>
                  </a:lnTo>
                  <a:lnTo>
                    <a:pt x="4655190" y="840409"/>
                  </a:lnTo>
                  <a:lnTo>
                    <a:pt x="4655840" y="859042"/>
                  </a:lnTo>
                  <a:lnTo>
                    <a:pt x="4656490" y="877295"/>
                  </a:lnTo>
                  <a:lnTo>
                    <a:pt x="4657140" y="894577"/>
                  </a:lnTo>
                  <a:lnTo>
                    <a:pt x="4657790" y="910428"/>
                  </a:lnTo>
                  <a:lnTo>
                    <a:pt x="4658440" y="924822"/>
                  </a:lnTo>
                  <a:lnTo>
                    <a:pt x="4659090" y="937568"/>
                  </a:lnTo>
                  <a:lnTo>
                    <a:pt x="4659740" y="948017"/>
                  </a:lnTo>
                  <a:lnTo>
                    <a:pt x="4660390" y="956002"/>
                  </a:lnTo>
                  <a:lnTo>
                    <a:pt x="4661040" y="961226"/>
                  </a:lnTo>
                  <a:lnTo>
                    <a:pt x="4661689" y="963278"/>
                  </a:lnTo>
                  <a:lnTo>
                    <a:pt x="4662339" y="962209"/>
                  </a:lnTo>
                  <a:lnTo>
                    <a:pt x="4662989" y="958327"/>
                  </a:lnTo>
                  <a:lnTo>
                    <a:pt x="4663639" y="951614"/>
                  </a:lnTo>
                  <a:lnTo>
                    <a:pt x="4664289" y="942689"/>
                  </a:lnTo>
                  <a:lnTo>
                    <a:pt x="4664939" y="931931"/>
                  </a:lnTo>
                  <a:lnTo>
                    <a:pt x="4665589" y="919312"/>
                  </a:lnTo>
                  <a:lnTo>
                    <a:pt x="4666239" y="905088"/>
                  </a:lnTo>
                  <a:lnTo>
                    <a:pt x="4666889" y="889710"/>
                  </a:lnTo>
                  <a:lnTo>
                    <a:pt x="4667539" y="873332"/>
                  </a:lnTo>
                  <a:lnTo>
                    <a:pt x="4668189" y="855777"/>
                  </a:lnTo>
                  <a:lnTo>
                    <a:pt x="4668839" y="836929"/>
                  </a:lnTo>
                  <a:lnTo>
                    <a:pt x="4669489" y="816957"/>
                  </a:lnTo>
                  <a:lnTo>
                    <a:pt x="4670139" y="796306"/>
                  </a:lnTo>
                  <a:lnTo>
                    <a:pt x="4670789" y="775227"/>
                  </a:lnTo>
                  <a:lnTo>
                    <a:pt x="4671439" y="753899"/>
                  </a:lnTo>
                  <a:lnTo>
                    <a:pt x="4672088" y="732367"/>
                  </a:lnTo>
                  <a:lnTo>
                    <a:pt x="4672738" y="710743"/>
                  </a:lnTo>
                  <a:lnTo>
                    <a:pt x="4673388" y="689656"/>
                  </a:lnTo>
                  <a:lnTo>
                    <a:pt x="4674038" y="669204"/>
                  </a:lnTo>
                  <a:lnTo>
                    <a:pt x="4674688" y="649326"/>
                  </a:lnTo>
                  <a:lnTo>
                    <a:pt x="4675338" y="630349"/>
                  </a:lnTo>
                  <a:lnTo>
                    <a:pt x="4675988" y="612424"/>
                  </a:lnTo>
                  <a:lnTo>
                    <a:pt x="4676638" y="595511"/>
                  </a:lnTo>
                  <a:lnTo>
                    <a:pt x="4677288" y="579611"/>
                  </a:lnTo>
                  <a:lnTo>
                    <a:pt x="4677938" y="564659"/>
                  </a:lnTo>
                  <a:lnTo>
                    <a:pt x="4678588" y="550717"/>
                  </a:lnTo>
                  <a:lnTo>
                    <a:pt x="4679238" y="537729"/>
                  </a:lnTo>
                  <a:lnTo>
                    <a:pt x="4679888" y="525359"/>
                  </a:lnTo>
                  <a:lnTo>
                    <a:pt x="4680538" y="513588"/>
                  </a:lnTo>
                  <a:lnTo>
                    <a:pt x="4681188" y="502430"/>
                  </a:lnTo>
                  <a:lnTo>
                    <a:pt x="4681837" y="491875"/>
                  </a:lnTo>
                  <a:lnTo>
                    <a:pt x="4682487" y="481794"/>
                  </a:lnTo>
                  <a:lnTo>
                    <a:pt x="4683137" y="471870"/>
                  </a:lnTo>
                  <a:lnTo>
                    <a:pt x="4683787" y="461893"/>
                  </a:lnTo>
                  <a:lnTo>
                    <a:pt x="4684437" y="451966"/>
                  </a:lnTo>
                  <a:lnTo>
                    <a:pt x="4685087" y="441762"/>
                  </a:lnTo>
                  <a:lnTo>
                    <a:pt x="4685737" y="431260"/>
                  </a:lnTo>
                  <a:lnTo>
                    <a:pt x="4686387" y="420577"/>
                  </a:lnTo>
                  <a:lnTo>
                    <a:pt x="4687037" y="409664"/>
                  </a:lnTo>
                  <a:lnTo>
                    <a:pt x="4687687" y="398485"/>
                  </a:lnTo>
                  <a:lnTo>
                    <a:pt x="4688337" y="387097"/>
                  </a:lnTo>
                  <a:lnTo>
                    <a:pt x="4688987" y="375434"/>
                  </a:lnTo>
                  <a:lnTo>
                    <a:pt x="4689637" y="363670"/>
                  </a:lnTo>
                  <a:lnTo>
                    <a:pt x="4690287" y="351913"/>
                  </a:lnTo>
                  <a:lnTo>
                    <a:pt x="4690937" y="340167"/>
                  </a:lnTo>
                  <a:lnTo>
                    <a:pt x="4691587" y="328673"/>
                  </a:lnTo>
                  <a:lnTo>
                    <a:pt x="4692236" y="317758"/>
                  </a:lnTo>
                  <a:lnTo>
                    <a:pt x="4692886" y="307695"/>
                  </a:lnTo>
                  <a:lnTo>
                    <a:pt x="4693536" y="298831"/>
                  </a:lnTo>
                  <a:lnTo>
                    <a:pt x="4694186" y="291378"/>
                  </a:lnTo>
                  <a:lnTo>
                    <a:pt x="4694836" y="285461"/>
                  </a:lnTo>
                  <a:lnTo>
                    <a:pt x="4695486" y="280937"/>
                  </a:lnTo>
                  <a:lnTo>
                    <a:pt x="4696136" y="277790"/>
                  </a:lnTo>
                  <a:lnTo>
                    <a:pt x="4696786" y="276105"/>
                  </a:lnTo>
                  <a:lnTo>
                    <a:pt x="4697436" y="275830"/>
                  </a:lnTo>
                  <a:lnTo>
                    <a:pt x="4698086" y="276894"/>
                  </a:lnTo>
                  <a:lnTo>
                    <a:pt x="4698736" y="279379"/>
                  </a:lnTo>
                  <a:lnTo>
                    <a:pt x="4699386" y="283276"/>
                  </a:lnTo>
                  <a:lnTo>
                    <a:pt x="4700036" y="288662"/>
                  </a:lnTo>
                  <a:lnTo>
                    <a:pt x="4700686" y="295686"/>
                  </a:lnTo>
                  <a:lnTo>
                    <a:pt x="4701336" y="304195"/>
                  </a:lnTo>
                  <a:lnTo>
                    <a:pt x="4701985" y="314036"/>
                  </a:lnTo>
                  <a:lnTo>
                    <a:pt x="4702635" y="324991"/>
                  </a:lnTo>
                  <a:lnTo>
                    <a:pt x="4703285" y="336801"/>
                  </a:lnTo>
                  <a:lnTo>
                    <a:pt x="4703935" y="349224"/>
                  </a:lnTo>
                  <a:lnTo>
                    <a:pt x="4704585" y="362227"/>
                  </a:lnTo>
                  <a:lnTo>
                    <a:pt x="4705235" y="375831"/>
                  </a:lnTo>
                  <a:lnTo>
                    <a:pt x="4705885" y="389820"/>
                  </a:lnTo>
                  <a:lnTo>
                    <a:pt x="4706535" y="404030"/>
                  </a:lnTo>
                  <a:lnTo>
                    <a:pt x="4707185" y="418570"/>
                  </a:lnTo>
                  <a:lnTo>
                    <a:pt x="4707835" y="433341"/>
                  </a:lnTo>
                  <a:lnTo>
                    <a:pt x="4708485" y="448250"/>
                  </a:lnTo>
                  <a:lnTo>
                    <a:pt x="4709135" y="463267"/>
                  </a:lnTo>
                  <a:lnTo>
                    <a:pt x="4709785" y="478188"/>
                  </a:lnTo>
                  <a:lnTo>
                    <a:pt x="4710435" y="492873"/>
                  </a:lnTo>
                  <a:lnTo>
                    <a:pt x="4711085" y="507234"/>
                  </a:lnTo>
                  <a:lnTo>
                    <a:pt x="4711735" y="521005"/>
                  </a:lnTo>
                  <a:lnTo>
                    <a:pt x="4712384" y="534078"/>
                  </a:lnTo>
                  <a:lnTo>
                    <a:pt x="4713034" y="546197"/>
                  </a:lnTo>
                  <a:lnTo>
                    <a:pt x="4713684" y="556933"/>
                  </a:lnTo>
                  <a:lnTo>
                    <a:pt x="4714334" y="566063"/>
                  </a:lnTo>
                  <a:lnTo>
                    <a:pt x="4714984" y="573610"/>
                  </a:lnTo>
                  <a:lnTo>
                    <a:pt x="4715634" y="579677"/>
                  </a:lnTo>
                  <a:lnTo>
                    <a:pt x="4716284" y="584562"/>
                  </a:lnTo>
                  <a:lnTo>
                    <a:pt x="4716934" y="588256"/>
                  </a:lnTo>
                  <a:lnTo>
                    <a:pt x="4717584" y="591084"/>
                  </a:lnTo>
                  <a:lnTo>
                    <a:pt x="4718234" y="593171"/>
                  </a:lnTo>
                  <a:lnTo>
                    <a:pt x="4718884" y="594594"/>
                  </a:lnTo>
                  <a:lnTo>
                    <a:pt x="4719534" y="595581"/>
                  </a:lnTo>
                  <a:lnTo>
                    <a:pt x="4720184" y="596403"/>
                  </a:lnTo>
                  <a:lnTo>
                    <a:pt x="4720834" y="596855"/>
                  </a:lnTo>
                  <a:lnTo>
                    <a:pt x="4721484" y="596912"/>
                  </a:lnTo>
                  <a:lnTo>
                    <a:pt x="4722133" y="596828"/>
                  </a:lnTo>
                  <a:lnTo>
                    <a:pt x="4722783" y="596745"/>
                  </a:lnTo>
                  <a:lnTo>
                    <a:pt x="4723433" y="597089"/>
                  </a:lnTo>
                  <a:lnTo>
                    <a:pt x="4724083" y="597547"/>
                  </a:lnTo>
                  <a:lnTo>
                    <a:pt x="4724733" y="597459"/>
                  </a:lnTo>
                  <a:lnTo>
                    <a:pt x="4725383" y="596684"/>
                  </a:lnTo>
                  <a:lnTo>
                    <a:pt x="4726033" y="594917"/>
                  </a:lnTo>
                  <a:lnTo>
                    <a:pt x="4726683" y="591813"/>
                  </a:lnTo>
                  <a:lnTo>
                    <a:pt x="4727333" y="587323"/>
                  </a:lnTo>
                  <a:lnTo>
                    <a:pt x="4727983" y="581542"/>
                  </a:lnTo>
                  <a:lnTo>
                    <a:pt x="4728633" y="574500"/>
                  </a:lnTo>
                  <a:lnTo>
                    <a:pt x="4729283" y="566087"/>
                  </a:lnTo>
                  <a:lnTo>
                    <a:pt x="4729933" y="556250"/>
                  </a:lnTo>
                  <a:lnTo>
                    <a:pt x="4730583" y="545376"/>
                  </a:lnTo>
                  <a:lnTo>
                    <a:pt x="4731233" y="533893"/>
                  </a:lnTo>
                  <a:lnTo>
                    <a:pt x="4731883" y="521698"/>
                  </a:lnTo>
                  <a:lnTo>
                    <a:pt x="4732532" y="508714"/>
                  </a:lnTo>
                  <a:lnTo>
                    <a:pt x="4733182" y="494756"/>
                  </a:lnTo>
                  <a:lnTo>
                    <a:pt x="4733832" y="480439"/>
                  </a:lnTo>
                  <a:lnTo>
                    <a:pt x="4734482" y="466194"/>
                  </a:lnTo>
                  <a:lnTo>
                    <a:pt x="4735132" y="452084"/>
                  </a:lnTo>
                  <a:lnTo>
                    <a:pt x="4735782" y="438112"/>
                  </a:lnTo>
                  <a:lnTo>
                    <a:pt x="4736432" y="424316"/>
                  </a:lnTo>
                  <a:lnTo>
                    <a:pt x="4737082" y="410553"/>
                  </a:lnTo>
                  <a:lnTo>
                    <a:pt x="4737732" y="396677"/>
                  </a:lnTo>
                  <a:lnTo>
                    <a:pt x="4738382" y="382557"/>
                  </a:lnTo>
                  <a:lnTo>
                    <a:pt x="4739032" y="368122"/>
                  </a:lnTo>
                  <a:lnTo>
                    <a:pt x="4739682" y="353519"/>
                  </a:lnTo>
                  <a:lnTo>
                    <a:pt x="4740332" y="338867"/>
                  </a:lnTo>
                  <a:lnTo>
                    <a:pt x="4740982" y="324245"/>
                  </a:lnTo>
                  <a:lnTo>
                    <a:pt x="4741632" y="309940"/>
                  </a:lnTo>
                  <a:lnTo>
                    <a:pt x="4742281" y="296205"/>
                  </a:lnTo>
                  <a:lnTo>
                    <a:pt x="4742931" y="283221"/>
                  </a:lnTo>
                  <a:lnTo>
                    <a:pt x="4743581" y="270977"/>
                  </a:lnTo>
                  <a:lnTo>
                    <a:pt x="4744231" y="259588"/>
                  </a:lnTo>
                  <a:lnTo>
                    <a:pt x="4744881" y="249211"/>
                  </a:lnTo>
                  <a:lnTo>
                    <a:pt x="4745531" y="239950"/>
                  </a:lnTo>
                  <a:lnTo>
                    <a:pt x="4746181" y="232027"/>
                  </a:lnTo>
                  <a:lnTo>
                    <a:pt x="4746831" y="225467"/>
                  </a:lnTo>
                  <a:lnTo>
                    <a:pt x="4747481" y="220182"/>
                  </a:lnTo>
                  <a:lnTo>
                    <a:pt x="4748131" y="216233"/>
                  </a:lnTo>
                  <a:lnTo>
                    <a:pt x="4748781" y="213605"/>
                  </a:lnTo>
                  <a:lnTo>
                    <a:pt x="4749431" y="212081"/>
                  </a:lnTo>
                  <a:lnTo>
                    <a:pt x="4750081" y="211433"/>
                  </a:lnTo>
                  <a:lnTo>
                    <a:pt x="4750731" y="211451"/>
                  </a:lnTo>
                  <a:lnTo>
                    <a:pt x="4751381" y="211901"/>
                  </a:lnTo>
                  <a:lnTo>
                    <a:pt x="4752031" y="212725"/>
                  </a:lnTo>
                  <a:lnTo>
                    <a:pt x="4752680" y="213833"/>
                  </a:lnTo>
                  <a:lnTo>
                    <a:pt x="4753330" y="215283"/>
                  </a:lnTo>
                  <a:lnTo>
                    <a:pt x="4753980" y="217196"/>
                  </a:lnTo>
                  <a:lnTo>
                    <a:pt x="4754630" y="219519"/>
                  </a:lnTo>
                  <a:lnTo>
                    <a:pt x="4755280" y="222323"/>
                  </a:lnTo>
                  <a:lnTo>
                    <a:pt x="4755930" y="225519"/>
                  </a:lnTo>
                  <a:lnTo>
                    <a:pt x="4756580" y="229206"/>
                  </a:lnTo>
                  <a:lnTo>
                    <a:pt x="4757230" y="233655"/>
                  </a:lnTo>
                  <a:lnTo>
                    <a:pt x="4757880" y="238792"/>
                  </a:lnTo>
                  <a:lnTo>
                    <a:pt x="4758530" y="244402"/>
                  </a:lnTo>
                  <a:lnTo>
                    <a:pt x="4759180" y="250347"/>
                  </a:lnTo>
                  <a:lnTo>
                    <a:pt x="4759830" y="256517"/>
                  </a:lnTo>
                  <a:lnTo>
                    <a:pt x="4760480" y="262756"/>
                  </a:lnTo>
                  <a:lnTo>
                    <a:pt x="4761130" y="268945"/>
                  </a:lnTo>
                  <a:lnTo>
                    <a:pt x="4761780" y="274991"/>
                  </a:lnTo>
                  <a:lnTo>
                    <a:pt x="4762429" y="280892"/>
                  </a:lnTo>
                  <a:lnTo>
                    <a:pt x="4763079" y="286575"/>
                  </a:lnTo>
                  <a:lnTo>
                    <a:pt x="4763729" y="291930"/>
                  </a:lnTo>
                  <a:lnTo>
                    <a:pt x="4764379" y="296906"/>
                  </a:lnTo>
                  <a:lnTo>
                    <a:pt x="4765029" y="301335"/>
                  </a:lnTo>
                  <a:lnTo>
                    <a:pt x="4765679" y="305164"/>
                  </a:lnTo>
                  <a:lnTo>
                    <a:pt x="4766329" y="307890"/>
                  </a:lnTo>
                  <a:lnTo>
                    <a:pt x="4766979" y="309232"/>
                  </a:lnTo>
                  <a:lnTo>
                    <a:pt x="4767629" y="309353"/>
                  </a:lnTo>
                  <a:lnTo>
                    <a:pt x="4768279" y="308571"/>
                  </a:lnTo>
                  <a:lnTo>
                    <a:pt x="4768929" y="307157"/>
                  </a:lnTo>
                  <a:lnTo>
                    <a:pt x="4769579" y="305536"/>
                  </a:lnTo>
                  <a:lnTo>
                    <a:pt x="4770229" y="304108"/>
                  </a:lnTo>
                  <a:lnTo>
                    <a:pt x="4770879" y="303190"/>
                  </a:lnTo>
                  <a:lnTo>
                    <a:pt x="4771529" y="302898"/>
                  </a:lnTo>
                  <a:lnTo>
                    <a:pt x="4772179" y="303136"/>
                  </a:lnTo>
                  <a:lnTo>
                    <a:pt x="4772828" y="303737"/>
                  </a:lnTo>
                  <a:lnTo>
                    <a:pt x="4773478" y="304371"/>
                  </a:lnTo>
                  <a:lnTo>
                    <a:pt x="4774128" y="304669"/>
                  </a:lnTo>
                  <a:lnTo>
                    <a:pt x="4774778" y="304452"/>
                  </a:lnTo>
                  <a:lnTo>
                    <a:pt x="4775428" y="303605"/>
                  </a:lnTo>
                  <a:lnTo>
                    <a:pt x="4776078" y="302346"/>
                  </a:lnTo>
                  <a:lnTo>
                    <a:pt x="4776728" y="300792"/>
                  </a:lnTo>
                  <a:lnTo>
                    <a:pt x="4777378" y="298738"/>
                  </a:lnTo>
                  <a:lnTo>
                    <a:pt x="4778028" y="296155"/>
                  </a:lnTo>
                  <a:lnTo>
                    <a:pt x="4778678" y="293064"/>
                  </a:lnTo>
                  <a:lnTo>
                    <a:pt x="4779328" y="289307"/>
                  </a:lnTo>
                  <a:lnTo>
                    <a:pt x="4779978" y="284882"/>
                  </a:lnTo>
                  <a:lnTo>
                    <a:pt x="4780628" y="279592"/>
                  </a:lnTo>
                  <a:lnTo>
                    <a:pt x="4781278" y="273293"/>
                  </a:lnTo>
                  <a:lnTo>
                    <a:pt x="4781928" y="266029"/>
                  </a:lnTo>
                  <a:lnTo>
                    <a:pt x="4782577" y="258048"/>
                  </a:lnTo>
                  <a:lnTo>
                    <a:pt x="4783227" y="249709"/>
                  </a:lnTo>
                  <a:lnTo>
                    <a:pt x="4783877" y="241491"/>
                  </a:lnTo>
                  <a:lnTo>
                    <a:pt x="4784527" y="233564"/>
                  </a:lnTo>
                  <a:lnTo>
                    <a:pt x="4785177" y="226091"/>
                  </a:lnTo>
                  <a:lnTo>
                    <a:pt x="4785827" y="219398"/>
                  </a:lnTo>
                  <a:lnTo>
                    <a:pt x="4786477" y="213683"/>
                  </a:lnTo>
                  <a:lnTo>
                    <a:pt x="4787127" y="208940"/>
                  </a:lnTo>
                  <a:lnTo>
                    <a:pt x="4787777" y="205010"/>
                  </a:lnTo>
                  <a:lnTo>
                    <a:pt x="4788427" y="201721"/>
                  </a:lnTo>
                  <a:lnTo>
                    <a:pt x="4789077" y="199004"/>
                  </a:lnTo>
                  <a:lnTo>
                    <a:pt x="4789727" y="196760"/>
                  </a:lnTo>
                  <a:lnTo>
                    <a:pt x="4790377" y="195016"/>
                  </a:lnTo>
                  <a:lnTo>
                    <a:pt x="4791027" y="193910"/>
                  </a:lnTo>
                  <a:lnTo>
                    <a:pt x="4791677" y="193568"/>
                  </a:lnTo>
                  <a:lnTo>
                    <a:pt x="4792326" y="193933"/>
                  </a:lnTo>
                  <a:lnTo>
                    <a:pt x="4792976" y="194967"/>
                  </a:lnTo>
                  <a:lnTo>
                    <a:pt x="4793626" y="196681"/>
                  </a:lnTo>
                  <a:lnTo>
                    <a:pt x="4794276" y="199030"/>
                  </a:lnTo>
                  <a:lnTo>
                    <a:pt x="4794926" y="201823"/>
                  </a:lnTo>
                  <a:lnTo>
                    <a:pt x="4795576" y="204672"/>
                  </a:lnTo>
                  <a:lnTo>
                    <a:pt x="4796226" y="207151"/>
                  </a:lnTo>
                  <a:lnTo>
                    <a:pt x="4796876" y="209416"/>
                  </a:lnTo>
                  <a:lnTo>
                    <a:pt x="4797526" y="211714"/>
                  </a:lnTo>
                  <a:lnTo>
                    <a:pt x="4798176" y="214179"/>
                  </a:lnTo>
                  <a:lnTo>
                    <a:pt x="4798826" y="217082"/>
                  </a:lnTo>
                  <a:lnTo>
                    <a:pt x="4799476" y="220618"/>
                  </a:lnTo>
                  <a:lnTo>
                    <a:pt x="4800126" y="224697"/>
                  </a:lnTo>
                  <a:lnTo>
                    <a:pt x="4800776" y="229291"/>
                  </a:lnTo>
                  <a:lnTo>
                    <a:pt x="4801426" y="234327"/>
                  </a:lnTo>
                  <a:lnTo>
                    <a:pt x="4802076" y="239550"/>
                  </a:lnTo>
                  <a:lnTo>
                    <a:pt x="4802725" y="244739"/>
                  </a:lnTo>
                  <a:lnTo>
                    <a:pt x="4803375" y="249640"/>
                  </a:lnTo>
                  <a:lnTo>
                    <a:pt x="4804025" y="254229"/>
                  </a:lnTo>
                  <a:lnTo>
                    <a:pt x="4804675" y="258562"/>
                  </a:lnTo>
                  <a:lnTo>
                    <a:pt x="4805325" y="262739"/>
                  </a:lnTo>
                  <a:lnTo>
                    <a:pt x="4805975" y="267031"/>
                  </a:lnTo>
                  <a:lnTo>
                    <a:pt x="4806625" y="271414"/>
                  </a:lnTo>
                  <a:lnTo>
                    <a:pt x="4807275" y="275900"/>
                  </a:lnTo>
                  <a:lnTo>
                    <a:pt x="4807925" y="280449"/>
                  </a:lnTo>
                  <a:lnTo>
                    <a:pt x="4808575" y="284906"/>
                  </a:lnTo>
                  <a:lnTo>
                    <a:pt x="4809225" y="289110"/>
                  </a:lnTo>
                  <a:lnTo>
                    <a:pt x="4809875" y="293317"/>
                  </a:lnTo>
                  <a:lnTo>
                    <a:pt x="4810525" y="297594"/>
                  </a:lnTo>
                  <a:lnTo>
                    <a:pt x="4811175" y="301991"/>
                  </a:lnTo>
                  <a:lnTo>
                    <a:pt x="4811825" y="306805"/>
                  </a:lnTo>
                  <a:lnTo>
                    <a:pt x="4812474" y="312258"/>
                  </a:lnTo>
                  <a:lnTo>
                    <a:pt x="4813124" y="318598"/>
                  </a:lnTo>
                  <a:lnTo>
                    <a:pt x="4813774" y="326018"/>
                  </a:lnTo>
                  <a:lnTo>
                    <a:pt x="4814424" y="334693"/>
                  </a:lnTo>
                  <a:lnTo>
                    <a:pt x="4815074" y="344603"/>
                  </a:lnTo>
                  <a:lnTo>
                    <a:pt x="4815724" y="355493"/>
                  </a:lnTo>
                  <a:lnTo>
                    <a:pt x="4816374" y="366854"/>
                  </a:lnTo>
                  <a:lnTo>
                    <a:pt x="4817024" y="378297"/>
                  </a:lnTo>
                  <a:lnTo>
                    <a:pt x="4817674" y="389655"/>
                  </a:lnTo>
                  <a:lnTo>
                    <a:pt x="4818324" y="400394"/>
                  </a:lnTo>
                  <a:lnTo>
                    <a:pt x="4818974" y="410206"/>
                  </a:lnTo>
                  <a:lnTo>
                    <a:pt x="4819624" y="418881"/>
                  </a:lnTo>
                  <a:lnTo>
                    <a:pt x="4820274" y="426272"/>
                  </a:lnTo>
                  <a:lnTo>
                    <a:pt x="4820924" y="432266"/>
                  </a:lnTo>
                  <a:lnTo>
                    <a:pt x="4821574" y="436599"/>
                  </a:lnTo>
                  <a:lnTo>
                    <a:pt x="4822224" y="439058"/>
                  </a:lnTo>
                  <a:lnTo>
                    <a:pt x="4822873" y="439646"/>
                  </a:lnTo>
                  <a:lnTo>
                    <a:pt x="4823523" y="438104"/>
                  </a:lnTo>
                  <a:lnTo>
                    <a:pt x="4824173" y="434456"/>
                  </a:lnTo>
                  <a:lnTo>
                    <a:pt x="4824823" y="429147"/>
                  </a:lnTo>
                  <a:lnTo>
                    <a:pt x="4825473" y="422859"/>
                  </a:lnTo>
                  <a:lnTo>
                    <a:pt x="4826123" y="416084"/>
                  </a:lnTo>
                  <a:lnTo>
                    <a:pt x="4826773" y="409109"/>
                  </a:lnTo>
                  <a:lnTo>
                    <a:pt x="4827423" y="402091"/>
                  </a:lnTo>
                  <a:lnTo>
                    <a:pt x="4828073" y="395518"/>
                  </a:lnTo>
                  <a:lnTo>
                    <a:pt x="4828723" y="389724"/>
                  </a:lnTo>
                  <a:lnTo>
                    <a:pt x="4829373" y="384551"/>
                  </a:lnTo>
                  <a:lnTo>
                    <a:pt x="4830023" y="379860"/>
                  </a:lnTo>
                  <a:lnTo>
                    <a:pt x="4830673" y="375760"/>
                  </a:lnTo>
                  <a:lnTo>
                    <a:pt x="4831323" y="372528"/>
                  </a:lnTo>
                  <a:lnTo>
                    <a:pt x="4831973" y="370353"/>
                  </a:lnTo>
                  <a:lnTo>
                    <a:pt x="4832622" y="369246"/>
                  </a:lnTo>
                  <a:lnTo>
                    <a:pt x="4833272" y="369315"/>
                  </a:lnTo>
                  <a:lnTo>
                    <a:pt x="4833922" y="370679"/>
                  </a:lnTo>
                  <a:lnTo>
                    <a:pt x="4834572" y="373239"/>
                  </a:lnTo>
                  <a:lnTo>
                    <a:pt x="4835222" y="376767"/>
                  </a:lnTo>
                  <a:lnTo>
                    <a:pt x="4835872" y="381296"/>
                  </a:lnTo>
                  <a:lnTo>
                    <a:pt x="4836522" y="386835"/>
                  </a:lnTo>
                  <a:lnTo>
                    <a:pt x="4837172" y="393376"/>
                  </a:lnTo>
                  <a:lnTo>
                    <a:pt x="4837822" y="400799"/>
                  </a:lnTo>
                  <a:lnTo>
                    <a:pt x="4838472" y="408805"/>
                  </a:lnTo>
                  <a:lnTo>
                    <a:pt x="4839122" y="417499"/>
                  </a:lnTo>
                  <a:lnTo>
                    <a:pt x="4839772" y="426820"/>
                  </a:lnTo>
                  <a:lnTo>
                    <a:pt x="4840422" y="436523"/>
                  </a:lnTo>
                  <a:lnTo>
                    <a:pt x="4841072" y="446097"/>
                  </a:lnTo>
                  <a:lnTo>
                    <a:pt x="4841722" y="455319"/>
                  </a:lnTo>
                  <a:lnTo>
                    <a:pt x="4842372" y="463869"/>
                  </a:lnTo>
                  <a:lnTo>
                    <a:pt x="4843021" y="471471"/>
                  </a:lnTo>
                  <a:lnTo>
                    <a:pt x="4843671" y="477715"/>
                  </a:lnTo>
                  <a:lnTo>
                    <a:pt x="4844321" y="482284"/>
                  </a:lnTo>
                  <a:lnTo>
                    <a:pt x="4844971" y="485109"/>
                  </a:lnTo>
                  <a:lnTo>
                    <a:pt x="4845621" y="486295"/>
                  </a:lnTo>
                  <a:lnTo>
                    <a:pt x="4846271" y="485939"/>
                  </a:lnTo>
                  <a:lnTo>
                    <a:pt x="4846921" y="484198"/>
                  </a:lnTo>
                  <a:lnTo>
                    <a:pt x="4847571" y="481390"/>
                  </a:lnTo>
                  <a:lnTo>
                    <a:pt x="4848221" y="477878"/>
                  </a:lnTo>
                  <a:lnTo>
                    <a:pt x="4848871" y="474038"/>
                  </a:lnTo>
                  <a:lnTo>
                    <a:pt x="4849521" y="470204"/>
                  </a:lnTo>
                  <a:lnTo>
                    <a:pt x="4850171" y="466607"/>
                  </a:lnTo>
                  <a:lnTo>
                    <a:pt x="4850821" y="463385"/>
                  </a:lnTo>
                  <a:lnTo>
                    <a:pt x="4851471" y="460196"/>
                  </a:lnTo>
                  <a:lnTo>
                    <a:pt x="4852121" y="456837"/>
                  </a:lnTo>
                  <a:lnTo>
                    <a:pt x="4852770" y="453398"/>
                  </a:lnTo>
                  <a:lnTo>
                    <a:pt x="4853420" y="450073"/>
                  </a:lnTo>
                  <a:lnTo>
                    <a:pt x="4854070" y="447144"/>
                  </a:lnTo>
                  <a:lnTo>
                    <a:pt x="4854720" y="444770"/>
                  </a:lnTo>
                  <a:lnTo>
                    <a:pt x="4855370" y="443012"/>
                  </a:lnTo>
                  <a:lnTo>
                    <a:pt x="4856020" y="442210"/>
                  </a:lnTo>
                  <a:lnTo>
                    <a:pt x="4856670" y="442671"/>
                  </a:lnTo>
                  <a:lnTo>
                    <a:pt x="4857320" y="444223"/>
                  </a:lnTo>
                  <a:lnTo>
                    <a:pt x="4857970" y="446603"/>
                  </a:lnTo>
                  <a:lnTo>
                    <a:pt x="4858620" y="449654"/>
                  </a:lnTo>
                  <a:lnTo>
                    <a:pt x="4859270" y="453322"/>
                  </a:lnTo>
                  <a:lnTo>
                    <a:pt x="4859920" y="457693"/>
                  </a:lnTo>
                  <a:lnTo>
                    <a:pt x="4860570" y="462874"/>
                  </a:lnTo>
                  <a:lnTo>
                    <a:pt x="4861220" y="469021"/>
                  </a:lnTo>
                  <a:lnTo>
                    <a:pt x="4861870" y="476263"/>
                  </a:lnTo>
                  <a:lnTo>
                    <a:pt x="4862520" y="484656"/>
                  </a:lnTo>
                  <a:lnTo>
                    <a:pt x="4863169" y="493992"/>
                  </a:lnTo>
                  <a:lnTo>
                    <a:pt x="4863819" y="504002"/>
                  </a:lnTo>
                  <a:lnTo>
                    <a:pt x="4864469" y="514184"/>
                  </a:lnTo>
                  <a:lnTo>
                    <a:pt x="4865119" y="524270"/>
                  </a:lnTo>
                  <a:lnTo>
                    <a:pt x="4865769" y="533731"/>
                  </a:lnTo>
                  <a:lnTo>
                    <a:pt x="4866419" y="542107"/>
                  </a:lnTo>
                  <a:lnTo>
                    <a:pt x="4867069" y="549394"/>
                  </a:lnTo>
                  <a:lnTo>
                    <a:pt x="4867719" y="555569"/>
                  </a:lnTo>
                  <a:lnTo>
                    <a:pt x="4868369" y="560442"/>
                  </a:lnTo>
                  <a:lnTo>
                    <a:pt x="4869019" y="563959"/>
                  </a:lnTo>
                  <a:lnTo>
                    <a:pt x="4869669" y="565945"/>
                  </a:lnTo>
                  <a:lnTo>
                    <a:pt x="4870319" y="566480"/>
                  </a:lnTo>
                  <a:lnTo>
                    <a:pt x="4870969" y="565962"/>
                  </a:lnTo>
                  <a:lnTo>
                    <a:pt x="4871619" y="564636"/>
                  </a:lnTo>
                  <a:lnTo>
                    <a:pt x="4872269" y="562691"/>
                  </a:lnTo>
                  <a:lnTo>
                    <a:pt x="4872918" y="560466"/>
                  </a:lnTo>
                  <a:lnTo>
                    <a:pt x="4873568" y="558361"/>
                  </a:lnTo>
                  <a:lnTo>
                    <a:pt x="4874218" y="556505"/>
                  </a:lnTo>
                  <a:lnTo>
                    <a:pt x="4874868" y="554929"/>
                  </a:lnTo>
                  <a:lnTo>
                    <a:pt x="4875518" y="553779"/>
                  </a:lnTo>
                  <a:lnTo>
                    <a:pt x="4876168" y="553278"/>
                  </a:lnTo>
                  <a:lnTo>
                    <a:pt x="4876818" y="553653"/>
                  </a:lnTo>
                  <a:lnTo>
                    <a:pt x="4877468" y="555043"/>
                  </a:lnTo>
                  <a:lnTo>
                    <a:pt x="4878118" y="557260"/>
                  </a:lnTo>
                  <a:lnTo>
                    <a:pt x="4878768" y="560262"/>
                  </a:lnTo>
                  <a:lnTo>
                    <a:pt x="4879418" y="564129"/>
                  </a:lnTo>
                  <a:lnTo>
                    <a:pt x="4880068" y="568847"/>
                  </a:lnTo>
                  <a:lnTo>
                    <a:pt x="4880718" y="574225"/>
                  </a:lnTo>
                  <a:lnTo>
                    <a:pt x="4881368" y="580081"/>
                  </a:lnTo>
                  <a:lnTo>
                    <a:pt x="4882018" y="586425"/>
                  </a:lnTo>
                  <a:lnTo>
                    <a:pt x="4882668" y="593174"/>
                  </a:lnTo>
                  <a:lnTo>
                    <a:pt x="4883317" y="600380"/>
                  </a:lnTo>
                  <a:lnTo>
                    <a:pt x="4883967" y="608452"/>
                  </a:lnTo>
                  <a:lnTo>
                    <a:pt x="4884617" y="617729"/>
                  </a:lnTo>
                  <a:lnTo>
                    <a:pt x="4885267" y="628205"/>
                  </a:lnTo>
                  <a:lnTo>
                    <a:pt x="4885917" y="639695"/>
                  </a:lnTo>
                  <a:lnTo>
                    <a:pt x="4886567" y="651883"/>
                  </a:lnTo>
                  <a:lnTo>
                    <a:pt x="4887217" y="664419"/>
                  </a:lnTo>
                  <a:lnTo>
                    <a:pt x="4887867" y="676958"/>
                  </a:lnTo>
                  <a:lnTo>
                    <a:pt x="4888517" y="688953"/>
                  </a:lnTo>
                  <a:lnTo>
                    <a:pt x="4889167" y="699927"/>
                  </a:lnTo>
                  <a:lnTo>
                    <a:pt x="4889817" y="709819"/>
                  </a:lnTo>
                  <a:lnTo>
                    <a:pt x="4890467" y="718526"/>
                  </a:lnTo>
                  <a:lnTo>
                    <a:pt x="4891117" y="726009"/>
                  </a:lnTo>
                  <a:lnTo>
                    <a:pt x="4891767" y="732177"/>
                  </a:lnTo>
                  <a:lnTo>
                    <a:pt x="4892417" y="737242"/>
                  </a:lnTo>
                  <a:lnTo>
                    <a:pt x="4893066" y="741393"/>
                  </a:lnTo>
                  <a:lnTo>
                    <a:pt x="4893716" y="744583"/>
                  </a:lnTo>
                  <a:lnTo>
                    <a:pt x="4894366" y="746533"/>
                  </a:lnTo>
                  <a:lnTo>
                    <a:pt x="4895016" y="747254"/>
                  </a:lnTo>
                  <a:lnTo>
                    <a:pt x="4895666" y="746780"/>
                  </a:lnTo>
                  <a:lnTo>
                    <a:pt x="4896316" y="744895"/>
                  </a:lnTo>
                  <a:lnTo>
                    <a:pt x="4896966" y="741921"/>
                  </a:lnTo>
                  <a:lnTo>
                    <a:pt x="4897616" y="738297"/>
                  </a:lnTo>
                  <a:lnTo>
                    <a:pt x="4898266" y="734417"/>
                  </a:lnTo>
                  <a:lnTo>
                    <a:pt x="4898916" y="730373"/>
                  </a:lnTo>
                  <a:lnTo>
                    <a:pt x="4899566" y="725949"/>
                  </a:lnTo>
                  <a:lnTo>
                    <a:pt x="4900216" y="721329"/>
                  </a:lnTo>
                  <a:lnTo>
                    <a:pt x="4900866" y="716559"/>
                  </a:lnTo>
                  <a:lnTo>
                    <a:pt x="4901516" y="711230"/>
                  </a:lnTo>
                  <a:lnTo>
                    <a:pt x="4902166" y="705116"/>
                  </a:lnTo>
                  <a:lnTo>
                    <a:pt x="4902816" y="697828"/>
                  </a:lnTo>
                  <a:lnTo>
                    <a:pt x="4903465" y="689418"/>
                  </a:lnTo>
                  <a:lnTo>
                    <a:pt x="4904115" y="680302"/>
                  </a:lnTo>
                  <a:lnTo>
                    <a:pt x="4904765" y="670590"/>
                  </a:lnTo>
                  <a:lnTo>
                    <a:pt x="4905415" y="660610"/>
                  </a:lnTo>
                  <a:lnTo>
                    <a:pt x="4906065" y="650865"/>
                  </a:lnTo>
                  <a:lnTo>
                    <a:pt x="4906715" y="641679"/>
                  </a:lnTo>
                  <a:lnTo>
                    <a:pt x="4907365" y="633418"/>
                  </a:lnTo>
                  <a:lnTo>
                    <a:pt x="4908015" y="626293"/>
                  </a:lnTo>
                  <a:lnTo>
                    <a:pt x="4908665" y="620207"/>
                  </a:lnTo>
                  <a:lnTo>
                    <a:pt x="4909315" y="615167"/>
                  </a:lnTo>
                  <a:lnTo>
                    <a:pt x="4909965" y="610816"/>
                  </a:lnTo>
                  <a:lnTo>
                    <a:pt x="4910615" y="607249"/>
                  </a:lnTo>
                  <a:lnTo>
                    <a:pt x="4911265" y="604568"/>
                  </a:lnTo>
                  <a:lnTo>
                    <a:pt x="4911915" y="602686"/>
                  </a:lnTo>
                  <a:lnTo>
                    <a:pt x="4912565" y="601380"/>
                  </a:lnTo>
                  <a:lnTo>
                    <a:pt x="4913214" y="600522"/>
                  </a:lnTo>
                  <a:lnTo>
                    <a:pt x="4913864" y="599798"/>
                  </a:lnTo>
                  <a:lnTo>
                    <a:pt x="4914514" y="599031"/>
                  </a:lnTo>
                  <a:lnTo>
                    <a:pt x="4915164" y="597996"/>
                  </a:lnTo>
                  <a:lnTo>
                    <a:pt x="4915814" y="596516"/>
                  </a:lnTo>
                  <a:lnTo>
                    <a:pt x="4916464" y="594412"/>
                  </a:lnTo>
                  <a:lnTo>
                    <a:pt x="4917114" y="591510"/>
                  </a:lnTo>
                  <a:lnTo>
                    <a:pt x="4917764" y="587827"/>
                  </a:lnTo>
                  <a:lnTo>
                    <a:pt x="4918414" y="583625"/>
                  </a:lnTo>
                  <a:lnTo>
                    <a:pt x="4919064" y="579017"/>
                  </a:lnTo>
                  <a:lnTo>
                    <a:pt x="4919714" y="574533"/>
                  </a:lnTo>
                  <a:lnTo>
                    <a:pt x="4920364" y="570394"/>
                  </a:lnTo>
                  <a:lnTo>
                    <a:pt x="4921014" y="566953"/>
                  </a:lnTo>
                  <a:lnTo>
                    <a:pt x="4921664" y="564279"/>
                  </a:lnTo>
                  <a:lnTo>
                    <a:pt x="4922314" y="562287"/>
                  </a:lnTo>
                  <a:lnTo>
                    <a:pt x="4922964" y="560969"/>
                  </a:lnTo>
                  <a:lnTo>
                    <a:pt x="4923613" y="560166"/>
                  </a:lnTo>
                  <a:lnTo>
                    <a:pt x="4924263" y="559719"/>
                  </a:lnTo>
                  <a:lnTo>
                    <a:pt x="4924913" y="559369"/>
                  </a:lnTo>
                  <a:lnTo>
                    <a:pt x="4925563" y="558873"/>
                  </a:lnTo>
                  <a:lnTo>
                    <a:pt x="4926213" y="558052"/>
                  </a:lnTo>
                  <a:lnTo>
                    <a:pt x="4926863" y="557149"/>
                  </a:lnTo>
                  <a:lnTo>
                    <a:pt x="4927513" y="556116"/>
                  </a:lnTo>
                  <a:lnTo>
                    <a:pt x="4928163" y="555110"/>
                  </a:lnTo>
                  <a:lnTo>
                    <a:pt x="4928813" y="554177"/>
                  </a:lnTo>
                  <a:lnTo>
                    <a:pt x="4929463" y="553167"/>
                  </a:lnTo>
                  <a:lnTo>
                    <a:pt x="4930113" y="551978"/>
                  </a:lnTo>
                  <a:lnTo>
                    <a:pt x="4930763" y="550549"/>
                  </a:lnTo>
                  <a:lnTo>
                    <a:pt x="4931413" y="549070"/>
                  </a:lnTo>
                  <a:lnTo>
                    <a:pt x="4932063" y="547825"/>
                  </a:lnTo>
                  <a:lnTo>
                    <a:pt x="4932713" y="546828"/>
                  </a:lnTo>
                  <a:lnTo>
                    <a:pt x="4933362" y="546324"/>
                  </a:lnTo>
                  <a:lnTo>
                    <a:pt x="4934012" y="546750"/>
                  </a:lnTo>
                  <a:lnTo>
                    <a:pt x="4934662" y="548275"/>
                  </a:lnTo>
                  <a:lnTo>
                    <a:pt x="4935312" y="551173"/>
                  </a:lnTo>
                  <a:lnTo>
                    <a:pt x="4935962" y="555337"/>
                  </a:lnTo>
                  <a:lnTo>
                    <a:pt x="4936612" y="560293"/>
                  </a:lnTo>
                  <a:lnTo>
                    <a:pt x="4937262" y="566002"/>
                  </a:lnTo>
                  <a:lnTo>
                    <a:pt x="4937912" y="572135"/>
                  </a:lnTo>
                  <a:lnTo>
                    <a:pt x="4938562" y="578674"/>
                  </a:lnTo>
                  <a:lnTo>
                    <a:pt x="4939212" y="585739"/>
                  </a:lnTo>
                  <a:lnTo>
                    <a:pt x="4939862" y="593176"/>
                  </a:lnTo>
                  <a:lnTo>
                    <a:pt x="4940512" y="600892"/>
                  </a:lnTo>
                  <a:lnTo>
                    <a:pt x="4941162" y="608948"/>
                  </a:lnTo>
                  <a:lnTo>
                    <a:pt x="4941812" y="617155"/>
                  </a:lnTo>
                  <a:lnTo>
                    <a:pt x="4942462" y="625380"/>
                  </a:lnTo>
                  <a:lnTo>
                    <a:pt x="4943111" y="633577"/>
                  </a:lnTo>
                  <a:lnTo>
                    <a:pt x="4943761" y="641342"/>
                  </a:lnTo>
                  <a:lnTo>
                    <a:pt x="4944411" y="648512"/>
                  </a:lnTo>
                  <a:lnTo>
                    <a:pt x="4945061" y="654859"/>
                  </a:lnTo>
                  <a:lnTo>
                    <a:pt x="4945711" y="660453"/>
                  </a:lnTo>
                  <a:lnTo>
                    <a:pt x="4946361" y="665767"/>
                  </a:lnTo>
                  <a:lnTo>
                    <a:pt x="4947011" y="671104"/>
                  </a:lnTo>
                  <a:lnTo>
                    <a:pt x="4947661" y="676552"/>
                  </a:lnTo>
                  <a:lnTo>
                    <a:pt x="4948311" y="681894"/>
                  </a:lnTo>
                  <a:lnTo>
                    <a:pt x="4948961" y="686922"/>
                  </a:lnTo>
                  <a:lnTo>
                    <a:pt x="4949611" y="691766"/>
                  </a:lnTo>
                  <a:lnTo>
                    <a:pt x="4950261" y="696538"/>
                  </a:lnTo>
                  <a:lnTo>
                    <a:pt x="4950911" y="700833"/>
                  </a:lnTo>
                  <a:lnTo>
                    <a:pt x="4951561" y="704813"/>
                  </a:lnTo>
                  <a:lnTo>
                    <a:pt x="4952211" y="708217"/>
                  </a:lnTo>
                  <a:lnTo>
                    <a:pt x="4952861" y="710897"/>
                  </a:lnTo>
                  <a:lnTo>
                    <a:pt x="4953510" y="713061"/>
                  </a:lnTo>
                  <a:lnTo>
                    <a:pt x="4954160" y="715058"/>
                  </a:lnTo>
                  <a:lnTo>
                    <a:pt x="4954810" y="717106"/>
                  </a:lnTo>
                  <a:lnTo>
                    <a:pt x="4955460" y="719344"/>
                  </a:lnTo>
                  <a:lnTo>
                    <a:pt x="4956110" y="721897"/>
                  </a:lnTo>
                  <a:lnTo>
                    <a:pt x="4956760" y="724572"/>
                  </a:lnTo>
                  <a:lnTo>
                    <a:pt x="4957410" y="727577"/>
                  </a:lnTo>
                  <a:lnTo>
                    <a:pt x="4958060" y="731000"/>
                  </a:lnTo>
                  <a:lnTo>
                    <a:pt x="4958710" y="734793"/>
                  </a:lnTo>
                  <a:lnTo>
                    <a:pt x="4959360" y="738446"/>
                  </a:lnTo>
                  <a:lnTo>
                    <a:pt x="4960010" y="741629"/>
                  </a:lnTo>
                  <a:lnTo>
                    <a:pt x="4960660" y="744041"/>
                  </a:lnTo>
                  <a:lnTo>
                    <a:pt x="4961310" y="745877"/>
                  </a:lnTo>
                  <a:lnTo>
                    <a:pt x="4961960" y="747619"/>
                  </a:lnTo>
                  <a:lnTo>
                    <a:pt x="4962610" y="749342"/>
                  </a:lnTo>
                  <a:lnTo>
                    <a:pt x="4963259" y="750904"/>
                  </a:lnTo>
                  <a:lnTo>
                    <a:pt x="4963909" y="752208"/>
                  </a:lnTo>
                  <a:lnTo>
                    <a:pt x="4964559" y="753295"/>
                  </a:lnTo>
                  <a:lnTo>
                    <a:pt x="4965209" y="754312"/>
                  </a:lnTo>
                  <a:lnTo>
                    <a:pt x="4965859" y="754979"/>
                  </a:lnTo>
                  <a:lnTo>
                    <a:pt x="4966509" y="755308"/>
                  </a:lnTo>
                  <a:lnTo>
                    <a:pt x="4967159" y="755191"/>
                  </a:lnTo>
                  <a:lnTo>
                    <a:pt x="4967809" y="754597"/>
                  </a:lnTo>
                  <a:lnTo>
                    <a:pt x="4968459" y="753610"/>
                  </a:lnTo>
                  <a:lnTo>
                    <a:pt x="4969109" y="752654"/>
                  </a:lnTo>
                  <a:lnTo>
                    <a:pt x="4969759" y="751817"/>
                  </a:lnTo>
                  <a:lnTo>
                    <a:pt x="4970409" y="751670"/>
                  </a:lnTo>
                  <a:lnTo>
                    <a:pt x="4971059" y="751991"/>
                  </a:lnTo>
                  <a:lnTo>
                    <a:pt x="4971709" y="752486"/>
                  </a:lnTo>
                  <a:lnTo>
                    <a:pt x="4972359" y="753240"/>
                  </a:lnTo>
                  <a:lnTo>
                    <a:pt x="4973009" y="754395"/>
                  </a:lnTo>
                  <a:lnTo>
                    <a:pt x="4973658" y="755870"/>
                  </a:lnTo>
                  <a:lnTo>
                    <a:pt x="4974308" y="757769"/>
                  </a:lnTo>
                  <a:lnTo>
                    <a:pt x="4974958" y="760230"/>
                  </a:lnTo>
                  <a:lnTo>
                    <a:pt x="4975608" y="763068"/>
                  </a:lnTo>
                  <a:lnTo>
                    <a:pt x="4976258" y="766383"/>
                  </a:lnTo>
                  <a:lnTo>
                    <a:pt x="4976908" y="770373"/>
                  </a:lnTo>
                  <a:lnTo>
                    <a:pt x="4977558" y="775543"/>
                  </a:lnTo>
                  <a:lnTo>
                    <a:pt x="4978208" y="782269"/>
                  </a:lnTo>
                  <a:lnTo>
                    <a:pt x="4978858" y="790492"/>
                  </a:lnTo>
                  <a:lnTo>
                    <a:pt x="4979508" y="799984"/>
                  </a:lnTo>
                  <a:lnTo>
                    <a:pt x="4980158" y="810690"/>
                  </a:lnTo>
                  <a:lnTo>
                    <a:pt x="4980808" y="822911"/>
                  </a:lnTo>
                  <a:lnTo>
                    <a:pt x="4981458" y="836854"/>
                  </a:lnTo>
                  <a:lnTo>
                    <a:pt x="4982108" y="852288"/>
                  </a:lnTo>
                  <a:lnTo>
                    <a:pt x="4982758" y="868842"/>
                  </a:lnTo>
                  <a:lnTo>
                    <a:pt x="4983407" y="886608"/>
                  </a:lnTo>
                  <a:lnTo>
                    <a:pt x="4984057" y="905366"/>
                  </a:lnTo>
                  <a:lnTo>
                    <a:pt x="4984707" y="925001"/>
                  </a:lnTo>
                  <a:lnTo>
                    <a:pt x="4985357" y="945642"/>
                  </a:lnTo>
                  <a:lnTo>
                    <a:pt x="4986007" y="966902"/>
                  </a:lnTo>
                  <a:lnTo>
                    <a:pt x="4986657" y="988360"/>
                  </a:lnTo>
                  <a:lnTo>
                    <a:pt x="4987307" y="1009446"/>
                  </a:lnTo>
                  <a:lnTo>
                    <a:pt x="4987957" y="1029500"/>
                  </a:lnTo>
                  <a:lnTo>
                    <a:pt x="4988607" y="1048239"/>
                  </a:lnTo>
                  <a:lnTo>
                    <a:pt x="4989257" y="1066262"/>
                  </a:lnTo>
                  <a:lnTo>
                    <a:pt x="4989907" y="1083430"/>
                  </a:lnTo>
                  <a:lnTo>
                    <a:pt x="4990557" y="1099473"/>
                  </a:lnTo>
                  <a:lnTo>
                    <a:pt x="4991207" y="1114696"/>
                  </a:lnTo>
                  <a:lnTo>
                    <a:pt x="4991857" y="1129804"/>
                  </a:lnTo>
                  <a:lnTo>
                    <a:pt x="4992507" y="1145578"/>
                  </a:lnTo>
                  <a:lnTo>
                    <a:pt x="4993157" y="1162595"/>
                  </a:lnTo>
                  <a:lnTo>
                    <a:pt x="4993806" y="1180673"/>
                  </a:lnTo>
                  <a:lnTo>
                    <a:pt x="4994456" y="1199340"/>
                  </a:lnTo>
                  <a:lnTo>
                    <a:pt x="4995106" y="1218588"/>
                  </a:lnTo>
                  <a:lnTo>
                    <a:pt x="4995756" y="1238573"/>
                  </a:lnTo>
                  <a:lnTo>
                    <a:pt x="4996406" y="1259289"/>
                  </a:lnTo>
                  <a:lnTo>
                    <a:pt x="4997056" y="1280797"/>
                  </a:lnTo>
                  <a:lnTo>
                    <a:pt x="4997706" y="1303214"/>
                  </a:lnTo>
                  <a:lnTo>
                    <a:pt x="4998356" y="1326950"/>
                  </a:lnTo>
                  <a:lnTo>
                    <a:pt x="4999006" y="1351648"/>
                  </a:lnTo>
                  <a:lnTo>
                    <a:pt x="4999656" y="1377926"/>
                  </a:lnTo>
                  <a:lnTo>
                    <a:pt x="5000306" y="1406190"/>
                  </a:lnTo>
                  <a:lnTo>
                    <a:pt x="5000956" y="1436564"/>
                  </a:lnTo>
                  <a:lnTo>
                    <a:pt x="5001606" y="1468487"/>
                  </a:lnTo>
                  <a:lnTo>
                    <a:pt x="5002256" y="1501705"/>
                  </a:lnTo>
                  <a:lnTo>
                    <a:pt x="5002906" y="1535033"/>
                  </a:lnTo>
                  <a:lnTo>
                    <a:pt x="5003555" y="1568477"/>
                  </a:lnTo>
                  <a:lnTo>
                    <a:pt x="5004205" y="1602178"/>
                  </a:lnTo>
                  <a:lnTo>
                    <a:pt x="5004855" y="1635832"/>
                  </a:lnTo>
                  <a:lnTo>
                    <a:pt x="5005505" y="1668778"/>
                  </a:lnTo>
                  <a:lnTo>
                    <a:pt x="5006155" y="1701003"/>
                  </a:lnTo>
                  <a:lnTo>
                    <a:pt x="5006805" y="1732018"/>
                  </a:lnTo>
                  <a:lnTo>
                    <a:pt x="5007455" y="1761387"/>
                  </a:lnTo>
                  <a:lnTo>
                    <a:pt x="5008105" y="1788815"/>
                  </a:lnTo>
                  <a:lnTo>
                    <a:pt x="5008755" y="1813861"/>
                  </a:lnTo>
                  <a:lnTo>
                    <a:pt x="5009405" y="1833969"/>
                  </a:lnTo>
                  <a:lnTo>
                    <a:pt x="5010055" y="1847401"/>
                  </a:lnTo>
                  <a:lnTo>
                    <a:pt x="5010705" y="1852465"/>
                  </a:lnTo>
                  <a:lnTo>
                    <a:pt x="5011355" y="1849038"/>
                  </a:lnTo>
                  <a:lnTo>
                    <a:pt x="5012005" y="1837616"/>
                  </a:lnTo>
                  <a:lnTo>
                    <a:pt x="5012655" y="1819102"/>
                  </a:lnTo>
                  <a:lnTo>
                    <a:pt x="5013305" y="1794319"/>
                  </a:lnTo>
                  <a:lnTo>
                    <a:pt x="5013954" y="1765608"/>
                  </a:lnTo>
                  <a:lnTo>
                    <a:pt x="5014604" y="1734708"/>
                  </a:lnTo>
                  <a:lnTo>
                    <a:pt x="5015254" y="1703084"/>
                  </a:lnTo>
                  <a:lnTo>
                    <a:pt x="5015904" y="1671675"/>
                  </a:lnTo>
                  <a:lnTo>
                    <a:pt x="5016554" y="1640864"/>
                  </a:lnTo>
                  <a:lnTo>
                    <a:pt x="5017204" y="1610748"/>
                  </a:lnTo>
                  <a:lnTo>
                    <a:pt x="5017854" y="1581839"/>
                  </a:lnTo>
                  <a:lnTo>
                    <a:pt x="5018504" y="1554609"/>
                  </a:lnTo>
                  <a:lnTo>
                    <a:pt x="5019154" y="1529607"/>
                  </a:lnTo>
                  <a:lnTo>
                    <a:pt x="5019804" y="1506897"/>
                  </a:lnTo>
                  <a:lnTo>
                    <a:pt x="5020454" y="1486491"/>
                  </a:lnTo>
                  <a:lnTo>
                    <a:pt x="5021104" y="1468172"/>
                  </a:lnTo>
                  <a:lnTo>
                    <a:pt x="5021754" y="1451874"/>
                  </a:lnTo>
                  <a:lnTo>
                    <a:pt x="5022404" y="1437009"/>
                  </a:lnTo>
                  <a:lnTo>
                    <a:pt x="5023054" y="1423445"/>
                  </a:lnTo>
                  <a:lnTo>
                    <a:pt x="5023703" y="1410315"/>
                  </a:lnTo>
                  <a:lnTo>
                    <a:pt x="5024353" y="1397416"/>
                  </a:lnTo>
                  <a:lnTo>
                    <a:pt x="5025003" y="1384754"/>
                  </a:lnTo>
                  <a:lnTo>
                    <a:pt x="5025653" y="1372323"/>
                  </a:lnTo>
                  <a:lnTo>
                    <a:pt x="5026303" y="1360256"/>
                  </a:lnTo>
                  <a:lnTo>
                    <a:pt x="5026953" y="1348811"/>
                  </a:lnTo>
                  <a:lnTo>
                    <a:pt x="5027603" y="1337854"/>
                  </a:lnTo>
                  <a:lnTo>
                    <a:pt x="5028253" y="1327381"/>
                  </a:lnTo>
                  <a:lnTo>
                    <a:pt x="5028903" y="1317320"/>
                  </a:lnTo>
                  <a:lnTo>
                    <a:pt x="5029553" y="1307352"/>
                  </a:lnTo>
                  <a:lnTo>
                    <a:pt x="5030203" y="1297368"/>
                  </a:lnTo>
                  <a:lnTo>
                    <a:pt x="5030853" y="1287244"/>
                  </a:lnTo>
                  <a:lnTo>
                    <a:pt x="5031503" y="1277116"/>
                  </a:lnTo>
                  <a:lnTo>
                    <a:pt x="5032153" y="1267143"/>
                  </a:lnTo>
                  <a:lnTo>
                    <a:pt x="5032803" y="1257466"/>
                  </a:lnTo>
                  <a:lnTo>
                    <a:pt x="5033453" y="1248169"/>
                  </a:lnTo>
                  <a:lnTo>
                    <a:pt x="5034102" y="1239255"/>
                  </a:lnTo>
                  <a:lnTo>
                    <a:pt x="5034752" y="1230652"/>
                  </a:lnTo>
                  <a:lnTo>
                    <a:pt x="5035402" y="1222365"/>
                  </a:lnTo>
                  <a:lnTo>
                    <a:pt x="5036052" y="1214355"/>
                  </a:lnTo>
                  <a:lnTo>
                    <a:pt x="5036702" y="1206420"/>
                  </a:lnTo>
                  <a:lnTo>
                    <a:pt x="5037352" y="1198650"/>
                  </a:lnTo>
                  <a:lnTo>
                    <a:pt x="5038002" y="1191176"/>
                  </a:lnTo>
                  <a:lnTo>
                    <a:pt x="5038652" y="1184204"/>
                  </a:lnTo>
                  <a:lnTo>
                    <a:pt x="5039302" y="1178062"/>
                  </a:lnTo>
                  <a:lnTo>
                    <a:pt x="5039952" y="1173010"/>
                  </a:lnTo>
                  <a:lnTo>
                    <a:pt x="5040602" y="1169303"/>
                  </a:lnTo>
                  <a:lnTo>
                    <a:pt x="5041252" y="1166814"/>
                  </a:lnTo>
                  <a:lnTo>
                    <a:pt x="5041902" y="1165971"/>
                  </a:lnTo>
                  <a:lnTo>
                    <a:pt x="5042552" y="1166774"/>
                  </a:lnTo>
                  <a:lnTo>
                    <a:pt x="5043202" y="1169434"/>
                  </a:lnTo>
                  <a:lnTo>
                    <a:pt x="5043851" y="1173960"/>
                  </a:lnTo>
                  <a:lnTo>
                    <a:pt x="5044501" y="1180240"/>
                  </a:lnTo>
                  <a:lnTo>
                    <a:pt x="5045151" y="1188122"/>
                  </a:lnTo>
                  <a:lnTo>
                    <a:pt x="5045801" y="1197816"/>
                  </a:lnTo>
                  <a:lnTo>
                    <a:pt x="5046451" y="1209124"/>
                  </a:lnTo>
                  <a:lnTo>
                    <a:pt x="5047101" y="1221860"/>
                  </a:lnTo>
                  <a:lnTo>
                    <a:pt x="5047751" y="1235851"/>
                  </a:lnTo>
                  <a:lnTo>
                    <a:pt x="5048401" y="1250918"/>
                  </a:lnTo>
                  <a:lnTo>
                    <a:pt x="5049051" y="1267028"/>
                  </a:lnTo>
                  <a:lnTo>
                    <a:pt x="5049701" y="1284267"/>
                  </a:lnTo>
                  <a:lnTo>
                    <a:pt x="5050351" y="1302457"/>
                  </a:lnTo>
                  <a:lnTo>
                    <a:pt x="5051001" y="1321288"/>
                  </a:lnTo>
                  <a:lnTo>
                    <a:pt x="5051651" y="1340297"/>
                  </a:lnTo>
                  <a:lnTo>
                    <a:pt x="5052301" y="1359420"/>
                  </a:lnTo>
                  <a:lnTo>
                    <a:pt x="5052951" y="1378508"/>
                  </a:lnTo>
                  <a:lnTo>
                    <a:pt x="5053601" y="1397642"/>
                  </a:lnTo>
                  <a:lnTo>
                    <a:pt x="5054250" y="1416737"/>
                  </a:lnTo>
                  <a:lnTo>
                    <a:pt x="5054900" y="1436062"/>
                  </a:lnTo>
                  <a:lnTo>
                    <a:pt x="5055550" y="1455458"/>
                  </a:lnTo>
                  <a:lnTo>
                    <a:pt x="5056200" y="1475532"/>
                  </a:lnTo>
                  <a:lnTo>
                    <a:pt x="5056850" y="1496419"/>
                  </a:lnTo>
                  <a:lnTo>
                    <a:pt x="5057500" y="1518113"/>
                  </a:lnTo>
                  <a:lnTo>
                    <a:pt x="5058150" y="1540497"/>
                  </a:lnTo>
                  <a:lnTo>
                    <a:pt x="5058800" y="1563406"/>
                  </a:lnTo>
                  <a:lnTo>
                    <a:pt x="5059450" y="1586302"/>
                  </a:lnTo>
                  <a:lnTo>
                    <a:pt x="5060100" y="1609182"/>
                  </a:lnTo>
                  <a:lnTo>
                    <a:pt x="5060750" y="1632309"/>
                  </a:lnTo>
                  <a:lnTo>
                    <a:pt x="5061400" y="1656014"/>
                  </a:lnTo>
                  <a:lnTo>
                    <a:pt x="5062050" y="1680498"/>
                  </a:lnTo>
                  <a:lnTo>
                    <a:pt x="5062700" y="1705965"/>
                  </a:lnTo>
                  <a:lnTo>
                    <a:pt x="5063350" y="1732436"/>
                  </a:lnTo>
                  <a:lnTo>
                    <a:pt x="5063999" y="1759525"/>
                  </a:lnTo>
                  <a:lnTo>
                    <a:pt x="5064649" y="1786870"/>
                  </a:lnTo>
                  <a:lnTo>
                    <a:pt x="5065299" y="1814142"/>
                  </a:lnTo>
                  <a:lnTo>
                    <a:pt x="5065949" y="1841452"/>
                  </a:lnTo>
                  <a:lnTo>
                    <a:pt x="5066599" y="1868734"/>
                  </a:lnTo>
                  <a:lnTo>
                    <a:pt x="5067249" y="1895680"/>
                  </a:lnTo>
                  <a:lnTo>
                    <a:pt x="5067899" y="1922460"/>
                  </a:lnTo>
                  <a:lnTo>
                    <a:pt x="5068549" y="1949232"/>
                  </a:lnTo>
                  <a:lnTo>
                    <a:pt x="5069199" y="1976252"/>
                  </a:lnTo>
                  <a:lnTo>
                    <a:pt x="5069849" y="2003118"/>
                  </a:lnTo>
                  <a:lnTo>
                    <a:pt x="5070499" y="2028934"/>
                  </a:lnTo>
                  <a:lnTo>
                    <a:pt x="5071149" y="2052645"/>
                  </a:lnTo>
                  <a:lnTo>
                    <a:pt x="5071799" y="2073681"/>
                  </a:lnTo>
                  <a:lnTo>
                    <a:pt x="5072449" y="2091072"/>
                  </a:lnTo>
                  <a:lnTo>
                    <a:pt x="5073099" y="2103794"/>
                  </a:lnTo>
                  <a:lnTo>
                    <a:pt x="5073748" y="2113317"/>
                  </a:lnTo>
                  <a:lnTo>
                    <a:pt x="5074398" y="2119847"/>
                  </a:lnTo>
                  <a:lnTo>
                    <a:pt x="5075048" y="2123669"/>
                  </a:lnTo>
                  <a:lnTo>
                    <a:pt x="5075698" y="2124284"/>
                  </a:lnTo>
                  <a:lnTo>
                    <a:pt x="5076348" y="2121097"/>
                  </a:lnTo>
                  <a:lnTo>
                    <a:pt x="5076998" y="2114752"/>
                  </a:lnTo>
                  <a:lnTo>
                    <a:pt x="5077648" y="2105779"/>
                  </a:lnTo>
                  <a:lnTo>
                    <a:pt x="5078298" y="2093764"/>
                  </a:lnTo>
                  <a:lnTo>
                    <a:pt x="5078948" y="2078762"/>
                  </a:lnTo>
                  <a:lnTo>
                    <a:pt x="5079598" y="2061995"/>
                  </a:lnTo>
                  <a:lnTo>
                    <a:pt x="5080248" y="2044060"/>
                  </a:lnTo>
                  <a:lnTo>
                    <a:pt x="5080898" y="2025693"/>
                  </a:lnTo>
                  <a:lnTo>
                    <a:pt x="5081548" y="2006837"/>
                  </a:lnTo>
                  <a:lnTo>
                    <a:pt x="5082198" y="1987648"/>
                  </a:lnTo>
                  <a:lnTo>
                    <a:pt x="5082848" y="1968720"/>
                  </a:lnTo>
                  <a:lnTo>
                    <a:pt x="5083498" y="1950452"/>
                  </a:lnTo>
                  <a:lnTo>
                    <a:pt x="5084147" y="1932681"/>
                  </a:lnTo>
                  <a:lnTo>
                    <a:pt x="5084797" y="1915663"/>
                  </a:lnTo>
                  <a:lnTo>
                    <a:pt x="5085447" y="1899349"/>
                  </a:lnTo>
                  <a:lnTo>
                    <a:pt x="5086097" y="1884286"/>
                  </a:lnTo>
                  <a:lnTo>
                    <a:pt x="5086747" y="1870174"/>
                  </a:lnTo>
                  <a:lnTo>
                    <a:pt x="5087397" y="1856452"/>
                  </a:lnTo>
                  <a:lnTo>
                    <a:pt x="5088047" y="1842919"/>
                  </a:lnTo>
                  <a:lnTo>
                    <a:pt x="5088697" y="1829537"/>
                  </a:lnTo>
                  <a:lnTo>
                    <a:pt x="5089347" y="1816196"/>
                  </a:lnTo>
                  <a:lnTo>
                    <a:pt x="5089997" y="1803153"/>
                  </a:lnTo>
                  <a:lnTo>
                    <a:pt x="5090647" y="1790213"/>
                  </a:lnTo>
                  <a:lnTo>
                    <a:pt x="5091297" y="1777767"/>
                  </a:lnTo>
                  <a:lnTo>
                    <a:pt x="5091947" y="1766231"/>
                  </a:lnTo>
                  <a:lnTo>
                    <a:pt x="5092597" y="1755892"/>
                  </a:lnTo>
                  <a:lnTo>
                    <a:pt x="5093247" y="1746822"/>
                  </a:lnTo>
                  <a:lnTo>
                    <a:pt x="5093896" y="1738832"/>
                  </a:lnTo>
                  <a:lnTo>
                    <a:pt x="5094546" y="1731755"/>
                  </a:lnTo>
                  <a:lnTo>
                    <a:pt x="5095196" y="1725371"/>
                  </a:lnTo>
                  <a:lnTo>
                    <a:pt x="5095846" y="1719710"/>
                  </a:lnTo>
                  <a:lnTo>
                    <a:pt x="5096496" y="1715081"/>
                  </a:lnTo>
                  <a:lnTo>
                    <a:pt x="5097146" y="1711713"/>
                  </a:lnTo>
                  <a:lnTo>
                    <a:pt x="5097796" y="1709727"/>
                  </a:lnTo>
                  <a:lnTo>
                    <a:pt x="5098446" y="1708911"/>
                  </a:lnTo>
                  <a:lnTo>
                    <a:pt x="5099096" y="1709057"/>
                  </a:lnTo>
                  <a:lnTo>
                    <a:pt x="5099746" y="1710354"/>
                  </a:lnTo>
                  <a:lnTo>
                    <a:pt x="5100396" y="1712734"/>
                  </a:lnTo>
                  <a:lnTo>
                    <a:pt x="5101046" y="1715841"/>
                  </a:lnTo>
                  <a:lnTo>
                    <a:pt x="5101696" y="1719535"/>
                  </a:lnTo>
                  <a:lnTo>
                    <a:pt x="5102346" y="1723233"/>
                  </a:lnTo>
                  <a:lnTo>
                    <a:pt x="5102996" y="1726554"/>
                  </a:lnTo>
                  <a:lnTo>
                    <a:pt x="5103646" y="1729506"/>
                  </a:lnTo>
                  <a:lnTo>
                    <a:pt x="5104295" y="1731878"/>
                  </a:lnTo>
                  <a:lnTo>
                    <a:pt x="5104945" y="1733951"/>
                  </a:lnTo>
                  <a:lnTo>
                    <a:pt x="5105595" y="1735961"/>
                  </a:lnTo>
                  <a:lnTo>
                    <a:pt x="5106245" y="1737571"/>
                  </a:lnTo>
                  <a:lnTo>
                    <a:pt x="5106895" y="1738800"/>
                  </a:lnTo>
                  <a:lnTo>
                    <a:pt x="5107545" y="1739821"/>
                  </a:lnTo>
                  <a:lnTo>
                    <a:pt x="5108195" y="1741109"/>
                  </a:lnTo>
                  <a:lnTo>
                    <a:pt x="5108845" y="1743382"/>
                  </a:lnTo>
                  <a:lnTo>
                    <a:pt x="5109495" y="1746439"/>
                  </a:lnTo>
                  <a:lnTo>
                    <a:pt x="5110145" y="1750273"/>
                  </a:lnTo>
                  <a:lnTo>
                    <a:pt x="5110795" y="1755191"/>
                  </a:lnTo>
                  <a:lnTo>
                    <a:pt x="5111445" y="1761100"/>
                  </a:lnTo>
                  <a:lnTo>
                    <a:pt x="5112095" y="1767900"/>
                  </a:lnTo>
                  <a:lnTo>
                    <a:pt x="5112745" y="1775702"/>
                  </a:lnTo>
                  <a:lnTo>
                    <a:pt x="5113395" y="1784394"/>
                  </a:lnTo>
                  <a:lnTo>
                    <a:pt x="5114044" y="1794298"/>
                  </a:lnTo>
                  <a:lnTo>
                    <a:pt x="5114694" y="1805443"/>
                  </a:lnTo>
                  <a:lnTo>
                    <a:pt x="5115344" y="1817448"/>
                  </a:lnTo>
                  <a:lnTo>
                    <a:pt x="5115994" y="1830096"/>
                  </a:lnTo>
                  <a:lnTo>
                    <a:pt x="5116644" y="1843507"/>
                  </a:lnTo>
                  <a:lnTo>
                    <a:pt x="5117294" y="1857358"/>
                  </a:lnTo>
                  <a:lnTo>
                    <a:pt x="5117944" y="1871452"/>
                  </a:lnTo>
                  <a:lnTo>
                    <a:pt x="5118594" y="1884786"/>
                  </a:lnTo>
                  <a:lnTo>
                    <a:pt x="5119244" y="1897203"/>
                  </a:lnTo>
                  <a:lnTo>
                    <a:pt x="5119894" y="1908849"/>
                  </a:lnTo>
                  <a:lnTo>
                    <a:pt x="5120544" y="1919475"/>
                  </a:lnTo>
                  <a:lnTo>
                    <a:pt x="5121194" y="1929354"/>
                  </a:lnTo>
                  <a:lnTo>
                    <a:pt x="5121844" y="1938727"/>
                  </a:lnTo>
                  <a:lnTo>
                    <a:pt x="5122494" y="1947506"/>
                  </a:lnTo>
                  <a:lnTo>
                    <a:pt x="5123144" y="1955918"/>
                  </a:lnTo>
                  <a:lnTo>
                    <a:pt x="5123794" y="1963562"/>
                  </a:lnTo>
                  <a:lnTo>
                    <a:pt x="5124443" y="1969498"/>
                  </a:lnTo>
                  <a:lnTo>
                    <a:pt x="5125093" y="1973925"/>
                  </a:lnTo>
                  <a:lnTo>
                    <a:pt x="5125743" y="1976827"/>
                  </a:lnTo>
                  <a:lnTo>
                    <a:pt x="5126393" y="1978236"/>
                  </a:lnTo>
                  <a:lnTo>
                    <a:pt x="5127043" y="1978212"/>
                  </a:lnTo>
                  <a:lnTo>
                    <a:pt x="5127693" y="1977147"/>
                  </a:lnTo>
                  <a:lnTo>
                    <a:pt x="5128343" y="1975537"/>
                  </a:lnTo>
                  <a:lnTo>
                    <a:pt x="5128993" y="1973618"/>
                  </a:lnTo>
                  <a:lnTo>
                    <a:pt x="5129643" y="1971505"/>
                  </a:lnTo>
                  <a:lnTo>
                    <a:pt x="5130293" y="1969227"/>
                  </a:lnTo>
                  <a:lnTo>
                    <a:pt x="5130943" y="1966594"/>
                  </a:lnTo>
                  <a:lnTo>
                    <a:pt x="5131593" y="1964018"/>
                  </a:lnTo>
                  <a:lnTo>
                    <a:pt x="5132243" y="1961463"/>
                  </a:lnTo>
                  <a:lnTo>
                    <a:pt x="5132893" y="1959152"/>
                  </a:lnTo>
                  <a:lnTo>
                    <a:pt x="5133543" y="1957432"/>
                  </a:lnTo>
                  <a:lnTo>
                    <a:pt x="5134192" y="1957113"/>
                  </a:lnTo>
                  <a:lnTo>
                    <a:pt x="5134842" y="1958522"/>
                  </a:lnTo>
                  <a:lnTo>
                    <a:pt x="5135492" y="1962434"/>
                  </a:lnTo>
                  <a:lnTo>
                    <a:pt x="5136142" y="1968811"/>
                  </a:lnTo>
                  <a:lnTo>
                    <a:pt x="5136792" y="1977884"/>
                  </a:lnTo>
                  <a:lnTo>
                    <a:pt x="5137442" y="1989095"/>
                  </a:lnTo>
                  <a:lnTo>
                    <a:pt x="5138092" y="2001800"/>
                  </a:lnTo>
                  <a:lnTo>
                    <a:pt x="5138742" y="2015919"/>
                  </a:lnTo>
                  <a:lnTo>
                    <a:pt x="5139392" y="2031152"/>
                  </a:lnTo>
                  <a:lnTo>
                    <a:pt x="5140042" y="2047527"/>
                  </a:lnTo>
                  <a:lnTo>
                    <a:pt x="5140692" y="2064521"/>
                  </a:lnTo>
                  <a:lnTo>
                    <a:pt x="5141342" y="2081411"/>
                  </a:lnTo>
                  <a:lnTo>
                    <a:pt x="5141992" y="2097928"/>
                  </a:lnTo>
                  <a:lnTo>
                    <a:pt x="5142642" y="2113945"/>
                  </a:lnTo>
                  <a:lnTo>
                    <a:pt x="5143292" y="2129376"/>
                  </a:lnTo>
                  <a:lnTo>
                    <a:pt x="5143942" y="2144114"/>
                  </a:lnTo>
                  <a:lnTo>
                    <a:pt x="5144591" y="2157515"/>
                  </a:lnTo>
                  <a:lnTo>
                    <a:pt x="5145241" y="2169139"/>
                  </a:lnTo>
                  <a:lnTo>
                    <a:pt x="5145891" y="2178872"/>
                  </a:lnTo>
                  <a:lnTo>
                    <a:pt x="5146541" y="2186686"/>
                  </a:lnTo>
                  <a:lnTo>
                    <a:pt x="5147191" y="2192841"/>
                  </a:lnTo>
                  <a:lnTo>
                    <a:pt x="5147841" y="2197587"/>
                  </a:lnTo>
                  <a:lnTo>
                    <a:pt x="5148491" y="2200994"/>
                  </a:lnTo>
                  <a:lnTo>
                    <a:pt x="5149141" y="2203094"/>
                  </a:lnTo>
                  <a:lnTo>
                    <a:pt x="5149791" y="2204055"/>
                  </a:lnTo>
                  <a:lnTo>
                    <a:pt x="5150441" y="2204105"/>
                  </a:lnTo>
                  <a:lnTo>
                    <a:pt x="5151091" y="2203784"/>
                  </a:lnTo>
                  <a:lnTo>
                    <a:pt x="5151741" y="2203725"/>
                  </a:lnTo>
                  <a:lnTo>
                    <a:pt x="5152391" y="2204346"/>
                  </a:lnTo>
                  <a:lnTo>
                    <a:pt x="5153041" y="2205848"/>
                  </a:lnTo>
                  <a:lnTo>
                    <a:pt x="5153691" y="2207914"/>
                  </a:lnTo>
                  <a:lnTo>
                    <a:pt x="5154340" y="2210357"/>
                  </a:lnTo>
                  <a:lnTo>
                    <a:pt x="5154990" y="2213081"/>
                  </a:lnTo>
                  <a:lnTo>
                    <a:pt x="5155640" y="2216766"/>
                  </a:lnTo>
                  <a:lnTo>
                    <a:pt x="5156290" y="2221563"/>
                  </a:lnTo>
                  <a:lnTo>
                    <a:pt x="5156940" y="2228161"/>
                  </a:lnTo>
                  <a:lnTo>
                    <a:pt x="5157590" y="2236584"/>
                  </a:lnTo>
                  <a:lnTo>
                    <a:pt x="5158240" y="2246862"/>
                  </a:lnTo>
                  <a:lnTo>
                    <a:pt x="5158890" y="2258872"/>
                  </a:lnTo>
                  <a:lnTo>
                    <a:pt x="5159540" y="2272994"/>
                  </a:lnTo>
                  <a:lnTo>
                    <a:pt x="5160190" y="2288928"/>
                  </a:lnTo>
                  <a:lnTo>
                    <a:pt x="5160840" y="2306547"/>
                  </a:lnTo>
                  <a:lnTo>
                    <a:pt x="5161490" y="2325204"/>
                  </a:lnTo>
                  <a:lnTo>
                    <a:pt x="5162140" y="2344045"/>
                  </a:lnTo>
                  <a:lnTo>
                    <a:pt x="5162790" y="2362845"/>
                  </a:lnTo>
                  <a:lnTo>
                    <a:pt x="5163440" y="2382031"/>
                  </a:lnTo>
                  <a:lnTo>
                    <a:pt x="5164090" y="2401451"/>
                  </a:lnTo>
                  <a:lnTo>
                    <a:pt x="5164739" y="2421097"/>
                  </a:lnTo>
                  <a:lnTo>
                    <a:pt x="5165389" y="2439865"/>
                  </a:lnTo>
                  <a:lnTo>
                    <a:pt x="5166039" y="2457368"/>
                  </a:lnTo>
                  <a:lnTo>
                    <a:pt x="5166689" y="2472602"/>
                  </a:lnTo>
                  <a:lnTo>
                    <a:pt x="5167339" y="2486037"/>
                  </a:lnTo>
                  <a:lnTo>
                    <a:pt x="5167989" y="2497224"/>
                  </a:lnTo>
                  <a:lnTo>
                    <a:pt x="5168639" y="2506217"/>
                  </a:lnTo>
                  <a:lnTo>
                    <a:pt x="5169289" y="2512415"/>
                  </a:lnTo>
                  <a:lnTo>
                    <a:pt x="5169939" y="2516535"/>
                  </a:lnTo>
                  <a:lnTo>
                    <a:pt x="5170589" y="2518832"/>
                  </a:lnTo>
                  <a:lnTo>
                    <a:pt x="5171239" y="2519828"/>
                  </a:lnTo>
                  <a:lnTo>
                    <a:pt x="5171889" y="2520061"/>
                  </a:lnTo>
                  <a:lnTo>
                    <a:pt x="5172539" y="2519340"/>
                  </a:lnTo>
                  <a:lnTo>
                    <a:pt x="5173189" y="2517719"/>
                  </a:lnTo>
                  <a:lnTo>
                    <a:pt x="5173839" y="2515493"/>
                  </a:lnTo>
                  <a:lnTo>
                    <a:pt x="5174488" y="2512508"/>
                  </a:lnTo>
                  <a:lnTo>
                    <a:pt x="5175138" y="2509085"/>
                  </a:lnTo>
                  <a:lnTo>
                    <a:pt x="5175788" y="2504655"/>
                  </a:lnTo>
                  <a:lnTo>
                    <a:pt x="5176438" y="2499201"/>
                  </a:lnTo>
                  <a:lnTo>
                    <a:pt x="5177088" y="2492305"/>
                  </a:lnTo>
                  <a:lnTo>
                    <a:pt x="5177738" y="2484159"/>
                  </a:lnTo>
                  <a:lnTo>
                    <a:pt x="5178388" y="2475124"/>
                  </a:lnTo>
                  <a:lnTo>
                    <a:pt x="5179038" y="2466277"/>
                  </a:lnTo>
                  <a:lnTo>
                    <a:pt x="5179688" y="2457374"/>
                  </a:lnTo>
                  <a:lnTo>
                    <a:pt x="5180338" y="2448672"/>
                  </a:lnTo>
                  <a:lnTo>
                    <a:pt x="5180988" y="2440455"/>
                  </a:lnTo>
                  <a:lnTo>
                    <a:pt x="5181638" y="2433113"/>
                  </a:lnTo>
                  <a:lnTo>
                    <a:pt x="5182288" y="2426659"/>
                  </a:lnTo>
                  <a:lnTo>
                    <a:pt x="5182938" y="2421276"/>
                  </a:lnTo>
                  <a:lnTo>
                    <a:pt x="5183588" y="2416746"/>
                  </a:lnTo>
                  <a:lnTo>
                    <a:pt x="5184238" y="2412837"/>
                  </a:lnTo>
                  <a:lnTo>
                    <a:pt x="5184887" y="2410012"/>
                  </a:lnTo>
                  <a:lnTo>
                    <a:pt x="5185537" y="2408503"/>
                  </a:lnTo>
                  <a:lnTo>
                    <a:pt x="5186187" y="2407885"/>
                  </a:lnTo>
                  <a:lnTo>
                    <a:pt x="5186837" y="2408611"/>
                  </a:lnTo>
                  <a:lnTo>
                    <a:pt x="5187487" y="2410410"/>
                  </a:lnTo>
                  <a:lnTo>
                    <a:pt x="5188137" y="2413096"/>
                  </a:lnTo>
                  <a:lnTo>
                    <a:pt x="5188787" y="2415849"/>
                  </a:lnTo>
                  <a:lnTo>
                    <a:pt x="5189437" y="2419507"/>
                  </a:lnTo>
                  <a:lnTo>
                    <a:pt x="5190087" y="2423479"/>
                  </a:lnTo>
                  <a:lnTo>
                    <a:pt x="5190737" y="2427427"/>
                  </a:lnTo>
                  <a:lnTo>
                    <a:pt x="5191387" y="2430966"/>
                  </a:lnTo>
                  <a:lnTo>
                    <a:pt x="5192037" y="2434258"/>
                  </a:lnTo>
                  <a:lnTo>
                    <a:pt x="5192687" y="2437195"/>
                  </a:lnTo>
                  <a:lnTo>
                    <a:pt x="5193337" y="2440008"/>
                  </a:lnTo>
                  <a:lnTo>
                    <a:pt x="5193987" y="2442796"/>
                  </a:lnTo>
                  <a:lnTo>
                    <a:pt x="5194636" y="2444883"/>
                  </a:lnTo>
                  <a:lnTo>
                    <a:pt x="5195286" y="2446518"/>
                  </a:lnTo>
                  <a:lnTo>
                    <a:pt x="5195936" y="2448246"/>
                  </a:lnTo>
                  <a:lnTo>
                    <a:pt x="5196586" y="2449947"/>
                  </a:lnTo>
                  <a:lnTo>
                    <a:pt x="5197236" y="2451809"/>
                  </a:lnTo>
                  <a:lnTo>
                    <a:pt x="5197886" y="2453961"/>
                  </a:lnTo>
                  <a:lnTo>
                    <a:pt x="5198536" y="2455991"/>
                  </a:lnTo>
                  <a:lnTo>
                    <a:pt x="5199186" y="2457087"/>
                  </a:lnTo>
                  <a:lnTo>
                    <a:pt x="5199836" y="2457228"/>
                  </a:lnTo>
                  <a:lnTo>
                    <a:pt x="5200486" y="2456429"/>
                  </a:lnTo>
                  <a:lnTo>
                    <a:pt x="5201136" y="2454822"/>
                  </a:lnTo>
                  <a:lnTo>
                    <a:pt x="5201786" y="2451851"/>
                  </a:lnTo>
                  <a:lnTo>
                    <a:pt x="5202436" y="2447420"/>
                  </a:lnTo>
                  <a:lnTo>
                    <a:pt x="5203086" y="2441945"/>
                  </a:lnTo>
                  <a:lnTo>
                    <a:pt x="5203736" y="2435829"/>
                  </a:lnTo>
                  <a:lnTo>
                    <a:pt x="5204386" y="2429458"/>
                  </a:lnTo>
                  <a:lnTo>
                    <a:pt x="5205035" y="2422997"/>
                  </a:lnTo>
                  <a:lnTo>
                    <a:pt x="5205685" y="2416517"/>
                  </a:lnTo>
                  <a:lnTo>
                    <a:pt x="5206335" y="2410351"/>
                  </a:lnTo>
                  <a:lnTo>
                    <a:pt x="5206985" y="2404985"/>
                  </a:lnTo>
                  <a:lnTo>
                    <a:pt x="5207635" y="2400340"/>
                  </a:lnTo>
                  <a:lnTo>
                    <a:pt x="5208285" y="2397128"/>
                  </a:lnTo>
                  <a:lnTo>
                    <a:pt x="5208935" y="2395573"/>
                  </a:lnTo>
                  <a:lnTo>
                    <a:pt x="5209585" y="2396286"/>
                  </a:lnTo>
                  <a:lnTo>
                    <a:pt x="5210235" y="2399106"/>
                  </a:lnTo>
                  <a:lnTo>
                    <a:pt x="5210885" y="2403933"/>
                  </a:lnTo>
                  <a:lnTo>
                    <a:pt x="5211535" y="2410208"/>
                  </a:lnTo>
                  <a:lnTo>
                    <a:pt x="5212185" y="2418250"/>
                  </a:lnTo>
                  <a:lnTo>
                    <a:pt x="5212835" y="2427820"/>
                  </a:lnTo>
                  <a:lnTo>
                    <a:pt x="5213485" y="2438545"/>
                  </a:lnTo>
                  <a:lnTo>
                    <a:pt x="5214135" y="2449756"/>
                  </a:lnTo>
                  <a:lnTo>
                    <a:pt x="5214784" y="2461374"/>
                  </a:lnTo>
                  <a:lnTo>
                    <a:pt x="5215434" y="2473470"/>
                  </a:lnTo>
                  <a:lnTo>
                    <a:pt x="5216084" y="2486184"/>
                  </a:lnTo>
                  <a:lnTo>
                    <a:pt x="5216734" y="2499141"/>
                  </a:lnTo>
                  <a:lnTo>
                    <a:pt x="5217384" y="2511693"/>
                  </a:lnTo>
                  <a:lnTo>
                    <a:pt x="5218034" y="2523967"/>
                  </a:lnTo>
                  <a:lnTo>
                    <a:pt x="5218684" y="2536062"/>
                  </a:lnTo>
                  <a:lnTo>
                    <a:pt x="5219334" y="2547567"/>
                  </a:lnTo>
                  <a:lnTo>
                    <a:pt x="5219984" y="2558564"/>
                  </a:lnTo>
                  <a:lnTo>
                    <a:pt x="5220634" y="2567555"/>
                  </a:lnTo>
                  <a:lnTo>
                    <a:pt x="5221284" y="2575510"/>
                  </a:lnTo>
                  <a:lnTo>
                    <a:pt x="5221934" y="2582118"/>
                  </a:lnTo>
                  <a:lnTo>
                    <a:pt x="5222584" y="2587246"/>
                  </a:lnTo>
                  <a:lnTo>
                    <a:pt x="5223234" y="2590823"/>
                  </a:lnTo>
                  <a:lnTo>
                    <a:pt x="5223884" y="2593030"/>
                  </a:lnTo>
                  <a:lnTo>
                    <a:pt x="5224533" y="2593342"/>
                  </a:lnTo>
                  <a:lnTo>
                    <a:pt x="5225183" y="2591880"/>
                  </a:lnTo>
                  <a:lnTo>
                    <a:pt x="5225833" y="2588656"/>
                  </a:lnTo>
                  <a:lnTo>
                    <a:pt x="5226483" y="2583342"/>
                  </a:lnTo>
                  <a:lnTo>
                    <a:pt x="5227133" y="2576434"/>
                  </a:lnTo>
                  <a:lnTo>
                    <a:pt x="5227783" y="2567158"/>
                  </a:lnTo>
                  <a:lnTo>
                    <a:pt x="5228433" y="2555182"/>
                  </a:lnTo>
                  <a:lnTo>
                    <a:pt x="5229083" y="2541043"/>
                  </a:lnTo>
                  <a:lnTo>
                    <a:pt x="5229733" y="2525637"/>
                  </a:lnTo>
                  <a:lnTo>
                    <a:pt x="5230383" y="2510369"/>
                  </a:lnTo>
                  <a:lnTo>
                    <a:pt x="5231033" y="2495653"/>
                  </a:lnTo>
                  <a:lnTo>
                    <a:pt x="5231683" y="2481549"/>
                  </a:lnTo>
                  <a:lnTo>
                    <a:pt x="5232333" y="2468503"/>
                  </a:lnTo>
                  <a:lnTo>
                    <a:pt x="5232983" y="2456851"/>
                  </a:lnTo>
                  <a:lnTo>
                    <a:pt x="5233633" y="2447110"/>
                  </a:lnTo>
                  <a:lnTo>
                    <a:pt x="5234283" y="2439712"/>
                  </a:lnTo>
                  <a:lnTo>
                    <a:pt x="5234932" y="2434218"/>
                  </a:lnTo>
                  <a:lnTo>
                    <a:pt x="5235582" y="2429856"/>
                  </a:lnTo>
                  <a:lnTo>
                    <a:pt x="5236232" y="2426759"/>
                  </a:lnTo>
                  <a:lnTo>
                    <a:pt x="5236882" y="2424885"/>
                  </a:lnTo>
                  <a:lnTo>
                    <a:pt x="5237532" y="2424283"/>
                  </a:lnTo>
                  <a:lnTo>
                    <a:pt x="5238182" y="2425061"/>
                  </a:lnTo>
                  <a:lnTo>
                    <a:pt x="5238832" y="2426747"/>
                  </a:lnTo>
                  <a:lnTo>
                    <a:pt x="5239482" y="2428807"/>
                  </a:lnTo>
                  <a:lnTo>
                    <a:pt x="5240132" y="2431214"/>
                  </a:lnTo>
                  <a:lnTo>
                    <a:pt x="5240782" y="2433740"/>
                  </a:lnTo>
                  <a:lnTo>
                    <a:pt x="5241432" y="2436036"/>
                  </a:lnTo>
                  <a:lnTo>
                    <a:pt x="5242082" y="2437710"/>
                  </a:lnTo>
                  <a:lnTo>
                    <a:pt x="5242732" y="2438849"/>
                  </a:lnTo>
                  <a:lnTo>
                    <a:pt x="5243382" y="2439163"/>
                  </a:lnTo>
                  <a:lnTo>
                    <a:pt x="5244032" y="2438552"/>
                  </a:lnTo>
                  <a:lnTo>
                    <a:pt x="5244681" y="2437145"/>
                  </a:lnTo>
                  <a:lnTo>
                    <a:pt x="5245331" y="2435107"/>
                  </a:lnTo>
                  <a:lnTo>
                    <a:pt x="5245981" y="2432588"/>
                  </a:lnTo>
                  <a:lnTo>
                    <a:pt x="5246631" y="2430091"/>
                  </a:lnTo>
                  <a:lnTo>
                    <a:pt x="5247281" y="2427592"/>
                  </a:lnTo>
                  <a:lnTo>
                    <a:pt x="5247931" y="2424940"/>
                  </a:lnTo>
                  <a:lnTo>
                    <a:pt x="5248581" y="2422390"/>
                  </a:lnTo>
                  <a:lnTo>
                    <a:pt x="5249231" y="2420026"/>
                  </a:lnTo>
                  <a:lnTo>
                    <a:pt x="5249881" y="2417954"/>
                  </a:lnTo>
                  <a:lnTo>
                    <a:pt x="5250531" y="2416340"/>
                  </a:lnTo>
                  <a:lnTo>
                    <a:pt x="5251181" y="2415492"/>
                  </a:lnTo>
                  <a:lnTo>
                    <a:pt x="5251831" y="2415215"/>
                  </a:lnTo>
                  <a:lnTo>
                    <a:pt x="5252481" y="2415576"/>
                  </a:lnTo>
                  <a:lnTo>
                    <a:pt x="5253131" y="2417177"/>
                  </a:lnTo>
                  <a:lnTo>
                    <a:pt x="5253781" y="2419902"/>
                  </a:lnTo>
                  <a:lnTo>
                    <a:pt x="5254431" y="2423715"/>
                  </a:lnTo>
                  <a:lnTo>
                    <a:pt x="5255080" y="2428700"/>
                  </a:lnTo>
                  <a:lnTo>
                    <a:pt x="5255730" y="2435087"/>
                  </a:lnTo>
                  <a:lnTo>
                    <a:pt x="5256380" y="2442836"/>
                  </a:lnTo>
                  <a:lnTo>
                    <a:pt x="5257030" y="2452173"/>
                  </a:lnTo>
                  <a:lnTo>
                    <a:pt x="5257680" y="2462999"/>
                  </a:lnTo>
                  <a:lnTo>
                    <a:pt x="5258330" y="2474811"/>
                  </a:lnTo>
                  <a:lnTo>
                    <a:pt x="5258980" y="2487693"/>
                  </a:lnTo>
                  <a:lnTo>
                    <a:pt x="5259630" y="2501978"/>
                  </a:lnTo>
                  <a:lnTo>
                    <a:pt x="5260280" y="2517702"/>
                  </a:lnTo>
                  <a:lnTo>
                    <a:pt x="5260930" y="2534960"/>
                  </a:lnTo>
                  <a:lnTo>
                    <a:pt x="5261580" y="2553727"/>
                  </a:lnTo>
                  <a:lnTo>
                    <a:pt x="5262230" y="2573282"/>
                  </a:lnTo>
                  <a:lnTo>
                    <a:pt x="5262880" y="2592807"/>
                  </a:lnTo>
                  <a:lnTo>
                    <a:pt x="5263530" y="2612508"/>
                  </a:lnTo>
                  <a:lnTo>
                    <a:pt x="5264180" y="2632531"/>
                  </a:lnTo>
                  <a:lnTo>
                    <a:pt x="5264829" y="2652807"/>
                  </a:lnTo>
                  <a:lnTo>
                    <a:pt x="5265479" y="2672632"/>
                  </a:lnTo>
                  <a:lnTo>
                    <a:pt x="5266129" y="2691012"/>
                  </a:lnTo>
                  <a:lnTo>
                    <a:pt x="5266779" y="2707818"/>
                  </a:lnTo>
                  <a:lnTo>
                    <a:pt x="5267429" y="2723660"/>
                  </a:lnTo>
                  <a:lnTo>
                    <a:pt x="5268079" y="2739140"/>
                  </a:lnTo>
                  <a:lnTo>
                    <a:pt x="5268729" y="2753729"/>
                  </a:lnTo>
                  <a:lnTo>
                    <a:pt x="5269379" y="2766608"/>
                  </a:lnTo>
                  <a:lnTo>
                    <a:pt x="5270029" y="2777830"/>
                  </a:lnTo>
                  <a:lnTo>
                    <a:pt x="5270679" y="2787426"/>
                  </a:lnTo>
                  <a:lnTo>
                    <a:pt x="5271329" y="2795882"/>
                  </a:lnTo>
                  <a:lnTo>
                    <a:pt x="5271979" y="2804004"/>
                  </a:lnTo>
                  <a:lnTo>
                    <a:pt x="5272629" y="2811601"/>
                  </a:lnTo>
                  <a:lnTo>
                    <a:pt x="5273279" y="2818502"/>
                  </a:lnTo>
                  <a:lnTo>
                    <a:pt x="5273929" y="2825095"/>
                  </a:lnTo>
                  <a:lnTo>
                    <a:pt x="5274579" y="2831536"/>
                  </a:lnTo>
                  <a:lnTo>
                    <a:pt x="5275228" y="2837918"/>
                  </a:lnTo>
                  <a:lnTo>
                    <a:pt x="5275878" y="2845086"/>
                  </a:lnTo>
                  <a:lnTo>
                    <a:pt x="5276528" y="2852585"/>
                  </a:lnTo>
                  <a:lnTo>
                    <a:pt x="5277178" y="2860013"/>
                  </a:lnTo>
                  <a:lnTo>
                    <a:pt x="5277828" y="2867667"/>
                  </a:lnTo>
                  <a:lnTo>
                    <a:pt x="5278478" y="2875512"/>
                  </a:lnTo>
                  <a:lnTo>
                    <a:pt x="5279128" y="2883531"/>
                  </a:lnTo>
                  <a:lnTo>
                    <a:pt x="5279778" y="2891563"/>
                  </a:lnTo>
                  <a:lnTo>
                    <a:pt x="5280428" y="2899451"/>
                  </a:lnTo>
                  <a:lnTo>
                    <a:pt x="5281078" y="2907198"/>
                  </a:lnTo>
                  <a:lnTo>
                    <a:pt x="5281728" y="2914985"/>
                  </a:lnTo>
                  <a:lnTo>
                    <a:pt x="5282378" y="2922924"/>
                  </a:lnTo>
                  <a:lnTo>
                    <a:pt x="5283028" y="2930730"/>
                  </a:lnTo>
                  <a:lnTo>
                    <a:pt x="5283678" y="2937840"/>
                  </a:lnTo>
                  <a:lnTo>
                    <a:pt x="5284328" y="2944511"/>
                  </a:lnTo>
                  <a:lnTo>
                    <a:pt x="5284977" y="2950660"/>
                  </a:lnTo>
                  <a:lnTo>
                    <a:pt x="5285627" y="2956180"/>
                  </a:lnTo>
                  <a:lnTo>
                    <a:pt x="5286277" y="2961426"/>
                  </a:lnTo>
                  <a:lnTo>
                    <a:pt x="5286927" y="2966034"/>
                  </a:lnTo>
                  <a:lnTo>
                    <a:pt x="5287577" y="2969830"/>
                  </a:lnTo>
                  <a:lnTo>
                    <a:pt x="5288227" y="2973277"/>
                  </a:lnTo>
                  <a:lnTo>
                    <a:pt x="5288877" y="2976638"/>
                  </a:lnTo>
                  <a:lnTo>
                    <a:pt x="5289527" y="2979798"/>
                  </a:lnTo>
                  <a:lnTo>
                    <a:pt x="5290177" y="2982625"/>
                  </a:lnTo>
                  <a:lnTo>
                    <a:pt x="5290827" y="2985071"/>
                  </a:lnTo>
                  <a:lnTo>
                    <a:pt x="5291477" y="2987110"/>
                  </a:lnTo>
                  <a:lnTo>
                    <a:pt x="5292127" y="2988734"/>
                  </a:lnTo>
                  <a:lnTo>
                    <a:pt x="5292777" y="2990123"/>
                  </a:lnTo>
                  <a:lnTo>
                    <a:pt x="5293427" y="2991258"/>
                  </a:lnTo>
                  <a:lnTo>
                    <a:pt x="5294077" y="2991872"/>
                  </a:lnTo>
                  <a:lnTo>
                    <a:pt x="5294727" y="2992135"/>
                  </a:lnTo>
                  <a:lnTo>
                    <a:pt x="5295376" y="2992368"/>
                  </a:lnTo>
                  <a:lnTo>
                    <a:pt x="5296026" y="2992294"/>
                  </a:lnTo>
                  <a:lnTo>
                    <a:pt x="5296676" y="2992280"/>
                  </a:lnTo>
                  <a:lnTo>
                    <a:pt x="5297326" y="2992239"/>
                  </a:lnTo>
                  <a:lnTo>
                    <a:pt x="5297976" y="2992471"/>
                  </a:lnTo>
                  <a:lnTo>
                    <a:pt x="5298626" y="2993560"/>
                  </a:lnTo>
                  <a:lnTo>
                    <a:pt x="5299276" y="2995666"/>
                  </a:lnTo>
                  <a:lnTo>
                    <a:pt x="5299926" y="2998558"/>
                  </a:lnTo>
                  <a:lnTo>
                    <a:pt x="5300576" y="3002136"/>
                  </a:lnTo>
                  <a:lnTo>
                    <a:pt x="5301226" y="3006538"/>
                  </a:lnTo>
                  <a:lnTo>
                    <a:pt x="5301876" y="3011994"/>
                  </a:lnTo>
                  <a:lnTo>
                    <a:pt x="5302526" y="3018023"/>
                  </a:lnTo>
                  <a:lnTo>
                    <a:pt x="5303176" y="3024128"/>
                  </a:lnTo>
                  <a:lnTo>
                    <a:pt x="5303826" y="3030272"/>
                  </a:lnTo>
                  <a:lnTo>
                    <a:pt x="5304476" y="3036479"/>
                  </a:lnTo>
                  <a:lnTo>
                    <a:pt x="5305125" y="3042750"/>
                  </a:lnTo>
                  <a:lnTo>
                    <a:pt x="5305775" y="3049084"/>
                  </a:lnTo>
                  <a:lnTo>
                    <a:pt x="5306425" y="3055473"/>
                  </a:lnTo>
                  <a:lnTo>
                    <a:pt x="5307075" y="3061930"/>
                  </a:lnTo>
                  <a:lnTo>
                    <a:pt x="5307725" y="3068118"/>
                  </a:lnTo>
                  <a:lnTo>
                    <a:pt x="5308375" y="3073442"/>
                  </a:lnTo>
                  <a:lnTo>
                    <a:pt x="5309025" y="3077680"/>
                  </a:lnTo>
                  <a:lnTo>
                    <a:pt x="5309675" y="3081055"/>
                  </a:lnTo>
                  <a:lnTo>
                    <a:pt x="5310325" y="3083687"/>
                  </a:lnTo>
                  <a:lnTo>
                    <a:pt x="5310975" y="3085430"/>
                  </a:lnTo>
                  <a:lnTo>
                    <a:pt x="5311625" y="3086023"/>
                  </a:lnTo>
                  <a:lnTo>
                    <a:pt x="5312275" y="3086054"/>
                  </a:lnTo>
                  <a:lnTo>
                    <a:pt x="5312925" y="3086076"/>
                  </a:lnTo>
                  <a:lnTo>
                    <a:pt x="5313575" y="3086124"/>
                  </a:lnTo>
                  <a:lnTo>
                    <a:pt x="5314225" y="3086172"/>
                  </a:lnTo>
                  <a:lnTo>
                    <a:pt x="5314875" y="3086232"/>
                  </a:lnTo>
                  <a:lnTo>
                    <a:pt x="5315524" y="3086372"/>
                  </a:lnTo>
                  <a:lnTo>
                    <a:pt x="5316174" y="3086625"/>
                  </a:lnTo>
                  <a:lnTo>
                    <a:pt x="5316824" y="3086930"/>
                  </a:lnTo>
                  <a:lnTo>
                    <a:pt x="5317474" y="3087283"/>
                  </a:lnTo>
                  <a:lnTo>
                    <a:pt x="5318124" y="3087711"/>
                  </a:lnTo>
                  <a:lnTo>
                    <a:pt x="5318774" y="3088231"/>
                  </a:lnTo>
                  <a:lnTo>
                    <a:pt x="5319424" y="3088996"/>
                  </a:lnTo>
                  <a:lnTo>
                    <a:pt x="5320074" y="3089829"/>
                  </a:lnTo>
                  <a:lnTo>
                    <a:pt x="5320724" y="3090690"/>
                  </a:lnTo>
                  <a:lnTo>
                    <a:pt x="5321374" y="3091578"/>
                  </a:lnTo>
                  <a:lnTo>
                    <a:pt x="5322024" y="3092470"/>
                  </a:lnTo>
                  <a:lnTo>
                    <a:pt x="5322674" y="3093355"/>
                  </a:lnTo>
                  <a:lnTo>
                    <a:pt x="5323324" y="3094249"/>
                  </a:lnTo>
                  <a:lnTo>
                    <a:pt x="5323974" y="3095162"/>
                  </a:lnTo>
                  <a:lnTo>
                    <a:pt x="5324624" y="3096065"/>
                  </a:lnTo>
                  <a:lnTo>
                    <a:pt x="5325273" y="3096889"/>
                  </a:lnTo>
                  <a:lnTo>
                    <a:pt x="5325923" y="3097615"/>
                  </a:lnTo>
                  <a:lnTo>
                    <a:pt x="5326573" y="3098288"/>
                  </a:lnTo>
                  <a:lnTo>
                    <a:pt x="5327223" y="3098912"/>
                  </a:lnTo>
                  <a:lnTo>
                    <a:pt x="5327873" y="3099435"/>
                  </a:lnTo>
                  <a:lnTo>
                    <a:pt x="5328523" y="3099858"/>
                  </a:lnTo>
                  <a:lnTo>
                    <a:pt x="5329173" y="3100033"/>
                  </a:lnTo>
                  <a:lnTo>
                    <a:pt x="5329823" y="3100139"/>
                  </a:lnTo>
                  <a:lnTo>
                    <a:pt x="5330473" y="3100219"/>
                  </a:lnTo>
                  <a:lnTo>
                    <a:pt x="5331123" y="3100208"/>
                  </a:lnTo>
                  <a:lnTo>
                    <a:pt x="5331773" y="3099831"/>
                  </a:lnTo>
                  <a:lnTo>
                    <a:pt x="5332423" y="3098846"/>
                  </a:lnTo>
                  <a:lnTo>
                    <a:pt x="5333073" y="3097387"/>
                  </a:lnTo>
                  <a:lnTo>
                    <a:pt x="5333723" y="3095344"/>
                  </a:lnTo>
                  <a:lnTo>
                    <a:pt x="5334373" y="3093070"/>
                  </a:lnTo>
                  <a:lnTo>
                    <a:pt x="5335023" y="3090471"/>
                  </a:lnTo>
                  <a:lnTo>
                    <a:pt x="5335672" y="3087336"/>
                  </a:lnTo>
                  <a:lnTo>
                    <a:pt x="5336322" y="3083972"/>
                  </a:lnTo>
                  <a:lnTo>
                    <a:pt x="5336972" y="3080482"/>
                  </a:lnTo>
                  <a:lnTo>
                    <a:pt x="5337622" y="3076995"/>
                  </a:lnTo>
                  <a:lnTo>
                    <a:pt x="5338272" y="3073528"/>
                  </a:lnTo>
                  <a:lnTo>
                    <a:pt x="5338922" y="3070079"/>
                  </a:lnTo>
                  <a:lnTo>
                    <a:pt x="5339572" y="3066617"/>
                  </a:lnTo>
                  <a:lnTo>
                    <a:pt x="5340222" y="3063172"/>
                  </a:lnTo>
                  <a:lnTo>
                    <a:pt x="5340872" y="3059804"/>
                  </a:lnTo>
                  <a:lnTo>
                    <a:pt x="5341522" y="3056769"/>
                  </a:lnTo>
                  <a:lnTo>
                    <a:pt x="5342172" y="3054312"/>
                  </a:lnTo>
                  <a:lnTo>
                    <a:pt x="5342822" y="3052179"/>
                  </a:lnTo>
                  <a:lnTo>
                    <a:pt x="5343472" y="3050277"/>
                  </a:lnTo>
                  <a:lnTo>
                    <a:pt x="5344122" y="3048372"/>
                  </a:lnTo>
                  <a:lnTo>
                    <a:pt x="5344772" y="3046762"/>
                  </a:lnTo>
                  <a:lnTo>
                    <a:pt x="5345421" y="3045654"/>
                  </a:lnTo>
                  <a:lnTo>
                    <a:pt x="5346071" y="3044760"/>
                  </a:lnTo>
                  <a:lnTo>
                    <a:pt x="5346721" y="3043985"/>
                  </a:lnTo>
                  <a:lnTo>
                    <a:pt x="5347371" y="3043215"/>
                  </a:lnTo>
                  <a:lnTo>
                    <a:pt x="5348021" y="3042448"/>
                  </a:lnTo>
                  <a:lnTo>
                    <a:pt x="5348671" y="3041653"/>
                  </a:lnTo>
                  <a:lnTo>
                    <a:pt x="5349321" y="3040361"/>
                  </a:lnTo>
                  <a:lnTo>
                    <a:pt x="5349971" y="3038366"/>
                  </a:lnTo>
                  <a:lnTo>
                    <a:pt x="5350621" y="3035641"/>
                  </a:lnTo>
                  <a:lnTo>
                    <a:pt x="5351271" y="3031830"/>
                  </a:lnTo>
                  <a:lnTo>
                    <a:pt x="5351921" y="3026567"/>
                  </a:lnTo>
                  <a:lnTo>
                    <a:pt x="5352571" y="3020234"/>
                  </a:lnTo>
                  <a:lnTo>
                    <a:pt x="5353221" y="3013230"/>
                  </a:lnTo>
                  <a:lnTo>
                    <a:pt x="5353871" y="3006014"/>
                  </a:lnTo>
                  <a:lnTo>
                    <a:pt x="5354521" y="2998664"/>
                  </a:lnTo>
                  <a:lnTo>
                    <a:pt x="5355171" y="2991156"/>
                  </a:lnTo>
                  <a:lnTo>
                    <a:pt x="5355820" y="2983691"/>
                  </a:lnTo>
                  <a:lnTo>
                    <a:pt x="5356470" y="2976319"/>
                  </a:lnTo>
                  <a:lnTo>
                    <a:pt x="5357120" y="2968721"/>
                  </a:lnTo>
                  <a:lnTo>
                    <a:pt x="5357770" y="2960843"/>
                  </a:lnTo>
                  <a:lnTo>
                    <a:pt x="5358420" y="2952651"/>
                  </a:lnTo>
                  <a:lnTo>
                    <a:pt x="5359070" y="2944659"/>
                  </a:lnTo>
                  <a:lnTo>
                    <a:pt x="5359720" y="2937026"/>
                  </a:lnTo>
                  <a:lnTo>
                    <a:pt x="5360370" y="2929504"/>
                  </a:lnTo>
                  <a:lnTo>
                    <a:pt x="5361020" y="2922110"/>
                  </a:lnTo>
                  <a:lnTo>
                    <a:pt x="5361670" y="2915578"/>
                  </a:lnTo>
                  <a:lnTo>
                    <a:pt x="5362320" y="2909589"/>
                  </a:lnTo>
                  <a:lnTo>
                    <a:pt x="5362970" y="2903833"/>
                  </a:lnTo>
                  <a:lnTo>
                    <a:pt x="5363620" y="2898040"/>
                  </a:lnTo>
                  <a:lnTo>
                    <a:pt x="5364270" y="2892223"/>
                  </a:lnTo>
                  <a:lnTo>
                    <a:pt x="5364920" y="2886655"/>
                  </a:lnTo>
                  <a:lnTo>
                    <a:pt x="5365569" y="2880697"/>
                  </a:lnTo>
                  <a:lnTo>
                    <a:pt x="5366219" y="2874175"/>
                  </a:lnTo>
                  <a:lnTo>
                    <a:pt x="5366869" y="2867241"/>
                  </a:lnTo>
                  <a:lnTo>
                    <a:pt x="5367519" y="2860139"/>
                  </a:lnTo>
                  <a:lnTo>
                    <a:pt x="5368169" y="2852871"/>
                  </a:lnTo>
                  <a:lnTo>
                    <a:pt x="5368819" y="2845087"/>
                  </a:lnTo>
                  <a:lnTo>
                    <a:pt x="5369469" y="2837041"/>
                  </a:lnTo>
                  <a:lnTo>
                    <a:pt x="5370119" y="2828989"/>
                  </a:lnTo>
                  <a:lnTo>
                    <a:pt x="5370769" y="2821261"/>
                  </a:lnTo>
                  <a:lnTo>
                    <a:pt x="5371419" y="2813328"/>
                  </a:lnTo>
                  <a:lnTo>
                    <a:pt x="5372069" y="2805254"/>
                  </a:lnTo>
                  <a:lnTo>
                    <a:pt x="5372719" y="2797097"/>
                  </a:lnTo>
                  <a:lnTo>
                    <a:pt x="5373369" y="2788472"/>
                  </a:lnTo>
                  <a:lnTo>
                    <a:pt x="5374019" y="2777954"/>
                  </a:lnTo>
                  <a:lnTo>
                    <a:pt x="5374669" y="2764611"/>
                  </a:lnTo>
                  <a:lnTo>
                    <a:pt x="5375318" y="2749081"/>
                  </a:lnTo>
                  <a:lnTo>
                    <a:pt x="5375968" y="2731590"/>
                  </a:lnTo>
                  <a:lnTo>
                    <a:pt x="5376618" y="2712514"/>
                  </a:lnTo>
                  <a:lnTo>
                    <a:pt x="5377268" y="2691643"/>
                  </a:lnTo>
                  <a:lnTo>
                    <a:pt x="5377918" y="2669374"/>
                  </a:lnTo>
                  <a:lnTo>
                    <a:pt x="5378568" y="2646838"/>
                  </a:lnTo>
                  <a:lnTo>
                    <a:pt x="5379218" y="2624900"/>
                  </a:lnTo>
                  <a:lnTo>
                    <a:pt x="5379868" y="2603842"/>
                  </a:lnTo>
                  <a:lnTo>
                    <a:pt x="5380518" y="2583727"/>
                  </a:lnTo>
                  <a:lnTo>
                    <a:pt x="5381168" y="2564684"/>
                  </a:lnTo>
                  <a:lnTo>
                    <a:pt x="5381818" y="2546907"/>
                  </a:lnTo>
                  <a:lnTo>
                    <a:pt x="5382468" y="2530432"/>
                  </a:lnTo>
                  <a:lnTo>
                    <a:pt x="5383118" y="2515348"/>
                  </a:lnTo>
                  <a:lnTo>
                    <a:pt x="5383768" y="2502509"/>
                  </a:lnTo>
                  <a:lnTo>
                    <a:pt x="5384418" y="2492465"/>
                  </a:lnTo>
                  <a:lnTo>
                    <a:pt x="5385068" y="2484939"/>
                  </a:lnTo>
                  <a:lnTo>
                    <a:pt x="5385717" y="2479803"/>
                  </a:lnTo>
                  <a:lnTo>
                    <a:pt x="5386367" y="2476718"/>
                  </a:lnTo>
                  <a:lnTo>
                    <a:pt x="5387017" y="2475706"/>
                  </a:lnTo>
                  <a:lnTo>
                    <a:pt x="5387667" y="2476655"/>
                  </a:lnTo>
                  <a:lnTo>
                    <a:pt x="5388317" y="2478932"/>
                  </a:lnTo>
                  <a:lnTo>
                    <a:pt x="5388967" y="2481753"/>
                  </a:lnTo>
                  <a:lnTo>
                    <a:pt x="5389617" y="2484993"/>
                  </a:lnTo>
                  <a:lnTo>
                    <a:pt x="5390267" y="2488519"/>
                  </a:lnTo>
                  <a:lnTo>
                    <a:pt x="5390917" y="2492302"/>
                  </a:lnTo>
                  <a:lnTo>
                    <a:pt x="5391567" y="2496073"/>
                  </a:lnTo>
                  <a:lnTo>
                    <a:pt x="5392217" y="2499738"/>
                  </a:lnTo>
                  <a:lnTo>
                    <a:pt x="5392867" y="2503363"/>
                  </a:lnTo>
                  <a:lnTo>
                    <a:pt x="5393517" y="2506702"/>
                  </a:lnTo>
                  <a:lnTo>
                    <a:pt x="5394167" y="2508373"/>
                  </a:lnTo>
                  <a:lnTo>
                    <a:pt x="5394817" y="2508507"/>
                  </a:lnTo>
                  <a:lnTo>
                    <a:pt x="5395466" y="2507164"/>
                  </a:lnTo>
                  <a:lnTo>
                    <a:pt x="5396116" y="2504499"/>
                  </a:lnTo>
                  <a:lnTo>
                    <a:pt x="5396766" y="2500780"/>
                  </a:lnTo>
                  <a:lnTo>
                    <a:pt x="5397416" y="2496339"/>
                  </a:lnTo>
                  <a:lnTo>
                    <a:pt x="5398066" y="2492012"/>
                  </a:lnTo>
                  <a:lnTo>
                    <a:pt x="5398716" y="2488161"/>
                  </a:lnTo>
                  <a:lnTo>
                    <a:pt x="5399366" y="2484630"/>
                  </a:lnTo>
                  <a:lnTo>
                    <a:pt x="5400016" y="2481316"/>
                  </a:lnTo>
                  <a:lnTo>
                    <a:pt x="5400666" y="2478323"/>
                  </a:lnTo>
                  <a:lnTo>
                    <a:pt x="5401316" y="2475744"/>
                  </a:lnTo>
                  <a:lnTo>
                    <a:pt x="5401966" y="2473392"/>
                  </a:lnTo>
                  <a:lnTo>
                    <a:pt x="5402616" y="2471055"/>
                  </a:lnTo>
                  <a:lnTo>
                    <a:pt x="5403266" y="2468787"/>
                  </a:lnTo>
                  <a:lnTo>
                    <a:pt x="5403916" y="2467874"/>
                  </a:lnTo>
                  <a:lnTo>
                    <a:pt x="5404566" y="2468287"/>
                  </a:lnTo>
                  <a:lnTo>
                    <a:pt x="5405216" y="2470102"/>
                  </a:lnTo>
                  <a:lnTo>
                    <a:pt x="5405865" y="2473493"/>
                  </a:lnTo>
                  <a:lnTo>
                    <a:pt x="5406515" y="2479119"/>
                  </a:lnTo>
                  <a:lnTo>
                    <a:pt x="5407165" y="2487284"/>
                  </a:lnTo>
                  <a:lnTo>
                    <a:pt x="5407815" y="2497358"/>
                  </a:lnTo>
                  <a:lnTo>
                    <a:pt x="5408465" y="2509068"/>
                  </a:lnTo>
                  <a:lnTo>
                    <a:pt x="5409115" y="2522374"/>
                  </a:lnTo>
                  <a:lnTo>
                    <a:pt x="5409765" y="2537573"/>
                  </a:lnTo>
                  <a:lnTo>
                    <a:pt x="5410415" y="2554574"/>
                  </a:lnTo>
                  <a:lnTo>
                    <a:pt x="5411065" y="2572761"/>
                  </a:lnTo>
                  <a:lnTo>
                    <a:pt x="5411715" y="2591523"/>
                  </a:lnTo>
                  <a:lnTo>
                    <a:pt x="5412365" y="2610718"/>
                  </a:lnTo>
                  <a:lnTo>
                    <a:pt x="5413015" y="2630301"/>
                  </a:lnTo>
                  <a:lnTo>
                    <a:pt x="5413665" y="2650089"/>
                  </a:lnTo>
                  <a:lnTo>
                    <a:pt x="5414315" y="2669874"/>
                  </a:lnTo>
                  <a:lnTo>
                    <a:pt x="5414965" y="2689435"/>
                  </a:lnTo>
                  <a:lnTo>
                    <a:pt x="5415614" y="2708635"/>
                  </a:lnTo>
                  <a:lnTo>
                    <a:pt x="5416264" y="2726264"/>
                  </a:lnTo>
                  <a:lnTo>
                    <a:pt x="5416914" y="2741349"/>
                  </a:lnTo>
                  <a:lnTo>
                    <a:pt x="5417564" y="2753741"/>
                  </a:lnTo>
                  <a:lnTo>
                    <a:pt x="5418214" y="2763311"/>
                  </a:lnTo>
                  <a:lnTo>
                    <a:pt x="5418864" y="2770208"/>
                  </a:lnTo>
                  <a:lnTo>
                    <a:pt x="5419514" y="2774113"/>
                  </a:lnTo>
                  <a:lnTo>
                    <a:pt x="5420164" y="2775105"/>
                  </a:lnTo>
                  <a:lnTo>
                    <a:pt x="5420814" y="2774077"/>
                  </a:lnTo>
                  <a:lnTo>
                    <a:pt x="5421464" y="2772145"/>
                  </a:lnTo>
                  <a:lnTo>
                    <a:pt x="5422114" y="2769590"/>
                  </a:lnTo>
                  <a:lnTo>
                    <a:pt x="5422764" y="2766093"/>
                  </a:lnTo>
                  <a:lnTo>
                    <a:pt x="5423414" y="2761062"/>
                  </a:lnTo>
                  <a:lnTo>
                    <a:pt x="5424064" y="2755590"/>
                  </a:lnTo>
                  <a:lnTo>
                    <a:pt x="5424714" y="2749970"/>
                  </a:lnTo>
                  <a:lnTo>
                    <a:pt x="5425364" y="2744245"/>
                  </a:lnTo>
                  <a:lnTo>
                    <a:pt x="5426013" y="2738532"/>
                  </a:lnTo>
                  <a:lnTo>
                    <a:pt x="5426663" y="2733538"/>
                  </a:lnTo>
                  <a:lnTo>
                    <a:pt x="5427313" y="2728542"/>
                  </a:lnTo>
                  <a:lnTo>
                    <a:pt x="5427963" y="2724556"/>
                  </a:lnTo>
                  <a:lnTo>
                    <a:pt x="5428613" y="2721769"/>
                  </a:lnTo>
                  <a:lnTo>
                    <a:pt x="5429263" y="2719963"/>
                  </a:lnTo>
                  <a:lnTo>
                    <a:pt x="5429913" y="2718691"/>
                  </a:lnTo>
                  <a:lnTo>
                    <a:pt x="5430563" y="2717200"/>
                  </a:lnTo>
                  <a:lnTo>
                    <a:pt x="5431213" y="2715830"/>
                  </a:lnTo>
                  <a:lnTo>
                    <a:pt x="5431863" y="2714746"/>
                  </a:lnTo>
                  <a:lnTo>
                    <a:pt x="5432513" y="2714241"/>
                  </a:lnTo>
                  <a:lnTo>
                    <a:pt x="5433163" y="2714749"/>
                  </a:lnTo>
                  <a:lnTo>
                    <a:pt x="5433813" y="2715383"/>
                  </a:lnTo>
                  <a:lnTo>
                    <a:pt x="5434463" y="2715778"/>
                  </a:lnTo>
                  <a:lnTo>
                    <a:pt x="5435113" y="2715876"/>
                  </a:lnTo>
                  <a:lnTo>
                    <a:pt x="5435762" y="2715323"/>
                  </a:lnTo>
                  <a:lnTo>
                    <a:pt x="5436412" y="2713068"/>
                  </a:lnTo>
                  <a:lnTo>
                    <a:pt x="5437062" y="2709489"/>
                  </a:lnTo>
                  <a:lnTo>
                    <a:pt x="5437712" y="2703385"/>
                  </a:lnTo>
                  <a:lnTo>
                    <a:pt x="5438362" y="2695003"/>
                  </a:lnTo>
                  <a:lnTo>
                    <a:pt x="5439012" y="2684657"/>
                  </a:lnTo>
                  <a:lnTo>
                    <a:pt x="5439662" y="2672577"/>
                  </a:lnTo>
                  <a:lnTo>
                    <a:pt x="5440312" y="2659439"/>
                  </a:lnTo>
                  <a:lnTo>
                    <a:pt x="5440962" y="2644680"/>
                  </a:lnTo>
                  <a:lnTo>
                    <a:pt x="5441612" y="2629189"/>
                  </a:lnTo>
                  <a:lnTo>
                    <a:pt x="5442262" y="2613524"/>
                  </a:lnTo>
                  <a:lnTo>
                    <a:pt x="5442912" y="2597355"/>
                  </a:lnTo>
                  <a:lnTo>
                    <a:pt x="5443562" y="2580612"/>
                  </a:lnTo>
                  <a:lnTo>
                    <a:pt x="5444212" y="2563964"/>
                  </a:lnTo>
                  <a:lnTo>
                    <a:pt x="5444862" y="2546934"/>
                  </a:lnTo>
                  <a:lnTo>
                    <a:pt x="5445512" y="2529786"/>
                  </a:lnTo>
                  <a:lnTo>
                    <a:pt x="5446161" y="2512308"/>
                  </a:lnTo>
                  <a:lnTo>
                    <a:pt x="5446811" y="2494515"/>
                  </a:lnTo>
                  <a:lnTo>
                    <a:pt x="5447461" y="2476905"/>
                  </a:lnTo>
                  <a:lnTo>
                    <a:pt x="5448111" y="2459320"/>
                  </a:lnTo>
                  <a:lnTo>
                    <a:pt x="5448761" y="2441407"/>
                  </a:lnTo>
                  <a:lnTo>
                    <a:pt x="5449411" y="2422534"/>
                  </a:lnTo>
                  <a:lnTo>
                    <a:pt x="5450061" y="2403132"/>
                  </a:lnTo>
                  <a:lnTo>
                    <a:pt x="5450711" y="2383849"/>
                  </a:lnTo>
                  <a:lnTo>
                    <a:pt x="5451361" y="2364445"/>
                  </a:lnTo>
                  <a:lnTo>
                    <a:pt x="5452011" y="2344796"/>
                  </a:lnTo>
                  <a:lnTo>
                    <a:pt x="5452661" y="2325052"/>
                  </a:lnTo>
                  <a:lnTo>
                    <a:pt x="5453311" y="2305631"/>
                  </a:lnTo>
                  <a:lnTo>
                    <a:pt x="5453961" y="2286460"/>
                  </a:lnTo>
                  <a:lnTo>
                    <a:pt x="5454611" y="2267543"/>
                  </a:lnTo>
                  <a:lnTo>
                    <a:pt x="5455261" y="2249121"/>
                  </a:lnTo>
                  <a:lnTo>
                    <a:pt x="5455910" y="2231708"/>
                  </a:lnTo>
                  <a:lnTo>
                    <a:pt x="5456560" y="2215025"/>
                  </a:lnTo>
                  <a:lnTo>
                    <a:pt x="5457210" y="2198782"/>
                  </a:lnTo>
                  <a:lnTo>
                    <a:pt x="5457860" y="2182654"/>
                  </a:lnTo>
                  <a:lnTo>
                    <a:pt x="5458510" y="2167019"/>
                  </a:lnTo>
                  <a:lnTo>
                    <a:pt x="5459160" y="2153020"/>
                  </a:lnTo>
                  <a:lnTo>
                    <a:pt x="5459810" y="2140701"/>
                  </a:lnTo>
                  <a:lnTo>
                    <a:pt x="5460460" y="2129396"/>
                  </a:lnTo>
                  <a:lnTo>
                    <a:pt x="5461110" y="2118843"/>
                  </a:lnTo>
                  <a:lnTo>
                    <a:pt x="5461760" y="2109251"/>
                  </a:lnTo>
                  <a:lnTo>
                    <a:pt x="5462410" y="2100897"/>
                  </a:lnTo>
                  <a:lnTo>
                    <a:pt x="5463060" y="2093589"/>
                  </a:lnTo>
                  <a:lnTo>
                    <a:pt x="5463710" y="2086957"/>
                  </a:lnTo>
                  <a:lnTo>
                    <a:pt x="5464360" y="2081205"/>
                  </a:lnTo>
                  <a:lnTo>
                    <a:pt x="5465010" y="2076207"/>
                  </a:lnTo>
                  <a:lnTo>
                    <a:pt x="5465660" y="2071809"/>
                  </a:lnTo>
                  <a:lnTo>
                    <a:pt x="5466309" y="2068337"/>
                  </a:lnTo>
                  <a:lnTo>
                    <a:pt x="5466959" y="2065917"/>
                  </a:lnTo>
                  <a:lnTo>
                    <a:pt x="5467609" y="2064743"/>
                  </a:lnTo>
                  <a:lnTo>
                    <a:pt x="5468259" y="2064771"/>
                  </a:lnTo>
                  <a:lnTo>
                    <a:pt x="5468909" y="2065531"/>
                  </a:lnTo>
                  <a:lnTo>
                    <a:pt x="5469559" y="2066810"/>
                  </a:lnTo>
                  <a:lnTo>
                    <a:pt x="5470209" y="2068955"/>
                  </a:lnTo>
                  <a:lnTo>
                    <a:pt x="5470859" y="2071921"/>
                  </a:lnTo>
                  <a:lnTo>
                    <a:pt x="5471509" y="2075403"/>
                  </a:lnTo>
                  <a:lnTo>
                    <a:pt x="5472159" y="2079200"/>
                  </a:lnTo>
                  <a:lnTo>
                    <a:pt x="5472809" y="2083292"/>
                  </a:lnTo>
                  <a:lnTo>
                    <a:pt x="5473459" y="2088091"/>
                  </a:lnTo>
                  <a:lnTo>
                    <a:pt x="5474109" y="2093334"/>
                  </a:lnTo>
                  <a:lnTo>
                    <a:pt x="5474759" y="2098861"/>
                  </a:lnTo>
                  <a:lnTo>
                    <a:pt x="5475409" y="2104830"/>
                  </a:lnTo>
                  <a:lnTo>
                    <a:pt x="5476058" y="2111195"/>
                  </a:lnTo>
                  <a:lnTo>
                    <a:pt x="5476708" y="2117648"/>
                  </a:lnTo>
                  <a:lnTo>
                    <a:pt x="5477358" y="2124414"/>
                  </a:lnTo>
                  <a:lnTo>
                    <a:pt x="5478008" y="2131356"/>
                  </a:lnTo>
                  <a:lnTo>
                    <a:pt x="5478658" y="2138526"/>
                  </a:lnTo>
                  <a:lnTo>
                    <a:pt x="5479308" y="2146035"/>
                  </a:lnTo>
                  <a:lnTo>
                    <a:pt x="5479958" y="2153568"/>
                  </a:lnTo>
                  <a:lnTo>
                    <a:pt x="5480608" y="2161275"/>
                  </a:lnTo>
                  <a:lnTo>
                    <a:pt x="5481258" y="2169534"/>
                  </a:lnTo>
                  <a:lnTo>
                    <a:pt x="5481908" y="2178800"/>
                  </a:lnTo>
                  <a:lnTo>
                    <a:pt x="5482558" y="2189013"/>
                  </a:lnTo>
                  <a:lnTo>
                    <a:pt x="5483208" y="2200015"/>
                  </a:lnTo>
                  <a:lnTo>
                    <a:pt x="5483858" y="2211897"/>
                  </a:lnTo>
                  <a:lnTo>
                    <a:pt x="5484508" y="2224722"/>
                  </a:lnTo>
                  <a:lnTo>
                    <a:pt x="5485158" y="2238474"/>
                  </a:lnTo>
                  <a:lnTo>
                    <a:pt x="5485808" y="2252882"/>
                  </a:lnTo>
                  <a:lnTo>
                    <a:pt x="5486457" y="2268155"/>
                  </a:lnTo>
                  <a:lnTo>
                    <a:pt x="5487107" y="2284285"/>
                  </a:lnTo>
                  <a:lnTo>
                    <a:pt x="5487757" y="2301170"/>
                  </a:lnTo>
                  <a:lnTo>
                    <a:pt x="5488407" y="2318472"/>
                  </a:lnTo>
                  <a:lnTo>
                    <a:pt x="5489057" y="2335892"/>
                  </a:lnTo>
                  <a:lnTo>
                    <a:pt x="5489707" y="2353951"/>
                  </a:lnTo>
                  <a:lnTo>
                    <a:pt x="5490357" y="2373034"/>
                  </a:lnTo>
                  <a:lnTo>
                    <a:pt x="5491007" y="2392653"/>
                  </a:lnTo>
                  <a:lnTo>
                    <a:pt x="5491657" y="2412048"/>
                  </a:lnTo>
                  <a:lnTo>
                    <a:pt x="5492307" y="2431147"/>
                  </a:lnTo>
                  <a:lnTo>
                    <a:pt x="5492957" y="2450062"/>
                  </a:lnTo>
                  <a:lnTo>
                    <a:pt x="5493607" y="2468989"/>
                  </a:lnTo>
                  <a:lnTo>
                    <a:pt x="5494257" y="2487331"/>
                  </a:lnTo>
                  <a:lnTo>
                    <a:pt x="5494907" y="2504140"/>
                  </a:lnTo>
                  <a:lnTo>
                    <a:pt x="5495557" y="2519835"/>
                  </a:lnTo>
                  <a:lnTo>
                    <a:pt x="5496206" y="2534575"/>
                  </a:lnTo>
                  <a:lnTo>
                    <a:pt x="5496856" y="2547920"/>
                  </a:lnTo>
                  <a:lnTo>
                    <a:pt x="5497506" y="2560032"/>
                  </a:lnTo>
                  <a:lnTo>
                    <a:pt x="5498156" y="2571151"/>
                  </a:lnTo>
                  <a:lnTo>
                    <a:pt x="5498806" y="2581363"/>
                  </a:lnTo>
                  <a:lnTo>
                    <a:pt x="5499456" y="2590459"/>
                  </a:lnTo>
                  <a:lnTo>
                    <a:pt x="5500106" y="2597675"/>
                  </a:lnTo>
                  <a:lnTo>
                    <a:pt x="5500756" y="2602842"/>
                  </a:lnTo>
                  <a:lnTo>
                    <a:pt x="5501406" y="2606140"/>
                  </a:lnTo>
                  <a:lnTo>
                    <a:pt x="5502056" y="2607925"/>
                  </a:lnTo>
                  <a:lnTo>
                    <a:pt x="5502706" y="2607903"/>
                  </a:lnTo>
                  <a:lnTo>
                    <a:pt x="5503356" y="2606079"/>
                  </a:lnTo>
                  <a:lnTo>
                    <a:pt x="5504006" y="2602904"/>
                  </a:lnTo>
                  <a:lnTo>
                    <a:pt x="5504656" y="2599658"/>
                  </a:lnTo>
                  <a:lnTo>
                    <a:pt x="5505306" y="2596487"/>
                  </a:lnTo>
                  <a:lnTo>
                    <a:pt x="5505956" y="2593297"/>
                  </a:lnTo>
                  <a:lnTo>
                    <a:pt x="5506605" y="2589954"/>
                  </a:lnTo>
                  <a:lnTo>
                    <a:pt x="5507255" y="2586093"/>
                  </a:lnTo>
                  <a:lnTo>
                    <a:pt x="5507905" y="2581771"/>
                  </a:lnTo>
                  <a:lnTo>
                    <a:pt x="5508555" y="2577481"/>
                  </a:lnTo>
                  <a:lnTo>
                    <a:pt x="5509205" y="2573439"/>
                  </a:lnTo>
                  <a:lnTo>
                    <a:pt x="5509855" y="2569913"/>
                  </a:lnTo>
                  <a:lnTo>
                    <a:pt x="5510505" y="2567210"/>
                  </a:lnTo>
                  <a:lnTo>
                    <a:pt x="5511155" y="2565504"/>
                  </a:lnTo>
                  <a:lnTo>
                    <a:pt x="5511805" y="2564644"/>
                  </a:lnTo>
                  <a:lnTo>
                    <a:pt x="5512455" y="2564945"/>
                  </a:lnTo>
                  <a:lnTo>
                    <a:pt x="5513105" y="2566116"/>
                  </a:lnTo>
                  <a:lnTo>
                    <a:pt x="5513755" y="2568189"/>
                  </a:lnTo>
                  <a:lnTo>
                    <a:pt x="5514405" y="2570851"/>
                  </a:lnTo>
                  <a:lnTo>
                    <a:pt x="5515055" y="2573624"/>
                  </a:lnTo>
                  <a:lnTo>
                    <a:pt x="5515705" y="2575577"/>
                  </a:lnTo>
                  <a:lnTo>
                    <a:pt x="5516354" y="2577084"/>
                  </a:lnTo>
                  <a:lnTo>
                    <a:pt x="5517004" y="2578794"/>
                  </a:lnTo>
                  <a:lnTo>
                    <a:pt x="5517654" y="2580588"/>
                  </a:lnTo>
                  <a:lnTo>
                    <a:pt x="5518304" y="2582019"/>
                  </a:lnTo>
                  <a:lnTo>
                    <a:pt x="5518954" y="2582814"/>
                  </a:lnTo>
                  <a:lnTo>
                    <a:pt x="5519604" y="2582892"/>
                  </a:lnTo>
                  <a:lnTo>
                    <a:pt x="5520254" y="2582646"/>
                  </a:lnTo>
                  <a:lnTo>
                    <a:pt x="5520904" y="2582199"/>
                  </a:lnTo>
                  <a:lnTo>
                    <a:pt x="5521554" y="2581564"/>
                  </a:lnTo>
                  <a:lnTo>
                    <a:pt x="5522204" y="2580478"/>
                  </a:lnTo>
                  <a:lnTo>
                    <a:pt x="5522854" y="2579298"/>
                  </a:lnTo>
                  <a:lnTo>
                    <a:pt x="5523504" y="2578447"/>
                  </a:lnTo>
                  <a:lnTo>
                    <a:pt x="5524154" y="2577224"/>
                  </a:lnTo>
                  <a:lnTo>
                    <a:pt x="5524804" y="2576078"/>
                  </a:lnTo>
                  <a:lnTo>
                    <a:pt x="5525454" y="2575769"/>
                  </a:lnTo>
                  <a:lnTo>
                    <a:pt x="5526103" y="2575974"/>
                  </a:lnTo>
                  <a:lnTo>
                    <a:pt x="5526753" y="2576590"/>
                  </a:lnTo>
                  <a:lnTo>
                    <a:pt x="5527403" y="2577963"/>
                  </a:lnTo>
                  <a:lnTo>
                    <a:pt x="5528053" y="2579986"/>
                  </a:lnTo>
                  <a:lnTo>
                    <a:pt x="5528703" y="2582807"/>
                  </a:lnTo>
                  <a:lnTo>
                    <a:pt x="5529353" y="2586263"/>
                  </a:lnTo>
                  <a:lnTo>
                    <a:pt x="5530003" y="2589867"/>
                  </a:lnTo>
                  <a:lnTo>
                    <a:pt x="5530653" y="2593279"/>
                  </a:lnTo>
                  <a:lnTo>
                    <a:pt x="5531303" y="2596339"/>
                  </a:lnTo>
                  <a:lnTo>
                    <a:pt x="5531953" y="2598986"/>
                  </a:lnTo>
                  <a:lnTo>
                    <a:pt x="5532603" y="2601505"/>
                  </a:lnTo>
                  <a:lnTo>
                    <a:pt x="5533253" y="2604019"/>
                  </a:lnTo>
                  <a:lnTo>
                    <a:pt x="5533903" y="2607056"/>
                  </a:lnTo>
                  <a:lnTo>
                    <a:pt x="5534553" y="2610310"/>
                  </a:lnTo>
                  <a:lnTo>
                    <a:pt x="5535203" y="2614052"/>
                  </a:lnTo>
                  <a:lnTo>
                    <a:pt x="5535853" y="2618463"/>
                  </a:lnTo>
                  <a:lnTo>
                    <a:pt x="5536502" y="2624006"/>
                  </a:lnTo>
                  <a:lnTo>
                    <a:pt x="5537152" y="2630033"/>
                  </a:lnTo>
                  <a:lnTo>
                    <a:pt x="5537802" y="2636446"/>
                  </a:lnTo>
                  <a:lnTo>
                    <a:pt x="5538452" y="2643284"/>
                  </a:lnTo>
                  <a:lnTo>
                    <a:pt x="5539102" y="2650429"/>
                  </a:lnTo>
                  <a:lnTo>
                    <a:pt x="5539752" y="2657970"/>
                  </a:lnTo>
                  <a:lnTo>
                    <a:pt x="5540402" y="2665706"/>
                  </a:lnTo>
                  <a:lnTo>
                    <a:pt x="5541052" y="2673289"/>
                  </a:lnTo>
                  <a:lnTo>
                    <a:pt x="5541702" y="2680115"/>
                  </a:lnTo>
                  <a:lnTo>
                    <a:pt x="5542352" y="2685769"/>
                  </a:lnTo>
                  <a:lnTo>
                    <a:pt x="5543002" y="2690016"/>
                  </a:lnTo>
                  <a:lnTo>
                    <a:pt x="5543652" y="2693071"/>
                  </a:lnTo>
                  <a:lnTo>
                    <a:pt x="5544302" y="2695231"/>
                  </a:lnTo>
                  <a:lnTo>
                    <a:pt x="5544952" y="2696629"/>
                  </a:lnTo>
                  <a:lnTo>
                    <a:pt x="5545602" y="2697558"/>
                  </a:lnTo>
                  <a:lnTo>
                    <a:pt x="5546251" y="2697671"/>
                  </a:lnTo>
                  <a:lnTo>
                    <a:pt x="5546901" y="2697435"/>
                  </a:lnTo>
                  <a:lnTo>
                    <a:pt x="5547551" y="2697038"/>
                  </a:lnTo>
                  <a:lnTo>
                    <a:pt x="5548201" y="2696958"/>
                  </a:lnTo>
                  <a:lnTo>
                    <a:pt x="5548851" y="2697049"/>
                  </a:lnTo>
                  <a:lnTo>
                    <a:pt x="5549501" y="2696939"/>
                  </a:lnTo>
                  <a:lnTo>
                    <a:pt x="5550151" y="2696644"/>
                  </a:lnTo>
                  <a:lnTo>
                    <a:pt x="5550801" y="2696543"/>
                  </a:lnTo>
                  <a:lnTo>
                    <a:pt x="5551451" y="2697356"/>
                  </a:lnTo>
                  <a:lnTo>
                    <a:pt x="5552101" y="2699519"/>
                  </a:lnTo>
                  <a:lnTo>
                    <a:pt x="5552751" y="2703037"/>
                  </a:lnTo>
                  <a:lnTo>
                    <a:pt x="5553401" y="2707435"/>
                  </a:lnTo>
                  <a:lnTo>
                    <a:pt x="5554051" y="2712974"/>
                  </a:lnTo>
                  <a:lnTo>
                    <a:pt x="5554701" y="2719363"/>
                  </a:lnTo>
                  <a:lnTo>
                    <a:pt x="5555351" y="2726176"/>
                  </a:lnTo>
                  <a:lnTo>
                    <a:pt x="5556001" y="2733088"/>
                  </a:lnTo>
                  <a:lnTo>
                    <a:pt x="5556650" y="2740019"/>
                  </a:lnTo>
                  <a:lnTo>
                    <a:pt x="5557300" y="2746792"/>
                  </a:lnTo>
                  <a:lnTo>
                    <a:pt x="5557950" y="2752764"/>
                  </a:lnTo>
                  <a:lnTo>
                    <a:pt x="5558600" y="2758536"/>
                  </a:lnTo>
                  <a:lnTo>
                    <a:pt x="5559250" y="2764491"/>
                  </a:lnTo>
                  <a:lnTo>
                    <a:pt x="5559900" y="2770771"/>
                  </a:lnTo>
                  <a:lnTo>
                    <a:pt x="5560550" y="2777354"/>
                  </a:lnTo>
                  <a:lnTo>
                    <a:pt x="5561200" y="2783908"/>
                  </a:lnTo>
                  <a:lnTo>
                    <a:pt x="5561850" y="2790161"/>
                  </a:lnTo>
                  <a:lnTo>
                    <a:pt x="5562500" y="2796046"/>
                  </a:lnTo>
                  <a:lnTo>
                    <a:pt x="5563150" y="2801803"/>
                  </a:lnTo>
                  <a:lnTo>
                    <a:pt x="5563800" y="2806898"/>
                  </a:lnTo>
                  <a:lnTo>
                    <a:pt x="5564450" y="2811352"/>
                  </a:lnTo>
                  <a:lnTo>
                    <a:pt x="5565100" y="2815108"/>
                  </a:lnTo>
                  <a:lnTo>
                    <a:pt x="5565750" y="2818226"/>
                  </a:lnTo>
                  <a:lnTo>
                    <a:pt x="5566399" y="2820741"/>
                  </a:lnTo>
                  <a:lnTo>
                    <a:pt x="5567049" y="2822899"/>
                  </a:lnTo>
                  <a:lnTo>
                    <a:pt x="5567699" y="2824804"/>
                  </a:lnTo>
                  <a:lnTo>
                    <a:pt x="5568349" y="2826263"/>
                  </a:lnTo>
                  <a:lnTo>
                    <a:pt x="5568999" y="2827122"/>
                  </a:lnTo>
                  <a:lnTo>
                    <a:pt x="5569649" y="2827492"/>
                  </a:lnTo>
                  <a:lnTo>
                    <a:pt x="5570299" y="2827453"/>
                  </a:lnTo>
                  <a:lnTo>
                    <a:pt x="5570949" y="2826922"/>
                  </a:lnTo>
                  <a:lnTo>
                    <a:pt x="5571599" y="2826147"/>
                  </a:lnTo>
                  <a:lnTo>
                    <a:pt x="5572249" y="2824980"/>
                  </a:lnTo>
                  <a:lnTo>
                    <a:pt x="5572899" y="2823603"/>
                  </a:lnTo>
                  <a:lnTo>
                    <a:pt x="5573549" y="2822458"/>
                  </a:lnTo>
                  <a:lnTo>
                    <a:pt x="5574199" y="2822189"/>
                  </a:lnTo>
                  <a:lnTo>
                    <a:pt x="5574849" y="2822922"/>
                  </a:lnTo>
                  <a:lnTo>
                    <a:pt x="5575499" y="2824557"/>
                  </a:lnTo>
                  <a:lnTo>
                    <a:pt x="5576149" y="2826976"/>
                  </a:lnTo>
                  <a:lnTo>
                    <a:pt x="5576798" y="2829994"/>
                  </a:lnTo>
                  <a:lnTo>
                    <a:pt x="5577448" y="2833308"/>
                  </a:lnTo>
                  <a:lnTo>
                    <a:pt x="5578098" y="2836672"/>
                  </a:lnTo>
                  <a:lnTo>
                    <a:pt x="5578748" y="2840046"/>
                  </a:lnTo>
                  <a:lnTo>
                    <a:pt x="5579398" y="2843518"/>
                  </a:lnTo>
                  <a:lnTo>
                    <a:pt x="5580048" y="2847286"/>
                  </a:lnTo>
                  <a:lnTo>
                    <a:pt x="5580698" y="2851556"/>
                  </a:lnTo>
                  <a:lnTo>
                    <a:pt x="5581348" y="2856317"/>
                  </a:lnTo>
                  <a:lnTo>
                    <a:pt x="5581998" y="2861700"/>
                  </a:lnTo>
                  <a:lnTo>
                    <a:pt x="5582648" y="2867617"/>
                  </a:lnTo>
                  <a:lnTo>
                    <a:pt x="5583298" y="2873631"/>
                  </a:lnTo>
                  <a:lnTo>
                    <a:pt x="5583948" y="2878878"/>
                  </a:lnTo>
                  <a:lnTo>
                    <a:pt x="5584598" y="2883194"/>
                  </a:lnTo>
                  <a:lnTo>
                    <a:pt x="5585248" y="2886421"/>
                  </a:lnTo>
                  <a:lnTo>
                    <a:pt x="5585898" y="2889174"/>
                  </a:lnTo>
                  <a:lnTo>
                    <a:pt x="5586547" y="2891248"/>
                  </a:lnTo>
                  <a:lnTo>
                    <a:pt x="5587197" y="2892964"/>
                  </a:lnTo>
                  <a:lnTo>
                    <a:pt x="5587847" y="2894580"/>
                  </a:lnTo>
                  <a:lnTo>
                    <a:pt x="5588497" y="2896173"/>
                  </a:lnTo>
                  <a:lnTo>
                    <a:pt x="5589147" y="2897775"/>
                  </a:lnTo>
                  <a:lnTo>
                    <a:pt x="5589797" y="2899286"/>
                  </a:lnTo>
                  <a:lnTo>
                    <a:pt x="5590447" y="2900651"/>
                  </a:lnTo>
                  <a:lnTo>
                    <a:pt x="5591097" y="2901541"/>
                  </a:lnTo>
                  <a:lnTo>
                    <a:pt x="5591747" y="2901898"/>
                  </a:lnTo>
                  <a:lnTo>
                    <a:pt x="5592397" y="2901272"/>
                  </a:lnTo>
                  <a:lnTo>
                    <a:pt x="5593047" y="2899563"/>
                  </a:lnTo>
                  <a:lnTo>
                    <a:pt x="5593697" y="2896775"/>
                  </a:lnTo>
                  <a:lnTo>
                    <a:pt x="5594347" y="2891960"/>
                  </a:lnTo>
                  <a:lnTo>
                    <a:pt x="5594997" y="2883821"/>
                  </a:lnTo>
                  <a:lnTo>
                    <a:pt x="5595647" y="2871841"/>
                  </a:lnTo>
                  <a:lnTo>
                    <a:pt x="5596297" y="2856334"/>
                  </a:lnTo>
                  <a:lnTo>
                    <a:pt x="5596946" y="2836853"/>
                  </a:lnTo>
                  <a:lnTo>
                    <a:pt x="5597596" y="2814698"/>
                  </a:lnTo>
                  <a:lnTo>
                    <a:pt x="5598246" y="2790307"/>
                  </a:lnTo>
                  <a:lnTo>
                    <a:pt x="5598896" y="2765061"/>
                  </a:lnTo>
                  <a:lnTo>
                    <a:pt x="5599546" y="2740482"/>
                  </a:lnTo>
                  <a:lnTo>
                    <a:pt x="5600196" y="2716834"/>
                  </a:lnTo>
                  <a:lnTo>
                    <a:pt x="5600846" y="2694223"/>
                  </a:lnTo>
                  <a:lnTo>
                    <a:pt x="5601496" y="2672673"/>
                  </a:lnTo>
                  <a:lnTo>
                    <a:pt x="5602146" y="2652405"/>
                  </a:lnTo>
                  <a:lnTo>
                    <a:pt x="5602796" y="2633441"/>
                  </a:lnTo>
                  <a:lnTo>
                    <a:pt x="5603446" y="2615976"/>
                  </a:lnTo>
                  <a:lnTo>
                    <a:pt x="5604096" y="2600582"/>
                  </a:lnTo>
                  <a:lnTo>
                    <a:pt x="5604746" y="2588354"/>
                  </a:lnTo>
                  <a:lnTo>
                    <a:pt x="5605396" y="2579191"/>
                  </a:lnTo>
                  <a:lnTo>
                    <a:pt x="5606046" y="2572955"/>
                  </a:lnTo>
                  <a:lnTo>
                    <a:pt x="5606695" y="2569638"/>
                  </a:lnTo>
                  <a:lnTo>
                    <a:pt x="5607345" y="2568111"/>
                  </a:lnTo>
                  <a:lnTo>
                    <a:pt x="5607995" y="2568198"/>
                  </a:lnTo>
                  <a:lnTo>
                    <a:pt x="5608645" y="2568780"/>
                  </a:lnTo>
                  <a:lnTo>
                    <a:pt x="5609295" y="2568693"/>
                  </a:lnTo>
                  <a:lnTo>
                    <a:pt x="5609945" y="2567421"/>
                  </a:lnTo>
                  <a:lnTo>
                    <a:pt x="5610595" y="2564964"/>
                  </a:lnTo>
                  <a:lnTo>
                    <a:pt x="5611245" y="2561622"/>
                  </a:lnTo>
                  <a:lnTo>
                    <a:pt x="5611895" y="2558028"/>
                  </a:lnTo>
                  <a:lnTo>
                    <a:pt x="5612545" y="2554145"/>
                  </a:lnTo>
                  <a:lnTo>
                    <a:pt x="5613195" y="2549866"/>
                  </a:lnTo>
                  <a:lnTo>
                    <a:pt x="5613845" y="2544953"/>
                  </a:lnTo>
                  <a:lnTo>
                    <a:pt x="5614495" y="2539123"/>
                  </a:lnTo>
                  <a:lnTo>
                    <a:pt x="5615145" y="2532562"/>
                  </a:lnTo>
                  <a:lnTo>
                    <a:pt x="5615795" y="2525743"/>
                  </a:lnTo>
                  <a:lnTo>
                    <a:pt x="5616445" y="2519088"/>
                  </a:lnTo>
                  <a:lnTo>
                    <a:pt x="5617094" y="2512982"/>
                  </a:lnTo>
                  <a:lnTo>
                    <a:pt x="5617744" y="2507376"/>
                  </a:lnTo>
                  <a:lnTo>
                    <a:pt x="5618394" y="2502634"/>
                  </a:lnTo>
                  <a:lnTo>
                    <a:pt x="5619044" y="2498924"/>
                  </a:lnTo>
                  <a:lnTo>
                    <a:pt x="5619694" y="2496381"/>
                  </a:lnTo>
                  <a:lnTo>
                    <a:pt x="5620344" y="2494921"/>
                  </a:lnTo>
                  <a:lnTo>
                    <a:pt x="5620994" y="2494273"/>
                  </a:lnTo>
                  <a:lnTo>
                    <a:pt x="5621644" y="2493825"/>
                  </a:lnTo>
                  <a:lnTo>
                    <a:pt x="5622294" y="2493575"/>
                  </a:lnTo>
                  <a:lnTo>
                    <a:pt x="5622944" y="2493524"/>
                  </a:lnTo>
                  <a:lnTo>
                    <a:pt x="5623594" y="2493895"/>
                  </a:lnTo>
                  <a:lnTo>
                    <a:pt x="5624244" y="2494817"/>
                  </a:lnTo>
                  <a:lnTo>
                    <a:pt x="5624894" y="2496333"/>
                  </a:lnTo>
                  <a:lnTo>
                    <a:pt x="5625544" y="2498223"/>
                  </a:lnTo>
                  <a:lnTo>
                    <a:pt x="5626194" y="2500482"/>
                  </a:lnTo>
                  <a:lnTo>
                    <a:pt x="5626843" y="2503664"/>
                  </a:lnTo>
                  <a:lnTo>
                    <a:pt x="5627493" y="2508737"/>
                  </a:lnTo>
                  <a:lnTo>
                    <a:pt x="5628143" y="2515731"/>
                  </a:lnTo>
                  <a:lnTo>
                    <a:pt x="5628793" y="2524796"/>
                  </a:lnTo>
                  <a:lnTo>
                    <a:pt x="5629443" y="2536584"/>
                  </a:lnTo>
                  <a:lnTo>
                    <a:pt x="5630093" y="2550595"/>
                  </a:lnTo>
                  <a:lnTo>
                    <a:pt x="5630743" y="2566517"/>
                  </a:lnTo>
                  <a:lnTo>
                    <a:pt x="5631393" y="2583537"/>
                  </a:lnTo>
                  <a:lnTo>
                    <a:pt x="5632043" y="2600631"/>
                  </a:lnTo>
                  <a:lnTo>
                    <a:pt x="5632693" y="2617740"/>
                  </a:lnTo>
                  <a:lnTo>
                    <a:pt x="5633343" y="2634854"/>
                  </a:lnTo>
                  <a:lnTo>
                    <a:pt x="5633993" y="2651591"/>
                  </a:lnTo>
                  <a:lnTo>
                    <a:pt x="5634643" y="2667778"/>
                  </a:lnTo>
                  <a:lnTo>
                    <a:pt x="5635293" y="2683623"/>
                  </a:lnTo>
                  <a:lnTo>
                    <a:pt x="5635943" y="2699167"/>
                  </a:lnTo>
                  <a:lnTo>
                    <a:pt x="5636593" y="2713690"/>
                  </a:lnTo>
                  <a:lnTo>
                    <a:pt x="5637242" y="2725890"/>
                  </a:lnTo>
                  <a:lnTo>
                    <a:pt x="5637892" y="2735509"/>
                  </a:lnTo>
                  <a:lnTo>
                    <a:pt x="5638542" y="2742192"/>
                  </a:lnTo>
                  <a:lnTo>
                    <a:pt x="5639192" y="2745627"/>
                  </a:lnTo>
                  <a:lnTo>
                    <a:pt x="5639842" y="2747236"/>
                  </a:lnTo>
                  <a:lnTo>
                    <a:pt x="5640492" y="2747631"/>
                  </a:lnTo>
                  <a:lnTo>
                    <a:pt x="5641142" y="2748288"/>
                  </a:lnTo>
                  <a:lnTo>
                    <a:pt x="5641792" y="2750686"/>
                  </a:lnTo>
                  <a:lnTo>
                    <a:pt x="5642442" y="2755300"/>
                  </a:lnTo>
                  <a:lnTo>
                    <a:pt x="5643092" y="2761994"/>
                  </a:lnTo>
                  <a:lnTo>
                    <a:pt x="5643742" y="2770760"/>
                  </a:lnTo>
                  <a:lnTo>
                    <a:pt x="5644392" y="2780567"/>
                  </a:lnTo>
                  <a:lnTo>
                    <a:pt x="5645042" y="2791048"/>
                  </a:lnTo>
                  <a:lnTo>
                    <a:pt x="5645692" y="2801943"/>
                  </a:lnTo>
                  <a:lnTo>
                    <a:pt x="5646342" y="2813517"/>
                  </a:lnTo>
                  <a:lnTo>
                    <a:pt x="5646991" y="2826048"/>
                  </a:lnTo>
                  <a:lnTo>
                    <a:pt x="5647641" y="2839593"/>
                  </a:lnTo>
                  <a:lnTo>
                    <a:pt x="5648291" y="2854008"/>
                  </a:lnTo>
                  <a:lnTo>
                    <a:pt x="5648941" y="2868830"/>
                  </a:lnTo>
                  <a:lnTo>
                    <a:pt x="5649591" y="2883405"/>
                  </a:lnTo>
                  <a:lnTo>
                    <a:pt x="5650241" y="2897661"/>
                  </a:lnTo>
                  <a:lnTo>
                    <a:pt x="5650891" y="2910891"/>
                  </a:lnTo>
                  <a:lnTo>
                    <a:pt x="5651541" y="2922656"/>
                  </a:lnTo>
                  <a:lnTo>
                    <a:pt x="5652191" y="2932184"/>
                  </a:lnTo>
                  <a:lnTo>
                    <a:pt x="5652841" y="2939293"/>
                  </a:lnTo>
                  <a:lnTo>
                    <a:pt x="5653491" y="2944158"/>
                  </a:lnTo>
                  <a:lnTo>
                    <a:pt x="5654141" y="2948106"/>
                  </a:lnTo>
                  <a:lnTo>
                    <a:pt x="5654791" y="2951616"/>
                  </a:lnTo>
                  <a:lnTo>
                    <a:pt x="5655441" y="2954854"/>
                  </a:lnTo>
                  <a:lnTo>
                    <a:pt x="5656091" y="2957207"/>
                  </a:lnTo>
                  <a:lnTo>
                    <a:pt x="5656740" y="2957488"/>
                  </a:lnTo>
                  <a:lnTo>
                    <a:pt x="5657390" y="2955207"/>
                  </a:lnTo>
                  <a:lnTo>
                    <a:pt x="5658040" y="2950108"/>
                  </a:lnTo>
                  <a:lnTo>
                    <a:pt x="5658690" y="2941871"/>
                  </a:lnTo>
                  <a:lnTo>
                    <a:pt x="5659340" y="2930969"/>
                  </a:lnTo>
                  <a:lnTo>
                    <a:pt x="5659990" y="2918069"/>
                  </a:lnTo>
                  <a:lnTo>
                    <a:pt x="5660640" y="2904051"/>
                  </a:lnTo>
                  <a:lnTo>
                    <a:pt x="5661290" y="2889986"/>
                  </a:lnTo>
                  <a:lnTo>
                    <a:pt x="5661940" y="2876411"/>
                  </a:lnTo>
                  <a:lnTo>
                    <a:pt x="5662590" y="2863647"/>
                  </a:lnTo>
                  <a:lnTo>
                    <a:pt x="5663240" y="2852490"/>
                  </a:lnTo>
                  <a:lnTo>
                    <a:pt x="5663890" y="2842998"/>
                  </a:lnTo>
                  <a:lnTo>
                    <a:pt x="5664540" y="2834695"/>
                  </a:lnTo>
                  <a:lnTo>
                    <a:pt x="5665190" y="2827183"/>
                  </a:lnTo>
                  <a:lnTo>
                    <a:pt x="5665840" y="2820439"/>
                  </a:lnTo>
                  <a:lnTo>
                    <a:pt x="5666490" y="2815445"/>
                  </a:lnTo>
                  <a:lnTo>
                    <a:pt x="5667139" y="2812388"/>
                  </a:lnTo>
                  <a:lnTo>
                    <a:pt x="5667789" y="2811233"/>
                  </a:lnTo>
                  <a:lnTo>
                    <a:pt x="5668439" y="2811958"/>
                  </a:lnTo>
                  <a:lnTo>
                    <a:pt x="5669089" y="2813995"/>
                  </a:lnTo>
                  <a:lnTo>
                    <a:pt x="5669739" y="2816789"/>
                  </a:lnTo>
                  <a:lnTo>
                    <a:pt x="5670389" y="2820028"/>
                  </a:lnTo>
                  <a:lnTo>
                    <a:pt x="5671039" y="2823020"/>
                  </a:lnTo>
                  <a:lnTo>
                    <a:pt x="5671689" y="2824835"/>
                  </a:lnTo>
                  <a:lnTo>
                    <a:pt x="5672339" y="2825597"/>
                  </a:lnTo>
                  <a:lnTo>
                    <a:pt x="5672989" y="2825020"/>
                  </a:lnTo>
                  <a:lnTo>
                    <a:pt x="5673639" y="2822980"/>
                  </a:lnTo>
                  <a:lnTo>
                    <a:pt x="5674289" y="2819307"/>
                  </a:lnTo>
                  <a:lnTo>
                    <a:pt x="5674939" y="2814493"/>
                  </a:lnTo>
                  <a:lnTo>
                    <a:pt x="5675589" y="2808895"/>
                  </a:lnTo>
                  <a:lnTo>
                    <a:pt x="5676239" y="2802444"/>
                  </a:lnTo>
                  <a:lnTo>
                    <a:pt x="5676888" y="2795445"/>
                  </a:lnTo>
                  <a:lnTo>
                    <a:pt x="5677538" y="2788304"/>
                  </a:lnTo>
                  <a:lnTo>
                    <a:pt x="5678188" y="2781410"/>
                  </a:lnTo>
                  <a:lnTo>
                    <a:pt x="5678838" y="2775034"/>
                  </a:lnTo>
                  <a:lnTo>
                    <a:pt x="5679488" y="2769320"/>
                  </a:lnTo>
                  <a:lnTo>
                    <a:pt x="5680138" y="2764230"/>
                  </a:lnTo>
                  <a:lnTo>
                    <a:pt x="5680788" y="2759741"/>
                  </a:lnTo>
                  <a:lnTo>
                    <a:pt x="5681438" y="2756265"/>
                  </a:lnTo>
                  <a:lnTo>
                    <a:pt x="5682088" y="2753507"/>
                  </a:lnTo>
                  <a:lnTo>
                    <a:pt x="5682738" y="2751232"/>
                  </a:lnTo>
                  <a:lnTo>
                    <a:pt x="5683388" y="2749401"/>
                  </a:lnTo>
                  <a:lnTo>
                    <a:pt x="5684038" y="2748217"/>
                  </a:lnTo>
                  <a:lnTo>
                    <a:pt x="5684688" y="2747565"/>
                  </a:lnTo>
                  <a:lnTo>
                    <a:pt x="5685338" y="2747468"/>
                  </a:lnTo>
                  <a:lnTo>
                    <a:pt x="5685988" y="2747935"/>
                  </a:lnTo>
                  <a:lnTo>
                    <a:pt x="5686638" y="2748788"/>
                  </a:lnTo>
                  <a:lnTo>
                    <a:pt x="5687287" y="2749707"/>
                  </a:lnTo>
                  <a:lnTo>
                    <a:pt x="5687937" y="2750603"/>
                  </a:lnTo>
                  <a:lnTo>
                    <a:pt x="5688587" y="2751466"/>
                  </a:lnTo>
                  <a:lnTo>
                    <a:pt x="5689237" y="2752892"/>
                  </a:lnTo>
                  <a:lnTo>
                    <a:pt x="5689887" y="2755295"/>
                  </a:lnTo>
                  <a:lnTo>
                    <a:pt x="5690537" y="2759021"/>
                  </a:lnTo>
                  <a:lnTo>
                    <a:pt x="5691187" y="2764472"/>
                  </a:lnTo>
                  <a:lnTo>
                    <a:pt x="5691837" y="2771429"/>
                  </a:lnTo>
                  <a:lnTo>
                    <a:pt x="5692487" y="2779715"/>
                  </a:lnTo>
                  <a:lnTo>
                    <a:pt x="5693137" y="2789114"/>
                  </a:lnTo>
                  <a:lnTo>
                    <a:pt x="5693787" y="2799022"/>
                  </a:lnTo>
                  <a:lnTo>
                    <a:pt x="5694437" y="2809024"/>
                  </a:lnTo>
                  <a:lnTo>
                    <a:pt x="5695087" y="2818819"/>
                  </a:lnTo>
                  <a:lnTo>
                    <a:pt x="5695737" y="2827984"/>
                  </a:lnTo>
                  <a:lnTo>
                    <a:pt x="5696387" y="2836429"/>
                  </a:lnTo>
                  <a:lnTo>
                    <a:pt x="5697036" y="2844486"/>
                  </a:lnTo>
                  <a:lnTo>
                    <a:pt x="5697686" y="2852320"/>
                  </a:lnTo>
                  <a:lnTo>
                    <a:pt x="5698336" y="2859667"/>
                  </a:lnTo>
                  <a:lnTo>
                    <a:pt x="5698986" y="2865882"/>
                  </a:lnTo>
                  <a:lnTo>
                    <a:pt x="5699636" y="2870715"/>
                  </a:lnTo>
                  <a:lnTo>
                    <a:pt x="5700286" y="2873932"/>
                  </a:lnTo>
                  <a:lnTo>
                    <a:pt x="5700936" y="2875225"/>
                  </a:lnTo>
                  <a:lnTo>
                    <a:pt x="5701586" y="2875029"/>
                  </a:lnTo>
                  <a:lnTo>
                    <a:pt x="5702236" y="2872731"/>
                  </a:lnTo>
                  <a:lnTo>
                    <a:pt x="5702886" y="2868249"/>
                  </a:lnTo>
                  <a:lnTo>
                    <a:pt x="5703536" y="2861850"/>
                  </a:lnTo>
                  <a:lnTo>
                    <a:pt x="5704186" y="2854956"/>
                  </a:lnTo>
                  <a:lnTo>
                    <a:pt x="5704836" y="2847579"/>
                  </a:lnTo>
                  <a:lnTo>
                    <a:pt x="5705486" y="2839387"/>
                  </a:lnTo>
                  <a:lnTo>
                    <a:pt x="5706136" y="2830767"/>
                  </a:lnTo>
                  <a:lnTo>
                    <a:pt x="5706786" y="2822975"/>
                  </a:lnTo>
                  <a:lnTo>
                    <a:pt x="5707435" y="2816041"/>
                  </a:lnTo>
                  <a:lnTo>
                    <a:pt x="5708085" y="2810147"/>
                  </a:lnTo>
                  <a:lnTo>
                    <a:pt x="5708735" y="2804869"/>
                  </a:lnTo>
                  <a:lnTo>
                    <a:pt x="5709385" y="2799815"/>
                  </a:lnTo>
                  <a:lnTo>
                    <a:pt x="5710035" y="2794827"/>
                  </a:lnTo>
                  <a:lnTo>
                    <a:pt x="5710685" y="2789729"/>
                  </a:lnTo>
                  <a:lnTo>
                    <a:pt x="5711335" y="2784179"/>
                  </a:lnTo>
                  <a:lnTo>
                    <a:pt x="5711985" y="2778783"/>
                  </a:lnTo>
                  <a:lnTo>
                    <a:pt x="5712635" y="2773808"/>
                  </a:lnTo>
                  <a:lnTo>
                    <a:pt x="5713285" y="2769901"/>
                  </a:lnTo>
                  <a:lnTo>
                    <a:pt x="5713935" y="2766425"/>
                  </a:lnTo>
                  <a:lnTo>
                    <a:pt x="5714585" y="2763602"/>
                  </a:lnTo>
                  <a:lnTo>
                    <a:pt x="5715235" y="2761897"/>
                  </a:lnTo>
                  <a:lnTo>
                    <a:pt x="5715885" y="2761112"/>
                  </a:lnTo>
                  <a:lnTo>
                    <a:pt x="5716535" y="2760135"/>
                  </a:lnTo>
                  <a:lnTo>
                    <a:pt x="5717184" y="2758836"/>
                  </a:lnTo>
                  <a:lnTo>
                    <a:pt x="5717834" y="2757235"/>
                  </a:lnTo>
                  <a:lnTo>
                    <a:pt x="5718484" y="2755592"/>
                  </a:lnTo>
                  <a:lnTo>
                    <a:pt x="5719134" y="2754030"/>
                  </a:lnTo>
                  <a:lnTo>
                    <a:pt x="5719784" y="2752557"/>
                  </a:lnTo>
                  <a:lnTo>
                    <a:pt x="5720434" y="2751253"/>
                  </a:lnTo>
                  <a:lnTo>
                    <a:pt x="5721084" y="2750502"/>
                  </a:lnTo>
                  <a:lnTo>
                    <a:pt x="5721734" y="2750414"/>
                  </a:lnTo>
                  <a:lnTo>
                    <a:pt x="5722384" y="2750992"/>
                  </a:lnTo>
                  <a:lnTo>
                    <a:pt x="5723034" y="2752049"/>
                  </a:lnTo>
                  <a:lnTo>
                    <a:pt x="5723684" y="2753246"/>
                  </a:lnTo>
                  <a:lnTo>
                    <a:pt x="5724334" y="2754553"/>
                  </a:lnTo>
                  <a:lnTo>
                    <a:pt x="5724984" y="2755809"/>
                  </a:lnTo>
                  <a:lnTo>
                    <a:pt x="5725634" y="2757038"/>
                  </a:lnTo>
                  <a:lnTo>
                    <a:pt x="5726284" y="2758226"/>
                  </a:lnTo>
                  <a:lnTo>
                    <a:pt x="5726934" y="2759374"/>
                  </a:lnTo>
                  <a:lnTo>
                    <a:pt x="5727583" y="2760607"/>
                  </a:lnTo>
                  <a:lnTo>
                    <a:pt x="5728233" y="2762095"/>
                  </a:lnTo>
                  <a:lnTo>
                    <a:pt x="5728883" y="2763970"/>
                  </a:lnTo>
                  <a:lnTo>
                    <a:pt x="5729533" y="2766227"/>
                  </a:lnTo>
                  <a:lnTo>
                    <a:pt x="5730183" y="2768755"/>
                  </a:lnTo>
                  <a:lnTo>
                    <a:pt x="5730833" y="2771604"/>
                  </a:lnTo>
                  <a:lnTo>
                    <a:pt x="5731483" y="2774598"/>
                  </a:lnTo>
                  <a:lnTo>
                    <a:pt x="5732133" y="2777272"/>
                  </a:lnTo>
                  <a:lnTo>
                    <a:pt x="5732783" y="2779362"/>
                  </a:lnTo>
                  <a:lnTo>
                    <a:pt x="5733433" y="2780862"/>
                  </a:lnTo>
                  <a:lnTo>
                    <a:pt x="5734083" y="2781852"/>
                  </a:lnTo>
                  <a:lnTo>
                    <a:pt x="5734733" y="2783571"/>
                  </a:lnTo>
                  <a:lnTo>
                    <a:pt x="5735383" y="2786328"/>
                  </a:lnTo>
                  <a:lnTo>
                    <a:pt x="5736033" y="2790684"/>
                  </a:lnTo>
                  <a:lnTo>
                    <a:pt x="5736683" y="2796647"/>
                  </a:lnTo>
                  <a:lnTo>
                    <a:pt x="5737332" y="2804009"/>
                  </a:lnTo>
                  <a:lnTo>
                    <a:pt x="5737982" y="2812872"/>
                  </a:lnTo>
                  <a:lnTo>
                    <a:pt x="5738632" y="2822869"/>
                  </a:lnTo>
                  <a:lnTo>
                    <a:pt x="5739282" y="2832990"/>
                  </a:lnTo>
                  <a:lnTo>
                    <a:pt x="5739932" y="2842979"/>
                  </a:lnTo>
                  <a:lnTo>
                    <a:pt x="5740582" y="2852469"/>
                  </a:lnTo>
                  <a:lnTo>
                    <a:pt x="5741232" y="2861721"/>
                  </a:lnTo>
                  <a:lnTo>
                    <a:pt x="5741882" y="2871305"/>
                  </a:lnTo>
                  <a:lnTo>
                    <a:pt x="5742532" y="2881269"/>
                  </a:lnTo>
                  <a:lnTo>
                    <a:pt x="5743182" y="2891991"/>
                  </a:lnTo>
                  <a:lnTo>
                    <a:pt x="5743832" y="2903799"/>
                  </a:lnTo>
                  <a:lnTo>
                    <a:pt x="5744482" y="2915544"/>
                  </a:lnTo>
                  <a:lnTo>
                    <a:pt x="5745132" y="2926882"/>
                  </a:lnTo>
                  <a:lnTo>
                    <a:pt x="5745782" y="2936817"/>
                  </a:lnTo>
                  <a:lnTo>
                    <a:pt x="5746432" y="2945077"/>
                  </a:lnTo>
                  <a:lnTo>
                    <a:pt x="5747082" y="2951639"/>
                  </a:lnTo>
                  <a:lnTo>
                    <a:pt x="5747731" y="2956132"/>
                  </a:lnTo>
                  <a:lnTo>
                    <a:pt x="5748381" y="2958875"/>
                  </a:lnTo>
                  <a:lnTo>
                    <a:pt x="5749031" y="2961150"/>
                  </a:lnTo>
                  <a:lnTo>
                    <a:pt x="5749681" y="2963374"/>
                  </a:lnTo>
                  <a:lnTo>
                    <a:pt x="5750331" y="2965670"/>
                  </a:lnTo>
                  <a:lnTo>
                    <a:pt x="5750981" y="2967956"/>
                  </a:lnTo>
                  <a:lnTo>
                    <a:pt x="5751631" y="2970267"/>
                  </a:lnTo>
                  <a:lnTo>
                    <a:pt x="5752281" y="2972851"/>
                  </a:lnTo>
                  <a:lnTo>
                    <a:pt x="5752931" y="2975500"/>
                  </a:lnTo>
                  <a:lnTo>
                    <a:pt x="5753581" y="2977730"/>
                  </a:lnTo>
                  <a:lnTo>
                    <a:pt x="5754231" y="2979370"/>
                  </a:lnTo>
                  <a:lnTo>
                    <a:pt x="5754881" y="2980321"/>
                  </a:lnTo>
                  <a:lnTo>
                    <a:pt x="5755531" y="2980901"/>
                  </a:lnTo>
                  <a:lnTo>
                    <a:pt x="5756181" y="2981582"/>
                  </a:lnTo>
                  <a:lnTo>
                    <a:pt x="5756831" y="2982409"/>
                  </a:lnTo>
                  <a:lnTo>
                    <a:pt x="5757480" y="2983361"/>
                  </a:lnTo>
                  <a:lnTo>
                    <a:pt x="5758130" y="2984317"/>
                  </a:lnTo>
                  <a:lnTo>
                    <a:pt x="5758780" y="2985274"/>
                  </a:lnTo>
                  <a:lnTo>
                    <a:pt x="5759430" y="2986246"/>
                  </a:lnTo>
                  <a:lnTo>
                    <a:pt x="5760080" y="2987240"/>
                  </a:lnTo>
                  <a:lnTo>
                    <a:pt x="5760730" y="2988235"/>
                  </a:lnTo>
                  <a:lnTo>
                    <a:pt x="5761380" y="2989213"/>
                  </a:lnTo>
                  <a:lnTo>
                    <a:pt x="5762030" y="2990189"/>
                  </a:lnTo>
                  <a:lnTo>
                    <a:pt x="5762680" y="2991186"/>
                  </a:lnTo>
                  <a:lnTo>
                    <a:pt x="5763330" y="2992159"/>
                  </a:lnTo>
                  <a:lnTo>
                    <a:pt x="5763980" y="2993242"/>
                  </a:lnTo>
                  <a:lnTo>
                    <a:pt x="5764630" y="2994864"/>
                  </a:lnTo>
                  <a:lnTo>
                    <a:pt x="5765280" y="2997119"/>
                  </a:lnTo>
                  <a:lnTo>
                    <a:pt x="5765930" y="3000085"/>
                  </a:lnTo>
                  <a:lnTo>
                    <a:pt x="5766580" y="3003857"/>
                  </a:lnTo>
                  <a:lnTo>
                    <a:pt x="5767230" y="3008190"/>
                  </a:lnTo>
                  <a:lnTo>
                    <a:pt x="5767879" y="3013221"/>
                  </a:lnTo>
                  <a:lnTo>
                    <a:pt x="5768529" y="3018842"/>
                  </a:lnTo>
                  <a:lnTo>
                    <a:pt x="5769179" y="3024548"/>
                  </a:lnTo>
                  <a:lnTo>
                    <a:pt x="5769829" y="3030308"/>
                  </a:lnTo>
                  <a:lnTo>
                    <a:pt x="5770479" y="3036122"/>
                  </a:lnTo>
                  <a:lnTo>
                    <a:pt x="5771129" y="3042005"/>
                  </a:lnTo>
                  <a:lnTo>
                    <a:pt x="5771779" y="3047993"/>
                  </a:lnTo>
                  <a:lnTo>
                    <a:pt x="5772429" y="3054110"/>
                  </a:lnTo>
                  <a:lnTo>
                    <a:pt x="5773079" y="3060358"/>
                  </a:lnTo>
                  <a:lnTo>
                    <a:pt x="5773729" y="3066578"/>
                  </a:lnTo>
                  <a:lnTo>
                    <a:pt x="5774379" y="3072325"/>
                  </a:lnTo>
                  <a:lnTo>
                    <a:pt x="5775029" y="3077731"/>
                  </a:lnTo>
                  <a:lnTo>
                    <a:pt x="5775679" y="3081860"/>
                  </a:lnTo>
                  <a:lnTo>
                    <a:pt x="5776329" y="3084428"/>
                  </a:lnTo>
                  <a:lnTo>
                    <a:pt x="5776979" y="3085766"/>
                  </a:lnTo>
                  <a:lnTo>
                    <a:pt x="5777628" y="3085884"/>
                  </a:lnTo>
                  <a:lnTo>
                    <a:pt x="5778278" y="3084924"/>
                  </a:lnTo>
                  <a:lnTo>
                    <a:pt x="5778928" y="3083449"/>
                  </a:lnTo>
                  <a:lnTo>
                    <a:pt x="5779578" y="3081790"/>
                  </a:lnTo>
                  <a:lnTo>
                    <a:pt x="5780228" y="3080131"/>
                  </a:lnTo>
                  <a:lnTo>
                    <a:pt x="5780878" y="3078464"/>
                  </a:lnTo>
                  <a:lnTo>
                    <a:pt x="5781528" y="3076746"/>
                  </a:lnTo>
                  <a:lnTo>
                    <a:pt x="5782178" y="3074937"/>
                  </a:lnTo>
                  <a:lnTo>
                    <a:pt x="5782828" y="3073035"/>
                  </a:lnTo>
                  <a:lnTo>
                    <a:pt x="5783478" y="3071043"/>
                  </a:lnTo>
                  <a:lnTo>
                    <a:pt x="5784128" y="3068909"/>
                  </a:lnTo>
                  <a:lnTo>
                    <a:pt x="5784778" y="3066374"/>
                  </a:lnTo>
                  <a:lnTo>
                    <a:pt x="5785428" y="3064024"/>
                  </a:lnTo>
                  <a:lnTo>
                    <a:pt x="5786078" y="3062101"/>
                  </a:lnTo>
                  <a:lnTo>
                    <a:pt x="5786728" y="3060623"/>
                  </a:lnTo>
                  <a:lnTo>
                    <a:pt x="5787378" y="3059588"/>
                  </a:lnTo>
                  <a:lnTo>
                    <a:pt x="5788027" y="3058992"/>
                  </a:lnTo>
                  <a:lnTo>
                    <a:pt x="5788677" y="3058834"/>
                  </a:lnTo>
                  <a:lnTo>
                    <a:pt x="5789327" y="3058833"/>
                  </a:lnTo>
                  <a:lnTo>
                    <a:pt x="5789977" y="3058833"/>
                  </a:lnTo>
                  <a:lnTo>
                    <a:pt x="5790627" y="3058833"/>
                  </a:lnTo>
                  <a:lnTo>
                    <a:pt x="5791277" y="3058833"/>
                  </a:lnTo>
                  <a:lnTo>
                    <a:pt x="5791927" y="3058833"/>
                  </a:lnTo>
                  <a:lnTo>
                    <a:pt x="5792577" y="3058833"/>
                  </a:lnTo>
                  <a:lnTo>
                    <a:pt x="5793227" y="3058833"/>
                  </a:lnTo>
                  <a:lnTo>
                    <a:pt x="5793877" y="3058833"/>
                  </a:lnTo>
                  <a:lnTo>
                    <a:pt x="5794527" y="3058833"/>
                  </a:lnTo>
                  <a:lnTo>
                    <a:pt x="5795177" y="3058833"/>
                  </a:lnTo>
                  <a:lnTo>
                    <a:pt x="5795827" y="3058833"/>
                  </a:lnTo>
                  <a:lnTo>
                    <a:pt x="5796477" y="3058833"/>
                  </a:lnTo>
                  <a:lnTo>
                    <a:pt x="5797127" y="3058833"/>
                  </a:lnTo>
                  <a:lnTo>
                    <a:pt x="5797776" y="3058833"/>
                  </a:lnTo>
                  <a:lnTo>
                    <a:pt x="5798426" y="3058833"/>
                  </a:lnTo>
                  <a:lnTo>
                    <a:pt x="5799076" y="3058833"/>
                  </a:lnTo>
                  <a:lnTo>
                    <a:pt x="5799726" y="3058833"/>
                  </a:lnTo>
                  <a:lnTo>
                    <a:pt x="5800376" y="3058823"/>
                  </a:lnTo>
                  <a:lnTo>
                    <a:pt x="5801026" y="3058787"/>
                  </a:lnTo>
                  <a:lnTo>
                    <a:pt x="5801676" y="3058726"/>
                  </a:lnTo>
                  <a:lnTo>
                    <a:pt x="5802326" y="3058639"/>
                  </a:lnTo>
                  <a:lnTo>
                    <a:pt x="5802976" y="3058526"/>
                  </a:lnTo>
                  <a:lnTo>
                    <a:pt x="5803626" y="3058389"/>
                  </a:lnTo>
                  <a:lnTo>
                    <a:pt x="5804276" y="3058229"/>
                  </a:lnTo>
                  <a:lnTo>
                    <a:pt x="5804926" y="3058070"/>
                  </a:lnTo>
                  <a:lnTo>
                    <a:pt x="5805576" y="3057910"/>
                  </a:lnTo>
                  <a:lnTo>
                    <a:pt x="5806226" y="3057725"/>
                  </a:lnTo>
                  <a:lnTo>
                    <a:pt x="5806876" y="3057515"/>
                  </a:lnTo>
                  <a:lnTo>
                    <a:pt x="5807525" y="3057315"/>
                  </a:lnTo>
                  <a:lnTo>
                    <a:pt x="5808175" y="3057526"/>
                  </a:lnTo>
                  <a:lnTo>
                    <a:pt x="5808825" y="3058149"/>
                  </a:lnTo>
                  <a:lnTo>
                    <a:pt x="5809475" y="3059141"/>
                  </a:lnTo>
                  <a:lnTo>
                    <a:pt x="5810125" y="3060499"/>
                  </a:lnTo>
                  <a:lnTo>
                    <a:pt x="5810775" y="3062320"/>
                  </a:lnTo>
                  <a:lnTo>
                    <a:pt x="5811425" y="3064614"/>
                  </a:lnTo>
                  <a:lnTo>
                    <a:pt x="5812075" y="3067101"/>
                  </a:lnTo>
                  <a:lnTo>
                    <a:pt x="5812725" y="3069625"/>
                  </a:lnTo>
                  <a:lnTo>
                    <a:pt x="5813375" y="3072186"/>
                  </a:lnTo>
                  <a:lnTo>
                    <a:pt x="5814025" y="3074781"/>
                  </a:lnTo>
                  <a:lnTo>
                    <a:pt x="5814675" y="3077387"/>
                  </a:lnTo>
                  <a:lnTo>
                    <a:pt x="5815325" y="3080003"/>
                  </a:lnTo>
                  <a:lnTo>
                    <a:pt x="5815975" y="3082658"/>
                  </a:lnTo>
                  <a:lnTo>
                    <a:pt x="5816625" y="3085352"/>
                  </a:lnTo>
                  <a:lnTo>
                    <a:pt x="5817275" y="3088046"/>
                  </a:lnTo>
                  <a:lnTo>
                    <a:pt x="5817924" y="3090319"/>
                  </a:lnTo>
                  <a:lnTo>
                    <a:pt x="5818574" y="3092163"/>
                  </a:lnTo>
                  <a:lnTo>
                    <a:pt x="5819224" y="3093624"/>
                  </a:lnTo>
                  <a:lnTo>
                    <a:pt x="5819874" y="3094713"/>
                  </a:lnTo>
                  <a:lnTo>
                    <a:pt x="5820524" y="3095330"/>
                  </a:lnTo>
                  <a:lnTo>
                    <a:pt x="5821174" y="3095432"/>
                  </a:lnTo>
                  <a:lnTo>
                    <a:pt x="5821824" y="3095330"/>
                  </a:lnTo>
                  <a:lnTo>
                    <a:pt x="5822474" y="3094851"/>
                  </a:lnTo>
                  <a:lnTo>
                    <a:pt x="5823124" y="3093917"/>
                  </a:lnTo>
                  <a:lnTo>
                    <a:pt x="5823774" y="3092585"/>
                  </a:lnTo>
                  <a:lnTo>
                    <a:pt x="5824424" y="3090916"/>
                  </a:lnTo>
                  <a:lnTo>
                    <a:pt x="5825074" y="3088441"/>
                  </a:lnTo>
                  <a:lnTo>
                    <a:pt x="5825724" y="3084911"/>
                  </a:lnTo>
                  <a:lnTo>
                    <a:pt x="5826374" y="3080258"/>
                  </a:lnTo>
                  <a:lnTo>
                    <a:pt x="5827024" y="3074794"/>
                  </a:lnTo>
                  <a:lnTo>
                    <a:pt x="5827673" y="3068541"/>
                  </a:lnTo>
                  <a:lnTo>
                    <a:pt x="5828323" y="3061618"/>
                  </a:lnTo>
                  <a:lnTo>
                    <a:pt x="5828973" y="3053808"/>
                  </a:lnTo>
                  <a:lnTo>
                    <a:pt x="5829623" y="3045363"/>
                  </a:lnTo>
                  <a:lnTo>
                    <a:pt x="5830273" y="3036956"/>
                  </a:lnTo>
                  <a:lnTo>
                    <a:pt x="5830923" y="3028619"/>
                  </a:lnTo>
                  <a:lnTo>
                    <a:pt x="5831573" y="3020397"/>
                  </a:lnTo>
                  <a:lnTo>
                    <a:pt x="5832223" y="3012614"/>
                  </a:lnTo>
                  <a:lnTo>
                    <a:pt x="5832873" y="3005338"/>
                  </a:lnTo>
                  <a:lnTo>
                    <a:pt x="5833523" y="2998517"/>
                  </a:lnTo>
                  <a:lnTo>
                    <a:pt x="5834173" y="2992087"/>
                  </a:lnTo>
                  <a:lnTo>
                    <a:pt x="5834823" y="2986437"/>
                  </a:lnTo>
                  <a:lnTo>
                    <a:pt x="5835473" y="2981759"/>
                  </a:lnTo>
                  <a:lnTo>
                    <a:pt x="5836123" y="2978098"/>
                  </a:lnTo>
                  <a:lnTo>
                    <a:pt x="5836773" y="2975115"/>
                  </a:lnTo>
                  <a:lnTo>
                    <a:pt x="5837423" y="2972779"/>
                  </a:lnTo>
                  <a:lnTo>
                    <a:pt x="5838072" y="2970755"/>
                  </a:lnTo>
                  <a:lnTo>
                    <a:pt x="5838722" y="2969220"/>
                  </a:lnTo>
                  <a:lnTo>
                    <a:pt x="5839372" y="2967982"/>
                  </a:lnTo>
                  <a:lnTo>
                    <a:pt x="5840022" y="2966473"/>
                  </a:lnTo>
                  <a:lnTo>
                    <a:pt x="5840672" y="2964916"/>
                  </a:lnTo>
                  <a:lnTo>
                    <a:pt x="5841322" y="2963381"/>
                  </a:lnTo>
                  <a:lnTo>
                    <a:pt x="5841972" y="2961783"/>
                  </a:lnTo>
                  <a:lnTo>
                    <a:pt x="5842622" y="2960081"/>
                  </a:lnTo>
                  <a:lnTo>
                    <a:pt x="5843272" y="2958283"/>
                  </a:lnTo>
                  <a:lnTo>
                    <a:pt x="5843922" y="2956386"/>
                  </a:lnTo>
                  <a:lnTo>
                    <a:pt x="5844572" y="2954389"/>
                  </a:lnTo>
                  <a:lnTo>
                    <a:pt x="5845222" y="2952298"/>
                  </a:lnTo>
                  <a:lnTo>
                    <a:pt x="5845872" y="2950146"/>
                  </a:lnTo>
                  <a:lnTo>
                    <a:pt x="5846522" y="2948014"/>
                  </a:lnTo>
                  <a:lnTo>
                    <a:pt x="5847172" y="2945967"/>
                  </a:lnTo>
                  <a:lnTo>
                    <a:pt x="5847821" y="2944230"/>
                  </a:lnTo>
                  <a:lnTo>
                    <a:pt x="5848471" y="2942833"/>
                  </a:lnTo>
                  <a:lnTo>
                    <a:pt x="5849121" y="2941779"/>
                  </a:lnTo>
                  <a:lnTo>
                    <a:pt x="5849771" y="2941069"/>
                  </a:lnTo>
                  <a:lnTo>
                    <a:pt x="5850421" y="2940487"/>
                  </a:lnTo>
                  <a:lnTo>
                    <a:pt x="5851071" y="2939889"/>
                  </a:lnTo>
                  <a:lnTo>
                    <a:pt x="5851721" y="2939293"/>
                  </a:lnTo>
                  <a:lnTo>
                    <a:pt x="5852371" y="2938752"/>
                  </a:lnTo>
                  <a:lnTo>
                    <a:pt x="5853021" y="2938257"/>
                  </a:lnTo>
                  <a:lnTo>
                    <a:pt x="5853671" y="2937813"/>
                  </a:lnTo>
                  <a:lnTo>
                    <a:pt x="5854321" y="2937414"/>
                  </a:lnTo>
                  <a:lnTo>
                    <a:pt x="5854971" y="2937341"/>
                  </a:lnTo>
                  <a:lnTo>
                    <a:pt x="5855621" y="2937667"/>
                  </a:lnTo>
                  <a:lnTo>
                    <a:pt x="5856271" y="2938349"/>
                  </a:lnTo>
                  <a:lnTo>
                    <a:pt x="5856921" y="2939296"/>
                  </a:lnTo>
                  <a:lnTo>
                    <a:pt x="5857571" y="2940850"/>
                  </a:lnTo>
                  <a:lnTo>
                    <a:pt x="5858220" y="2943030"/>
                  </a:lnTo>
                  <a:lnTo>
                    <a:pt x="5858870" y="2945721"/>
                  </a:lnTo>
                  <a:lnTo>
                    <a:pt x="5859520" y="2948500"/>
                  </a:lnTo>
                  <a:lnTo>
                    <a:pt x="5860170" y="2951228"/>
                  </a:lnTo>
                  <a:lnTo>
                    <a:pt x="5860820" y="2953684"/>
                  </a:lnTo>
                  <a:lnTo>
                    <a:pt x="5861470" y="2956103"/>
                  </a:lnTo>
                  <a:lnTo>
                    <a:pt x="5862120" y="2958435"/>
                  </a:lnTo>
                  <a:lnTo>
                    <a:pt x="5862770" y="2960579"/>
                  </a:lnTo>
                  <a:lnTo>
                    <a:pt x="5863420" y="2962779"/>
                  </a:lnTo>
                  <a:lnTo>
                    <a:pt x="5864070" y="2965035"/>
                  </a:lnTo>
                  <a:lnTo>
                    <a:pt x="5864720" y="2967020"/>
                  </a:lnTo>
                  <a:lnTo>
                    <a:pt x="5865370" y="2968628"/>
                  </a:lnTo>
                  <a:lnTo>
                    <a:pt x="5866020" y="2969900"/>
                  </a:lnTo>
                  <a:lnTo>
                    <a:pt x="5866670" y="2970887"/>
                  </a:lnTo>
                  <a:lnTo>
                    <a:pt x="5867320" y="2971215"/>
                  </a:lnTo>
                  <a:lnTo>
                    <a:pt x="5867969" y="2970614"/>
                  </a:lnTo>
                  <a:lnTo>
                    <a:pt x="5868619" y="2969182"/>
                  </a:lnTo>
                  <a:lnTo>
                    <a:pt x="5869269" y="2966965"/>
                  </a:lnTo>
                  <a:lnTo>
                    <a:pt x="5869919" y="2964102"/>
                  </a:lnTo>
                  <a:lnTo>
                    <a:pt x="5870569" y="2960283"/>
                  </a:lnTo>
                  <a:lnTo>
                    <a:pt x="5871219" y="2955102"/>
                  </a:lnTo>
                  <a:lnTo>
                    <a:pt x="5871869" y="2947933"/>
                  </a:lnTo>
                  <a:lnTo>
                    <a:pt x="5872519" y="2940093"/>
                  </a:lnTo>
                  <a:lnTo>
                    <a:pt x="5873169" y="2931318"/>
                  </a:lnTo>
                  <a:lnTo>
                    <a:pt x="5873819" y="2921318"/>
                  </a:lnTo>
                  <a:lnTo>
                    <a:pt x="5874469" y="2910136"/>
                  </a:lnTo>
                  <a:lnTo>
                    <a:pt x="5875119" y="2898452"/>
                  </a:lnTo>
                  <a:lnTo>
                    <a:pt x="5875769" y="2886350"/>
                  </a:lnTo>
                  <a:lnTo>
                    <a:pt x="5876419" y="2874115"/>
                  </a:lnTo>
                  <a:lnTo>
                    <a:pt x="5877069" y="2861806"/>
                  </a:lnTo>
                  <a:lnTo>
                    <a:pt x="5877719" y="2849691"/>
                  </a:lnTo>
                  <a:lnTo>
                    <a:pt x="5878368" y="2838070"/>
                  </a:lnTo>
                  <a:lnTo>
                    <a:pt x="5879018" y="2827189"/>
                  </a:lnTo>
                  <a:lnTo>
                    <a:pt x="5879668" y="2817001"/>
                  </a:lnTo>
                  <a:lnTo>
                    <a:pt x="5880318" y="2807624"/>
                  </a:lnTo>
                  <a:lnTo>
                    <a:pt x="5880968" y="2798830"/>
                  </a:lnTo>
                  <a:lnTo>
                    <a:pt x="5881618" y="2791119"/>
                  </a:lnTo>
                  <a:lnTo>
                    <a:pt x="5882268" y="2783555"/>
                  </a:lnTo>
                  <a:lnTo>
                    <a:pt x="5882918" y="2776237"/>
                  </a:lnTo>
                  <a:lnTo>
                    <a:pt x="5883568" y="2769695"/>
                  </a:lnTo>
                  <a:lnTo>
                    <a:pt x="5884218" y="2764065"/>
                  </a:lnTo>
                  <a:lnTo>
                    <a:pt x="5884868" y="2758925"/>
                  </a:lnTo>
                  <a:lnTo>
                    <a:pt x="5885518" y="2754292"/>
                  </a:lnTo>
                  <a:lnTo>
                    <a:pt x="5886168" y="2749963"/>
                  </a:lnTo>
                  <a:lnTo>
                    <a:pt x="5886818" y="2745935"/>
                  </a:lnTo>
                  <a:lnTo>
                    <a:pt x="5887468" y="2742163"/>
                  </a:lnTo>
                  <a:lnTo>
                    <a:pt x="5888117" y="2738263"/>
                  </a:lnTo>
                  <a:lnTo>
                    <a:pt x="5888767" y="2734221"/>
                  </a:lnTo>
                  <a:lnTo>
                    <a:pt x="5889417" y="2729947"/>
                  </a:lnTo>
                  <a:lnTo>
                    <a:pt x="5890067" y="2725826"/>
                  </a:lnTo>
                  <a:lnTo>
                    <a:pt x="5890717" y="2721997"/>
                  </a:lnTo>
                  <a:lnTo>
                    <a:pt x="5891367" y="2718610"/>
                  </a:lnTo>
                  <a:lnTo>
                    <a:pt x="5892017" y="2715705"/>
                  </a:lnTo>
                  <a:lnTo>
                    <a:pt x="5892667" y="2713425"/>
                  </a:lnTo>
                  <a:lnTo>
                    <a:pt x="5893317" y="2711345"/>
                  </a:lnTo>
                  <a:lnTo>
                    <a:pt x="5893967" y="2708811"/>
                  </a:lnTo>
                  <a:lnTo>
                    <a:pt x="5894617" y="2705788"/>
                  </a:lnTo>
                  <a:lnTo>
                    <a:pt x="5895267" y="2702385"/>
                  </a:lnTo>
                  <a:lnTo>
                    <a:pt x="5895917" y="2698244"/>
                  </a:lnTo>
                  <a:lnTo>
                    <a:pt x="5896567" y="2693451"/>
                  </a:lnTo>
                  <a:lnTo>
                    <a:pt x="5897217" y="2687880"/>
                  </a:lnTo>
                  <a:lnTo>
                    <a:pt x="5897867" y="2682096"/>
                  </a:lnTo>
                  <a:lnTo>
                    <a:pt x="5898516" y="2676492"/>
                  </a:lnTo>
                  <a:lnTo>
                    <a:pt x="5899166" y="2671220"/>
                  </a:lnTo>
                  <a:lnTo>
                    <a:pt x="5899816" y="2666184"/>
                  </a:lnTo>
                  <a:lnTo>
                    <a:pt x="5900466" y="2661687"/>
                  </a:lnTo>
                  <a:lnTo>
                    <a:pt x="5901116" y="2657606"/>
                  </a:lnTo>
                  <a:lnTo>
                    <a:pt x="5901766" y="2654169"/>
                  </a:lnTo>
                  <a:lnTo>
                    <a:pt x="5902416" y="2651193"/>
                  </a:lnTo>
                  <a:lnTo>
                    <a:pt x="5903066" y="2649309"/>
                  </a:lnTo>
                  <a:lnTo>
                    <a:pt x="5903716" y="2649155"/>
                  </a:lnTo>
                  <a:lnTo>
                    <a:pt x="5904366" y="2651111"/>
                  </a:lnTo>
                  <a:lnTo>
                    <a:pt x="5905016" y="2654317"/>
                  </a:lnTo>
                  <a:lnTo>
                    <a:pt x="5905666" y="2659022"/>
                  </a:lnTo>
                  <a:lnTo>
                    <a:pt x="5906316" y="2665313"/>
                  </a:lnTo>
                  <a:lnTo>
                    <a:pt x="5906966" y="2673443"/>
                  </a:lnTo>
                  <a:lnTo>
                    <a:pt x="5907616" y="2682671"/>
                  </a:lnTo>
                  <a:lnTo>
                    <a:pt x="5908265" y="2692625"/>
                  </a:lnTo>
                  <a:lnTo>
                    <a:pt x="5908915" y="2703087"/>
                  </a:lnTo>
                  <a:lnTo>
                    <a:pt x="5909565" y="2714039"/>
                  </a:lnTo>
                  <a:lnTo>
                    <a:pt x="5910215" y="2725283"/>
                  </a:lnTo>
                  <a:lnTo>
                    <a:pt x="5910865" y="2736416"/>
                  </a:lnTo>
                  <a:lnTo>
                    <a:pt x="5911515" y="2747042"/>
                  </a:lnTo>
                  <a:lnTo>
                    <a:pt x="5912165" y="2757111"/>
                  </a:lnTo>
                  <a:lnTo>
                    <a:pt x="5912815" y="2766294"/>
                  </a:lnTo>
                  <a:lnTo>
                    <a:pt x="5913465" y="2774692"/>
                  </a:lnTo>
                  <a:lnTo>
                    <a:pt x="5914115" y="2781725"/>
                  </a:lnTo>
                  <a:lnTo>
                    <a:pt x="5914765" y="2788201"/>
                  </a:lnTo>
                  <a:lnTo>
                    <a:pt x="5915415" y="2794364"/>
                  </a:lnTo>
                  <a:lnTo>
                    <a:pt x="5916065" y="2799869"/>
                  </a:lnTo>
                  <a:lnTo>
                    <a:pt x="5916715" y="2804496"/>
                  </a:lnTo>
                  <a:lnTo>
                    <a:pt x="5917365" y="2808590"/>
                  </a:lnTo>
                  <a:lnTo>
                    <a:pt x="5918015" y="2812152"/>
                  </a:lnTo>
                  <a:lnTo>
                    <a:pt x="5918664" y="2815409"/>
                  </a:lnTo>
                  <a:lnTo>
                    <a:pt x="5919314" y="2818350"/>
                  </a:lnTo>
                  <a:lnTo>
                    <a:pt x="5919964" y="2821021"/>
                  </a:lnTo>
                  <a:lnTo>
                    <a:pt x="5920614" y="2823998"/>
                  </a:lnTo>
                  <a:lnTo>
                    <a:pt x="5921264" y="2827408"/>
                  </a:lnTo>
                  <a:lnTo>
                    <a:pt x="5921914" y="2831404"/>
                  </a:lnTo>
                  <a:lnTo>
                    <a:pt x="5922564" y="2835545"/>
                  </a:lnTo>
                  <a:lnTo>
                    <a:pt x="5923214" y="2839692"/>
                  </a:lnTo>
                  <a:lnTo>
                    <a:pt x="5923864" y="2843773"/>
                  </a:lnTo>
                  <a:lnTo>
                    <a:pt x="5924514" y="2847862"/>
                  </a:lnTo>
                  <a:lnTo>
                    <a:pt x="5925164" y="2851313"/>
                  </a:lnTo>
                  <a:lnTo>
                    <a:pt x="5925814" y="2854345"/>
                  </a:lnTo>
                  <a:lnTo>
                    <a:pt x="5926464" y="2857897"/>
                  </a:lnTo>
                  <a:lnTo>
                    <a:pt x="5927114" y="2861882"/>
                  </a:lnTo>
                  <a:lnTo>
                    <a:pt x="5927764" y="2865854"/>
                  </a:lnTo>
                  <a:lnTo>
                    <a:pt x="5928413" y="2870102"/>
                  </a:lnTo>
                  <a:lnTo>
                    <a:pt x="5929063" y="2874497"/>
                  </a:lnTo>
                  <a:lnTo>
                    <a:pt x="5929713" y="2879099"/>
                  </a:lnTo>
                  <a:lnTo>
                    <a:pt x="5930363" y="2883132"/>
                  </a:lnTo>
                  <a:lnTo>
                    <a:pt x="5931013" y="2885879"/>
                  </a:lnTo>
                  <a:lnTo>
                    <a:pt x="5931663" y="2887410"/>
                  </a:lnTo>
                  <a:lnTo>
                    <a:pt x="5932313" y="2887844"/>
                  </a:lnTo>
                  <a:lnTo>
                    <a:pt x="5932963" y="2886916"/>
                  </a:lnTo>
                  <a:lnTo>
                    <a:pt x="5933613" y="2884755"/>
                  </a:lnTo>
                  <a:lnTo>
                    <a:pt x="5934263" y="2881215"/>
                  </a:lnTo>
                  <a:lnTo>
                    <a:pt x="5934913" y="2877264"/>
                  </a:lnTo>
                  <a:lnTo>
                    <a:pt x="5935563" y="2873040"/>
                  </a:lnTo>
                  <a:lnTo>
                    <a:pt x="5936213" y="2867804"/>
                  </a:lnTo>
                  <a:lnTo>
                    <a:pt x="5936863" y="2861796"/>
                  </a:lnTo>
                  <a:lnTo>
                    <a:pt x="5937513" y="2855587"/>
                  </a:lnTo>
                  <a:lnTo>
                    <a:pt x="5938163" y="2848779"/>
                  </a:lnTo>
                  <a:lnTo>
                    <a:pt x="5938812" y="2841724"/>
                  </a:lnTo>
                  <a:lnTo>
                    <a:pt x="5939462" y="2834502"/>
                  </a:lnTo>
                  <a:lnTo>
                    <a:pt x="5940112" y="2827704"/>
                  </a:lnTo>
                  <a:lnTo>
                    <a:pt x="5940762" y="2821846"/>
                  </a:lnTo>
                  <a:lnTo>
                    <a:pt x="5941412" y="2816602"/>
                  </a:lnTo>
                  <a:lnTo>
                    <a:pt x="5942062" y="2812110"/>
                  </a:lnTo>
                  <a:lnTo>
                    <a:pt x="5942712" y="2808350"/>
                  </a:lnTo>
                  <a:lnTo>
                    <a:pt x="5943362" y="2805473"/>
                  </a:lnTo>
                  <a:lnTo>
                    <a:pt x="5944012" y="2803693"/>
                  </a:lnTo>
                  <a:lnTo>
                    <a:pt x="5944662" y="2802613"/>
                  </a:lnTo>
                  <a:lnTo>
                    <a:pt x="5945312" y="2802056"/>
                  </a:lnTo>
                  <a:lnTo>
                    <a:pt x="5945962" y="2801935"/>
                  </a:lnTo>
                  <a:lnTo>
                    <a:pt x="5946612" y="2802294"/>
                  </a:lnTo>
                  <a:lnTo>
                    <a:pt x="5947262" y="2803168"/>
                  </a:lnTo>
                  <a:lnTo>
                    <a:pt x="5947912" y="2804467"/>
                  </a:lnTo>
                  <a:lnTo>
                    <a:pt x="5948561" y="2805915"/>
                  </a:lnTo>
                  <a:lnTo>
                    <a:pt x="5949211" y="2807396"/>
                  </a:lnTo>
                  <a:lnTo>
                    <a:pt x="5949861" y="2808888"/>
                  </a:lnTo>
                  <a:lnTo>
                    <a:pt x="5950511" y="2810406"/>
                  </a:lnTo>
                  <a:lnTo>
                    <a:pt x="5951161" y="2811885"/>
                  </a:lnTo>
                  <a:lnTo>
                    <a:pt x="5951811" y="2813062"/>
                  </a:lnTo>
                  <a:lnTo>
                    <a:pt x="5952461" y="2813827"/>
                  </a:lnTo>
                  <a:lnTo>
                    <a:pt x="5953111" y="2813993"/>
                  </a:lnTo>
                  <a:lnTo>
                    <a:pt x="5953761" y="2813446"/>
                  </a:lnTo>
                  <a:lnTo>
                    <a:pt x="5954411" y="2812293"/>
                  </a:lnTo>
                  <a:lnTo>
                    <a:pt x="5955061" y="2810716"/>
                  </a:lnTo>
                  <a:lnTo>
                    <a:pt x="5955711" y="2808850"/>
                  </a:lnTo>
                  <a:lnTo>
                    <a:pt x="5956361" y="2806834"/>
                  </a:lnTo>
                  <a:lnTo>
                    <a:pt x="5957011" y="2804751"/>
                  </a:lnTo>
                  <a:lnTo>
                    <a:pt x="5957661" y="2803151"/>
                  </a:lnTo>
                  <a:lnTo>
                    <a:pt x="5958310" y="2802404"/>
                  </a:lnTo>
                  <a:lnTo>
                    <a:pt x="5958960" y="2802276"/>
                  </a:lnTo>
                  <a:lnTo>
                    <a:pt x="5959610" y="2802637"/>
                  </a:lnTo>
                  <a:lnTo>
                    <a:pt x="5960260" y="2803380"/>
                  </a:lnTo>
                  <a:lnTo>
                    <a:pt x="5960910" y="2804575"/>
                  </a:lnTo>
                  <a:lnTo>
                    <a:pt x="5961560" y="2806273"/>
                  </a:lnTo>
                  <a:lnTo>
                    <a:pt x="5962210" y="2808595"/>
                  </a:lnTo>
                  <a:lnTo>
                    <a:pt x="5962860" y="2811634"/>
                  </a:lnTo>
                  <a:lnTo>
                    <a:pt x="5963510" y="2815876"/>
                  </a:lnTo>
                  <a:lnTo>
                    <a:pt x="5964160" y="2820949"/>
                  </a:lnTo>
                  <a:lnTo>
                    <a:pt x="5964810" y="2826465"/>
                  </a:lnTo>
                  <a:lnTo>
                    <a:pt x="5965460" y="2832236"/>
                  </a:lnTo>
                  <a:lnTo>
                    <a:pt x="5966110" y="2838182"/>
                  </a:lnTo>
                  <a:lnTo>
                    <a:pt x="5966760" y="2844485"/>
                  </a:lnTo>
                  <a:lnTo>
                    <a:pt x="5967410" y="2850564"/>
                  </a:lnTo>
                  <a:lnTo>
                    <a:pt x="5968060" y="2855949"/>
                  </a:lnTo>
                  <a:lnTo>
                    <a:pt x="5968709" y="2860711"/>
                  </a:lnTo>
                  <a:lnTo>
                    <a:pt x="5969359" y="2865230"/>
                  </a:lnTo>
                  <a:lnTo>
                    <a:pt x="5970009" y="2869647"/>
                  </a:lnTo>
                  <a:lnTo>
                    <a:pt x="5970659" y="2874176"/>
                  </a:lnTo>
                  <a:lnTo>
                    <a:pt x="5971309" y="2878518"/>
                  </a:lnTo>
                  <a:lnTo>
                    <a:pt x="5971959" y="2882018"/>
                  </a:lnTo>
                  <a:lnTo>
                    <a:pt x="5972609" y="2884595"/>
                  </a:lnTo>
                  <a:lnTo>
                    <a:pt x="5973259" y="2885689"/>
                  </a:lnTo>
                  <a:lnTo>
                    <a:pt x="5973909" y="2885654"/>
                  </a:lnTo>
                  <a:lnTo>
                    <a:pt x="5974559" y="2884512"/>
                  </a:lnTo>
                  <a:lnTo>
                    <a:pt x="5975209" y="2882102"/>
                  </a:lnTo>
                  <a:lnTo>
                    <a:pt x="5975859" y="2878684"/>
                  </a:lnTo>
                  <a:lnTo>
                    <a:pt x="5976509" y="2874584"/>
                  </a:lnTo>
                  <a:lnTo>
                    <a:pt x="5977159" y="2869892"/>
                  </a:lnTo>
                  <a:lnTo>
                    <a:pt x="5977809" y="2864867"/>
                  </a:lnTo>
                  <a:lnTo>
                    <a:pt x="5978458" y="2859646"/>
                  </a:lnTo>
                  <a:lnTo>
                    <a:pt x="5979108" y="2854176"/>
                  </a:lnTo>
                  <a:lnTo>
                    <a:pt x="5979758" y="2848522"/>
                  </a:lnTo>
                  <a:lnTo>
                    <a:pt x="5980408" y="2842574"/>
                  </a:lnTo>
                  <a:lnTo>
                    <a:pt x="5981058" y="2836694"/>
                  </a:lnTo>
                  <a:lnTo>
                    <a:pt x="5981708" y="2831507"/>
                  </a:lnTo>
                  <a:lnTo>
                    <a:pt x="5982358" y="2827006"/>
                  </a:lnTo>
                  <a:lnTo>
                    <a:pt x="5983008" y="2823227"/>
                  </a:lnTo>
                  <a:lnTo>
                    <a:pt x="5983658" y="2820281"/>
                  </a:lnTo>
                  <a:lnTo>
                    <a:pt x="5984308" y="2818472"/>
                  </a:lnTo>
                  <a:lnTo>
                    <a:pt x="5984958" y="2818108"/>
                  </a:lnTo>
                  <a:lnTo>
                    <a:pt x="5985608" y="2818883"/>
                  </a:lnTo>
                  <a:lnTo>
                    <a:pt x="5986258" y="2820230"/>
                  </a:lnTo>
                  <a:lnTo>
                    <a:pt x="5986908" y="2822178"/>
                  </a:lnTo>
                  <a:lnTo>
                    <a:pt x="5987558" y="2824514"/>
                  </a:lnTo>
                  <a:lnTo>
                    <a:pt x="5988208" y="2827279"/>
                  </a:lnTo>
                  <a:lnTo>
                    <a:pt x="5988857" y="2830217"/>
                  </a:lnTo>
                  <a:lnTo>
                    <a:pt x="5989507" y="2833231"/>
                  </a:lnTo>
                  <a:lnTo>
                    <a:pt x="5990157" y="2836297"/>
                  </a:lnTo>
                  <a:lnTo>
                    <a:pt x="5990807" y="2839431"/>
                  </a:lnTo>
                  <a:lnTo>
                    <a:pt x="5991457" y="2842724"/>
                  </a:lnTo>
                  <a:lnTo>
                    <a:pt x="5992107" y="2846316"/>
                  </a:lnTo>
                  <a:lnTo>
                    <a:pt x="5992757" y="2850200"/>
                  </a:lnTo>
                  <a:lnTo>
                    <a:pt x="5993407" y="2854322"/>
                  </a:lnTo>
                  <a:lnTo>
                    <a:pt x="5994057" y="2858659"/>
                  </a:lnTo>
                  <a:lnTo>
                    <a:pt x="5994707" y="2863240"/>
                  </a:lnTo>
                  <a:lnTo>
                    <a:pt x="5995357" y="2868026"/>
                  </a:lnTo>
                  <a:lnTo>
                    <a:pt x="5996007" y="2872660"/>
                  </a:lnTo>
                  <a:lnTo>
                    <a:pt x="5996657" y="2877263"/>
                  </a:lnTo>
                  <a:lnTo>
                    <a:pt x="5997307" y="2882102"/>
                  </a:lnTo>
                  <a:lnTo>
                    <a:pt x="5997957" y="2886989"/>
                  </a:lnTo>
                  <a:lnTo>
                    <a:pt x="5998606" y="2891788"/>
                  </a:lnTo>
                  <a:lnTo>
                    <a:pt x="5999256" y="2896415"/>
                  </a:lnTo>
                  <a:lnTo>
                    <a:pt x="5999906" y="2900489"/>
                  </a:lnTo>
                  <a:lnTo>
                    <a:pt x="6000556" y="2904158"/>
                  </a:lnTo>
                  <a:lnTo>
                    <a:pt x="6001206" y="2907278"/>
                  </a:lnTo>
                  <a:lnTo>
                    <a:pt x="6001856" y="2909782"/>
                  </a:lnTo>
                  <a:lnTo>
                    <a:pt x="6002506" y="2911791"/>
                  </a:lnTo>
                  <a:lnTo>
                    <a:pt x="6003156" y="2913274"/>
                  </a:lnTo>
                  <a:lnTo>
                    <a:pt x="6003806" y="2914361"/>
                  </a:lnTo>
                  <a:lnTo>
                    <a:pt x="6004456" y="2915484"/>
                  </a:lnTo>
                  <a:lnTo>
                    <a:pt x="6005106" y="2916647"/>
                  </a:lnTo>
                  <a:lnTo>
                    <a:pt x="6005756" y="2918259"/>
                  </a:lnTo>
                  <a:lnTo>
                    <a:pt x="6006406" y="2920373"/>
                  </a:lnTo>
                  <a:lnTo>
                    <a:pt x="6007056" y="2922632"/>
                  </a:lnTo>
                  <a:lnTo>
                    <a:pt x="6007706" y="2925010"/>
                  </a:lnTo>
                  <a:lnTo>
                    <a:pt x="6008356" y="2927073"/>
                  </a:lnTo>
                  <a:lnTo>
                    <a:pt x="6009005" y="2927332"/>
                  </a:lnTo>
                  <a:lnTo>
                    <a:pt x="6009655" y="2925658"/>
                  </a:lnTo>
                  <a:lnTo>
                    <a:pt x="6010305" y="2921812"/>
                  </a:lnTo>
                  <a:lnTo>
                    <a:pt x="6010955" y="2916605"/>
                  </a:lnTo>
                  <a:lnTo>
                    <a:pt x="6011605" y="2909903"/>
                  </a:lnTo>
                  <a:lnTo>
                    <a:pt x="6012255" y="2902533"/>
                  </a:lnTo>
                  <a:lnTo>
                    <a:pt x="6012905" y="2894447"/>
                  </a:lnTo>
                  <a:lnTo>
                    <a:pt x="6013555" y="2885510"/>
                  </a:lnTo>
                  <a:lnTo>
                    <a:pt x="6014205" y="2875353"/>
                  </a:lnTo>
                  <a:lnTo>
                    <a:pt x="6014855" y="2863586"/>
                  </a:lnTo>
                  <a:lnTo>
                    <a:pt x="6015505" y="2850229"/>
                  </a:lnTo>
                  <a:lnTo>
                    <a:pt x="6016155" y="2835628"/>
                  </a:lnTo>
                  <a:lnTo>
                    <a:pt x="6016805" y="2820130"/>
                  </a:lnTo>
                  <a:lnTo>
                    <a:pt x="6017455" y="2804170"/>
                  </a:lnTo>
                  <a:lnTo>
                    <a:pt x="6018105" y="2788527"/>
                  </a:lnTo>
                  <a:lnTo>
                    <a:pt x="6018754" y="2774543"/>
                  </a:lnTo>
                  <a:lnTo>
                    <a:pt x="6019404" y="2762786"/>
                  </a:lnTo>
                  <a:lnTo>
                    <a:pt x="6020054" y="2753197"/>
                  </a:lnTo>
                  <a:lnTo>
                    <a:pt x="6020704" y="2745077"/>
                  </a:lnTo>
                  <a:lnTo>
                    <a:pt x="6021354" y="2738076"/>
                  </a:lnTo>
                  <a:lnTo>
                    <a:pt x="6022004" y="2731367"/>
                  </a:lnTo>
                  <a:lnTo>
                    <a:pt x="6022654" y="2724929"/>
                  </a:lnTo>
                  <a:lnTo>
                    <a:pt x="6023304" y="2718716"/>
                  </a:lnTo>
                  <a:lnTo>
                    <a:pt x="6023954" y="2712615"/>
                  </a:lnTo>
                  <a:lnTo>
                    <a:pt x="6024604" y="2707050"/>
                  </a:lnTo>
                  <a:lnTo>
                    <a:pt x="6025254" y="2702267"/>
                  </a:lnTo>
                  <a:lnTo>
                    <a:pt x="6025904" y="2698162"/>
                  </a:lnTo>
                  <a:lnTo>
                    <a:pt x="6026554" y="2694694"/>
                  </a:lnTo>
                  <a:lnTo>
                    <a:pt x="6027204" y="2691707"/>
                  </a:lnTo>
                  <a:lnTo>
                    <a:pt x="6027854" y="2688829"/>
                  </a:lnTo>
                  <a:lnTo>
                    <a:pt x="6028504" y="2685814"/>
                  </a:lnTo>
                  <a:lnTo>
                    <a:pt x="6029153" y="2682237"/>
                  </a:lnTo>
                  <a:lnTo>
                    <a:pt x="6029803" y="2678212"/>
                  </a:lnTo>
                  <a:lnTo>
                    <a:pt x="6030453" y="2674049"/>
                  </a:lnTo>
                  <a:lnTo>
                    <a:pt x="6031103" y="2670238"/>
                  </a:lnTo>
                  <a:lnTo>
                    <a:pt x="6031753" y="2666863"/>
                  </a:lnTo>
                  <a:lnTo>
                    <a:pt x="6032403" y="2664317"/>
                  </a:lnTo>
                  <a:lnTo>
                    <a:pt x="6033053" y="2662387"/>
                  </a:lnTo>
                  <a:lnTo>
                    <a:pt x="6033703" y="2661238"/>
                  </a:lnTo>
                  <a:lnTo>
                    <a:pt x="6034353" y="2660559"/>
                  </a:lnTo>
                  <a:lnTo>
                    <a:pt x="6035003" y="2660024"/>
                  </a:lnTo>
                  <a:lnTo>
                    <a:pt x="6035653" y="2659364"/>
                  </a:lnTo>
                  <a:lnTo>
                    <a:pt x="6036303" y="2658473"/>
                  </a:lnTo>
                  <a:lnTo>
                    <a:pt x="6036953" y="2657356"/>
                  </a:lnTo>
                  <a:lnTo>
                    <a:pt x="6037603" y="2656211"/>
                  </a:lnTo>
                  <a:lnTo>
                    <a:pt x="6038253" y="2655222"/>
                  </a:lnTo>
                  <a:lnTo>
                    <a:pt x="6038902" y="2654752"/>
                  </a:lnTo>
                  <a:lnTo>
                    <a:pt x="6039552" y="2654929"/>
                  </a:lnTo>
                  <a:lnTo>
                    <a:pt x="6040202" y="2655812"/>
                  </a:lnTo>
                  <a:lnTo>
                    <a:pt x="6040852" y="2657299"/>
                  </a:lnTo>
                  <a:lnTo>
                    <a:pt x="6041502" y="2659781"/>
                  </a:lnTo>
                  <a:lnTo>
                    <a:pt x="6042152" y="2663344"/>
                  </a:lnTo>
                  <a:lnTo>
                    <a:pt x="6042802" y="2668301"/>
                  </a:lnTo>
                  <a:lnTo>
                    <a:pt x="6043452" y="2673760"/>
                  </a:lnTo>
                  <a:lnTo>
                    <a:pt x="6044102" y="2679819"/>
                  </a:lnTo>
                  <a:lnTo>
                    <a:pt x="6044752" y="2685929"/>
                  </a:lnTo>
                  <a:lnTo>
                    <a:pt x="6045402" y="2692412"/>
                  </a:lnTo>
                  <a:lnTo>
                    <a:pt x="6046052" y="2699638"/>
                  </a:lnTo>
                  <a:lnTo>
                    <a:pt x="6046702" y="2707500"/>
                  </a:lnTo>
                  <a:lnTo>
                    <a:pt x="6047352" y="2716524"/>
                  </a:lnTo>
                  <a:lnTo>
                    <a:pt x="6048002" y="2726797"/>
                  </a:lnTo>
                  <a:lnTo>
                    <a:pt x="6048652" y="2737960"/>
                  </a:lnTo>
                  <a:lnTo>
                    <a:pt x="6049301" y="2749752"/>
                  </a:lnTo>
                  <a:lnTo>
                    <a:pt x="6049951" y="2761577"/>
                  </a:lnTo>
                  <a:lnTo>
                    <a:pt x="6050601" y="2772618"/>
                  </a:lnTo>
                  <a:lnTo>
                    <a:pt x="6051251" y="2782433"/>
                  </a:lnTo>
                  <a:lnTo>
                    <a:pt x="6051901" y="2790043"/>
                  </a:lnTo>
                  <a:lnTo>
                    <a:pt x="6052551" y="2794887"/>
                  </a:lnTo>
                  <a:lnTo>
                    <a:pt x="6053201" y="2797669"/>
                  </a:lnTo>
                  <a:lnTo>
                    <a:pt x="6053851" y="2797986"/>
                  </a:lnTo>
                  <a:lnTo>
                    <a:pt x="6054501" y="2796586"/>
                  </a:lnTo>
                  <a:lnTo>
                    <a:pt x="6055151" y="2794389"/>
                  </a:lnTo>
                  <a:lnTo>
                    <a:pt x="6055801" y="2791167"/>
                  </a:lnTo>
                  <a:lnTo>
                    <a:pt x="6056451" y="2786927"/>
                  </a:lnTo>
                  <a:lnTo>
                    <a:pt x="6057101" y="2781490"/>
                  </a:lnTo>
                  <a:lnTo>
                    <a:pt x="6057751" y="2774771"/>
                  </a:lnTo>
                  <a:lnTo>
                    <a:pt x="6058401" y="2766893"/>
                  </a:lnTo>
                  <a:lnTo>
                    <a:pt x="6059050" y="2758078"/>
                  </a:lnTo>
                  <a:lnTo>
                    <a:pt x="6059700" y="2748618"/>
                  </a:lnTo>
                  <a:lnTo>
                    <a:pt x="6060350" y="2739649"/>
                  </a:lnTo>
                  <a:lnTo>
                    <a:pt x="6061000" y="2730813"/>
                  </a:lnTo>
                  <a:lnTo>
                    <a:pt x="6061650" y="2722564"/>
                  </a:lnTo>
                  <a:lnTo>
                    <a:pt x="6062300" y="2715260"/>
                  </a:lnTo>
                  <a:lnTo>
                    <a:pt x="6062950" y="2709159"/>
                  </a:lnTo>
                  <a:lnTo>
                    <a:pt x="6063600" y="2704678"/>
                  </a:lnTo>
                  <a:lnTo>
                    <a:pt x="6064250" y="2701569"/>
                  </a:lnTo>
                  <a:lnTo>
                    <a:pt x="6064900" y="2698417"/>
                  </a:lnTo>
                  <a:lnTo>
                    <a:pt x="6065550" y="2695432"/>
                  </a:lnTo>
                  <a:lnTo>
                    <a:pt x="6066200" y="2692809"/>
                  </a:lnTo>
                  <a:lnTo>
                    <a:pt x="6066850" y="2690338"/>
                  </a:lnTo>
                  <a:lnTo>
                    <a:pt x="6067500" y="2687934"/>
                  </a:lnTo>
                  <a:lnTo>
                    <a:pt x="6068150" y="2685714"/>
                  </a:lnTo>
                  <a:lnTo>
                    <a:pt x="6068800" y="2683878"/>
                  </a:lnTo>
                  <a:lnTo>
                    <a:pt x="6069449" y="2682532"/>
                  </a:lnTo>
                  <a:lnTo>
                    <a:pt x="6070099" y="2681302"/>
                  </a:lnTo>
                  <a:lnTo>
                    <a:pt x="6070749" y="2680189"/>
                  </a:lnTo>
                  <a:lnTo>
                    <a:pt x="6071399" y="2678506"/>
                  </a:lnTo>
                  <a:lnTo>
                    <a:pt x="6072049" y="2675939"/>
                  </a:lnTo>
                  <a:lnTo>
                    <a:pt x="6072699" y="2672321"/>
                  </a:lnTo>
                  <a:lnTo>
                    <a:pt x="6073349" y="2668084"/>
                  </a:lnTo>
                  <a:lnTo>
                    <a:pt x="6073999" y="2663746"/>
                  </a:lnTo>
                  <a:lnTo>
                    <a:pt x="6074649" y="2659706"/>
                  </a:lnTo>
                  <a:lnTo>
                    <a:pt x="6075299" y="2655801"/>
                  </a:lnTo>
                  <a:lnTo>
                    <a:pt x="6075949" y="2652631"/>
                  </a:lnTo>
                  <a:lnTo>
                    <a:pt x="6076599" y="2650180"/>
                  </a:lnTo>
                  <a:lnTo>
                    <a:pt x="6077249" y="2648556"/>
                  </a:lnTo>
                  <a:lnTo>
                    <a:pt x="6077899" y="2647603"/>
                  </a:lnTo>
                  <a:lnTo>
                    <a:pt x="6078549" y="2646741"/>
                  </a:lnTo>
                  <a:lnTo>
                    <a:pt x="6079198" y="2645875"/>
                  </a:lnTo>
                  <a:lnTo>
                    <a:pt x="6079848" y="2644875"/>
                  </a:lnTo>
                  <a:lnTo>
                    <a:pt x="6080498" y="2643927"/>
                  </a:lnTo>
                  <a:lnTo>
                    <a:pt x="6081148" y="2643521"/>
                  </a:lnTo>
                  <a:lnTo>
                    <a:pt x="6081798" y="2643901"/>
                  </a:lnTo>
                  <a:lnTo>
                    <a:pt x="6082448" y="2645164"/>
                  </a:lnTo>
                  <a:lnTo>
                    <a:pt x="6083098" y="2647414"/>
                  </a:lnTo>
                  <a:lnTo>
                    <a:pt x="6083748" y="2650269"/>
                  </a:lnTo>
                  <a:lnTo>
                    <a:pt x="6084398" y="2653809"/>
                  </a:lnTo>
                  <a:lnTo>
                    <a:pt x="6085048" y="2658233"/>
                  </a:lnTo>
                  <a:lnTo>
                    <a:pt x="6085698" y="2663053"/>
                  </a:lnTo>
                  <a:lnTo>
                    <a:pt x="6086348" y="2668957"/>
                  </a:lnTo>
                  <a:lnTo>
                    <a:pt x="6086998" y="2676112"/>
                  </a:lnTo>
                  <a:lnTo>
                    <a:pt x="6087648" y="2683810"/>
                  </a:lnTo>
                  <a:lnTo>
                    <a:pt x="6088298" y="2692307"/>
                  </a:lnTo>
                  <a:lnTo>
                    <a:pt x="6088947" y="2701730"/>
                  </a:lnTo>
                  <a:lnTo>
                    <a:pt x="6089597" y="2711917"/>
                  </a:lnTo>
                  <a:lnTo>
                    <a:pt x="6090247" y="2722792"/>
                  </a:lnTo>
                  <a:lnTo>
                    <a:pt x="6090897" y="2734376"/>
                  </a:lnTo>
                  <a:lnTo>
                    <a:pt x="6091547" y="2746542"/>
                  </a:lnTo>
                  <a:lnTo>
                    <a:pt x="6092197" y="2759246"/>
                  </a:lnTo>
                  <a:lnTo>
                    <a:pt x="6092847" y="2771760"/>
                  </a:lnTo>
                  <a:lnTo>
                    <a:pt x="6093497" y="2784714"/>
                  </a:lnTo>
                  <a:lnTo>
                    <a:pt x="6094147" y="2798134"/>
                  </a:lnTo>
                  <a:lnTo>
                    <a:pt x="6094797" y="2811631"/>
                  </a:lnTo>
                  <a:lnTo>
                    <a:pt x="6095447" y="2824696"/>
                  </a:lnTo>
                  <a:lnTo>
                    <a:pt x="6096097" y="2836189"/>
                  </a:lnTo>
                  <a:lnTo>
                    <a:pt x="6096747" y="2846064"/>
                  </a:lnTo>
                  <a:lnTo>
                    <a:pt x="6097397" y="2855668"/>
                  </a:lnTo>
                  <a:lnTo>
                    <a:pt x="6098047" y="2864827"/>
                  </a:lnTo>
                  <a:lnTo>
                    <a:pt x="6098697" y="2873129"/>
                  </a:lnTo>
                  <a:lnTo>
                    <a:pt x="6099346" y="2880869"/>
                  </a:lnTo>
                  <a:lnTo>
                    <a:pt x="6099996" y="2888420"/>
                  </a:lnTo>
                  <a:lnTo>
                    <a:pt x="6100646" y="2896013"/>
                  </a:lnTo>
                  <a:lnTo>
                    <a:pt x="6101296" y="2903523"/>
                  </a:lnTo>
                  <a:lnTo>
                    <a:pt x="6101946" y="2910766"/>
                  </a:lnTo>
                  <a:lnTo>
                    <a:pt x="6102596" y="2917975"/>
                  </a:lnTo>
                  <a:lnTo>
                    <a:pt x="6103246" y="2924876"/>
                  </a:lnTo>
                  <a:lnTo>
                    <a:pt x="6103896" y="2931937"/>
                  </a:lnTo>
                  <a:lnTo>
                    <a:pt x="6104546" y="2939614"/>
                  </a:lnTo>
                  <a:lnTo>
                    <a:pt x="6105196" y="2948347"/>
                  </a:lnTo>
                  <a:lnTo>
                    <a:pt x="6105846" y="2957873"/>
                  </a:lnTo>
                  <a:lnTo>
                    <a:pt x="6106496" y="2967868"/>
                  </a:lnTo>
                  <a:lnTo>
                    <a:pt x="6107146" y="2978113"/>
                  </a:lnTo>
                  <a:lnTo>
                    <a:pt x="6107796" y="2988599"/>
                  </a:lnTo>
                  <a:lnTo>
                    <a:pt x="6108446" y="2998928"/>
                  </a:lnTo>
                  <a:lnTo>
                    <a:pt x="6109095" y="3009189"/>
                  </a:lnTo>
                  <a:lnTo>
                    <a:pt x="6109745" y="3019109"/>
                  </a:lnTo>
                  <a:lnTo>
                    <a:pt x="6110395" y="3028431"/>
                  </a:lnTo>
                  <a:lnTo>
                    <a:pt x="6111045" y="3037543"/>
                  </a:lnTo>
                  <a:lnTo>
                    <a:pt x="6111695" y="3046647"/>
                  </a:lnTo>
                  <a:lnTo>
                    <a:pt x="6112345" y="3055775"/>
                  </a:lnTo>
                  <a:lnTo>
                    <a:pt x="6112995" y="3064523"/>
                  </a:lnTo>
                  <a:lnTo>
                    <a:pt x="6113645" y="3072167"/>
                  </a:lnTo>
                  <a:lnTo>
                    <a:pt x="6114295" y="3078185"/>
                  </a:lnTo>
                  <a:lnTo>
                    <a:pt x="6114945" y="3082360"/>
                  </a:lnTo>
                  <a:lnTo>
                    <a:pt x="6115595" y="3084861"/>
                  </a:lnTo>
                  <a:lnTo>
                    <a:pt x="6116245" y="3085666"/>
                  </a:lnTo>
                  <a:lnTo>
                    <a:pt x="6116895" y="3084723"/>
                  </a:lnTo>
                  <a:lnTo>
                    <a:pt x="6117545" y="3082374"/>
                  </a:lnTo>
                  <a:lnTo>
                    <a:pt x="6118195" y="3079554"/>
                  </a:lnTo>
                  <a:lnTo>
                    <a:pt x="6118845" y="3076324"/>
                  </a:lnTo>
                  <a:lnTo>
                    <a:pt x="6119494" y="3073015"/>
                  </a:lnTo>
                  <a:lnTo>
                    <a:pt x="6120144" y="3069520"/>
                  </a:lnTo>
                  <a:lnTo>
                    <a:pt x="6120794" y="3065644"/>
                  </a:lnTo>
                  <a:lnTo>
                    <a:pt x="6121444" y="3061771"/>
                  </a:lnTo>
                  <a:lnTo>
                    <a:pt x="6122094" y="3057908"/>
                  </a:lnTo>
                  <a:lnTo>
                    <a:pt x="6122744" y="3054012"/>
                  </a:lnTo>
                  <a:lnTo>
                    <a:pt x="6123394" y="3050073"/>
                  </a:lnTo>
                  <a:lnTo>
                    <a:pt x="6124044" y="3046119"/>
                  </a:lnTo>
                  <a:lnTo>
                    <a:pt x="6124694" y="3042286"/>
                  </a:lnTo>
                  <a:lnTo>
                    <a:pt x="6125344" y="3038899"/>
                  </a:lnTo>
                  <a:lnTo>
                    <a:pt x="6125994" y="3036026"/>
                  </a:lnTo>
                  <a:lnTo>
                    <a:pt x="6126644" y="3033688"/>
                  </a:lnTo>
                  <a:lnTo>
                    <a:pt x="6127294" y="3031905"/>
                  </a:lnTo>
                  <a:lnTo>
                    <a:pt x="6127944" y="3030545"/>
                  </a:lnTo>
                  <a:lnTo>
                    <a:pt x="6128594" y="3029600"/>
                  </a:lnTo>
                  <a:lnTo>
                    <a:pt x="6129243" y="3028809"/>
                  </a:lnTo>
                  <a:lnTo>
                    <a:pt x="6129893" y="3028279"/>
                  </a:lnTo>
                  <a:lnTo>
                    <a:pt x="6130543" y="3028197"/>
                  </a:lnTo>
                  <a:lnTo>
                    <a:pt x="6131193" y="3028226"/>
                  </a:lnTo>
                  <a:lnTo>
                    <a:pt x="6131843" y="3028361"/>
                  </a:lnTo>
                  <a:lnTo>
                    <a:pt x="6132493" y="3028612"/>
                  </a:lnTo>
                  <a:lnTo>
                    <a:pt x="6133143" y="3028942"/>
                  </a:lnTo>
                  <a:lnTo>
                    <a:pt x="6133793" y="3029340"/>
                  </a:lnTo>
                  <a:lnTo>
                    <a:pt x="6134443" y="3029775"/>
                  </a:lnTo>
                  <a:lnTo>
                    <a:pt x="6135093" y="3030212"/>
                  </a:lnTo>
                  <a:lnTo>
                    <a:pt x="6135743" y="3030661"/>
                  </a:lnTo>
                  <a:lnTo>
                    <a:pt x="6136393" y="3031135"/>
                  </a:lnTo>
                  <a:lnTo>
                    <a:pt x="6137043" y="3031610"/>
                  </a:lnTo>
                  <a:lnTo>
                    <a:pt x="6137693" y="3032083"/>
                  </a:lnTo>
                  <a:lnTo>
                    <a:pt x="6138343" y="3032517"/>
                  </a:lnTo>
                  <a:lnTo>
                    <a:pt x="6138993" y="3032861"/>
                  </a:lnTo>
                  <a:lnTo>
                    <a:pt x="6139642" y="3033114"/>
                  </a:lnTo>
                  <a:lnTo>
                    <a:pt x="6140292" y="3033271"/>
                  </a:lnTo>
                  <a:lnTo>
                    <a:pt x="6140942" y="3033303"/>
                  </a:lnTo>
                  <a:lnTo>
                    <a:pt x="6141592" y="3033156"/>
                  </a:lnTo>
                  <a:lnTo>
                    <a:pt x="6142242" y="3032877"/>
                  </a:lnTo>
                  <a:lnTo>
                    <a:pt x="6142892" y="3032520"/>
                  </a:lnTo>
                  <a:lnTo>
                    <a:pt x="6143542" y="3032137"/>
                  </a:lnTo>
                  <a:lnTo>
                    <a:pt x="6144192" y="3031731"/>
                  </a:lnTo>
                  <a:lnTo>
                    <a:pt x="6144842" y="3031299"/>
                  </a:lnTo>
                  <a:lnTo>
                    <a:pt x="6145492" y="3030858"/>
                  </a:lnTo>
                  <a:lnTo>
                    <a:pt x="6146142" y="3030438"/>
                  </a:lnTo>
                  <a:lnTo>
                    <a:pt x="6146792" y="3030067"/>
                  </a:lnTo>
                  <a:lnTo>
                    <a:pt x="6147442" y="3029854"/>
                  </a:lnTo>
                  <a:lnTo>
                    <a:pt x="6148092" y="3030074"/>
                  </a:lnTo>
                  <a:lnTo>
                    <a:pt x="6148742" y="3030819"/>
                  </a:lnTo>
                  <a:lnTo>
                    <a:pt x="6149391" y="3032134"/>
                  </a:lnTo>
                  <a:lnTo>
                    <a:pt x="6150041" y="3034051"/>
                  </a:lnTo>
                  <a:lnTo>
                    <a:pt x="6150691" y="3036431"/>
                  </a:lnTo>
                  <a:lnTo>
                    <a:pt x="6151341" y="3039302"/>
                  </a:lnTo>
                  <a:lnTo>
                    <a:pt x="6151991" y="3042361"/>
                  </a:lnTo>
                  <a:lnTo>
                    <a:pt x="6152641" y="3045711"/>
                  </a:lnTo>
                  <a:lnTo>
                    <a:pt x="6153291" y="3049520"/>
                  </a:lnTo>
                  <a:lnTo>
                    <a:pt x="6153941" y="3053452"/>
                  </a:lnTo>
                  <a:lnTo>
                    <a:pt x="6154591" y="3057471"/>
                  </a:lnTo>
                  <a:lnTo>
                    <a:pt x="6155241" y="3061560"/>
                  </a:lnTo>
                  <a:lnTo>
                    <a:pt x="6155891" y="3065416"/>
                  </a:lnTo>
                  <a:lnTo>
                    <a:pt x="6156541" y="3068605"/>
                  </a:lnTo>
                  <a:lnTo>
                    <a:pt x="6157191" y="3070941"/>
                  </a:lnTo>
                  <a:lnTo>
                    <a:pt x="6157841" y="3071862"/>
                  </a:lnTo>
                  <a:lnTo>
                    <a:pt x="6158491" y="3071662"/>
                  </a:lnTo>
                  <a:lnTo>
                    <a:pt x="6159141" y="3070460"/>
                  </a:lnTo>
                  <a:lnTo>
                    <a:pt x="6159790" y="3068295"/>
                  </a:lnTo>
                  <a:lnTo>
                    <a:pt x="6160440" y="3065624"/>
                  </a:lnTo>
                  <a:lnTo>
                    <a:pt x="6161090" y="3062559"/>
                  </a:lnTo>
                  <a:lnTo>
                    <a:pt x="6161740" y="3059440"/>
                  </a:lnTo>
                  <a:lnTo>
                    <a:pt x="6162390" y="3056150"/>
                  </a:lnTo>
                  <a:lnTo>
                    <a:pt x="6163040" y="3052482"/>
                  </a:lnTo>
                  <a:lnTo>
                    <a:pt x="6163690" y="3048764"/>
                  </a:lnTo>
                  <a:lnTo>
                    <a:pt x="6164340" y="3045035"/>
                  </a:lnTo>
                  <a:lnTo>
                    <a:pt x="6164990" y="3041296"/>
                  </a:lnTo>
                  <a:lnTo>
                    <a:pt x="6165640" y="3037810"/>
                  </a:lnTo>
                  <a:lnTo>
                    <a:pt x="6166290" y="3034950"/>
                  </a:lnTo>
                  <a:lnTo>
                    <a:pt x="6166940" y="3032762"/>
                  </a:lnTo>
                  <a:lnTo>
                    <a:pt x="6167590" y="3031486"/>
                  </a:lnTo>
                  <a:lnTo>
                    <a:pt x="6168240" y="3030730"/>
                  </a:lnTo>
                  <a:lnTo>
                    <a:pt x="6168890" y="3030243"/>
                  </a:lnTo>
                  <a:lnTo>
                    <a:pt x="6169539" y="3029674"/>
                  </a:lnTo>
                  <a:lnTo>
                    <a:pt x="6170189" y="3028758"/>
                  </a:lnTo>
                  <a:lnTo>
                    <a:pt x="6170839" y="3027038"/>
                  </a:lnTo>
                  <a:lnTo>
                    <a:pt x="6171489" y="3024279"/>
                  </a:lnTo>
                  <a:lnTo>
                    <a:pt x="6172139" y="3020531"/>
                  </a:lnTo>
                  <a:lnTo>
                    <a:pt x="6172789" y="3016387"/>
                  </a:lnTo>
                  <a:lnTo>
                    <a:pt x="6173439" y="3011944"/>
                  </a:lnTo>
                  <a:lnTo>
                    <a:pt x="6174089" y="3007486"/>
                  </a:lnTo>
                  <a:lnTo>
                    <a:pt x="6174739" y="3002817"/>
                  </a:lnTo>
                  <a:lnTo>
                    <a:pt x="6175389" y="2998028"/>
                  </a:lnTo>
                  <a:lnTo>
                    <a:pt x="6176039" y="2993275"/>
                  </a:lnTo>
                  <a:lnTo>
                    <a:pt x="6176689" y="2988560"/>
                  </a:lnTo>
                  <a:lnTo>
                    <a:pt x="6177339" y="2983889"/>
                  </a:lnTo>
                  <a:lnTo>
                    <a:pt x="6177989" y="2979287"/>
                  </a:lnTo>
                  <a:lnTo>
                    <a:pt x="6178639" y="2974836"/>
                  </a:lnTo>
                  <a:lnTo>
                    <a:pt x="6179289" y="2970787"/>
                  </a:lnTo>
                  <a:lnTo>
                    <a:pt x="6179938" y="2967138"/>
                  </a:lnTo>
                  <a:lnTo>
                    <a:pt x="6180588" y="2964224"/>
                  </a:lnTo>
                  <a:lnTo>
                    <a:pt x="6181238" y="2962167"/>
                  </a:lnTo>
                  <a:lnTo>
                    <a:pt x="6181888" y="2960922"/>
                  </a:lnTo>
                  <a:lnTo>
                    <a:pt x="6182538" y="2959961"/>
                  </a:lnTo>
                  <a:lnTo>
                    <a:pt x="6183188" y="2959219"/>
                  </a:lnTo>
                  <a:lnTo>
                    <a:pt x="6183838" y="2958482"/>
                  </a:lnTo>
                  <a:lnTo>
                    <a:pt x="6184488" y="2957952"/>
                  </a:lnTo>
                  <a:lnTo>
                    <a:pt x="6185138" y="2957550"/>
                  </a:lnTo>
                  <a:lnTo>
                    <a:pt x="6185788" y="2957148"/>
                  </a:lnTo>
                  <a:lnTo>
                    <a:pt x="6186438" y="2956763"/>
                  </a:lnTo>
                  <a:lnTo>
                    <a:pt x="6187088" y="2956400"/>
                  </a:lnTo>
                  <a:lnTo>
                    <a:pt x="6187738" y="2956081"/>
                  </a:lnTo>
                  <a:lnTo>
                    <a:pt x="6188388" y="2956040"/>
                  </a:lnTo>
                  <a:lnTo>
                    <a:pt x="6189038" y="2956621"/>
                  </a:lnTo>
                  <a:lnTo>
                    <a:pt x="6189687" y="2957821"/>
                  </a:lnTo>
                  <a:lnTo>
                    <a:pt x="6190337" y="2959848"/>
                  </a:lnTo>
                  <a:lnTo>
                    <a:pt x="6190987" y="2962454"/>
                  </a:lnTo>
                  <a:lnTo>
                    <a:pt x="6191637" y="2965523"/>
                  </a:lnTo>
                  <a:lnTo>
                    <a:pt x="6192287" y="2968990"/>
                  </a:lnTo>
                  <a:lnTo>
                    <a:pt x="6192937" y="2972602"/>
                  </a:lnTo>
                  <a:lnTo>
                    <a:pt x="6193587" y="2976246"/>
                  </a:lnTo>
                  <a:lnTo>
                    <a:pt x="6194237" y="2979885"/>
                  </a:lnTo>
                  <a:lnTo>
                    <a:pt x="6194887" y="2983478"/>
                  </a:lnTo>
                  <a:lnTo>
                    <a:pt x="6195537" y="2987015"/>
                  </a:lnTo>
                  <a:lnTo>
                    <a:pt x="6196187" y="2990553"/>
                  </a:lnTo>
                  <a:lnTo>
                    <a:pt x="6196837" y="2994086"/>
                  </a:lnTo>
                  <a:lnTo>
                    <a:pt x="6197487" y="2997582"/>
                  </a:lnTo>
                  <a:lnTo>
                    <a:pt x="6198137" y="3000740"/>
                  </a:lnTo>
                  <a:lnTo>
                    <a:pt x="6198787" y="3003069"/>
                  </a:lnTo>
                  <a:lnTo>
                    <a:pt x="6199437" y="3004148"/>
                  </a:lnTo>
                  <a:lnTo>
                    <a:pt x="6200086" y="3003382"/>
                  </a:lnTo>
                  <a:lnTo>
                    <a:pt x="6200736" y="3001103"/>
                  </a:lnTo>
                  <a:lnTo>
                    <a:pt x="6201386" y="2997562"/>
                  </a:lnTo>
                  <a:lnTo>
                    <a:pt x="6202036" y="2993128"/>
                  </a:lnTo>
                  <a:lnTo>
                    <a:pt x="6202686" y="2988409"/>
                  </a:lnTo>
                  <a:lnTo>
                    <a:pt x="6203336" y="2984208"/>
                  </a:lnTo>
                  <a:lnTo>
                    <a:pt x="6203986" y="2980856"/>
                  </a:lnTo>
                  <a:lnTo>
                    <a:pt x="6204636" y="2978365"/>
                  </a:lnTo>
                  <a:lnTo>
                    <a:pt x="6205286" y="2976109"/>
                  </a:lnTo>
                  <a:lnTo>
                    <a:pt x="6205936" y="2973893"/>
                  </a:lnTo>
                  <a:lnTo>
                    <a:pt x="6206586" y="2971732"/>
                  </a:lnTo>
                  <a:lnTo>
                    <a:pt x="6207236" y="2969804"/>
                  </a:lnTo>
                  <a:lnTo>
                    <a:pt x="6207886" y="2967910"/>
                  </a:lnTo>
                  <a:lnTo>
                    <a:pt x="6208536" y="2965885"/>
                  </a:lnTo>
                  <a:lnTo>
                    <a:pt x="6209186" y="2964272"/>
                  </a:lnTo>
                  <a:lnTo>
                    <a:pt x="6209835" y="2963529"/>
                  </a:lnTo>
                  <a:lnTo>
                    <a:pt x="6210485" y="2963700"/>
                  </a:lnTo>
                  <a:lnTo>
                    <a:pt x="6211135" y="2964683"/>
                  </a:lnTo>
                  <a:lnTo>
                    <a:pt x="6211785" y="2966182"/>
                  </a:lnTo>
                  <a:lnTo>
                    <a:pt x="6212435" y="2967883"/>
                  </a:lnTo>
                  <a:lnTo>
                    <a:pt x="6213085" y="2969145"/>
                  </a:lnTo>
                  <a:lnTo>
                    <a:pt x="6213735" y="2969727"/>
                  </a:lnTo>
                  <a:lnTo>
                    <a:pt x="6214385" y="2969633"/>
                  </a:lnTo>
                  <a:lnTo>
                    <a:pt x="6215035" y="2969452"/>
                  </a:lnTo>
                  <a:lnTo>
                    <a:pt x="6215685" y="2969301"/>
                  </a:lnTo>
                  <a:lnTo>
                    <a:pt x="6216335" y="2969135"/>
                  </a:lnTo>
                  <a:lnTo>
                    <a:pt x="6216985" y="2968733"/>
                  </a:lnTo>
                  <a:lnTo>
                    <a:pt x="6217635" y="2967924"/>
                  </a:lnTo>
                  <a:lnTo>
                    <a:pt x="6218285" y="2966526"/>
                  </a:lnTo>
                  <a:lnTo>
                    <a:pt x="6218935" y="2964383"/>
                  </a:lnTo>
                  <a:lnTo>
                    <a:pt x="6219585" y="2961601"/>
                  </a:lnTo>
                  <a:lnTo>
                    <a:pt x="6220234" y="2957905"/>
                  </a:lnTo>
                  <a:lnTo>
                    <a:pt x="6220884" y="2953095"/>
                  </a:lnTo>
                  <a:lnTo>
                    <a:pt x="6221534" y="2947345"/>
                  </a:lnTo>
                  <a:lnTo>
                    <a:pt x="6222184" y="2941040"/>
                  </a:lnTo>
                  <a:lnTo>
                    <a:pt x="6222834" y="2934611"/>
                  </a:lnTo>
                  <a:lnTo>
                    <a:pt x="6223484" y="2927910"/>
                  </a:lnTo>
                  <a:lnTo>
                    <a:pt x="6224134" y="2920871"/>
                  </a:lnTo>
                  <a:lnTo>
                    <a:pt x="6224784" y="2913773"/>
                  </a:lnTo>
                  <a:lnTo>
                    <a:pt x="6225434" y="2906682"/>
                  </a:lnTo>
                  <a:lnTo>
                    <a:pt x="6226084" y="2899679"/>
                  </a:lnTo>
                  <a:lnTo>
                    <a:pt x="6226734" y="2892809"/>
                  </a:lnTo>
                  <a:lnTo>
                    <a:pt x="6227384" y="2886466"/>
                  </a:lnTo>
                  <a:lnTo>
                    <a:pt x="6228034" y="2881034"/>
                  </a:lnTo>
                  <a:lnTo>
                    <a:pt x="6228684" y="2876424"/>
                  </a:lnTo>
                  <a:lnTo>
                    <a:pt x="6229334" y="2872441"/>
                  </a:lnTo>
                  <a:lnTo>
                    <a:pt x="6229983" y="2869291"/>
                  </a:lnTo>
                  <a:lnTo>
                    <a:pt x="6230633" y="2867201"/>
                  </a:lnTo>
                  <a:lnTo>
                    <a:pt x="6231283" y="2866156"/>
                  </a:lnTo>
                  <a:lnTo>
                    <a:pt x="6231933" y="2866155"/>
                  </a:lnTo>
                  <a:lnTo>
                    <a:pt x="6232583" y="2867053"/>
                  </a:lnTo>
                  <a:lnTo>
                    <a:pt x="6233233" y="2868984"/>
                  </a:lnTo>
                  <a:lnTo>
                    <a:pt x="6233883" y="2872029"/>
                  </a:lnTo>
                  <a:lnTo>
                    <a:pt x="6234533" y="2875966"/>
                  </a:lnTo>
                  <a:lnTo>
                    <a:pt x="6235183" y="2880486"/>
                  </a:lnTo>
                  <a:lnTo>
                    <a:pt x="6235833" y="2885255"/>
                  </a:lnTo>
                  <a:lnTo>
                    <a:pt x="6236483" y="2890172"/>
                  </a:lnTo>
                  <a:lnTo>
                    <a:pt x="6237133" y="2895199"/>
                  </a:lnTo>
                  <a:lnTo>
                    <a:pt x="6237783" y="2900410"/>
                  </a:lnTo>
                  <a:lnTo>
                    <a:pt x="6238433" y="2905894"/>
                  </a:lnTo>
                  <a:lnTo>
                    <a:pt x="6239083" y="2911353"/>
                  </a:lnTo>
                  <a:lnTo>
                    <a:pt x="6239732" y="2916101"/>
                  </a:lnTo>
                  <a:lnTo>
                    <a:pt x="6240382" y="2919332"/>
                  </a:lnTo>
                  <a:lnTo>
                    <a:pt x="6241032" y="2920373"/>
                  </a:lnTo>
                  <a:lnTo>
                    <a:pt x="6241682" y="2918419"/>
                  </a:lnTo>
                  <a:lnTo>
                    <a:pt x="6242332" y="2913401"/>
                  </a:lnTo>
                  <a:lnTo>
                    <a:pt x="6242982" y="2906063"/>
                  </a:lnTo>
                  <a:lnTo>
                    <a:pt x="6243632" y="2896815"/>
                  </a:lnTo>
                  <a:lnTo>
                    <a:pt x="6244282" y="2886132"/>
                  </a:lnTo>
                  <a:lnTo>
                    <a:pt x="6244932" y="2874881"/>
                  </a:lnTo>
                  <a:lnTo>
                    <a:pt x="6245582" y="2863582"/>
                  </a:lnTo>
                  <a:lnTo>
                    <a:pt x="6246232" y="2852097"/>
                  </a:lnTo>
                  <a:lnTo>
                    <a:pt x="6246882" y="2840287"/>
                  </a:lnTo>
                  <a:lnTo>
                    <a:pt x="6247532" y="2827910"/>
                  </a:lnTo>
                  <a:lnTo>
                    <a:pt x="6248182" y="2814775"/>
                  </a:lnTo>
                  <a:lnTo>
                    <a:pt x="6248832" y="2801201"/>
                  </a:lnTo>
                  <a:lnTo>
                    <a:pt x="6249482" y="2788059"/>
                  </a:lnTo>
                  <a:lnTo>
                    <a:pt x="6250131" y="2776343"/>
                  </a:lnTo>
                  <a:lnTo>
                    <a:pt x="6250781" y="2766872"/>
                  </a:lnTo>
                  <a:lnTo>
                    <a:pt x="6251431" y="2759903"/>
                  </a:lnTo>
                  <a:lnTo>
                    <a:pt x="6252081" y="2754985"/>
                  </a:lnTo>
                  <a:lnTo>
                    <a:pt x="6252731" y="2751905"/>
                  </a:lnTo>
                  <a:lnTo>
                    <a:pt x="6253381" y="2750563"/>
                  </a:lnTo>
                  <a:lnTo>
                    <a:pt x="6254031" y="2750519"/>
                  </a:lnTo>
                  <a:lnTo>
                    <a:pt x="6254681" y="2750965"/>
                  </a:lnTo>
                  <a:lnTo>
                    <a:pt x="6255331" y="2751166"/>
                  </a:lnTo>
                  <a:lnTo>
                    <a:pt x="6255981" y="2751347"/>
                  </a:lnTo>
                  <a:lnTo>
                    <a:pt x="6256631" y="2751781"/>
                  </a:lnTo>
                  <a:lnTo>
                    <a:pt x="6257281" y="2752574"/>
                  </a:lnTo>
                  <a:lnTo>
                    <a:pt x="6257931" y="2753724"/>
                  </a:lnTo>
                  <a:lnTo>
                    <a:pt x="6258581" y="2755395"/>
                  </a:lnTo>
                  <a:lnTo>
                    <a:pt x="6259231" y="2757335"/>
                  </a:lnTo>
                  <a:lnTo>
                    <a:pt x="6259880" y="2759086"/>
                  </a:lnTo>
                  <a:lnTo>
                    <a:pt x="6260530" y="2759961"/>
                  </a:lnTo>
                  <a:lnTo>
                    <a:pt x="6261180" y="2759725"/>
                  </a:lnTo>
                  <a:lnTo>
                    <a:pt x="6261830" y="2758522"/>
                  </a:lnTo>
                  <a:lnTo>
                    <a:pt x="6262480" y="2755050"/>
                  </a:lnTo>
                  <a:lnTo>
                    <a:pt x="6263130" y="2748420"/>
                  </a:lnTo>
                  <a:lnTo>
                    <a:pt x="6263780" y="2738048"/>
                  </a:lnTo>
                  <a:lnTo>
                    <a:pt x="6264430" y="2724518"/>
                  </a:lnTo>
                  <a:lnTo>
                    <a:pt x="6265080" y="2708550"/>
                  </a:lnTo>
                  <a:lnTo>
                    <a:pt x="6265730" y="2690404"/>
                  </a:lnTo>
                  <a:lnTo>
                    <a:pt x="6266380" y="2669485"/>
                  </a:lnTo>
                  <a:lnTo>
                    <a:pt x="6267030" y="2647107"/>
                  </a:lnTo>
                  <a:lnTo>
                    <a:pt x="6267680" y="2625036"/>
                  </a:lnTo>
                  <a:lnTo>
                    <a:pt x="6268330" y="2603724"/>
                  </a:lnTo>
                  <a:lnTo>
                    <a:pt x="6268980" y="2583170"/>
                  </a:lnTo>
                  <a:lnTo>
                    <a:pt x="6269630" y="2563367"/>
                  </a:lnTo>
                  <a:lnTo>
                    <a:pt x="6270279" y="2544349"/>
                  </a:lnTo>
                  <a:lnTo>
                    <a:pt x="6270929" y="2526338"/>
                  </a:lnTo>
                  <a:lnTo>
                    <a:pt x="6271579" y="2509258"/>
                  </a:lnTo>
                  <a:lnTo>
                    <a:pt x="6272229" y="2493598"/>
                  </a:lnTo>
                  <a:lnTo>
                    <a:pt x="6272879" y="2479940"/>
                  </a:lnTo>
                  <a:lnTo>
                    <a:pt x="6273529" y="2468945"/>
                  </a:lnTo>
                  <a:lnTo>
                    <a:pt x="6274179" y="2459998"/>
                  </a:lnTo>
                  <a:lnTo>
                    <a:pt x="6274829" y="2453126"/>
                  </a:lnTo>
                  <a:lnTo>
                    <a:pt x="6275479" y="2447699"/>
                  </a:lnTo>
                  <a:lnTo>
                    <a:pt x="6276129" y="2444532"/>
                  </a:lnTo>
                  <a:lnTo>
                    <a:pt x="6276779" y="2442903"/>
                  </a:lnTo>
                  <a:lnTo>
                    <a:pt x="6277429" y="2441382"/>
                  </a:lnTo>
                  <a:lnTo>
                    <a:pt x="6278079" y="2439364"/>
                  </a:lnTo>
                  <a:lnTo>
                    <a:pt x="6278729" y="2437155"/>
                  </a:lnTo>
                  <a:lnTo>
                    <a:pt x="6279379" y="2434852"/>
                  </a:lnTo>
                  <a:lnTo>
                    <a:pt x="6280028" y="2432625"/>
                  </a:lnTo>
                  <a:lnTo>
                    <a:pt x="6280678" y="2430413"/>
                  </a:lnTo>
                  <a:lnTo>
                    <a:pt x="6281328" y="2427565"/>
                  </a:lnTo>
                  <a:lnTo>
                    <a:pt x="6281978" y="2423808"/>
                  </a:lnTo>
                  <a:lnTo>
                    <a:pt x="6282628" y="2418626"/>
                  </a:lnTo>
                  <a:lnTo>
                    <a:pt x="6283278" y="2411319"/>
                  </a:lnTo>
                  <a:lnTo>
                    <a:pt x="6283928" y="2402443"/>
                  </a:lnTo>
                  <a:lnTo>
                    <a:pt x="6284578" y="2392056"/>
                  </a:lnTo>
                  <a:lnTo>
                    <a:pt x="6285228" y="2379859"/>
                  </a:lnTo>
                  <a:lnTo>
                    <a:pt x="6285878" y="2366315"/>
                  </a:lnTo>
                  <a:lnTo>
                    <a:pt x="6286528" y="2351938"/>
                  </a:lnTo>
                  <a:lnTo>
                    <a:pt x="6287178" y="2337721"/>
                  </a:lnTo>
                  <a:lnTo>
                    <a:pt x="6287828" y="2324228"/>
                  </a:lnTo>
                  <a:lnTo>
                    <a:pt x="6288478" y="2311150"/>
                  </a:lnTo>
                  <a:lnTo>
                    <a:pt x="6289128" y="2298351"/>
                  </a:lnTo>
                  <a:lnTo>
                    <a:pt x="6289778" y="2285775"/>
                  </a:lnTo>
                  <a:lnTo>
                    <a:pt x="6290427" y="2273547"/>
                  </a:lnTo>
                  <a:lnTo>
                    <a:pt x="6291077" y="2262078"/>
                  </a:lnTo>
                  <a:lnTo>
                    <a:pt x="6291727" y="2251468"/>
                  </a:lnTo>
                  <a:lnTo>
                    <a:pt x="6292377" y="2241906"/>
                  </a:lnTo>
                  <a:lnTo>
                    <a:pt x="6293027" y="2233826"/>
                  </a:lnTo>
                  <a:lnTo>
                    <a:pt x="6293677" y="2227117"/>
                  </a:lnTo>
                  <a:lnTo>
                    <a:pt x="6294327" y="2221631"/>
                  </a:lnTo>
                  <a:lnTo>
                    <a:pt x="6294977" y="2218337"/>
                  </a:lnTo>
                  <a:lnTo>
                    <a:pt x="6295627" y="2217005"/>
                  </a:lnTo>
                  <a:lnTo>
                    <a:pt x="6296277" y="2217281"/>
                  </a:lnTo>
                  <a:lnTo>
                    <a:pt x="6296927" y="2218329"/>
                  </a:lnTo>
                  <a:lnTo>
                    <a:pt x="6297577" y="2219690"/>
                  </a:lnTo>
                  <a:lnTo>
                    <a:pt x="6298227" y="2221273"/>
                  </a:lnTo>
                  <a:lnTo>
                    <a:pt x="6298877" y="2221273"/>
                  </a:lnTo>
                  <a:lnTo>
                    <a:pt x="6299527" y="2221273"/>
                  </a:lnTo>
                  <a:lnTo>
                    <a:pt x="6300176" y="2221273"/>
                  </a:lnTo>
                  <a:lnTo>
                    <a:pt x="6300826" y="2221273"/>
                  </a:lnTo>
                  <a:lnTo>
                    <a:pt x="6301476" y="2221273"/>
                  </a:lnTo>
                  <a:lnTo>
                    <a:pt x="6302126" y="2221273"/>
                  </a:lnTo>
                  <a:lnTo>
                    <a:pt x="6302776" y="2221273"/>
                  </a:lnTo>
                  <a:lnTo>
                    <a:pt x="6303426" y="2221273"/>
                  </a:lnTo>
                  <a:lnTo>
                    <a:pt x="6304076" y="2221273"/>
                  </a:lnTo>
                  <a:lnTo>
                    <a:pt x="6304726" y="2221273"/>
                  </a:lnTo>
                  <a:lnTo>
                    <a:pt x="6305376" y="2221273"/>
                  </a:lnTo>
                  <a:lnTo>
                    <a:pt x="6306026" y="2221273"/>
                  </a:lnTo>
                  <a:lnTo>
                    <a:pt x="6306676" y="2221273"/>
                  </a:lnTo>
                  <a:lnTo>
                    <a:pt x="6307326" y="2221273"/>
                  </a:lnTo>
                  <a:lnTo>
                    <a:pt x="6307976" y="2221273"/>
                  </a:lnTo>
                  <a:lnTo>
                    <a:pt x="6308626" y="2221273"/>
                  </a:lnTo>
                  <a:lnTo>
                    <a:pt x="6309276" y="2221273"/>
                  </a:lnTo>
                  <a:lnTo>
                    <a:pt x="6309926" y="2221273"/>
                  </a:lnTo>
                  <a:lnTo>
                    <a:pt x="6310575" y="2221273"/>
                  </a:lnTo>
                  <a:lnTo>
                    <a:pt x="6311225" y="2221273"/>
                  </a:lnTo>
                  <a:lnTo>
                    <a:pt x="6311875" y="2221273"/>
                  </a:lnTo>
                  <a:lnTo>
                    <a:pt x="6312525" y="2221273"/>
                  </a:lnTo>
                  <a:lnTo>
                    <a:pt x="6313175" y="2221273"/>
                  </a:lnTo>
                  <a:lnTo>
                    <a:pt x="6313825" y="2221273"/>
                  </a:lnTo>
                  <a:lnTo>
                    <a:pt x="6314475" y="2221273"/>
                  </a:lnTo>
                </a:path>
              </a:pathLst>
            </a:custGeom>
            <a:ln w="8130" cap="flat">
              <a:solidFill>
                <a:srgbClr val="006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490734" y="3262477"/>
              <a:ext cx="8532806" cy="3142277"/>
            </a:xfrm>
            <a:custGeom>
              <a:avLst/>
              <a:pathLst>
                <a:path w="8532806" h="3142277">
                  <a:moveTo>
                    <a:pt x="0" y="3052283"/>
                  </a:moveTo>
                  <a:lnTo>
                    <a:pt x="454" y="3052283"/>
                  </a:lnTo>
                  <a:lnTo>
                    <a:pt x="1104" y="3052283"/>
                  </a:lnTo>
                  <a:lnTo>
                    <a:pt x="1754" y="3052283"/>
                  </a:lnTo>
                  <a:lnTo>
                    <a:pt x="2404" y="3052283"/>
                  </a:lnTo>
                  <a:lnTo>
                    <a:pt x="3054" y="3052283"/>
                  </a:lnTo>
                  <a:lnTo>
                    <a:pt x="3704" y="3052283"/>
                  </a:lnTo>
                  <a:lnTo>
                    <a:pt x="4354" y="3052283"/>
                  </a:lnTo>
                  <a:lnTo>
                    <a:pt x="5004" y="3052283"/>
                  </a:lnTo>
                  <a:lnTo>
                    <a:pt x="5654" y="3052283"/>
                  </a:lnTo>
                  <a:lnTo>
                    <a:pt x="6304" y="3052283"/>
                  </a:lnTo>
                  <a:lnTo>
                    <a:pt x="6954" y="3052283"/>
                  </a:lnTo>
                  <a:lnTo>
                    <a:pt x="7604" y="3052283"/>
                  </a:lnTo>
                  <a:lnTo>
                    <a:pt x="8254" y="3052283"/>
                  </a:lnTo>
                  <a:lnTo>
                    <a:pt x="8904" y="3052283"/>
                  </a:lnTo>
                  <a:lnTo>
                    <a:pt x="9554" y="3052283"/>
                  </a:lnTo>
                  <a:lnTo>
                    <a:pt x="10203" y="3052283"/>
                  </a:lnTo>
                  <a:lnTo>
                    <a:pt x="10853" y="3052283"/>
                  </a:lnTo>
                  <a:lnTo>
                    <a:pt x="11503" y="3052283"/>
                  </a:lnTo>
                  <a:lnTo>
                    <a:pt x="12153" y="3052283"/>
                  </a:lnTo>
                  <a:lnTo>
                    <a:pt x="12803" y="3052283"/>
                  </a:lnTo>
                  <a:lnTo>
                    <a:pt x="13453" y="3052283"/>
                  </a:lnTo>
                  <a:lnTo>
                    <a:pt x="14103" y="3052283"/>
                  </a:lnTo>
                  <a:lnTo>
                    <a:pt x="14753" y="3052283"/>
                  </a:lnTo>
                  <a:lnTo>
                    <a:pt x="15403" y="3052283"/>
                  </a:lnTo>
                  <a:lnTo>
                    <a:pt x="16053" y="3054544"/>
                  </a:lnTo>
                  <a:lnTo>
                    <a:pt x="16703" y="3056758"/>
                  </a:lnTo>
                  <a:lnTo>
                    <a:pt x="17353" y="3058823"/>
                  </a:lnTo>
                  <a:lnTo>
                    <a:pt x="18003" y="3060756"/>
                  </a:lnTo>
                  <a:lnTo>
                    <a:pt x="18653" y="3062751"/>
                  </a:lnTo>
                  <a:lnTo>
                    <a:pt x="19303" y="3064717"/>
                  </a:lnTo>
                  <a:lnTo>
                    <a:pt x="19953" y="3066520"/>
                  </a:lnTo>
                  <a:lnTo>
                    <a:pt x="20602" y="3068341"/>
                  </a:lnTo>
                  <a:lnTo>
                    <a:pt x="21252" y="3070173"/>
                  </a:lnTo>
                  <a:lnTo>
                    <a:pt x="21902" y="3071910"/>
                  </a:lnTo>
                  <a:lnTo>
                    <a:pt x="22552" y="3073366"/>
                  </a:lnTo>
                  <a:lnTo>
                    <a:pt x="23202" y="3074450"/>
                  </a:lnTo>
                  <a:lnTo>
                    <a:pt x="23852" y="3075298"/>
                  </a:lnTo>
                  <a:lnTo>
                    <a:pt x="24502" y="3075716"/>
                  </a:lnTo>
                  <a:lnTo>
                    <a:pt x="25152" y="3075721"/>
                  </a:lnTo>
                  <a:lnTo>
                    <a:pt x="25802" y="3075397"/>
                  </a:lnTo>
                  <a:lnTo>
                    <a:pt x="26452" y="3074869"/>
                  </a:lnTo>
                  <a:lnTo>
                    <a:pt x="27102" y="3074231"/>
                  </a:lnTo>
                  <a:lnTo>
                    <a:pt x="27752" y="3073458"/>
                  </a:lnTo>
                  <a:lnTo>
                    <a:pt x="28402" y="3072379"/>
                  </a:lnTo>
                  <a:lnTo>
                    <a:pt x="29052" y="3071169"/>
                  </a:lnTo>
                  <a:lnTo>
                    <a:pt x="29702" y="3069990"/>
                  </a:lnTo>
                  <a:lnTo>
                    <a:pt x="30351" y="3068761"/>
                  </a:lnTo>
                  <a:lnTo>
                    <a:pt x="31001" y="3067536"/>
                  </a:lnTo>
                  <a:lnTo>
                    <a:pt x="31651" y="3066418"/>
                  </a:lnTo>
                  <a:lnTo>
                    <a:pt x="32301" y="3065568"/>
                  </a:lnTo>
                  <a:lnTo>
                    <a:pt x="32951" y="3065019"/>
                  </a:lnTo>
                  <a:lnTo>
                    <a:pt x="33601" y="3064666"/>
                  </a:lnTo>
                  <a:lnTo>
                    <a:pt x="34251" y="3064700"/>
                  </a:lnTo>
                  <a:lnTo>
                    <a:pt x="34901" y="3064825"/>
                  </a:lnTo>
                  <a:lnTo>
                    <a:pt x="35551" y="3064938"/>
                  </a:lnTo>
                  <a:lnTo>
                    <a:pt x="36201" y="3065002"/>
                  </a:lnTo>
                  <a:lnTo>
                    <a:pt x="36851" y="3065082"/>
                  </a:lnTo>
                  <a:lnTo>
                    <a:pt x="37501" y="3065194"/>
                  </a:lnTo>
                  <a:lnTo>
                    <a:pt x="38151" y="3065305"/>
                  </a:lnTo>
                  <a:lnTo>
                    <a:pt x="38801" y="3065390"/>
                  </a:lnTo>
                  <a:lnTo>
                    <a:pt x="39451" y="3065422"/>
                  </a:lnTo>
                  <a:lnTo>
                    <a:pt x="40101" y="3065446"/>
                  </a:lnTo>
                  <a:lnTo>
                    <a:pt x="40750" y="3065457"/>
                  </a:lnTo>
                  <a:lnTo>
                    <a:pt x="41400" y="3065449"/>
                  </a:lnTo>
                  <a:lnTo>
                    <a:pt x="42050" y="3065438"/>
                  </a:lnTo>
                  <a:lnTo>
                    <a:pt x="42700" y="3065479"/>
                  </a:lnTo>
                  <a:lnTo>
                    <a:pt x="43350" y="3065551"/>
                  </a:lnTo>
                  <a:lnTo>
                    <a:pt x="44000" y="3065637"/>
                  </a:lnTo>
                  <a:lnTo>
                    <a:pt x="44650" y="3065692"/>
                  </a:lnTo>
                  <a:lnTo>
                    <a:pt x="45300" y="3065701"/>
                  </a:lnTo>
                  <a:lnTo>
                    <a:pt x="45950" y="3065495"/>
                  </a:lnTo>
                  <a:lnTo>
                    <a:pt x="46600" y="3064806"/>
                  </a:lnTo>
                  <a:lnTo>
                    <a:pt x="47250" y="3063524"/>
                  </a:lnTo>
                  <a:lnTo>
                    <a:pt x="47900" y="3061620"/>
                  </a:lnTo>
                  <a:lnTo>
                    <a:pt x="48550" y="3059088"/>
                  </a:lnTo>
                  <a:lnTo>
                    <a:pt x="49200" y="3056264"/>
                  </a:lnTo>
                  <a:lnTo>
                    <a:pt x="49850" y="3053391"/>
                  </a:lnTo>
                  <a:lnTo>
                    <a:pt x="50499" y="3050495"/>
                  </a:lnTo>
                  <a:lnTo>
                    <a:pt x="51149" y="3047612"/>
                  </a:lnTo>
                  <a:lnTo>
                    <a:pt x="51799" y="3044778"/>
                  </a:lnTo>
                  <a:lnTo>
                    <a:pt x="52449" y="3041991"/>
                  </a:lnTo>
                  <a:lnTo>
                    <a:pt x="53099" y="3039256"/>
                  </a:lnTo>
                  <a:lnTo>
                    <a:pt x="53749" y="3036756"/>
                  </a:lnTo>
                  <a:lnTo>
                    <a:pt x="54399" y="3034581"/>
                  </a:lnTo>
                  <a:lnTo>
                    <a:pt x="55049" y="3032855"/>
                  </a:lnTo>
                  <a:lnTo>
                    <a:pt x="55699" y="3031719"/>
                  </a:lnTo>
                  <a:lnTo>
                    <a:pt x="56349" y="3031225"/>
                  </a:lnTo>
                  <a:lnTo>
                    <a:pt x="56999" y="3031505"/>
                  </a:lnTo>
                  <a:lnTo>
                    <a:pt x="57649" y="3032090"/>
                  </a:lnTo>
                  <a:lnTo>
                    <a:pt x="58299" y="3032994"/>
                  </a:lnTo>
                  <a:lnTo>
                    <a:pt x="58949" y="3033680"/>
                  </a:lnTo>
                  <a:lnTo>
                    <a:pt x="59599" y="3033681"/>
                  </a:lnTo>
                  <a:lnTo>
                    <a:pt x="60249" y="3032934"/>
                  </a:lnTo>
                  <a:lnTo>
                    <a:pt x="60898" y="3031790"/>
                  </a:lnTo>
                  <a:lnTo>
                    <a:pt x="61548" y="3030303"/>
                  </a:lnTo>
                  <a:lnTo>
                    <a:pt x="62198" y="3028696"/>
                  </a:lnTo>
                  <a:lnTo>
                    <a:pt x="62848" y="3026915"/>
                  </a:lnTo>
                  <a:lnTo>
                    <a:pt x="63498" y="3024912"/>
                  </a:lnTo>
                  <a:lnTo>
                    <a:pt x="64148" y="3022642"/>
                  </a:lnTo>
                  <a:lnTo>
                    <a:pt x="64798" y="3019998"/>
                  </a:lnTo>
                  <a:lnTo>
                    <a:pt x="65448" y="3016930"/>
                  </a:lnTo>
                  <a:lnTo>
                    <a:pt x="66098" y="3013610"/>
                  </a:lnTo>
                  <a:lnTo>
                    <a:pt x="66748" y="3010035"/>
                  </a:lnTo>
                  <a:lnTo>
                    <a:pt x="67398" y="3006460"/>
                  </a:lnTo>
                  <a:lnTo>
                    <a:pt x="68048" y="3002884"/>
                  </a:lnTo>
                  <a:lnTo>
                    <a:pt x="68698" y="2999526"/>
                  </a:lnTo>
                  <a:lnTo>
                    <a:pt x="69348" y="2996788"/>
                  </a:lnTo>
                  <a:lnTo>
                    <a:pt x="69998" y="2994799"/>
                  </a:lnTo>
                  <a:lnTo>
                    <a:pt x="70647" y="2993187"/>
                  </a:lnTo>
                  <a:lnTo>
                    <a:pt x="71297" y="2991870"/>
                  </a:lnTo>
                  <a:lnTo>
                    <a:pt x="71947" y="2990638"/>
                  </a:lnTo>
                  <a:lnTo>
                    <a:pt x="72597" y="2989540"/>
                  </a:lnTo>
                  <a:lnTo>
                    <a:pt x="73247" y="2988458"/>
                  </a:lnTo>
                  <a:lnTo>
                    <a:pt x="73897" y="2987384"/>
                  </a:lnTo>
                  <a:lnTo>
                    <a:pt x="74547" y="2986329"/>
                  </a:lnTo>
                  <a:lnTo>
                    <a:pt x="75197" y="2985380"/>
                  </a:lnTo>
                  <a:lnTo>
                    <a:pt x="75847" y="2984499"/>
                  </a:lnTo>
                  <a:lnTo>
                    <a:pt x="76497" y="2983641"/>
                  </a:lnTo>
                  <a:lnTo>
                    <a:pt x="77147" y="2983057"/>
                  </a:lnTo>
                  <a:lnTo>
                    <a:pt x="77797" y="2982787"/>
                  </a:lnTo>
                  <a:lnTo>
                    <a:pt x="78447" y="2983028"/>
                  </a:lnTo>
                  <a:lnTo>
                    <a:pt x="79097" y="2983779"/>
                  </a:lnTo>
                  <a:lnTo>
                    <a:pt x="79747" y="2985012"/>
                  </a:lnTo>
                  <a:lnTo>
                    <a:pt x="80397" y="2986753"/>
                  </a:lnTo>
                  <a:lnTo>
                    <a:pt x="81046" y="2989033"/>
                  </a:lnTo>
                  <a:lnTo>
                    <a:pt x="81696" y="2991598"/>
                  </a:lnTo>
                  <a:lnTo>
                    <a:pt x="82346" y="2994237"/>
                  </a:lnTo>
                  <a:lnTo>
                    <a:pt x="82996" y="2996930"/>
                  </a:lnTo>
                  <a:lnTo>
                    <a:pt x="83646" y="2999648"/>
                  </a:lnTo>
                  <a:lnTo>
                    <a:pt x="84296" y="3002380"/>
                  </a:lnTo>
                  <a:lnTo>
                    <a:pt x="84946" y="3005120"/>
                  </a:lnTo>
                  <a:lnTo>
                    <a:pt x="85596" y="3007862"/>
                  </a:lnTo>
                  <a:lnTo>
                    <a:pt x="86246" y="3010607"/>
                  </a:lnTo>
                  <a:lnTo>
                    <a:pt x="86896" y="3013311"/>
                  </a:lnTo>
                  <a:lnTo>
                    <a:pt x="87546" y="3015952"/>
                  </a:lnTo>
                  <a:lnTo>
                    <a:pt x="88196" y="3018317"/>
                  </a:lnTo>
                  <a:lnTo>
                    <a:pt x="88846" y="3020229"/>
                  </a:lnTo>
                  <a:lnTo>
                    <a:pt x="89496" y="3021742"/>
                  </a:lnTo>
                  <a:lnTo>
                    <a:pt x="90146" y="3023046"/>
                  </a:lnTo>
                  <a:lnTo>
                    <a:pt x="90795" y="3024048"/>
                  </a:lnTo>
                  <a:lnTo>
                    <a:pt x="91445" y="3025266"/>
                  </a:lnTo>
                  <a:lnTo>
                    <a:pt x="92095" y="3027155"/>
                  </a:lnTo>
                  <a:lnTo>
                    <a:pt x="92745" y="3029786"/>
                  </a:lnTo>
                  <a:lnTo>
                    <a:pt x="93395" y="3032817"/>
                  </a:lnTo>
                  <a:lnTo>
                    <a:pt x="94045" y="3036172"/>
                  </a:lnTo>
                  <a:lnTo>
                    <a:pt x="94695" y="3039645"/>
                  </a:lnTo>
                  <a:lnTo>
                    <a:pt x="95345" y="3043300"/>
                  </a:lnTo>
                  <a:lnTo>
                    <a:pt x="95995" y="3047004"/>
                  </a:lnTo>
                  <a:lnTo>
                    <a:pt x="96645" y="3050748"/>
                  </a:lnTo>
                  <a:lnTo>
                    <a:pt x="97295" y="3054540"/>
                  </a:lnTo>
                  <a:lnTo>
                    <a:pt x="97945" y="3058568"/>
                  </a:lnTo>
                  <a:lnTo>
                    <a:pt x="98595" y="3062751"/>
                  </a:lnTo>
                  <a:lnTo>
                    <a:pt x="99245" y="3066889"/>
                  </a:lnTo>
                  <a:lnTo>
                    <a:pt x="99895" y="3070997"/>
                  </a:lnTo>
                  <a:lnTo>
                    <a:pt x="100544" y="3075182"/>
                  </a:lnTo>
                  <a:lnTo>
                    <a:pt x="101194" y="3079236"/>
                  </a:lnTo>
                  <a:lnTo>
                    <a:pt x="101844" y="3082664"/>
                  </a:lnTo>
                  <a:lnTo>
                    <a:pt x="102494" y="3085257"/>
                  </a:lnTo>
                  <a:lnTo>
                    <a:pt x="103144" y="3087375"/>
                  </a:lnTo>
                  <a:lnTo>
                    <a:pt x="103794" y="3089117"/>
                  </a:lnTo>
                  <a:lnTo>
                    <a:pt x="104444" y="3090658"/>
                  </a:lnTo>
                  <a:lnTo>
                    <a:pt x="105094" y="3091956"/>
                  </a:lnTo>
                  <a:lnTo>
                    <a:pt x="105744" y="3093176"/>
                  </a:lnTo>
                  <a:lnTo>
                    <a:pt x="106394" y="3094352"/>
                  </a:lnTo>
                  <a:lnTo>
                    <a:pt x="107044" y="3095373"/>
                  </a:lnTo>
                  <a:lnTo>
                    <a:pt x="107694" y="3096149"/>
                  </a:lnTo>
                  <a:lnTo>
                    <a:pt x="108344" y="3096764"/>
                  </a:lnTo>
                  <a:lnTo>
                    <a:pt x="108994" y="3097297"/>
                  </a:lnTo>
                  <a:lnTo>
                    <a:pt x="109644" y="3097502"/>
                  </a:lnTo>
                  <a:lnTo>
                    <a:pt x="110294" y="3097335"/>
                  </a:lnTo>
                  <a:lnTo>
                    <a:pt x="110943" y="3096744"/>
                  </a:lnTo>
                  <a:lnTo>
                    <a:pt x="111593" y="3095985"/>
                  </a:lnTo>
                  <a:lnTo>
                    <a:pt x="112243" y="3095222"/>
                  </a:lnTo>
                  <a:lnTo>
                    <a:pt x="112893" y="3094507"/>
                  </a:lnTo>
                  <a:lnTo>
                    <a:pt x="113543" y="3093830"/>
                  </a:lnTo>
                  <a:lnTo>
                    <a:pt x="114193" y="3093256"/>
                  </a:lnTo>
                  <a:lnTo>
                    <a:pt x="114843" y="3092762"/>
                  </a:lnTo>
                  <a:lnTo>
                    <a:pt x="115493" y="3092257"/>
                  </a:lnTo>
                  <a:lnTo>
                    <a:pt x="116143" y="3091696"/>
                  </a:lnTo>
                  <a:lnTo>
                    <a:pt x="116793" y="3091194"/>
                  </a:lnTo>
                  <a:lnTo>
                    <a:pt x="117443" y="3090682"/>
                  </a:lnTo>
                  <a:lnTo>
                    <a:pt x="118093" y="3090131"/>
                  </a:lnTo>
                  <a:lnTo>
                    <a:pt x="118743" y="3089327"/>
                  </a:lnTo>
                  <a:lnTo>
                    <a:pt x="119393" y="3088098"/>
                  </a:lnTo>
                  <a:lnTo>
                    <a:pt x="120043" y="3086864"/>
                  </a:lnTo>
                  <a:lnTo>
                    <a:pt x="120692" y="3085679"/>
                  </a:lnTo>
                  <a:lnTo>
                    <a:pt x="121342" y="3084455"/>
                  </a:lnTo>
                  <a:lnTo>
                    <a:pt x="121992" y="3083149"/>
                  </a:lnTo>
                  <a:lnTo>
                    <a:pt x="122642" y="3081754"/>
                  </a:lnTo>
                  <a:lnTo>
                    <a:pt x="123292" y="3080288"/>
                  </a:lnTo>
                  <a:lnTo>
                    <a:pt x="123942" y="3078797"/>
                  </a:lnTo>
                  <a:lnTo>
                    <a:pt x="124592" y="3077279"/>
                  </a:lnTo>
                  <a:lnTo>
                    <a:pt x="125242" y="3075821"/>
                  </a:lnTo>
                  <a:lnTo>
                    <a:pt x="125892" y="3074451"/>
                  </a:lnTo>
                  <a:lnTo>
                    <a:pt x="126542" y="3073158"/>
                  </a:lnTo>
                  <a:lnTo>
                    <a:pt x="127192" y="3071942"/>
                  </a:lnTo>
                  <a:lnTo>
                    <a:pt x="127842" y="3070811"/>
                  </a:lnTo>
                  <a:lnTo>
                    <a:pt x="128492" y="3069952"/>
                  </a:lnTo>
                  <a:lnTo>
                    <a:pt x="129142" y="3069509"/>
                  </a:lnTo>
                  <a:lnTo>
                    <a:pt x="129792" y="3069076"/>
                  </a:lnTo>
                  <a:lnTo>
                    <a:pt x="130442" y="3068606"/>
                  </a:lnTo>
                  <a:lnTo>
                    <a:pt x="131091" y="3068185"/>
                  </a:lnTo>
                  <a:lnTo>
                    <a:pt x="131741" y="3067811"/>
                  </a:lnTo>
                  <a:lnTo>
                    <a:pt x="132391" y="3067428"/>
                  </a:lnTo>
                  <a:lnTo>
                    <a:pt x="133041" y="3066916"/>
                  </a:lnTo>
                  <a:lnTo>
                    <a:pt x="133691" y="3066336"/>
                  </a:lnTo>
                  <a:lnTo>
                    <a:pt x="134341" y="3065728"/>
                  </a:lnTo>
                  <a:lnTo>
                    <a:pt x="134991" y="3065042"/>
                  </a:lnTo>
                  <a:lnTo>
                    <a:pt x="135641" y="3063965"/>
                  </a:lnTo>
                  <a:lnTo>
                    <a:pt x="136291" y="3062591"/>
                  </a:lnTo>
                  <a:lnTo>
                    <a:pt x="136941" y="3061297"/>
                  </a:lnTo>
                  <a:lnTo>
                    <a:pt x="137591" y="3060025"/>
                  </a:lnTo>
                  <a:lnTo>
                    <a:pt x="138241" y="3058798"/>
                  </a:lnTo>
                  <a:lnTo>
                    <a:pt x="138891" y="3057602"/>
                  </a:lnTo>
                  <a:lnTo>
                    <a:pt x="139541" y="3056537"/>
                  </a:lnTo>
                  <a:lnTo>
                    <a:pt x="140191" y="3055542"/>
                  </a:lnTo>
                  <a:lnTo>
                    <a:pt x="140840" y="3054595"/>
                  </a:lnTo>
                  <a:lnTo>
                    <a:pt x="141490" y="3053720"/>
                  </a:lnTo>
                  <a:lnTo>
                    <a:pt x="142140" y="3052962"/>
                  </a:lnTo>
                  <a:lnTo>
                    <a:pt x="142790" y="3052429"/>
                  </a:lnTo>
                  <a:lnTo>
                    <a:pt x="143440" y="3052009"/>
                  </a:lnTo>
                  <a:lnTo>
                    <a:pt x="144090" y="3051653"/>
                  </a:lnTo>
                  <a:lnTo>
                    <a:pt x="144740" y="3051384"/>
                  </a:lnTo>
                  <a:lnTo>
                    <a:pt x="145390" y="3051502"/>
                  </a:lnTo>
                  <a:lnTo>
                    <a:pt x="146040" y="3051916"/>
                  </a:lnTo>
                  <a:lnTo>
                    <a:pt x="146690" y="3052256"/>
                  </a:lnTo>
                  <a:lnTo>
                    <a:pt x="147340" y="3052562"/>
                  </a:lnTo>
                  <a:lnTo>
                    <a:pt x="147990" y="3052881"/>
                  </a:lnTo>
                  <a:lnTo>
                    <a:pt x="148640" y="3052785"/>
                  </a:lnTo>
                  <a:lnTo>
                    <a:pt x="149290" y="3051965"/>
                  </a:lnTo>
                  <a:lnTo>
                    <a:pt x="149940" y="3050270"/>
                  </a:lnTo>
                  <a:lnTo>
                    <a:pt x="150590" y="3047803"/>
                  </a:lnTo>
                  <a:lnTo>
                    <a:pt x="151239" y="3044764"/>
                  </a:lnTo>
                  <a:lnTo>
                    <a:pt x="151889" y="3041328"/>
                  </a:lnTo>
                  <a:lnTo>
                    <a:pt x="152539" y="3037286"/>
                  </a:lnTo>
                  <a:lnTo>
                    <a:pt x="153189" y="3032967"/>
                  </a:lnTo>
                  <a:lnTo>
                    <a:pt x="153839" y="3028726"/>
                  </a:lnTo>
                  <a:lnTo>
                    <a:pt x="154489" y="3024596"/>
                  </a:lnTo>
                  <a:lnTo>
                    <a:pt x="155139" y="3020585"/>
                  </a:lnTo>
                  <a:lnTo>
                    <a:pt x="155789" y="3016671"/>
                  </a:lnTo>
                  <a:lnTo>
                    <a:pt x="156439" y="3012808"/>
                  </a:lnTo>
                  <a:lnTo>
                    <a:pt x="157089" y="3009011"/>
                  </a:lnTo>
                  <a:lnTo>
                    <a:pt x="157739" y="3005211"/>
                  </a:lnTo>
                  <a:lnTo>
                    <a:pt x="158389" y="3001818"/>
                  </a:lnTo>
                  <a:lnTo>
                    <a:pt x="159039" y="2999016"/>
                  </a:lnTo>
                  <a:lnTo>
                    <a:pt x="159689" y="2996966"/>
                  </a:lnTo>
                  <a:lnTo>
                    <a:pt x="160339" y="2995578"/>
                  </a:lnTo>
                  <a:lnTo>
                    <a:pt x="160988" y="2994687"/>
                  </a:lnTo>
                  <a:lnTo>
                    <a:pt x="161638" y="2994135"/>
                  </a:lnTo>
                  <a:lnTo>
                    <a:pt x="162288" y="2994148"/>
                  </a:lnTo>
                  <a:lnTo>
                    <a:pt x="162938" y="2994420"/>
                  </a:lnTo>
                  <a:lnTo>
                    <a:pt x="163588" y="2994620"/>
                  </a:lnTo>
                  <a:lnTo>
                    <a:pt x="164238" y="2994772"/>
                  </a:lnTo>
                  <a:lnTo>
                    <a:pt x="164888" y="2994925"/>
                  </a:lnTo>
                  <a:lnTo>
                    <a:pt x="165538" y="2995181"/>
                  </a:lnTo>
                  <a:lnTo>
                    <a:pt x="166188" y="2995492"/>
                  </a:lnTo>
                  <a:lnTo>
                    <a:pt x="166838" y="2995827"/>
                  </a:lnTo>
                  <a:lnTo>
                    <a:pt x="167488" y="2996224"/>
                  </a:lnTo>
                  <a:lnTo>
                    <a:pt x="168138" y="2996991"/>
                  </a:lnTo>
                  <a:lnTo>
                    <a:pt x="168788" y="2998043"/>
                  </a:lnTo>
                  <a:lnTo>
                    <a:pt x="169438" y="2999117"/>
                  </a:lnTo>
                  <a:lnTo>
                    <a:pt x="170088" y="3000249"/>
                  </a:lnTo>
                  <a:lnTo>
                    <a:pt x="170738" y="3001415"/>
                  </a:lnTo>
                  <a:lnTo>
                    <a:pt x="171387" y="3002634"/>
                  </a:lnTo>
                  <a:lnTo>
                    <a:pt x="172037" y="3003872"/>
                  </a:lnTo>
                  <a:lnTo>
                    <a:pt x="172687" y="3005127"/>
                  </a:lnTo>
                  <a:lnTo>
                    <a:pt x="173337" y="3006408"/>
                  </a:lnTo>
                  <a:lnTo>
                    <a:pt x="173987" y="3007662"/>
                  </a:lnTo>
                  <a:lnTo>
                    <a:pt x="174637" y="3008833"/>
                  </a:lnTo>
                  <a:lnTo>
                    <a:pt x="175287" y="3009837"/>
                  </a:lnTo>
                  <a:lnTo>
                    <a:pt x="175937" y="3010765"/>
                  </a:lnTo>
                  <a:lnTo>
                    <a:pt x="176587" y="3011651"/>
                  </a:lnTo>
                  <a:lnTo>
                    <a:pt x="177237" y="3012470"/>
                  </a:lnTo>
                  <a:lnTo>
                    <a:pt x="177887" y="3012904"/>
                  </a:lnTo>
                  <a:lnTo>
                    <a:pt x="178537" y="3013046"/>
                  </a:lnTo>
                  <a:lnTo>
                    <a:pt x="179187" y="3013180"/>
                  </a:lnTo>
                  <a:lnTo>
                    <a:pt x="179837" y="3013288"/>
                  </a:lnTo>
                  <a:lnTo>
                    <a:pt x="180487" y="3013396"/>
                  </a:lnTo>
                  <a:lnTo>
                    <a:pt x="181136" y="3013943"/>
                  </a:lnTo>
                  <a:lnTo>
                    <a:pt x="181786" y="3015126"/>
                  </a:lnTo>
                  <a:lnTo>
                    <a:pt x="182436" y="3017160"/>
                  </a:lnTo>
                  <a:lnTo>
                    <a:pt x="183086" y="3019986"/>
                  </a:lnTo>
                  <a:lnTo>
                    <a:pt x="183736" y="3023622"/>
                  </a:lnTo>
                  <a:lnTo>
                    <a:pt x="184386" y="3028080"/>
                  </a:lnTo>
                  <a:lnTo>
                    <a:pt x="185036" y="3033199"/>
                  </a:lnTo>
                  <a:lnTo>
                    <a:pt x="185686" y="3038642"/>
                  </a:lnTo>
                  <a:lnTo>
                    <a:pt x="186336" y="3043919"/>
                  </a:lnTo>
                  <a:lnTo>
                    <a:pt x="186986" y="3048557"/>
                  </a:lnTo>
                  <a:lnTo>
                    <a:pt x="187636" y="3052506"/>
                  </a:lnTo>
                  <a:lnTo>
                    <a:pt x="188286" y="3055755"/>
                  </a:lnTo>
                  <a:lnTo>
                    <a:pt x="188936" y="3058291"/>
                  </a:lnTo>
                  <a:lnTo>
                    <a:pt x="189586" y="3060356"/>
                  </a:lnTo>
                  <a:lnTo>
                    <a:pt x="190236" y="3062328"/>
                  </a:lnTo>
                  <a:lnTo>
                    <a:pt x="190886" y="3063782"/>
                  </a:lnTo>
                  <a:lnTo>
                    <a:pt x="191535" y="3064524"/>
                  </a:lnTo>
                  <a:lnTo>
                    <a:pt x="192185" y="3064360"/>
                  </a:lnTo>
                  <a:lnTo>
                    <a:pt x="192835" y="3063373"/>
                  </a:lnTo>
                  <a:lnTo>
                    <a:pt x="193485" y="3061562"/>
                  </a:lnTo>
                  <a:lnTo>
                    <a:pt x="194135" y="3058962"/>
                  </a:lnTo>
                  <a:lnTo>
                    <a:pt x="194785" y="3055715"/>
                  </a:lnTo>
                  <a:lnTo>
                    <a:pt x="195435" y="3052194"/>
                  </a:lnTo>
                  <a:lnTo>
                    <a:pt x="196085" y="3048905"/>
                  </a:lnTo>
                  <a:lnTo>
                    <a:pt x="196735" y="3046288"/>
                  </a:lnTo>
                  <a:lnTo>
                    <a:pt x="197385" y="3044395"/>
                  </a:lnTo>
                  <a:lnTo>
                    <a:pt x="198035" y="3043229"/>
                  </a:lnTo>
                  <a:lnTo>
                    <a:pt x="198685" y="3042782"/>
                  </a:lnTo>
                  <a:lnTo>
                    <a:pt x="199335" y="3042791"/>
                  </a:lnTo>
                  <a:lnTo>
                    <a:pt x="199985" y="3042886"/>
                  </a:lnTo>
                  <a:lnTo>
                    <a:pt x="200635" y="3043021"/>
                  </a:lnTo>
                  <a:lnTo>
                    <a:pt x="201284" y="3043180"/>
                  </a:lnTo>
                  <a:lnTo>
                    <a:pt x="201934" y="3043342"/>
                  </a:lnTo>
                  <a:lnTo>
                    <a:pt x="202584" y="3043495"/>
                  </a:lnTo>
                  <a:lnTo>
                    <a:pt x="203234" y="3043624"/>
                  </a:lnTo>
                  <a:lnTo>
                    <a:pt x="203884" y="3043703"/>
                  </a:lnTo>
                  <a:lnTo>
                    <a:pt x="204534" y="3043784"/>
                  </a:lnTo>
                  <a:lnTo>
                    <a:pt x="205184" y="3043867"/>
                  </a:lnTo>
                  <a:lnTo>
                    <a:pt x="205834" y="3043950"/>
                  </a:lnTo>
                  <a:lnTo>
                    <a:pt x="206484" y="3044057"/>
                  </a:lnTo>
                  <a:lnTo>
                    <a:pt x="207134" y="3044025"/>
                  </a:lnTo>
                  <a:lnTo>
                    <a:pt x="207784" y="3043553"/>
                  </a:lnTo>
                  <a:lnTo>
                    <a:pt x="208434" y="3042645"/>
                  </a:lnTo>
                  <a:lnTo>
                    <a:pt x="209084" y="3041370"/>
                  </a:lnTo>
                  <a:lnTo>
                    <a:pt x="209734" y="3039662"/>
                  </a:lnTo>
                  <a:lnTo>
                    <a:pt x="210384" y="3037583"/>
                  </a:lnTo>
                  <a:lnTo>
                    <a:pt x="211034" y="3035126"/>
                  </a:lnTo>
                  <a:lnTo>
                    <a:pt x="211683" y="3032336"/>
                  </a:lnTo>
                  <a:lnTo>
                    <a:pt x="212333" y="3029547"/>
                  </a:lnTo>
                  <a:lnTo>
                    <a:pt x="212983" y="3026771"/>
                  </a:lnTo>
                  <a:lnTo>
                    <a:pt x="213633" y="3024010"/>
                  </a:lnTo>
                  <a:lnTo>
                    <a:pt x="214283" y="3021264"/>
                  </a:lnTo>
                  <a:lnTo>
                    <a:pt x="214933" y="3018534"/>
                  </a:lnTo>
                  <a:lnTo>
                    <a:pt x="215583" y="3015820"/>
                  </a:lnTo>
                  <a:lnTo>
                    <a:pt x="216233" y="3013119"/>
                  </a:lnTo>
                  <a:lnTo>
                    <a:pt x="216883" y="3010562"/>
                  </a:lnTo>
                  <a:lnTo>
                    <a:pt x="217533" y="3008429"/>
                  </a:lnTo>
                  <a:lnTo>
                    <a:pt x="218183" y="3006736"/>
                  </a:lnTo>
                  <a:lnTo>
                    <a:pt x="218833" y="3005613"/>
                  </a:lnTo>
                  <a:lnTo>
                    <a:pt x="219483" y="3005524"/>
                  </a:lnTo>
                  <a:lnTo>
                    <a:pt x="220133" y="3006419"/>
                  </a:lnTo>
                  <a:lnTo>
                    <a:pt x="220783" y="3008309"/>
                  </a:lnTo>
                  <a:lnTo>
                    <a:pt x="221432" y="3011136"/>
                  </a:lnTo>
                  <a:lnTo>
                    <a:pt x="222082" y="3014321"/>
                  </a:lnTo>
                  <a:lnTo>
                    <a:pt x="222732" y="3017503"/>
                  </a:lnTo>
                  <a:lnTo>
                    <a:pt x="223382" y="3020693"/>
                  </a:lnTo>
                  <a:lnTo>
                    <a:pt x="224032" y="3023823"/>
                  </a:lnTo>
                  <a:lnTo>
                    <a:pt x="224682" y="3026904"/>
                  </a:lnTo>
                  <a:lnTo>
                    <a:pt x="225332" y="3029903"/>
                  </a:lnTo>
                  <a:lnTo>
                    <a:pt x="225982" y="3032852"/>
                  </a:lnTo>
                  <a:lnTo>
                    <a:pt x="226632" y="3035774"/>
                  </a:lnTo>
                  <a:lnTo>
                    <a:pt x="227282" y="3038259"/>
                  </a:lnTo>
                  <a:lnTo>
                    <a:pt x="227932" y="3039861"/>
                  </a:lnTo>
                  <a:lnTo>
                    <a:pt x="228582" y="3040439"/>
                  </a:lnTo>
                  <a:lnTo>
                    <a:pt x="229232" y="3039515"/>
                  </a:lnTo>
                  <a:lnTo>
                    <a:pt x="229882" y="3036846"/>
                  </a:lnTo>
                  <a:lnTo>
                    <a:pt x="230532" y="3032043"/>
                  </a:lnTo>
                  <a:lnTo>
                    <a:pt x="231182" y="3024743"/>
                  </a:lnTo>
                  <a:lnTo>
                    <a:pt x="231831" y="3015761"/>
                  </a:lnTo>
                  <a:lnTo>
                    <a:pt x="232481" y="3005937"/>
                  </a:lnTo>
                  <a:lnTo>
                    <a:pt x="233131" y="2995367"/>
                  </a:lnTo>
                  <a:lnTo>
                    <a:pt x="233781" y="2984103"/>
                  </a:lnTo>
                  <a:lnTo>
                    <a:pt x="234431" y="2972299"/>
                  </a:lnTo>
                  <a:lnTo>
                    <a:pt x="235081" y="2960325"/>
                  </a:lnTo>
                  <a:lnTo>
                    <a:pt x="235731" y="2948394"/>
                  </a:lnTo>
                  <a:lnTo>
                    <a:pt x="236381" y="2936599"/>
                  </a:lnTo>
                  <a:lnTo>
                    <a:pt x="237031" y="2925124"/>
                  </a:lnTo>
                  <a:lnTo>
                    <a:pt x="237681" y="2914042"/>
                  </a:lnTo>
                  <a:lnTo>
                    <a:pt x="238331" y="2903262"/>
                  </a:lnTo>
                  <a:lnTo>
                    <a:pt x="238981" y="2892669"/>
                  </a:lnTo>
                  <a:lnTo>
                    <a:pt x="239631" y="2882530"/>
                  </a:lnTo>
                  <a:lnTo>
                    <a:pt x="240281" y="2873611"/>
                  </a:lnTo>
                  <a:lnTo>
                    <a:pt x="240931" y="2866278"/>
                  </a:lnTo>
                  <a:lnTo>
                    <a:pt x="241580" y="2860294"/>
                  </a:lnTo>
                  <a:lnTo>
                    <a:pt x="242230" y="2855381"/>
                  </a:lnTo>
                  <a:lnTo>
                    <a:pt x="242880" y="2851477"/>
                  </a:lnTo>
                  <a:lnTo>
                    <a:pt x="243530" y="2848616"/>
                  </a:lnTo>
                  <a:lnTo>
                    <a:pt x="244180" y="2846661"/>
                  </a:lnTo>
                  <a:lnTo>
                    <a:pt x="244830" y="2845107"/>
                  </a:lnTo>
                  <a:lnTo>
                    <a:pt x="245480" y="2843764"/>
                  </a:lnTo>
                  <a:lnTo>
                    <a:pt x="246130" y="2842532"/>
                  </a:lnTo>
                  <a:lnTo>
                    <a:pt x="246780" y="2841539"/>
                  </a:lnTo>
                  <a:lnTo>
                    <a:pt x="247430" y="2841004"/>
                  </a:lnTo>
                  <a:lnTo>
                    <a:pt x="248080" y="2840925"/>
                  </a:lnTo>
                  <a:lnTo>
                    <a:pt x="248730" y="2841398"/>
                  </a:lnTo>
                  <a:lnTo>
                    <a:pt x="249380" y="2842332"/>
                  </a:lnTo>
                  <a:lnTo>
                    <a:pt x="250030" y="2843318"/>
                  </a:lnTo>
                  <a:lnTo>
                    <a:pt x="250680" y="2844286"/>
                  </a:lnTo>
                  <a:lnTo>
                    <a:pt x="251329" y="2845079"/>
                  </a:lnTo>
                  <a:lnTo>
                    <a:pt x="251979" y="2845514"/>
                  </a:lnTo>
                  <a:lnTo>
                    <a:pt x="252629" y="2845409"/>
                  </a:lnTo>
                  <a:lnTo>
                    <a:pt x="253279" y="2844628"/>
                  </a:lnTo>
                  <a:lnTo>
                    <a:pt x="253929" y="2843336"/>
                  </a:lnTo>
                  <a:lnTo>
                    <a:pt x="254579" y="2841602"/>
                  </a:lnTo>
                  <a:lnTo>
                    <a:pt x="255229" y="2839431"/>
                  </a:lnTo>
                  <a:lnTo>
                    <a:pt x="255879" y="2836781"/>
                  </a:lnTo>
                  <a:lnTo>
                    <a:pt x="256529" y="2833856"/>
                  </a:lnTo>
                  <a:lnTo>
                    <a:pt x="257179" y="2830950"/>
                  </a:lnTo>
                  <a:lnTo>
                    <a:pt x="257829" y="2828144"/>
                  </a:lnTo>
                  <a:lnTo>
                    <a:pt x="258479" y="2825443"/>
                  </a:lnTo>
                  <a:lnTo>
                    <a:pt x="259129" y="2822835"/>
                  </a:lnTo>
                  <a:lnTo>
                    <a:pt x="259779" y="2820582"/>
                  </a:lnTo>
                  <a:lnTo>
                    <a:pt x="260429" y="2818972"/>
                  </a:lnTo>
                  <a:lnTo>
                    <a:pt x="261079" y="2817952"/>
                  </a:lnTo>
                  <a:lnTo>
                    <a:pt x="261728" y="2817638"/>
                  </a:lnTo>
                  <a:lnTo>
                    <a:pt x="262378" y="2818342"/>
                  </a:lnTo>
                  <a:lnTo>
                    <a:pt x="263028" y="2820476"/>
                  </a:lnTo>
                  <a:lnTo>
                    <a:pt x="263678" y="2824242"/>
                  </a:lnTo>
                  <a:lnTo>
                    <a:pt x="264328" y="2829510"/>
                  </a:lnTo>
                  <a:lnTo>
                    <a:pt x="264978" y="2836012"/>
                  </a:lnTo>
                  <a:lnTo>
                    <a:pt x="265628" y="2843786"/>
                  </a:lnTo>
                  <a:lnTo>
                    <a:pt x="266278" y="2852716"/>
                  </a:lnTo>
                  <a:lnTo>
                    <a:pt x="266928" y="2862426"/>
                  </a:lnTo>
                  <a:lnTo>
                    <a:pt x="267578" y="2872584"/>
                  </a:lnTo>
                  <a:lnTo>
                    <a:pt x="268228" y="2883023"/>
                  </a:lnTo>
                  <a:lnTo>
                    <a:pt x="268878" y="2893662"/>
                  </a:lnTo>
                  <a:lnTo>
                    <a:pt x="269528" y="2904312"/>
                  </a:lnTo>
                  <a:lnTo>
                    <a:pt x="270178" y="2914865"/>
                  </a:lnTo>
                  <a:lnTo>
                    <a:pt x="270828" y="2925333"/>
                  </a:lnTo>
                  <a:lnTo>
                    <a:pt x="271477" y="2935916"/>
                  </a:lnTo>
                  <a:lnTo>
                    <a:pt x="272127" y="2946490"/>
                  </a:lnTo>
                  <a:lnTo>
                    <a:pt x="272777" y="2956174"/>
                  </a:lnTo>
                  <a:lnTo>
                    <a:pt x="273427" y="2964297"/>
                  </a:lnTo>
                  <a:lnTo>
                    <a:pt x="274077" y="2970752"/>
                  </a:lnTo>
                  <a:lnTo>
                    <a:pt x="274727" y="2975738"/>
                  </a:lnTo>
                  <a:lnTo>
                    <a:pt x="275377" y="2978884"/>
                  </a:lnTo>
                  <a:lnTo>
                    <a:pt x="276027" y="2979439"/>
                  </a:lnTo>
                  <a:lnTo>
                    <a:pt x="276677" y="2977386"/>
                  </a:lnTo>
                  <a:lnTo>
                    <a:pt x="277327" y="2974005"/>
                  </a:lnTo>
                  <a:lnTo>
                    <a:pt x="277977" y="2969945"/>
                  </a:lnTo>
                  <a:lnTo>
                    <a:pt x="278627" y="2965540"/>
                  </a:lnTo>
                  <a:lnTo>
                    <a:pt x="279277" y="2960428"/>
                  </a:lnTo>
                  <a:lnTo>
                    <a:pt x="279927" y="2954635"/>
                  </a:lnTo>
                  <a:lnTo>
                    <a:pt x="280577" y="2948494"/>
                  </a:lnTo>
                  <a:lnTo>
                    <a:pt x="281227" y="2941819"/>
                  </a:lnTo>
                  <a:lnTo>
                    <a:pt x="281876" y="2934564"/>
                  </a:lnTo>
                  <a:lnTo>
                    <a:pt x="282526" y="2927195"/>
                  </a:lnTo>
                  <a:lnTo>
                    <a:pt x="283176" y="2919934"/>
                  </a:lnTo>
                  <a:lnTo>
                    <a:pt x="283826" y="2913196"/>
                  </a:lnTo>
                  <a:lnTo>
                    <a:pt x="284476" y="2907203"/>
                  </a:lnTo>
                  <a:lnTo>
                    <a:pt x="285126" y="2902480"/>
                  </a:lnTo>
                  <a:lnTo>
                    <a:pt x="285776" y="2899722"/>
                  </a:lnTo>
                  <a:lnTo>
                    <a:pt x="286426" y="2898923"/>
                  </a:lnTo>
                  <a:lnTo>
                    <a:pt x="287076" y="2899488"/>
                  </a:lnTo>
                  <a:lnTo>
                    <a:pt x="287726" y="2901076"/>
                  </a:lnTo>
                  <a:lnTo>
                    <a:pt x="288376" y="2903521"/>
                  </a:lnTo>
                  <a:lnTo>
                    <a:pt x="289026" y="2906846"/>
                  </a:lnTo>
                  <a:lnTo>
                    <a:pt x="289676" y="2910481"/>
                  </a:lnTo>
                  <a:lnTo>
                    <a:pt x="290326" y="2914122"/>
                  </a:lnTo>
                  <a:lnTo>
                    <a:pt x="290976" y="2917733"/>
                  </a:lnTo>
                  <a:lnTo>
                    <a:pt x="291625" y="2921314"/>
                  </a:lnTo>
                  <a:lnTo>
                    <a:pt x="292275" y="2924912"/>
                  </a:lnTo>
                  <a:lnTo>
                    <a:pt x="292925" y="2928512"/>
                  </a:lnTo>
                  <a:lnTo>
                    <a:pt x="293575" y="2932114"/>
                  </a:lnTo>
                  <a:lnTo>
                    <a:pt x="294225" y="2935594"/>
                  </a:lnTo>
                  <a:lnTo>
                    <a:pt x="294875" y="2938739"/>
                  </a:lnTo>
                  <a:lnTo>
                    <a:pt x="295525" y="2941400"/>
                  </a:lnTo>
                  <a:lnTo>
                    <a:pt x="296175" y="2943700"/>
                  </a:lnTo>
                  <a:lnTo>
                    <a:pt x="296825" y="2945404"/>
                  </a:lnTo>
                  <a:lnTo>
                    <a:pt x="297475" y="2946508"/>
                  </a:lnTo>
                  <a:lnTo>
                    <a:pt x="298125" y="2947003"/>
                  </a:lnTo>
                  <a:lnTo>
                    <a:pt x="298775" y="2946892"/>
                  </a:lnTo>
                  <a:lnTo>
                    <a:pt x="299425" y="2946629"/>
                  </a:lnTo>
                  <a:lnTo>
                    <a:pt x="300075" y="2946128"/>
                  </a:lnTo>
                  <a:lnTo>
                    <a:pt x="300725" y="2945378"/>
                  </a:lnTo>
                  <a:lnTo>
                    <a:pt x="301375" y="2944404"/>
                  </a:lnTo>
                  <a:lnTo>
                    <a:pt x="302024" y="2943112"/>
                  </a:lnTo>
                  <a:lnTo>
                    <a:pt x="302674" y="2941492"/>
                  </a:lnTo>
                  <a:lnTo>
                    <a:pt x="303324" y="2939850"/>
                  </a:lnTo>
                  <a:lnTo>
                    <a:pt x="303974" y="2938137"/>
                  </a:lnTo>
                  <a:lnTo>
                    <a:pt x="304624" y="2936249"/>
                  </a:lnTo>
                  <a:lnTo>
                    <a:pt x="305274" y="2934458"/>
                  </a:lnTo>
                  <a:lnTo>
                    <a:pt x="305924" y="2932745"/>
                  </a:lnTo>
                  <a:lnTo>
                    <a:pt x="306574" y="2931252"/>
                  </a:lnTo>
                  <a:lnTo>
                    <a:pt x="307224" y="2930166"/>
                  </a:lnTo>
                  <a:lnTo>
                    <a:pt x="307874" y="2929813"/>
                  </a:lnTo>
                  <a:lnTo>
                    <a:pt x="308524" y="2930870"/>
                  </a:lnTo>
                  <a:lnTo>
                    <a:pt x="309174" y="2933455"/>
                  </a:lnTo>
                  <a:lnTo>
                    <a:pt x="309824" y="2936909"/>
                  </a:lnTo>
                  <a:lnTo>
                    <a:pt x="310474" y="2941025"/>
                  </a:lnTo>
                  <a:lnTo>
                    <a:pt x="311124" y="2945605"/>
                  </a:lnTo>
                  <a:lnTo>
                    <a:pt x="311773" y="2950623"/>
                  </a:lnTo>
                  <a:lnTo>
                    <a:pt x="312423" y="2955698"/>
                  </a:lnTo>
                  <a:lnTo>
                    <a:pt x="313073" y="2960707"/>
                  </a:lnTo>
                  <a:lnTo>
                    <a:pt x="313723" y="2965775"/>
                  </a:lnTo>
                  <a:lnTo>
                    <a:pt x="314373" y="2970948"/>
                  </a:lnTo>
                  <a:lnTo>
                    <a:pt x="315023" y="2975603"/>
                  </a:lnTo>
                  <a:lnTo>
                    <a:pt x="315673" y="2979742"/>
                  </a:lnTo>
                  <a:lnTo>
                    <a:pt x="316323" y="2983338"/>
                  </a:lnTo>
                  <a:lnTo>
                    <a:pt x="316973" y="2986433"/>
                  </a:lnTo>
                  <a:lnTo>
                    <a:pt x="317623" y="2988423"/>
                  </a:lnTo>
                  <a:lnTo>
                    <a:pt x="318273" y="2988536"/>
                  </a:lnTo>
                  <a:lnTo>
                    <a:pt x="318923" y="2986700"/>
                  </a:lnTo>
                  <a:lnTo>
                    <a:pt x="319573" y="2983650"/>
                  </a:lnTo>
                  <a:lnTo>
                    <a:pt x="320223" y="2979655"/>
                  </a:lnTo>
                  <a:lnTo>
                    <a:pt x="320873" y="2975029"/>
                  </a:lnTo>
                  <a:lnTo>
                    <a:pt x="321523" y="2969849"/>
                  </a:lnTo>
                  <a:lnTo>
                    <a:pt x="322172" y="2964491"/>
                  </a:lnTo>
                  <a:lnTo>
                    <a:pt x="322822" y="2958886"/>
                  </a:lnTo>
                  <a:lnTo>
                    <a:pt x="323472" y="2953032"/>
                  </a:lnTo>
                  <a:lnTo>
                    <a:pt x="324122" y="2946950"/>
                  </a:lnTo>
                  <a:lnTo>
                    <a:pt x="324772" y="2940751"/>
                  </a:lnTo>
                  <a:lnTo>
                    <a:pt x="325422" y="2934297"/>
                  </a:lnTo>
                  <a:lnTo>
                    <a:pt x="326072" y="2927648"/>
                  </a:lnTo>
                  <a:lnTo>
                    <a:pt x="326722" y="2920663"/>
                  </a:lnTo>
                  <a:lnTo>
                    <a:pt x="327372" y="2913304"/>
                  </a:lnTo>
                  <a:lnTo>
                    <a:pt x="328022" y="2905813"/>
                  </a:lnTo>
                  <a:lnTo>
                    <a:pt x="328672" y="2897953"/>
                  </a:lnTo>
                  <a:lnTo>
                    <a:pt x="329322" y="2890190"/>
                  </a:lnTo>
                  <a:lnTo>
                    <a:pt x="329972" y="2882656"/>
                  </a:lnTo>
                  <a:lnTo>
                    <a:pt x="330622" y="2875261"/>
                  </a:lnTo>
                  <a:lnTo>
                    <a:pt x="331272" y="2868051"/>
                  </a:lnTo>
                  <a:lnTo>
                    <a:pt x="331921" y="2861443"/>
                  </a:lnTo>
                  <a:lnTo>
                    <a:pt x="332571" y="2855502"/>
                  </a:lnTo>
                  <a:lnTo>
                    <a:pt x="333221" y="2850175"/>
                  </a:lnTo>
                  <a:lnTo>
                    <a:pt x="333871" y="2845479"/>
                  </a:lnTo>
                  <a:lnTo>
                    <a:pt x="334521" y="2841675"/>
                  </a:lnTo>
                  <a:lnTo>
                    <a:pt x="335171" y="2838891"/>
                  </a:lnTo>
                  <a:lnTo>
                    <a:pt x="335821" y="2836753"/>
                  </a:lnTo>
                  <a:lnTo>
                    <a:pt x="336471" y="2835144"/>
                  </a:lnTo>
                  <a:lnTo>
                    <a:pt x="337121" y="2834339"/>
                  </a:lnTo>
                  <a:lnTo>
                    <a:pt x="337771" y="2834259"/>
                  </a:lnTo>
                  <a:lnTo>
                    <a:pt x="338421" y="2835129"/>
                  </a:lnTo>
                  <a:lnTo>
                    <a:pt x="339071" y="2836707"/>
                  </a:lnTo>
                  <a:lnTo>
                    <a:pt x="339721" y="2838787"/>
                  </a:lnTo>
                  <a:lnTo>
                    <a:pt x="340371" y="2841346"/>
                  </a:lnTo>
                  <a:lnTo>
                    <a:pt x="341021" y="2844507"/>
                  </a:lnTo>
                  <a:lnTo>
                    <a:pt x="341671" y="2847859"/>
                  </a:lnTo>
                  <a:lnTo>
                    <a:pt x="342320" y="2851192"/>
                  </a:lnTo>
                  <a:lnTo>
                    <a:pt x="342970" y="2854364"/>
                  </a:lnTo>
                  <a:lnTo>
                    <a:pt x="343620" y="2857369"/>
                  </a:lnTo>
                  <a:lnTo>
                    <a:pt x="344270" y="2860372"/>
                  </a:lnTo>
                  <a:lnTo>
                    <a:pt x="344920" y="2863316"/>
                  </a:lnTo>
                  <a:lnTo>
                    <a:pt x="345570" y="2865752"/>
                  </a:lnTo>
                  <a:lnTo>
                    <a:pt x="346220" y="2867601"/>
                  </a:lnTo>
                  <a:lnTo>
                    <a:pt x="346870" y="2868663"/>
                  </a:lnTo>
                  <a:lnTo>
                    <a:pt x="347520" y="2868999"/>
                  </a:lnTo>
                  <a:lnTo>
                    <a:pt x="348170" y="2868636"/>
                  </a:lnTo>
                  <a:lnTo>
                    <a:pt x="348820" y="2867251"/>
                  </a:lnTo>
                  <a:lnTo>
                    <a:pt x="349470" y="2864932"/>
                  </a:lnTo>
                  <a:lnTo>
                    <a:pt x="350120" y="2861905"/>
                  </a:lnTo>
                  <a:lnTo>
                    <a:pt x="350770" y="2858091"/>
                  </a:lnTo>
                  <a:lnTo>
                    <a:pt x="351420" y="2853428"/>
                  </a:lnTo>
                  <a:lnTo>
                    <a:pt x="352069" y="2848454"/>
                  </a:lnTo>
                  <a:lnTo>
                    <a:pt x="352719" y="2843465"/>
                  </a:lnTo>
                  <a:lnTo>
                    <a:pt x="353369" y="2838176"/>
                  </a:lnTo>
                  <a:lnTo>
                    <a:pt x="354019" y="2832337"/>
                  </a:lnTo>
                  <a:lnTo>
                    <a:pt x="354669" y="2826192"/>
                  </a:lnTo>
                  <a:lnTo>
                    <a:pt x="355319" y="2820221"/>
                  </a:lnTo>
                  <a:lnTo>
                    <a:pt x="355969" y="2814402"/>
                  </a:lnTo>
                  <a:lnTo>
                    <a:pt x="356619" y="2808831"/>
                  </a:lnTo>
                  <a:lnTo>
                    <a:pt x="357269" y="2803512"/>
                  </a:lnTo>
                  <a:lnTo>
                    <a:pt x="357919" y="2798123"/>
                  </a:lnTo>
                  <a:lnTo>
                    <a:pt x="358569" y="2793173"/>
                  </a:lnTo>
                  <a:lnTo>
                    <a:pt x="359219" y="2788620"/>
                  </a:lnTo>
                  <a:lnTo>
                    <a:pt x="359869" y="2784716"/>
                  </a:lnTo>
                  <a:lnTo>
                    <a:pt x="360519" y="2781458"/>
                  </a:lnTo>
                  <a:lnTo>
                    <a:pt x="361169" y="2779165"/>
                  </a:lnTo>
                  <a:lnTo>
                    <a:pt x="361819" y="2777188"/>
                  </a:lnTo>
                  <a:lnTo>
                    <a:pt x="362468" y="2775438"/>
                  </a:lnTo>
                  <a:lnTo>
                    <a:pt x="363118" y="2774213"/>
                  </a:lnTo>
                  <a:lnTo>
                    <a:pt x="363768" y="2773675"/>
                  </a:lnTo>
                  <a:lnTo>
                    <a:pt x="364418" y="2773260"/>
                  </a:lnTo>
                  <a:lnTo>
                    <a:pt x="365068" y="2773078"/>
                  </a:lnTo>
                  <a:lnTo>
                    <a:pt x="365718" y="2773238"/>
                  </a:lnTo>
                  <a:lnTo>
                    <a:pt x="366368" y="2773746"/>
                  </a:lnTo>
                  <a:lnTo>
                    <a:pt x="367018" y="2774581"/>
                  </a:lnTo>
                  <a:lnTo>
                    <a:pt x="367668" y="2775913"/>
                  </a:lnTo>
                  <a:lnTo>
                    <a:pt x="368318" y="2777493"/>
                  </a:lnTo>
                  <a:lnTo>
                    <a:pt x="368968" y="2779365"/>
                  </a:lnTo>
                  <a:lnTo>
                    <a:pt x="369618" y="2781104"/>
                  </a:lnTo>
                  <a:lnTo>
                    <a:pt x="370268" y="2782688"/>
                  </a:lnTo>
                  <a:lnTo>
                    <a:pt x="370918" y="2783893"/>
                  </a:lnTo>
                  <a:lnTo>
                    <a:pt x="371568" y="2784922"/>
                  </a:lnTo>
                  <a:lnTo>
                    <a:pt x="372217" y="2785710"/>
                  </a:lnTo>
                  <a:lnTo>
                    <a:pt x="372867" y="2786222"/>
                  </a:lnTo>
                  <a:lnTo>
                    <a:pt x="373517" y="2786297"/>
                  </a:lnTo>
                  <a:lnTo>
                    <a:pt x="374167" y="2786323"/>
                  </a:lnTo>
                  <a:lnTo>
                    <a:pt x="374817" y="2786332"/>
                  </a:lnTo>
                  <a:lnTo>
                    <a:pt x="375467" y="2786330"/>
                  </a:lnTo>
                  <a:lnTo>
                    <a:pt x="376117" y="2786349"/>
                  </a:lnTo>
                  <a:lnTo>
                    <a:pt x="376767" y="2786397"/>
                  </a:lnTo>
                  <a:lnTo>
                    <a:pt x="377417" y="2786610"/>
                  </a:lnTo>
                  <a:lnTo>
                    <a:pt x="378067" y="2787234"/>
                  </a:lnTo>
                  <a:lnTo>
                    <a:pt x="378717" y="2788310"/>
                  </a:lnTo>
                  <a:lnTo>
                    <a:pt x="379367" y="2790020"/>
                  </a:lnTo>
                  <a:lnTo>
                    <a:pt x="380017" y="2792609"/>
                  </a:lnTo>
                  <a:lnTo>
                    <a:pt x="380667" y="2795953"/>
                  </a:lnTo>
                  <a:lnTo>
                    <a:pt x="381317" y="2800215"/>
                  </a:lnTo>
                  <a:lnTo>
                    <a:pt x="381966" y="2805236"/>
                  </a:lnTo>
                  <a:lnTo>
                    <a:pt x="382616" y="2811035"/>
                  </a:lnTo>
                  <a:lnTo>
                    <a:pt x="383266" y="2817774"/>
                  </a:lnTo>
                  <a:lnTo>
                    <a:pt x="383916" y="2825435"/>
                  </a:lnTo>
                  <a:lnTo>
                    <a:pt x="384566" y="2833343"/>
                  </a:lnTo>
                  <a:lnTo>
                    <a:pt x="385216" y="2840940"/>
                  </a:lnTo>
                  <a:lnTo>
                    <a:pt x="385866" y="2847725"/>
                  </a:lnTo>
                  <a:lnTo>
                    <a:pt x="386516" y="2852593"/>
                  </a:lnTo>
                  <a:lnTo>
                    <a:pt x="387166" y="2854887"/>
                  </a:lnTo>
                  <a:lnTo>
                    <a:pt x="387816" y="2854510"/>
                  </a:lnTo>
                  <a:lnTo>
                    <a:pt x="388466" y="2851147"/>
                  </a:lnTo>
                  <a:lnTo>
                    <a:pt x="389116" y="2844758"/>
                  </a:lnTo>
                  <a:lnTo>
                    <a:pt x="389766" y="2835866"/>
                  </a:lnTo>
                  <a:lnTo>
                    <a:pt x="390416" y="2826390"/>
                  </a:lnTo>
                  <a:lnTo>
                    <a:pt x="391066" y="2816498"/>
                  </a:lnTo>
                  <a:lnTo>
                    <a:pt x="391716" y="2806275"/>
                  </a:lnTo>
                  <a:lnTo>
                    <a:pt x="392365" y="2795700"/>
                  </a:lnTo>
                  <a:lnTo>
                    <a:pt x="393015" y="2784515"/>
                  </a:lnTo>
                  <a:lnTo>
                    <a:pt x="393665" y="2772920"/>
                  </a:lnTo>
                  <a:lnTo>
                    <a:pt x="394315" y="2761387"/>
                  </a:lnTo>
                  <a:lnTo>
                    <a:pt x="394965" y="2750079"/>
                  </a:lnTo>
                  <a:lnTo>
                    <a:pt x="395615" y="2739288"/>
                  </a:lnTo>
                  <a:lnTo>
                    <a:pt x="396265" y="2729964"/>
                  </a:lnTo>
                  <a:lnTo>
                    <a:pt x="396915" y="2722443"/>
                  </a:lnTo>
                  <a:lnTo>
                    <a:pt x="397565" y="2716488"/>
                  </a:lnTo>
                  <a:lnTo>
                    <a:pt x="398215" y="2712013"/>
                  </a:lnTo>
                  <a:lnTo>
                    <a:pt x="398865" y="2708944"/>
                  </a:lnTo>
                  <a:lnTo>
                    <a:pt x="399515" y="2706987"/>
                  </a:lnTo>
                  <a:lnTo>
                    <a:pt x="400165" y="2704864"/>
                  </a:lnTo>
                  <a:lnTo>
                    <a:pt x="400815" y="2702435"/>
                  </a:lnTo>
                  <a:lnTo>
                    <a:pt x="401465" y="2699801"/>
                  </a:lnTo>
                  <a:lnTo>
                    <a:pt x="402114" y="2697014"/>
                  </a:lnTo>
                  <a:lnTo>
                    <a:pt x="402764" y="2694200"/>
                  </a:lnTo>
                  <a:lnTo>
                    <a:pt x="403414" y="2691256"/>
                  </a:lnTo>
                  <a:lnTo>
                    <a:pt x="404064" y="2688348"/>
                  </a:lnTo>
                  <a:lnTo>
                    <a:pt x="404714" y="2685764"/>
                  </a:lnTo>
                  <a:lnTo>
                    <a:pt x="405364" y="2683586"/>
                  </a:lnTo>
                  <a:lnTo>
                    <a:pt x="406014" y="2681712"/>
                  </a:lnTo>
                  <a:lnTo>
                    <a:pt x="406664" y="2680105"/>
                  </a:lnTo>
                  <a:lnTo>
                    <a:pt x="407314" y="2678766"/>
                  </a:lnTo>
                  <a:lnTo>
                    <a:pt x="407964" y="2677947"/>
                  </a:lnTo>
                  <a:lnTo>
                    <a:pt x="408614" y="2677602"/>
                  </a:lnTo>
                  <a:lnTo>
                    <a:pt x="409264" y="2677475"/>
                  </a:lnTo>
                  <a:lnTo>
                    <a:pt x="409914" y="2677465"/>
                  </a:lnTo>
                  <a:lnTo>
                    <a:pt x="410564" y="2677176"/>
                  </a:lnTo>
                  <a:lnTo>
                    <a:pt x="411214" y="2676476"/>
                  </a:lnTo>
                  <a:lnTo>
                    <a:pt x="411864" y="2675203"/>
                  </a:lnTo>
                  <a:lnTo>
                    <a:pt x="412513" y="2673359"/>
                  </a:lnTo>
                  <a:lnTo>
                    <a:pt x="413163" y="2670713"/>
                  </a:lnTo>
                  <a:lnTo>
                    <a:pt x="413813" y="2666569"/>
                  </a:lnTo>
                  <a:lnTo>
                    <a:pt x="414463" y="2660638"/>
                  </a:lnTo>
                  <a:lnTo>
                    <a:pt x="415113" y="2653734"/>
                  </a:lnTo>
                  <a:lnTo>
                    <a:pt x="415763" y="2646356"/>
                  </a:lnTo>
                  <a:lnTo>
                    <a:pt x="416413" y="2638561"/>
                  </a:lnTo>
                  <a:lnTo>
                    <a:pt x="417063" y="2630624"/>
                  </a:lnTo>
                  <a:lnTo>
                    <a:pt x="417713" y="2622896"/>
                  </a:lnTo>
                  <a:lnTo>
                    <a:pt x="418363" y="2616148"/>
                  </a:lnTo>
                  <a:lnTo>
                    <a:pt x="419013" y="2611231"/>
                  </a:lnTo>
                  <a:lnTo>
                    <a:pt x="419663" y="2608295"/>
                  </a:lnTo>
                  <a:lnTo>
                    <a:pt x="420313" y="2607375"/>
                  </a:lnTo>
                  <a:lnTo>
                    <a:pt x="420963" y="2608714"/>
                  </a:lnTo>
                  <a:lnTo>
                    <a:pt x="421613" y="2612400"/>
                  </a:lnTo>
                  <a:lnTo>
                    <a:pt x="422262" y="2617745"/>
                  </a:lnTo>
                  <a:lnTo>
                    <a:pt x="422912" y="2623143"/>
                  </a:lnTo>
                  <a:lnTo>
                    <a:pt x="423562" y="2628560"/>
                  </a:lnTo>
                  <a:lnTo>
                    <a:pt x="424212" y="2634010"/>
                  </a:lnTo>
                  <a:lnTo>
                    <a:pt x="424862" y="2639004"/>
                  </a:lnTo>
                  <a:lnTo>
                    <a:pt x="425512" y="2643151"/>
                  </a:lnTo>
                  <a:lnTo>
                    <a:pt x="426162" y="2646174"/>
                  </a:lnTo>
                  <a:lnTo>
                    <a:pt x="426812" y="2648828"/>
                  </a:lnTo>
                  <a:lnTo>
                    <a:pt x="427462" y="2650870"/>
                  </a:lnTo>
                  <a:lnTo>
                    <a:pt x="428112" y="2651495"/>
                  </a:lnTo>
                  <a:lnTo>
                    <a:pt x="428762" y="2649856"/>
                  </a:lnTo>
                  <a:lnTo>
                    <a:pt x="429412" y="2645833"/>
                  </a:lnTo>
                  <a:lnTo>
                    <a:pt x="430062" y="2639793"/>
                  </a:lnTo>
                  <a:lnTo>
                    <a:pt x="430712" y="2631973"/>
                  </a:lnTo>
                  <a:lnTo>
                    <a:pt x="431362" y="2622518"/>
                  </a:lnTo>
                  <a:lnTo>
                    <a:pt x="432012" y="2612231"/>
                  </a:lnTo>
                  <a:lnTo>
                    <a:pt x="432661" y="2602892"/>
                  </a:lnTo>
                  <a:lnTo>
                    <a:pt x="433311" y="2595069"/>
                  </a:lnTo>
                  <a:lnTo>
                    <a:pt x="433961" y="2588978"/>
                  </a:lnTo>
                  <a:lnTo>
                    <a:pt x="434611" y="2584327"/>
                  </a:lnTo>
                  <a:lnTo>
                    <a:pt x="435261" y="2581008"/>
                  </a:lnTo>
                  <a:lnTo>
                    <a:pt x="435911" y="2579197"/>
                  </a:lnTo>
                  <a:lnTo>
                    <a:pt x="436561" y="2577959"/>
                  </a:lnTo>
                  <a:lnTo>
                    <a:pt x="437211" y="2577177"/>
                  </a:lnTo>
                  <a:lnTo>
                    <a:pt x="437861" y="2576825"/>
                  </a:lnTo>
                  <a:lnTo>
                    <a:pt x="438511" y="2576804"/>
                  </a:lnTo>
                  <a:lnTo>
                    <a:pt x="439161" y="2577055"/>
                  </a:lnTo>
                  <a:lnTo>
                    <a:pt x="439811" y="2577457"/>
                  </a:lnTo>
                  <a:lnTo>
                    <a:pt x="440461" y="2577464"/>
                  </a:lnTo>
                  <a:lnTo>
                    <a:pt x="441111" y="2576995"/>
                  </a:lnTo>
                  <a:lnTo>
                    <a:pt x="441761" y="2575709"/>
                  </a:lnTo>
                  <a:lnTo>
                    <a:pt x="442410" y="2573439"/>
                  </a:lnTo>
                  <a:lnTo>
                    <a:pt x="443060" y="2570536"/>
                  </a:lnTo>
                  <a:lnTo>
                    <a:pt x="443710" y="2567159"/>
                  </a:lnTo>
                  <a:lnTo>
                    <a:pt x="444360" y="2563535"/>
                  </a:lnTo>
                  <a:lnTo>
                    <a:pt x="445010" y="2560052"/>
                  </a:lnTo>
                  <a:lnTo>
                    <a:pt x="445660" y="2556931"/>
                  </a:lnTo>
                  <a:lnTo>
                    <a:pt x="446310" y="2554858"/>
                  </a:lnTo>
                  <a:lnTo>
                    <a:pt x="446960" y="2553977"/>
                  </a:lnTo>
                  <a:lnTo>
                    <a:pt x="447610" y="2553490"/>
                  </a:lnTo>
                  <a:lnTo>
                    <a:pt x="448260" y="2553188"/>
                  </a:lnTo>
                  <a:lnTo>
                    <a:pt x="448910" y="2553159"/>
                  </a:lnTo>
                  <a:lnTo>
                    <a:pt x="449560" y="2553317"/>
                  </a:lnTo>
                  <a:lnTo>
                    <a:pt x="450210" y="2553868"/>
                  </a:lnTo>
                  <a:lnTo>
                    <a:pt x="450860" y="2554608"/>
                  </a:lnTo>
                  <a:lnTo>
                    <a:pt x="451510" y="2555952"/>
                  </a:lnTo>
                  <a:lnTo>
                    <a:pt x="452160" y="2558153"/>
                  </a:lnTo>
                  <a:lnTo>
                    <a:pt x="452809" y="2560730"/>
                  </a:lnTo>
                  <a:lnTo>
                    <a:pt x="453459" y="2563519"/>
                  </a:lnTo>
                  <a:lnTo>
                    <a:pt x="454109" y="2566128"/>
                  </a:lnTo>
                  <a:lnTo>
                    <a:pt x="454759" y="2567717"/>
                  </a:lnTo>
                  <a:lnTo>
                    <a:pt x="455409" y="2569384"/>
                  </a:lnTo>
                  <a:lnTo>
                    <a:pt x="456059" y="2570564"/>
                  </a:lnTo>
                  <a:lnTo>
                    <a:pt x="456709" y="2570755"/>
                  </a:lnTo>
                  <a:lnTo>
                    <a:pt x="457359" y="2570898"/>
                  </a:lnTo>
                  <a:lnTo>
                    <a:pt x="458009" y="2569592"/>
                  </a:lnTo>
                  <a:lnTo>
                    <a:pt x="458659" y="2566319"/>
                  </a:lnTo>
                  <a:lnTo>
                    <a:pt x="459309" y="2560810"/>
                  </a:lnTo>
                  <a:lnTo>
                    <a:pt x="459959" y="2552745"/>
                  </a:lnTo>
                  <a:lnTo>
                    <a:pt x="460609" y="2541664"/>
                  </a:lnTo>
                  <a:lnTo>
                    <a:pt x="461259" y="2528600"/>
                  </a:lnTo>
                  <a:lnTo>
                    <a:pt x="461909" y="2513294"/>
                  </a:lnTo>
                  <a:lnTo>
                    <a:pt x="462558" y="2497797"/>
                  </a:lnTo>
                  <a:lnTo>
                    <a:pt x="463208" y="2482545"/>
                  </a:lnTo>
                  <a:lnTo>
                    <a:pt x="463858" y="2467919"/>
                  </a:lnTo>
                  <a:lnTo>
                    <a:pt x="464508" y="2454182"/>
                  </a:lnTo>
                  <a:lnTo>
                    <a:pt x="465158" y="2440366"/>
                  </a:lnTo>
                  <a:lnTo>
                    <a:pt x="465808" y="2426403"/>
                  </a:lnTo>
                  <a:lnTo>
                    <a:pt x="466458" y="2412567"/>
                  </a:lnTo>
                  <a:lnTo>
                    <a:pt x="467108" y="2398763"/>
                  </a:lnTo>
                  <a:lnTo>
                    <a:pt x="467758" y="2386183"/>
                  </a:lnTo>
                  <a:lnTo>
                    <a:pt x="468408" y="2375032"/>
                  </a:lnTo>
                  <a:lnTo>
                    <a:pt x="469058" y="2365388"/>
                  </a:lnTo>
                  <a:lnTo>
                    <a:pt x="469708" y="2356927"/>
                  </a:lnTo>
                  <a:lnTo>
                    <a:pt x="470358" y="2349578"/>
                  </a:lnTo>
                  <a:lnTo>
                    <a:pt x="471008" y="2342479"/>
                  </a:lnTo>
                  <a:lnTo>
                    <a:pt x="471658" y="2335892"/>
                  </a:lnTo>
                  <a:lnTo>
                    <a:pt x="472308" y="2328431"/>
                  </a:lnTo>
                  <a:lnTo>
                    <a:pt x="472957" y="2320131"/>
                  </a:lnTo>
                  <a:lnTo>
                    <a:pt x="473607" y="2311079"/>
                  </a:lnTo>
                  <a:lnTo>
                    <a:pt x="474257" y="2302348"/>
                  </a:lnTo>
                  <a:lnTo>
                    <a:pt x="474907" y="2293998"/>
                  </a:lnTo>
                  <a:lnTo>
                    <a:pt x="475557" y="2285655"/>
                  </a:lnTo>
                  <a:lnTo>
                    <a:pt x="476207" y="2276883"/>
                  </a:lnTo>
                  <a:lnTo>
                    <a:pt x="476857" y="2267814"/>
                  </a:lnTo>
                  <a:lnTo>
                    <a:pt x="477507" y="2257902"/>
                  </a:lnTo>
                  <a:lnTo>
                    <a:pt x="478157" y="2247179"/>
                  </a:lnTo>
                  <a:lnTo>
                    <a:pt x="478807" y="2235627"/>
                  </a:lnTo>
                  <a:lnTo>
                    <a:pt x="479457" y="2223753"/>
                  </a:lnTo>
                  <a:lnTo>
                    <a:pt x="480107" y="2212672"/>
                  </a:lnTo>
                  <a:lnTo>
                    <a:pt x="480757" y="2202529"/>
                  </a:lnTo>
                  <a:lnTo>
                    <a:pt x="481407" y="2193239"/>
                  </a:lnTo>
                  <a:lnTo>
                    <a:pt x="482057" y="2185052"/>
                  </a:lnTo>
                  <a:lnTo>
                    <a:pt x="482706" y="2177783"/>
                  </a:lnTo>
                  <a:lnTo>
                    <a:pt x="483356" y="2170924"/>
                  </a:lnTo>
                  <a:lnTo>
                    <a:pt x="484006" y="2163859"/>
                  </a:lnTo>
                  <a:lnTo>
                    <a:pt x="484656" y="2156456"/>
                  </a:lnTo>
                  <a:lnTo>
                    <a:pt x="485306" y="2149332"/>
                  </a:lnTo>
                  <a:lnTo>
                    <a:pt x="485956" y="2142929"/>
                  </a:lnTo>
                  <a:lnTo>
                    <a:pt x="486606" y="2137242"/>
                  </a:lnTo>
                  <a:lnTo>
                    <a:pt x="487256" y="2133078"/>
                  </a:lnTo>
                  <a:lnTo>
                    <a:pt x="487906" y="2130223"/>
                  </a:lnTo>
                  <a:lnTo>
                    <a:pt x="488556" y="2128815"/>
                  </a:lnTo>
                  <a:lnTo>
                    <a:pt x="489206" y="2129082"/>
                  </a:lnTo>
                  <a:lnTo>
                    <a:pt x="489856" y="2130173"/>
                  </a:lnTo>
                  <a:lnTo>
                    <a:pt x="490506" y="2132549"/>
                  </a:lnTo>
                  <a:lnTo>
                    <a:pt x="491156" y="2136547"/>
                  </a:lnTo>
                  <a:lnTo>
                    <a:pt x="491806" y="2141814"/>
                  </a:lnTo>
                  <a:lnTo>
                    <a:pt x="492456" y="2148475"/>
                  </a:lnTo>
                  <a:lnTo>
                    <a:pt x="493105" y="2157593"/>
                  </a:lnTo>
                  <a:lnTo>
                    <a:pt x="493755" y="2168567"/>
                  </a:lnTo>
                  <a:lnTo>
                    <a:pt x="494405" y="2181703"/>
                  </a:lnTo>
                  <a:lnTo>
                    <a:pt x="495055" y="2195719"/>
                  </a:lnTo>
                  <a:lnTo>
                    <a:pt x="495705" y="2210268"/>
                  </a:lnTo>
                  <a:lnTo>
                    <a:pt x="496355" y="2225073"/>
                  </a:lnTo>
                  <a:lnTo>
                    <a:pt x="497005" y="2239590"/>
                  </a:lnTo>
                  <a:lnTo>
                    <a:pt x="497655" y="2253907"/>
                  </a:lnTo>
                  <a:lnTo>
                    <a:pt x="498305" y="2267886"/>
                  </a:lnTo>
                  <a:lnTo>
                    <a:pt x="498955" y="2281081"/>
                  </a:lnTo>
                  <a:lnTo>
                    <a:pt x="499605" y="2293903"/>
                  </a:lnTo>
                  <a:lnTo>
                    <a:pt x="500255" y="2305591"/>
                  </a:lnTo>
                  <a:lnTo>
                    <a:pt x="500905" y="2315755"/>
                  </a:lnTo>
                  <a:lnTo>
                    <a:pt x="501555" y="2324702"/>
                  </a:lnTo>
                  <a:lnTo>
                    <a:pt x="502205" y="2332653"/>
                  </a:lnTo>
                  <a:lnTo>
                    <a:pt x="502854" y="2339187"/>
                  </a:lnTo>
                  <a:lnTo>
                    <a:pt x="503504" y="2345244"/>
                  </a:lnTo>
                  <a:lnTo>
                    <a:pt x="504154" y="2350471"/>
                  </a:lnTo>
                  <a:lnTo>
                    <a:pt x="504804" y="2356397"/>
                  </a:lnTo>
                  <a:lnTo>
                    <a:pt x="505454" y="2363228"/>
                  </a:lnTo>
                  <a:lnTo>
                    <a:pt x="506104" y="2370925"/>
                  </a:lnTo>
                  <a:lnTo>
                    <a:pt x="506754" y="2378730"/>
                  </a:lnTo>
                  <a:lnTo>
                    <a:pt x="507404" y="2386737"/>
                  </a:lnTo>
                  <a:lnTo>
                    <a:pt x="508054" y="2395460"/>
                  </a:lnTo>
                  <a:lnTo>
                    <a:pt x="508704" y="2405298"/>
                  </a:lnTo>
                  <a:lnTo>
                    <a:pt x="509354" y="2416041"/>
                  </a:lnTo>
                  <a:lnTo>
                    <a:pt x="510004" y="2428422"/>
                  </a:lnTo>
                  <a:lnTo>
                    <a:pt x="510654" y="2442637"/>
                  </a:lnTo>
                  <a:lnTo>
                    <a:pt x="511304" y="2458609"/>
                  </a:lnTo>
                  <a:lnTo>
                    <a:pt x="511954" y="2476059"/>
                  </a:lnTo>
                  <a:lnTo>
                    <a:pt x="512604" y="2493466"/>
                  </a:lnTo>
                  <a:lnTo>
                    <a:pt x="513253" y="2510122"/>
                  </a:lnTo>
                  <a:lnTo>
                    <a:pt x="513903" y="2525991"/>
                  </a:lnTo>
                  <a:lnTo>
                    <a:pt x="514553" y="2540476"/>
                  </a:lnTo>
                  <a:lnTo>
                    <a:pt x="515203" y="2553518"/>
                  </a:lnTo>
                  <a:lnTo>
                    <a:pt x="515853" y="2566253"/>
                  </a:lnTo>
                  <a:lnTo>
                    <a:pt x="516503" y="2579425"/>
                  </a:lnTo>
                  <a:lnTo>
                    <a:pt x="517153" y="2593102"/>
                  </a:lnTo>
                  <a:lnTo>
                    <a:pt x="517803" y="2606451"/>
                  </a:lnTo>
                  <a:lnTo>
                    <a:pt x="518453" y="2619081"/>
                  </a:lnTo>
                  <a:lnTo>
                    <a:pt x="519103" y="2631196"/>
                  </a:lnTo>
                  <a:lnTo>
                    <a:pt x="519753" y="2641868"/>
                  </a:lnTo>
                  <a:lnTo>
                    <a:pt x="520403" y="2650821"/>
                  </a:lnTo>
                  <a:lnTo>
                    <a:pt x="521053" y="2658052"/>
                  </a:lnTo>
                  <a:lnTo>
                    <a:pt x="521703" y="2663321"/>
                  </a:lnTo>
                  <a:lnTo>
                    <a:pt x="522353" y="2667980"/>
                  </a:lnTo>
                  <a:lnTo>
                    <a:pt x="523002" y="2673040"/>
                  </a:lnTo>
                  <a:lnTo>
                    <a:pt x="523652" y="2678398"/>
                  </a:lnTo>
                  <a:lnTo>
                    <a:pt x="524302" y="2684351"/>
                  </a:lnTo>
                  <a:lnTo>
                    <a:pt x="524952" y="2691241"/>
                  </a:lnTo>
                  <a:lnTo>
                    <a:pt x="525602" y="2697268"/>
                  </a:lnTo>
                  <a:lnTo>
                    <a:pt x="526252" y="2702628"/>
                  </a:lnTo>
                  <a:lnTo>
                    <a:pt x="526902" y="2707285"/>
                  </a:lnTo>
                  <a:lnTo>
                    <a:pt x="527552" y="2711688"/>
                  </a:lnTo>
                  <a:lnTo>
                    <a:pt x="528202" y="2715742"/>
                  </a:lnTo>
                  <a:lnTo>
                    <a:pt x="528852" y="2719527"/>
                  </a:lnTo>
                  <a:lnTo>
                    <a:pt x="529502" y="2722689"/>
                  </a:lnTo>
                  <a:lnTo>
                    <a:pt x="530152" y="2724590"/>
                  </a:lnTo>
                  <a:lnTo>
                    <a:pt x="530802" y="2724713"/>
                  </a:lnTo>
                  <a:lnTo>
                    <a:pt x="531452" y="2721996"/>
                  </a:lnTo>
                  <a:lnTo>
                    <a:pt x="532102" y="2715780"/>
                  </a:lnTo>
                  <a:lnTo>
                    <a:pt x="532751" y="2705628"/>
                  </a:lnTo>
                  <a:lnTo>
                    <a:pt x="533401" y="2692080"/>
                  </a:lnTo>
                  <a:lnTo>
                    <a:pt x="534051" y="2675815"/>
                  </a:lnTo>
                  <a:lnTo>
                    <a:pt x="534701" y="2657300"/>
                  </a:lnTo>
                  <a:lnTo>
                    <a:pt x="535351" y="2637612"/>
                  </a:lnTo>
                  <a:lnTo>
                    <a:pt x="536001" y="2617635"/>
                  </a:lnTo>
                  <a:lnTo>
                    <a:pt x="536651" y="2597937"/>
                  </a:lnTo>
                  <a:lnTo>
                    <a:pt x="537301" y="2578381"/>
                  </a:lnTo>
                  <a:lnTo>
                    <a:pt x="537951" y="2559019"/>
                  </a:lnTo>
                  <a:lnTo>
                    <a:pt x="538601" y="2540320"/>
                  </a:lnTo>
                  <a:lnTo>
                    <a:pt x="539251" y="2522198"/>
                  </a:lnTo>
                  <a:lnTo>
                    <a:pt x="539901" y="2505110"/>
                  </a:lnTo>
                  <a:lnTo>
                    <a:pt x="540551" y="2488873"/>
                  </a:lnTo>
                  <a:lnTo>
                    <a:pt x="541201" y="2473886"/>
                  </a:lnTo>
                  <a:lnTo>
                    <a:pt x="541851" y="2459915"/>
                  </a:lnTo>
                  <a:lnTo>
                    <a:pt x="542501" y="2445835"/>
                  </a:lnTo>
                  <a:lnTo>
                    <a:pt x="543150" y="2430177"/>
                  </a:lnTo>
                  <a:lnTo>
                    <a:pt x="543800" y="2412789"/>
                  </a:lnTo>
                  <a:lnTo>
                    <a:pt x="544450" y="2393759"/>
                  </a:lnTo>
                  <a:lnTo>
                    <a:pt x="545100" y="2373739"/>
                  </a:lnTo>
                  <a:lnTo>
                    <a:pt x="545750" y="2353524"/>
                  </a:lnTo>
                  <a:lnTo>
                    <a:pt x="546400" y="2332936"/>
                  </a:lnTo>
                  <a:lnTo>
                    <a:pt x="547050" y="2311859"/>
                  </a:lnTo>
                  <a:lnTo>
                    <a:pt x="547700" y="2289844"/>
                  </a:lnTo>
                  <a:lnTo>
                    <a:pt x="548350" y="2266875"/>
                  </a:lnTo>
                  <a:lnTo>
                    <a:pt x="549000" y="2243321"/>
                  </a:lnTo>
                  <a:lnTo>
                    <a:pt x="549650" y="2219214"/>
                  </a:lnTo>
                  <a:lnTo>
                    <a:pt x="550300" y="2193957"/>
                  </a:lnTo>
                  <a:lnTo>
                    <a:pt x="550950" y="2167672"/>
                  </a:lnTo>
                  <a:lnTo>
                    <a:pt x="551600" y="2140973"/>
                  </a:lnTo>
                  <a:lnTo>
                    <a:pt x="552250" y="2115121"/>
                  </a:lnTo>
                  <a:lnTo>
                    <a:pt x="552899" y="2091110"/>
                  </a:lnTo>
                  <a:lnTo>
                    <a:pt x="553549" y="2069221"/>
                  </a:lnTo>
                  <a:lnTo>
                    <a:pt x="554199" y="2049432"/>
                  </a:lnTo>
                  <a:lnTo>
                    <a:pt x="554849" y="2031505"/>
                  </a:lnTo>
                  <a:lnTo>
                    <a:pt x="555499" y="2014884"/>
                  </a:lnTo>
                  <a:lnTo>
                    <a:pt x="556149" y="1999499"/>
                  </a:lnTo>
                  <a:lnTo>
                    <a:pt x="556799" y="1985427"/>
                  </a:lnTo>
                  <a:lnTo>
                    <a:pt x="557449" y="1972896"/>
                  </a:lnTo>
                  <a:lnTo>
                    <a:pt x="558099" y="1961732"/>
                  </a:lnTo>
                  <a:lnTo>
                    <a:pt x="558749" y="1951873"/>
                  </a:lnTo>
                  <a:lnTo>
                    <a:pt x="559399" y="1943318"/>
                  </a:lnTo>
                  <a:lnTo>
                    <a:pt x="560049" y="1936590"/>
                  </a:lnTo>
                  <a:lnTo>
                    <a:pt x="560699" y="1931700"/>
                  </a:lnTo>
                  <a:lnTo>
                    <a:pt x="561349" y="1928423"/>
                  </a:lnTo>
                  <a:lnTo>
                    <a:pt x="561999" y="1926439"/>
                  </a:lnTo>
                  <a:lnTo>
                    <a:pt x="562649" y="1925394"/>
                  </a:lnTo>
                  <a:lnTo>
                    <a:pt x="563298" y="1924785"/>
                  </a:lnTo>
                  <a:lnTo>
                    <a:pt x="563948" y="1924663"/>
                  </a:lnTo>
                  <a:lnTo>
                    <a:pt x="564598" y="1924895"/>
                  </a:lnTo>
                  <a:lnTo>
                    <a:pt x="565248" y="1925437"/>
                  </a:lnTo>
                  <a:lnTo>
                    <a:pt x="565898" y="1926165"/>
                  </a:lnTo>
                  <a:lnTo>
                    <a:pt x="566548" y="1927110"/>
                  </a:lnTo>
                  <a:lnTo>
                    <a:pt x="567198" y="1928328"/>
                  </a:lnTo>
                  <a:lnTo>
                    <a:pt x="567848" y="1929987"/>
                  </a:lnTo>
                  <a:lnTo>
                    <a:pt x="568498" y="1931819"/>
                  </a:lnTo>
                  <a:lnTo>
                    <a:pt x="569148" y="1933650"/>
                  </a:lnTo>
                  <a:lnTo>
                    <a:pt x="569798" y="1935485"/>
                  </a:lnTo>
                  <a:lnTo>
                    <a:pt x="570448" y="1937337"/>
                  </a:lnTo>
                  <a:lnTo>
                    <a:pt x="571098" y="1938990"/>
                  </a:lnTo>
                  <a:lnTo>
                    <a:pt x="571748" y="1940175"/>
                  </a:lnTo>
                  <a:lnTo>
                    <a:pt x="572398" y="1940950"/>
                  </a:lnTo>
                  <a:lnTo>
                    <a:pt x="573047" y="1941493"/>
                  </a:lnTo>
                  <a:lnTo>
                    <a:pt x="573697" y="1941660"/>
                  </a:lnTo>
                  <a:lnTo>
                    <a:pt x="574347" y="1941343"/>
                  </a:lnTo>
                  <a:lnTo>
                    <a:pt x="574997" y="1940394"/>
                  </a:lnTo>
                  <a:lnTo>
                    <a:pt x="575647" y="1939359"/>
                  </a:lnTo>
                  <a:lnTo>
                    <a:pt x="576297" y="1938602"/>
                  </a:lnTo>
                  <a:lnTo>
                    <a:pt x="576947" y="1938338"/>
                  </a:lnTo>
                  <a:lnTo>
                    <a:pt x="577597" y="1938241"/>
                  </a:lnTo>
                  <a:lnTo>
                    <a:pt x="578247" y="1938057"/>
                  </a:lnTo>
                  <a:lnTo>
                    <a:pt x="578897" y="1937659"/>
                  </a:lnTo>
                  <a:lnTo>
                    <a:pt x="579547" y="1937457"/>
                  </a:lnTo>
                  <a:lnTo>
                    <a:pt x="580197" y="1937974"/>
                  </a:lnTo>
                  <a:lnTo>
                    <a:pt x="580847" y="1939242"/>
                  </a:lnTo>
                  <a:lnTo>
                    <a:pt x="581497" y="1941160"/>
                  </a:lnTo>
                  <a:lnTo>
                    <a:pt x="582147" y="1943879"/>
                  </a:lnTo>
                  <a:lnTo>
                    <a:pt x="582797" y="1948020"/>
                  </a:lnTo>
                  <a:lnTo>
                    <a:pt x="583446" y="1953584"/>
                  </a:lnTo>
                  <a:lnTo>
                    <a:pt x="584096" y="1960644"/>
                  </a:lnTo>
                  <a:lnTo>
                    <a:pt x="584746" y="1968746"/>
                  </a:lnTo>
                  <a:lnTo>
                    <a:pt x="585396" y="1977314"/>
                  </a:lnTo>
                  <a:lnTo>
                    <a:pt x="586046" y="1985863"/>
                  </a:lnTo>
                  <a:lnTo>
                    <a:pt x="586696" y="1993825"/>
                  </a:lnTo>
                  <a:lnTo>
                    <a:pt x="587346" y="2001079"/>
                  </a:lnTo>
                  <a:lnTo>
                    <a:pt x="587996" y="2008171"/>
                  </a:lnTo>
                  <a:lnTo>
                    <a:pt x="588646" y="2015342"/>
                  </a:lnTo>
                  <a:lnTo>
                    <a:pt x="589296" y="2022226"/>
                  </a:lnTo>
                  <a:lnTo>
                    <a:pt x="589946" y="2028227"/>
                  </a:lnTo>
                  <a:lnTo>
                    <a:pt x="590596" y="2033590"/>
                  </a:lnTo>
                  <a:lnTo>
                    <a:pt x="591246" y="2038698"/>
                  </a:lnTo>
                  <a:lnTo>
                    <a:pt x="591896" y="2043340"/>
                  </a:lnTo>
                  <a:lnTo>
                    <a:pt x="592546" y="2046726"/>
                  </a:lnTo>
                  <a:lnTo>
                    <a:pt x="593195" y="2048780"/>
                  </a:lnTo>
                  <a:lnTo>
                    <a:pt x="593845" y="2049493"/>
                  </a:lnTo>
                  <a:lnTo>
                    <a:pt x="594495" y="2049546"/>
                  </a:lnTo>
                  <a:lnTo>
                    <a:pt x="595145" y="2049475"/>
                  </a:lnTo>
                  <a:lnTo>
                    <a:pt x="595795" y="2049767"/>
                  </a:lnTo>
                  <a:lnTo>
                    <a:pt x="596445" y="2050770"/>
                  </a:lnTo>
                  <a:lnTo>
                    <a:pt x="597095" y="2052757"/>
                  </a:lnTo>
                  <a:lnTo>
                    <a:pt x="597745" y="2055627"/>
                  </a:lnTo>
                  <a:lnTo>
                    <a:pt x="598395" y="2059473"/>
                  </a:lnTo>
                  <a:lnTo>
                    <a:pt x="599045" y="2064088"/>
                  </a:lnTo>
                  <a:lnTo>
                    <a:pt x="599695" y="2069290"/>
                  </a:lnTo>
                  <a:lnTo>
                    <a:pt x="600345" y="2074747"/>
                  </a:lnTo>
                  <a:lnTo>
                    <a:pt x="600995" y="2080366"/>
                  </a:lnTo>
                  <a:lnTo>
                    <a:pt x="601645" y="2086322"/>
                  </a:lnTo>
                  <a:lnTo>
                    <a:pt x="602295" y="2092694"/>
                  </a:lnTo>
                  <a:lnTo>
                    <a:pt x="602945" y="2099451"/>
                  </a:lnTo>
                  <a:lnTo>
                    <a:pt x="603594" y="2106712"/>
                  </a:lnTo>
                  <a:lnTo>
                    <a:pt x="604244" y="2114894"/>
                  </a:lnTo>
                  <a:lnTo>
                    <a:pt x="604894" y="2123724"/>
                  </a:lnTo>
                  <a:lnTo>
                    <a:pt x="605544" y="2132977"/>
                  </a:lnTo>
                  <a:lnTo>
                    <a:pt x="606194" y="2142689"/>
                  </a:lnTo>
                  <a:lnTo>
                    <a:pt x="606844" y="2153196"/>
                  </a:lnTo>
                  <a:lnTo>
                    <a:pt x="607494" y="2165241"/>
                  </a:lnTo>
                  <a:lnTo>
                    <a:pt x="608144" y="2178985"/>
                  </a:lnTo>
                  <a:lnTo>
                    <a:pt x="608794" y="2194265"/>
                  </a:lnTo>
                  <a:lnTo>
                    <a:pt x="609444" y="2210801"/>
                  </a:lnTo>
                  <a:lnTo>
                    <a:pt x="610094" y="2228939"/>
                  </a:lnTo>
                  <a:lnTo>
                    <a:pt x="610744" y="2248809"/>
                  </a:lnTo>
                  <a:lnTo>
                    <a:pt x="611394" y="2270890"/>
                  </a:lnTo>
                  <a:lnTo>
                    <a:pt x="612044" y="2294928"/>
                  </a:lnTo>
                  <a:lnTo>
                    <a:pt x="612694" y="2320707"/>
                  </a:lnTo>
                  <a:lnTo>
                    <a:pt x="613343" y="2348301"/>
                  </a:lnTo>
                  <a:lnTo>
                    <a:pt x="613993" y="2377682"/>
                  </a:lnTo>
                  <a:lnTo>
                    <a:pt x="614643" y="2408699"/>
                  </a:lnTo>
                  <a:lnTo>
                    <a:pt x="615293" y="2441119"/>
                  </a:lnTo>
                  <a:lnTo>
                    <a:pt x="615943" y="2474888"/>
                  </a:lnTo>
                  <a:lnTo>
                    <a:pt x="616593" y="2509255"/>
                  </a:lnTo>
                  <a:lnTo>
                    <a:pt x="617243" y="2543404"/>
                  </a:lnTo>
                  <a:lnTo>
                    <a:pt x="617893" y="2576535"/>
                  </a:lnTo>
                  <a:lnTo>
                    <a:pt x="618543" y="2608389"/>
                  </a:lnTo>
                  <a:lnTo>
                    <a:pt x="619193" y="2640069"/>
                  </a:lnTo>
                  <a:lnTo>
                    <a:pt x="619843" y="2671850"/>
                  </a:lnTo>
                  <a:lnTo>
                    <a:pt x="620493" y="2703117"/>
                  </a:lnTo>
                  <a:lnTo>
                    <a:pt x="621143" y="2732782"/>
                  </a:lnTo>
                  <a:lnTo>
                    <a:pt x="621793" y="2761224"/>
                  </a:lnTo>
                  <a:lnTo>
                    <a:pt x="622443" y="2789078"/>
                  </a:lnTo>
                  <a:lnTo>
                    <a:pt x="623093" y="2816075"/>
                  </a:lnTo>
                  <a:lnTo>
                    <a:pt x="623742" y="2840802"/>
                  </a:lnTo>
                  <a:lnTo>
                    <a:pt x="624392" y="2863251"/>
                  </a:lnTo>
                  <a:lnTo>
                    <a:pt x="625042" y="2883471"/>
                  </a:lnTo>
                  <a:lnTo>
                    <a:pt x="625692" y="2901437"/>
                  </a:lnTo>
                  <a:lnTo>
                    <a:pt x="626342" y="2917748"/>
                  </a:lnTo>
                  <a:lnTo>
                    <a:pt x="626992" y="2931357"/>
                  </a:lnTo>
                  <a:lnTo>
                    <a:pt x="627642" y="2942656"/>
                  </a:lnTo>
                  <a:lnTo>
                    <a:pt x="628292" y="2952842"/>
                  </a:lnTo>
                  <a:lnTo>
                    <a:pt x="628942" y="2961356"/>
                  </a:lnTo>
                  <a:lnTo>
                    <a:pt x="629592" y="2968256"/>
                  </a:lnTo>
                  <a:lnTo>
                    <a:pt x="630242" y="2973918"/>
                  </a:lnTo>
                  <a:lnTo>
                    <a:pt x="630892" y="2977848"/>
                  </a:lnTo>
                  <a:lnTo>
                    <a:pt x="631542" y="2980272"/>
                  </a:lnTo>
                  <a:lnTo>
                    <a:pt x="632192" y="2981233"/>
                  </a:lnTo>
                  <a:lnTo>
                    <a:pt x="632842" y="2980953"/>
                  </a:lnTo>
                  <a:lnTo>
                    <a:pt x="633491" y="2979970"/>
                  </a:lnTo>
                  <a:lnTo>
                    <a:pt x="634141" y="2978054"/>
                  </a:lnTo>
                  <a:lnTo>
                    <a:pt x="634791" y="2975085"/>
                  </a:lnTo>
                  <a:lnTo>
                    <a:pt x="635441" y="2971633"/>
                  </a:lnTo>
                  <a:lnTo>
                    <a:pt x="636091" y="2967969"/>
                  </a:lnTo>
                  <a:lnTo>
                    <a:pt x="636741" y="2964136"/>
                  </a:lnTo>
                  <a:lnTo>
                    <a:pt x="637391" y="2960027"/>
                  </a:lnTo>
                  <a:lnTo>
                    <a:pt x="638041" y="2955921"/>
                  </a:lnTo>
                  <a:lnTo>
                    <a:pt x="638691" y="2952056"/>
                  </a:lnTo>
                  <a:lnTo>
                    <a:pt x="639341" y="2948246"/>
                  </a:lnTo>
                  <a:lnTo>
                    <a:pt x="639991" y="2944783"/>
                  </a:lnTo>
                  <a:lnTo>
                    <a:pt x="640641" y="2942144"/>
                  </a:lnTo>
                  <a:lnTo>
                    <a:pt x="641291" y="2940402"/>
                  </a:lnTo>
                  <a:lnTo>
                    <a:pt x="641941" y="2939496"/>
                  </a:lnTo>
                  <a:lnTo>
                    <a:pt x="642591" y="2939137"/>
                  </a:lnTo>
                  <a:lnTo>
                    <a:pt x="643241" y="2939300"/>
                  </a:lnTo>
                  <a:lnTo>
                    <a:pt x="643890" y="2940166"/>
                  </a:lnTo>
                  <a:lnTo>
                    <a:pt x="644540" y="2941520"/>
                  </a:lnTo>
                  <a:lnTo>
                    <a:pt x="645190" y="2942750"/>
                  </a:lnTo>
                  <a:lnTo>
                    <a:pt x="645840" y="2943431"/>
                  </a:lnTo>
                  <a:lnTo>
                    <a:pt x="646490" y="2943738"/>
                  </a:lnTo>
                  <a:lnTo>
                    <a:pt x="647140" y="2943943"/>
                  </a:lnTo>
                  <a:lnTo>
                    <a:pt x="647790" y="2944081"/>
                  </a:lnTo>
                  <a:lnTo>
                    <a:pt x="648440" y="2944140"/>
                  </a:lnTo>
                  <a:lnTo>
                    <a:pt x="649090" y="2944148"/>
                  </a:lnTo>
                  <a:lnTo>
                    <a:pt x="649740" y="2944043"/>
                  </a:lnTo>
                  <a:lnTo>
                    <a:pt x="650390" y="2943430"/>
                  </a:lnTo>
                  <a:lnTo>
                    <a:pt x="651040" y="2942075"/>
                  </a:lnTo>
                  <a:lnTo>
                    <a:pt x="651690" y="2939947"/>
                  </a:lnTo>
                  <a:lnTo>
                    <a:pt x="652340" y="2935828"/>
                  </a:lnTo>
                  <a:lnTo>
                    <a:pt x="652990" y="2929173"/>
                  </a:lnTo>
                  <a:lnTo>
                    <a:pt x="653639" y="2919992"/>
                  </a:lnTo>
                  <a:lnTo>
                    <a:pt x="654289" y="2908063"/>
                  </a:lnTo>
                  <a:lnTo>
                    <a:pt x="654939" y="2892925"/>
                  </a:lnTo>
                  <a:lnTo>
                    <a:pt x="655589" y="2872862"/>
                  </a:lnTo>
                  <a:lnTo>
                    <a:pt x="656239" y="2847663"/>
                  </a:lnTo>
                  <a:lnTo>
                    <a:pt x="656889" y="2820079"/>
                  </a:lnTo>
                  <a:lnTo>
                    <a:pt x="657539" y="2791389"/>
                  </a:lnTo>
                  <a:lnTo>
                    <a:pt x="658189" y="2761185"/>
                  </a:lnTo>
                  <a:lnTo>
                    <a:pt x="658839" y="2729851"/>
                  </a:lnTo>
                  <a:lnTo>
                    <a:pt x="659489" y="2698148"/>
                  </a:lnTo>
                  <a:lnTo>
                    <a:pt x="660139" y="2667827"/>
                  </a:lnTo>
                  <a:lnTo>
                    <a:pt x="660789" y="2638193"/>
                  </a:lnTo>
                  <a:lnTo>
                    <a:pt x="661439" y="2608565"/>
                  </a:lnTo>
                  <a:lnTo>
                    <a:pt x="662089" y="2579560"/>
                  </a:lnTo>
                  <a:lnTo>
                    <a:pt x="662739" y="2551283"/>
                  </a:lnTo>
                  <a:lnTo>
                    <a:pt x="663389" y="2523974"/>
                  </a:lnTo>
                  <a:lnTo>
                    <a:pt x="664038" y="2495980"/>
                  </a:lnTo>
                  <a:lnTo>
                    <a:pt x="664688" y="2467204"/>
                  </a:lnTo>
                  <a:lnTo>
                    <a:pt x="665338" y="2439192"/>
                  </a:lnTo>
                  <a:lnTo>
                    <a:pt x="665988" y="2413845"/>
                  </a:lnTo>
                  <a:lnTo>
                    <a:pt x="666638" y="2390093"/>
                  </a:lnTo>
                  <a:lnTo>
                    <a:pt x="667288" y="2367214"/>
                  </a:lnTo>
                  <a:lnTo>
                    <a:pt x="667938" y="2345200"/>
                  </a:lnTo>
                  <a:lnTo>
                    <a:pt x="668588" y="2324552"/>
                  </a:lnTo>
                  <a:lnTo>
                    <a:pt x="669238" y="2305222"/>
                  </a:lnTo>
                  <a:lnTo>
                    <a:pt x="669888" y="2286545"/>
                  </a:lnTo>
                  <a:lnTo>
                    <a:pt x="670538" y="2268898"/>
                  </a:lnTo>
                  <a:lnTo>
                    <a:pt x="671188" y="2252573"/>
                  </a:lnTo>
                  <a:lnTo>
                    <a:pt x="671838" y="2237613"/>
                  </a:lnTo>
                  <a:lnTo>
                    <a:pt x="672488" y="2224119"/>
                  </a:lnTo>
                  <a:lnTo>
                    <a:pt x="673138" y="2211875"/>
                  </a:lnTo>
                  <a:lnTo>
                    <a:pt x="673787" y="2201902"/>
                  </a:lnTo>
                  <a:lnTo>
                    <a:pt x="674437" y="2194445"/>
                  </a:lnTo>
                  <a:lnTo>
                    <a:pt x="675087" y="2189130"/>
                  </a:lnTo>
                  <a:lnTo>
                    <a:pt x="675737" y="2184806"/>
                  </a:lnTo>
                  <a:lnTo>
                    <a:pt x="676387" y="2181282"/>
                  </a:lnTo>
                  <a:lnTo>
                    <a:pt x="677037" y="2178634"/>
                  </a:lnTo>
                  <a:lnTo>
                    <a:pt x="677687" y="2177022"/>
                  </a:lnTo>
                  <a:lnTo>
                    <a:pt x="678337" y="2175913"/>
                  </a:lnTo>
                  <a:lnTo>
                    <a:pt x="678987" y="2175022"/>
                  </a:lnTo>
                  <a:lnTo>
                    <a:pt x="679637" y="2174206"/>
                  </a:lnTo>
                  <a:lnTo>
                    <a:pt x="680287" y="2173376"/>
                  </a:lnTo>
                  <a:lnTo>
                    <a:pt x="680937" y="2172456"/>
                  </a:lnTo>
                  <a:lnTo>
                    <a:pt x="681587" y="2171248"/>
                  </a:lnTo>
                  <a:lnTo>
                    <a:pt x="682237" y="2169791"/>
                  </a:lnTo>
                  <a:lnTo>
                    <a:pt x="682887" y="2168277"/>
                  </a:lnTo>
                  <a:lnTo>
                    <a:pt x="683536" y="2166844"/>
                  </a:lnTo>
                  <a:lnTo>
                    <a:pt x="684186" y="2165497"/>
                  </a:lnTo>
                  <a:lnTo>
                    <a:pt x="684836" y="2164633"/>
                  </a:lnTo>
                  <a:lnTo>
                    <a:pt x="685486" y="2164463"/>
                  </a:lnTo>
                  <a:lnTo>
                    <a:pt x="686136" y="2165040"/>
                  </a:lnTo>
                  <a:lnTo>
                    <a:pt x="686786" y="2166467"/>
                  </a:lnTo>
                  <a:lnTo>
                    <a:pt x="687436" y="2168957"/>
                  </a:lnTo>
                  <a:lnTo>
                    <a:pt x="688086" y="2173192"/>
                  </a:lnTo>
                  <a:lnTo>
                    <a:pt x="688736" y="2179483"/>
                  </a:lnTo>
                  <a:lnTo>
                    <a:pt x="689386" y="2187211"/>
                  </a:lnTo>
                  <a:lnTo>
                    <a:pt x="690036" y="2196126"/>
                  </a:lnTo>
                  <a:lnTo>
                    <a:pt x="690686" y="2206591"/>
                  </a:lnTo>
                  <a:lnTo>
                    <a:pt x="691336" y="2218787"/>
                  </a:lnTo>
                  <a:lnTo>
                    <a:pt x="691986" y="2232492"/>
                  </a:lnTo>
                  <a:lnTo>
                    <a:pt x="692636" y="2246890"/>
                  </a:lnTo>
                  <a:lnTo>
                    <a:pt x="693286" y="2262283"/>
                  </a:lnTo>
                  <a:lnTo>
                    <a:pt x="693935" y="2279188"/>
                  </a:lnTo>
                  <a:lnTo>
                    <a:pt x="694585" y="2297285"/>
                  </a:lnTo>
                  <a:lnTo>
                    <a:pt x="695235" y="2316601"/>
                  </a:lnTo>
                  <a:lnTo>
                    <a:pt x="695885" y="2337135"/>
                  </a:lnTo>
                  <a:lnTo>
                    <a:pt x="696535" y="2360210"/>
                  </a:lnTo>
                  <a:lnTo>
                    <a:pt x="697185" y="2386305"/>
                  </a:lnTo>
                  <a:lnTo>
                    <a:pt x="697835" y="2414448"/>
                  </a:lnTo>
                  <a:lnTo>
                    <a:pt x="698485" y="2442818"/>
                  </a:lnTo>
                  <a:lnTo>
                    <a:pt x="699135" y="2472206"/>
                  </a:lnTo>
                  <a:lnTo>
                    <a:pt x="699785" y="2503368"/>
                  </a:lnTo>
                  <a:lnTo>
                    <a:pt x="700435" y="2536281"/>
                  </a:lnTo>
                  <a:lnTo>
                    <a:pt x="701085" y="2570153"/>
                  </a:lnTo>
                  <a:lnTo>
                    <a:pt x="701735" y="2604936"/>
                  </a:lnTo>
                  <a:lnTo>
                    <a:pt x="702385" y="2641690"/>
                  </a:lnTo>
                  <a:lnTo>
                    <a:pt x="703035" y="2679740"/>
                  </a:lnTo>
                  <a:lnTo>
                    <a:pt x="703684" y="2718263"/>
                  </a:lnTo>
                  <a:lnTo>
                    <a:pt x="704334" y="2756918"/>
                  </a:lnTo>
                  <a:lnTo>
                    <a:pt x="704984" y="2794886"/>
                  </a:lnTo>
                  <a:lnTo>
                    <a:pt x="705634" y="2831878"/>
                  </a:lnTo>
                  <a:lnTo>
                    <a:pt x="706284" y="2864335"/>
                  </a:lnTo>
                  <a:lnTo>
                    <a:pt x="706934" y="2890172"/>
                  </a:lnTo>
                  <a:lnTo>
                    <a:pt x="707584" y="2909348"/>
                  </a:lnTo>
                  <a:lnTo>
                    <a:pt x="708234" y="2924711"/>
                  </a:lnTo>
                  <a:lnTo>
                    <a:pt x="708884" y="2936585"/>
                  </a:lnTo>
                  <a:lnTo>
                    <a:pt x="709534" y="2944430"/>
                  </a:lnTo>
                  <a:lnTo>
                    <a:pt x="710184" y="2947793"/>
                  </a:lnTo>
                  <a:lnTo>
                    <a:pt x="710834" y="2948786"/>
                  </a:lnTo>
                  <a:lnTo>
                    <a:pt x="711484" y="2948222"/>
                  </a:lnTo>
                  <a:lnTo>
                    <a:pt x="712134" y="2946736"/>
                  </a:lnTo>
                  <a:lnTo>
                    <a:pt x="712784" y="2944865"/>
                  </a:lnTo>
                  <a:lnTo>
                    <a:pt x="713434" y="2942905"/>
                  </a:lnTo>
                  <a:lnTo>
                    <a:pt x="714083" y="2941844"/>
                  </a:lnTo>
                  <a:lnTo>
                    <a:pt x="714733" y="2941762"/>
                  </a:lnTo>
                  <a:lnTo>
                    <a:pt x="715383" y="2942379"/>
                  </a:lnTo>
                  <a:lnTo>
                    <a:pt x="716033" y="2943498"/>
                  </a:lnTo>
                  <a:lnTo>
                    <a:pt x="716683" y="2945236"/>
                  </a:lnTo>
                  <a:lnTo>
                    <a:pt x="717333" y="2947239"/>
                  </a:lnTo>
                  <a:lnTo>
                    <a:pt x="717983" y="2949248"/>
                  </a:lnTo>
                  <a:lnTo>
                    <a:pt x="718633" y="2951027"/>
                  </a:lnTo>
                  <a:lnTo>
                    <a:pt x="719283" y="2951914"/>
                  </a:lnTo>
                  <a:lnTo>
                    <a:pt x="719933" y="2950845"/>
                  </a:lnTo>
                  <a:lnTo>
                    <a:pt x="720583" y="2947192"/>
                  </a:lnTo>
                  <a:lnTo>
                    <a:pt x="721233" y="2941473"/>
                  </a:lnTo>
                  <a:lnTo>
                    <a:pt x="721883" y="2934277"/>
                  </a:lnTo>
                  <a:lnTo>
                    <a:pt x="722533" y="2926487"/>
                  </a:lnTo>
                  <a:lnTo>
                    <a:pt x="723183" y="2917917"/>
                  </a:lnTo>
                  <a:lnTo>
                    <a:pt x="723832" y="2907993"/>
                  </a:lnTo>
                  <a:lnTo>
                    <a:pt x="724482" y="2897053"/>
                  </a:lnTo>
                  <a:lnTo>
                    <a:pt x="725132" y="2885549"/>
                  </a:lnTo>
                  <a:lnTo>
                    <a:pt x="725782" y="2873712"/>
                  </a:lnTo>
                  <a:lnTo>
                    <a:pt x="726432" y="2861426"/>
                  </a:lnTo>
                  <a:lnTo>
                    <a:pt x="727082" y="2848546"/>
                  </a:lnTo>
                  <a:lnTo>
                    <a:pt x="727732" y="2834977"/>
                  </a:lnTo>
                  <a:lnTo>
                    <a:pt x="728382" y="2821420"/>
                  </a:lnTo>
                  <a:lnTo>
                    <a:pt x="729032" y="2808930"/>
                  </a:lnTo>
                  <a:lnTo>
                    <a:pt x="729682" y="2798136"/>
                  </a:lnTo>
                  <a:lnTo>
                    <a:pt x="730332" y="2789265"/>
                  </a:lnTo>
                  <a:lnTo>
                    <a:pt x="730982" y="2781966"/>
                  </a:lnTo>
                  <a:lnTo>
                    <a:pt x="731632" y="2775980"/>
                  </a:lnTo>
                  <a:lnTo>
                    <a:pt x="732282" y="2770479"/>
                  </a:lnTo>
                  <a:lnTo>
                    <a:pt x="732932" y="2765299"/>
                  </a:lnTo>
                  <a:lnTo>
                    <a:pt x="733582" y="2760346"/>
                  </a:lnTo>
                  <a:lnTo>
                    <a:pt x="734231" y="2755444"/>
                  </a:lnTo>
                  <a:lnTo>
                    <a:pt x="734881" y="2750511"/>
                  </a:lnTo>
                  <a:lnTo>
                    <a:pt x="735531" y="2745452"/>
                  </a:lnTo>
                  <a:lnTo>
                    <a:pt x="736181" y="2740346"/>
                  </a:lnTo>
                  <a:lnTo>
                    <a:pt x="736831" y="2735660"/>
                  </a:lnTo>
                  <a:lnTo>
                    <a:pt x="737481" y="2731926"/>
                  </a:lnTo>
                  <a:lnTo>
                    <a:pt x="738131" y="2728840"/>
                  </a:lnTo>
                  <a:lnTo>
                    <a:pt x="738781" y="2726027"/>
                  </a:lnTo>
                  <a:lnTo>
                    <a:pt x="739431" y="2723338"/>
                  </a:lnTo>
                  <a:lnTo>
                    <a:pt x="740081" y="2720896"/>
                  </a:lnTo>
                  <a:lnTo>
                    <a:pt x="740731" y="2718804"/>
                  </a:lnTo>
                  <a:lnTo>
                    <a:pt x="741381" y="2716592"/>
                  </a:lnTo>
                  <a:lnTo>
                    <a:pt x="742031" y="2714164"/>
                  </a:lnTo>
                  <a:lnTo>
                    <a:pt x="742681" y="2711119"/>
                  </a:lnTo>
                  <a:lnTo>
                    <a:pt x="743331" y="2707166"/>
                  </a:lnTo>
                  <a:lnTo>
                    <a:pt x="743980" y="2702860"/>
                  </a:lnTo>
                  <a:lnTo>
                    <a:pt x="744630" y="2697958"/>
                  </a:lnTo>
                  <a:lnTo>
                    <a:pt x="745280" y="2692649"/>
                  </a:lnTo>
                  <a:lnTo>
                    <a:pt x="745930" y="2687203"/>
                  </a:lnTo>
                  <a:lnTo>
                    <a:pt x="746580" y="2681266"/>
                  </a:lnTo>
                  <a:lnTo>
                    <a:pt x="747230" y="2675104"/>
                  </a:lnTo>
                  <a:lnTo>
                    <a:pt x="747880" y="2668960"/>
                  </a:lnTo>
                  <a:lnTo>
                    <a:pt x="748530" y="2662910"/>
                  </a:lnTo>
                  <a:lnTo>
                    <a:pt x="749180" y="2657225"/>
                  </a:lnTo>
                  <a:lnTo>
                    <a:pt x="749830" y="2651937"/>
                  </a:lnTo>
                  <a:lnTo>
                    <a:pt x="750480" y="2646964"/>
                  </a:lnTo>
                  <a:lnTo>
                    <a:pt x="751130" y="2642483"/>
                  </a:lnTo>
                  <a:lnTo>
                    <a:pt x="751780" y="2638805"/>
                  </a:lnTo>
                  <a:lnTo>
                    <a:pt x="752430" y="2636845"/>
                  </a:lnTo>
                  <a:lnTo>
                    <a:pt x="753080" y="2637082"/>
                  </a:lnTo>
                  <a:lnTo>
                    <a:pt x="753730" y="2638799"/>
                  </a:lnTo>
                  <a:lnTo>
                    <a:pt x="754379" y="2641853"/>
                  </a:lnTo>
                  <a:lnTo>
                    <a:pt x="755029" y="2645397"/>
                  </a:lnTo>
                  <a:lnTo>
                    <a:pt x="755679" y="2649216"/>
                  </a:lnTo>
                  <a:lnTo>
                    <a:pt x="756329" y="2653487"/>
                  </a:lnTo>
                  <a:lnTo>
                    <a:pt x="756979" y="2657823"/>
                  </a:lnTo>
                  <a:lnTo>
                    <a:pt x="757629" y="2662045"/>
                  </a:lnTo>
                  <a:lnTo>
                    <a:pt x="758279" y="2666200"/>
                  </a:lnTo>
                  <a:lnTo>
                    <a:pt x="758929" y="2670353"/>
                  </a:lnTo>
                  <a:lnTo>
                    <a:pt x="759579" y="2674481"/>
                  </a:lnTo>
                  <a:lnTo>
                    <a:pt x="760229" y="2678303"/>
                  </a:lnTo>
                  <a:lnTo>
                    <a:pt x="760879" y="2681648"/>
                  </a:lnTo>
                  <a:lnTo>
                    <a:pt x="761529" y="2682773"/>
                  </a:lnTo>
                  <a:lnTo>
                    <a:pt x="762179" y="2680903"/>
                  </a:lnTo>
                  <a:lnTo>
                    <a:pt x="762829" y="2675601"/>
                  </a:lnTo>
                  <a:lnTo>
                    <a:pt x="763479" y="2667189"/>
                  </a:lnTo>
                  <a:lnTo>
                    <a:pt x="764128" y="2655751"/>
                  </a:lnTo>
                  <a:lnTo>
                    <a:pt x="764778" y="2642834"/>
                  </a:lnTo>
                  <a:lnTo>
                    <a:pt x="765428" y="2628921"/>
                  </a:lnTo>
                  <a:lnTo>
                    <a:pt x="766078" y="2614735"/>
                  </a:lnTo>
                  <a:lnTo>
                    <a:pt x="766728" y="2601120"/>
                  </a:lnTo>
                  <a:lnTo>
                    <a:pt x="767378" y="2587858"/>
                  </a:lnTo>
                  <a:lnTo>
                    <a:pt x="768028" y="2574901"/>
                  </a:lnTo>
                  <a:lnTo>
                    <a:pt x="768678" y="2562234"/>
                  </a:lnTo>
                  <a:lnTo>
                    <a:pt x="769328" y="2549920"/>
                  </a:lnTo>
                  <a:lnTo>
                    <a:pt x="769978" y="2537981"/>
                  </a:lnTo>
                  <a:lnTo>
                    <a:pt x="770628" y="2526510"/>
                  </a:lnTo>
                  <a:lnTo>
                    <a:pt x="771278" y="2516505"/>
                  </a:lnTo>
                  <a:lnTo>
                    <a:pt x="771928" y="2508294"/>
                  </a:lnTo>
                  <a:lnTo>
                    <a:pt x="772578" y="2501926"/>
                  </a:lnTo>
                  <a:lnTo>
                    <a:pt x="773228" y="2497232"/>
                  </a:lnTo>
                  <a:lnTo>
                    <a:pt x="773878" y="2494557"/>
                  </a:lnTo>
                  <a:lnTo>
                    <a:pt x="774527" y="2493538"/>
                  </a:lnTo>
                  <a:lnTo>
                    <a:pt x="775177" y="2494109"/>
                  </a:lnTo>
                  <a:lnTo>
                    <a:pt x="775827" y="2495916"/>
                  </a:lnTo>
                  <a:lnTo>
                    <a:pt x="776477" y="2498082"/>
                  </a:lnTo>
                  <a:lnTo>
                    <a:pt x="777127" y="2500760"/>
                  </a:lnTo>
                  <a:lnTo>
                    <a:pt x="777777" y="2503777"/>
                  </a:lnTo>
                  <a:lnTo>
                    <a:pt x="778427" y="2506916"/>
                  </a:lnTo>
                  <a:lnTo>
                    <a:pt x="779077" y="2510140"/>
                  </a:lnTo>
                  <a:lnTo>
                    <a:pt x="779727" y="2513277"/>
                  </a:lnTo>
                  <a:lnTo>
                    <a:pt x="780377" y="2516120"/>
                  </a:lnTo>
                  <a:lnTo>
                    <a:pt x="781027" y="2518518"/>
                  </a:lnTo>
                  <a:lnTo>
                    <a:pt x="781677" y="2520304"/>
                  </a:lnTo>
                  <a:lnTo>
                    <a:pt x="782327" y="2521607"/>
                  </a:lnTo>
                  <a:lnTo>
                    <a:pt x="782977" y="2522662"/>
                  </a:lnTo>
                  <a:lnTo>
                    <a:pt x="783627" y="2523550"/>
                  </a:lnTo>
                  <a:lnTo>
                    <a:pt x="784276" y="2524266"/>
                  </a:lnTo>
                  <a:lnTo>
                    <a:pt x="784926" y="2524658"/>
                  </a:lnTo>
                  <a:lnTo>
                    <a:pt x="785576" y="2524789"/>
                  </a:lnTo>
                  <a:lnTo>
                    <a:pt x="786226" y="2524831"/>
                  </a:lnTo>
                  <a:lnTo>
                    <a:pt x="786876" y="2524677"/>
                  </a:lnTo>
                  <a:lnTo>
                    <a:pt x="787526" y="2524648"/>
                  </a:lnTo>
                  <a:lnTo>
                    <a:pt x="788176" y="2524822"/>
                  </a:lnTo>
                  <a:lnTo>
                    <a:pt x="788826" y="2525036"/>
                  </a:lnTo>
                  <a:lnTo>
                    <a:pt x="789476" y="2525411"/>
                  </a:lnTo>
                  <a:lnTo>
                    <a:pt x="790126" y="2525417"/>
                  </a:lnTo>
                  <a:lnTo>
                    <a:pt x="790776" y="2524610"/>
                  </a:lnTo>
                  <a:lnTo>
                    <a:pt x="791426" y="2522916"/>
                  </a:lnTo>
                  <a:lnTo>
                    <a:pt x="792076" y="2520466"/>
                  </a:lnTo>
                  <a:lnTo>
                    <a:pt x="792726" y="2518019"/>
                  </a:lnTo>
                  <a:lnTo>
                    <a:pt x="793376" y="2515542"/>
                  </a:lnTo>
                  <a:lnTo>
                    <a:pt x="794026" y="2513994"/>
                  </a:lnTo>
                  <a:lnTo>
                    <a:pt x="794675" y="2513783"/>
                  </a:lnTo>
                  <a:lnTo>
                    <a:pt x="795325" y="2515168"/>
                  </a:lnTo>
                  <a:lnTo>
                    <a:pt x="795975" y="2518277"/>
                  </a:lnTo>
                  <a:lnTo>
                    <a:pt x="796625" y="2523310"/>
                  </a:lnTo>
                  <a:lnTo>
                    <a:pt x="797275" y="2529582"/>
                  </a:lnTo>
                  <a:lnTo>
                    <a:pt x="797925" y="2536883"/>
                  </a:lnTo>
                  <a:lnTo>
                    <a:pt x="798575" y="2544851"/>
                  </a:lnTo>
                  <a:lnTo>
                    <a:pt x="799225" y="2553044"/>
                  </a:lnTo>
                  <a:lnTo>
                    <a:pt x="799875" y="2562316"/>
                  </a:lnTo>
                  <a:lnTo>
                    <a:pt x="800525" y="2573355"/>
                  </a:lnTo>
                  <a:lnTo>
                    <a:pt x="801175" y="2586132"/>
                  </a:lnTo>
                  <a:lnTo>
                    <a:pt x="801825" y="2600229"/>
                  </a:lnTo>
                  <a:lnTo>
                    <a:pt x="802475" y="2614754"/>
                  </a:lnTo>
                  <a:lnTo>
                    <a:pt x="803125" y="2629503"/>
                  </a:lnTo>
                  <a:lnTo>
                    <a:pt x="803775" y="2642371"/>
                  </a:lnTo>
                  <a:lnTo>
                    <a:pt x="804424" y="2651856"/>
                  </a:lnTo>
                  <a:lnTo>
                    <a:pt x="805074" y="2656909"/>
                  </a:lnTo>
                  <a:lnTo>
                    <a:pt x="805724" y="2657334"/>
                  </a:lnTo>
                  <a:lnTo>
                    <a:pt x="806374" y="2652777"/>
                  </a:lnTo>
                  <a:lnTo>
                    <a:pt x="807024" y="2643362"/>
                  </a:lnTo>
                  <a:lnTo>
                    <a:pt x="807674" y="2629992"/>
                  </a:lnTo>
                  <a:lnTo>
                    <a:pt x="808324" y="2614762"/>
                  </a:lnTo>
                  <a:lnTo>
                    <a:pt x="808974" y="2599295"/>
                  </a:lnTo>
                  <a:lnTo>
                    <a:pt x="809624" y="2584190"/>
                  </a:lnTo>
                  <a:lnTo>
                    <a:pt x="810274" y="2569455"/>
                  </a:lnTo>
                  <a:lnTo>
                    <a:pt x="810924" y="2555256"/>
                  </a:lnTo>
                  <a:lnTo>
                    <a:pt x="811574" y="2541774"/>
                  </a:lnTo>
                  <a:lnTo>
                    <a:pt x="812224" y="2529000"/>
                  </a:lnTo>
                  <a:lnTo>
                    <a:pt x="812874" y="2516772"/>
                  </a:lnTo>
                  <a:lnTo>
                    <a:pt x="813524" y="2505790"/>
                  </a:lnTo>
                  <a:lnTo>
                    <a:pt x="814173" y="2496337"/>
                  </a:lnTo>
                  <a:lnTo>
                    <a:pt x="814823" y="2488586"/>
                  </a:lnTo>
                  <a:lnTo>
                    <a:pt x="815473" y="2482205"/>
                  </a:lnTo>
                  <a:lnTo>
                    <a:pt x="816123" y="2477321"/>
                  </a:lnTo>
                  <a:lnTo>
                    <a:pt x="816773" y="2474255"/>
                  </a:lnTo>
                  <a:lnTo>
                    <a:pt x="817423" y="2472063"/>
                  </a:lnTo>
                  <a:lnTo>
                    <a:pt x="818073" y="2469719"/>
                  </a:lnTo>
                  <a:lnTo>
                    <a:pt x="818723" y="2466456"/>
                  </a:lnTo>
                  <a:lnTo>
                    <a:pt x="819373" y="2461049"/>
                  </a:lnTo>
                  <a:lnTo>
                    <a:pt x="820023" y="2452375"/>
                  </a:lnTo>
                  <a:lnTo>
                    <a:pt x="820673" y="2441002"/>
                  </a:lnTo>
                  <a:lnTo>
                    <a:pt x="821323" y="2427125"/>
                  </a:lnTo>
                  <a:lnTo>
                    <a:pt x="821973" y="2411361"/>
                  </a:lnTo>
                  <a:lnTo>
                    <a:pt x="822623" y="2395014"/>
                  </a:lnTo>
                  <a:lnTo>
                    <a:pt x="823273" y="2378513"/>
                  </a:lnTo>
                  <a:lnTo>
                    <a:pt x="823923" y="2362738"/>
                  </a:lnTo>
                  <a:lnTo>
                    <a:pt x="824572" y="2348097"/>
                  </a:lnTo>
                  <a:lnTo>
                    <a:pt x="825222" y="2334544"/>
                  </a:lnTo>
                  <a:lnTo>
                    <a:pt x="825872" y="2321884"/>
                  </a:lnTo>
                  <a:lnTo>
                    <a:pt x="826522" y="2310039"/>
                  </a:lnTo>
                  <a:lnTo>
                    <a:pt x="827172" y="2299302"/>
                  </a:lnTo>
                  <a:lnTo>
                    <a:pt x="827822" y="2289381"/>
                  </a:lnTo>
                  <a:lnTo>
                    <a:pt x="828472" y="2280386"/>
                  </a:lnTo>
                  <a:lnTo>
                    <a:pt x="829122" y="2272882"/>
                  </a:lnTo>
                  <a:lnTo>
                    <a:pt x="829772" y="2267612"/>
                  </a:lnTo>
                  <a:lnTo>
                    <a:pt x="830422" y="2264134"/>
                  </a:lnTo>
                  <a:lnTo>
                    <a:pt x="831072" y="2262252"/>
                  </a:lnTo>
                  <a:lnTo>
                    <a:pt x="831722" y="2261473"/>
                  </a:lnTo>
                  <a:lnTo>
                    <a:pt x="832372" y="2261071"/>
                  </a:lnTo>
                  <a:lnTo>
                    <a:pt x="833022" y="2260415"/>
                  </a:lnTo>
                  <a:lnTo>
                    <a:pt x="833672" y="2258758"/>
                  </a:lnTo>
                  <a:lnTo>
                    <a:pt x="834321" y="2256298"/>
                  </a:lnTo>
                  <a:lnTo>
                    <a:pt x="834971" y="2253339"/>
                  </a:lnTo>
                  <a:lnTo>
                    <a:pt x="835621" y="2250025"/>
                  </a:lnTo>
                  <a:lnTo>
                    <a:pt x="836271" y="2247093"/>
                  </a:lnTo>
                  <a:lnTo>
                    <a:pt x="836921" y="2245058"/>
                  </a:lnTo>
                  <a:lnTo>
                    <a:pt x="837571" y="2244318"/>
                  </a:lnTo>
                  <a:lnTo>
                    <a:pt x="838221" y="2244961"/>
                  </a:lnTo>
                  <a:lnTo>
                    <a:pt x="838871" y="2247040"/>
                  </a:lnTo>
                  <a:lnTo>
                    <a:pt x="839521" y="2250912"/>
                  </a:lnTo>
                  <a:lnTo>
                    <a:pt x="840171" y="2256543"/>
                  </a:lnTo>
                  <a:lnTo>
                    <a:pt x="840821" y="2263488"/>
                  </a:lnTo>
                  <a:lnTo>
                    <a:pt x="841471" y="2271469"/>
                  </a:lnTo>
                  <a:lnTo>
                    <a:pt x="842121" y="2280109"/>
                  </a:lnTo>
                  <a:lnTo>
                    <a:pt x="842771" y="2289633"/>
                  </a:lnTo>
                  <a:lnTo>
                    <a:pt x="843421" y="2300156"/>
                  </a:lnTo>
                  <a:lnTo>
                    <a:pt x="844071" y="2311193"/>
                  </a:lnTo>
                  <a:lnTo>
                    <a:pt x="844720" y="2322556"/>
                  </a:lnTo>
                  <a:lnTo>
                    <a:pt x="845370" y="2334214"/>
                  </a:lnTo>
                  <a:lnTo>
                    <a:pt x="846020" y="2345220"/>
                  </a:lnTo>
                  <a:lnTo>
                    <a:pt x="846670" y="2355002"/>
                  </a:lnTo>
                  <a:lnTo>
                    <a:pt x="847320" y="2363550"/>
                  </a:lnTo>
                  <a:lnTo>
                    <a:pt x="847970" y="2370867"/>
                  </a:lnTo>
                  <a:lnTo>
                    <a:pt x="848620" y="2376489"/>
                  </a:lnTo>
                  <a:lnTo>
                    <a:pt x="849270" y="2380238"/>
                  </a:lnTo>
                  <a:lnTo>
                    <a:pt x="849920" y="2382968"/>
                  </a:lnTo>
                  <a:lnTo>
                    <a:pt x="850570" y="2385517"/>
                  </a:lnTo>
                  <a:lnTo>
                    <a:pt x="851220" y="2388670"/>
                  </a:lnTo>
                  <a:lnTo>
                    <a:pt x="851870" y="2393504"/>
                  </a:lnTo>
                  <a:lnTo>
                    <a:pt x="852520" y="2401082"/>
                  </a:lnTo>
                  <a:lnTo>
                    <a:pt x="853170" y="2411179"/>
                  </a:lnTo>
                  <a:lnTo>
                    <a:pt x="853820" y="2423913"/>
                  </a:lnTo>
                  <a:lnTo>
                    <a:pt x="854469" y="2439246"/>
                  </a:lnTo>
                  <a:lnTo>
                    <a:pt x="855119" y="2456764"/>
                  </a:lnTo>
                  <a:lnTo>
                    <a:pt x="855769" y="2476922"/>
                  </a:lnTo>
                  <a:lnTo>
                    <a:pt x="856419" y="2499226"/>
                  </a:lnTo>
                  <a:lnTo>
                    <a:pt x="857069" y="2522944"/>
                  </a:lnTo>
                  <a:lnTo>
                    <a:pt x="857719" y="2547868"/>
                  </a:lnTo>
                  <a:lnTo>
                    <a:pt x="858369" y="2574315"/>
                  </a:lnTo>
                  <a:lnTo>
                    <a:pt x="859019" y="2601973"/>
                  </a:lnTo>
                  <a:lnTo>
                    <a:pt x="859669" y="2629756"/>
                  </a:lnTo>
                  <a:lnTo>
                    <a:pt x="860319" y="2657672"/>
                  </a:lnTo>
                  <a:lnTo>
                    <a:pt x="860969" y="2685206"/>
                  </a:lnTo>
                  <a:lnTo>
                    <a:pt x="861619" y="2711009"/>
                  </a:lnTo>
                  <a:lnTo>
                    <a:pt x="862269" y="2733283"/>
                  </a:lnTo>
                  <a:lnTo>
                    <a:pt x="862919" y="2752401"/>
                  </a:lnTo>
                  <a:lnTo>
                    <a:pt x="863569" y="2768289"/>
                  </a:lnTo>
                  <a:lnTo>
                    <a:pt x="864219" y="2781443"/>
                  </a:lnTo>
                  <a:lnTo>
                    <a:pt x="864868" y="2792262"/>
                  </a:lnTo>
                  <a:lnTo>
                    <a:pt x="865518" y="2800802"/>
                  </a:lnTo>
                  <a:lnTo>
                    <a:pt x="866168" y="2808733"/>
                  </a:lnTo>
                  <a:lnTo>
                    <a:pt x="866818" y="2815610"/>
                  </a:lnTo>
                  <a:lnTo>
                    <a:pt x="867468" y="2821293"/>
                  </a:lnTo>
                  <a:lnTo>
                    <a:pt x="868118" y="2826017"/>
                  </a:lnTo>
                  <a:lnTo>
                    <a:pt x="868768" y="2829749"/>
                  </a:lnTo>
                  <a:lnTo>
                    <a:pt x="869418" y="2832521"/>
                  </a:lnTo>
                  <a:lnTo>
                    <a:pt x="870068" y="2834124"/>
                  </a:lnTo>
                  <a:lnTo>
                    <a:pt x="870718" y="2834851"/>
                  </a:lnTo>
                  <a:lnTo>
                    <a:pt x="871368" y="2834908"/>
                  </a:lnTo>
                  <a:lnTo>
                    <a:pt x="872018" y="2834222"/>
                  </a:lnTo>
                  <a:lnTo>
                    <a:pt x="872668" y="2832099"/>
                  </a:lnTo>
                  <a:lnTo>
                    <a:pt x="873318" y="2826924"/>
                  </a:lnTo>
                  <a:lnTo>
                    <a:pt x="873968" y="2819858"/>
                  </a:lnTo>
                  <a:lnTo>
                    <a:pt x="874617" y="2811866"/>
                  </a:lnTo>
                  <a:lnTo>
                    <a:pt x="875267" y="2802484"/>
                  </a:lnTo>
                  <a:lnTo>
                    <a:pt x="875917" y="2790697"/>
                  </a:lnTo>
                  <a:lnTo>
                    <a:pt x="876567" y="2777422"/>
                  </a:lnTo>
                  <a:lnTo>
                    <a:pt x="877217" y="2763708"/>
                  </a:lnTo>
                  <a:lnTo>
                    <a:pt x="877867" y="2750464"/>
                  </a:lnTo>
                  <a:lnTo>
                    <a:pt x="878517" y="2737702"/>
                  </a:lnTo>
                  <a:lnTo>
                    <a:pt x="879167" y="2724366"/>
                  </a:lnTo>
                  <a:lnTo>
                    <a:pt x="879817" y="2709777"/>
                  </a:lnTo>
                  <a:lnTo>
                    <a:pt x="880467" y="2694464"/>
                  </a:lnTo>
                  <a:lnTo>
                    <a:pt x="881117" y="2678610"/>
                  </a:lnTo>
                  <a:lnTo>
                    <a:pt x="881767" y="2662533"/>
                  </a:lnTo>
                  <a:lnTo>
                    <a:pt x="882417" y="2645991"/>
                  </a:lnTo>
                  <a:lnTo>
                    <a:pt x="883067" y="2629413"/>
                  </a:lnTo>
                  <a:lnTo>
                    <a:pt x="883717" y="2611934"/>
                  </a:lnTo>
                  <a:lnTo>
                    <a:pt x="884367" y="2593182"/>
                  </a:lnTo>
                  <a:lnTo>
                    <a:pt x="885016" y="2573543"/>
                  </a:lnTo>
                  <a:lnTo>
                    <a:pt x="885666" y="2553367"/>
                  </a:lnTo>
                  <a:lnTo>
                    <a:pt x="886316" y="2532620"/>
                  </a:lnTo>
                  <a:lnTo>
                    <a:pt x="886966" y="2510408"/>
                  </a:lnTo>
                  <a:lnTo>
                    <a:pt x="887616" y="2487006"/>
                  </a:lnTo>
                  <a:lnTo>
                    <a:pt x="888266" y="2463598"/>
                  </a:lnTo>
                  <a:lnTo>
                    <a:pt x="888916" y="2441348"/>
                  </a:lnTo>
                  <a:lnTo>
                    <a:pt x="889566" y="2420709"/>
                  </a:lnTo>
                  <a:lnTo>
                    <a:pt x="890216" y="2400078"/>
                  </a:lnTo>
                  <a:lnTo>
                    <a:pt x="890866" y="2379504"/>
                  </a:lnTo>
                  <a:lnTo>
                    <a:pt x="891516" y="2358912"/>
                  </a:lnTo>
                  <a:lnTo>
                    <a:pt x="892166" y="2339074"/>
                  </a:lnTo>
                  <a:lnTo>
                    <a:pt x="892816" y="2320074"/>
                  </a:lnTo>
                  <a:lnTo>
                    <a:pt x="893466" y="2301763"/>
                  </a:lnTo>
                  <a:lnTo>
                    <a:pt x="894116" y="2284316"/>
                  </a:lnTo>
                  <a:lnTo>
                    <a:pt x="894765" y="2268162"/>
                  </a:lnTo>
                  <a:lnTo>
                    <a:pt x="895415" y="2253506"/>
                  </a:lnTo>
                  <a:lnTo>
                    <a:pt x="896065" y="2240525"/>
                  </a:lnTo>
                  <a:lnTo>
                    <a:pt x="896715" y="2229436"/>
                  </a:lnTo>
                  <a:lnTo>
                    <a:pt x="897365" y="2219650"/>
                  </a:lnTo>
                  <a:lnTo>
                    <a:pt x="898015" y="2210718"/>
                  </a:lnTo>
                  <a:lnTo>
                    <a:pt x="898665" y="2202336"/>
                  </a:lnTo>
                  <a:lnTo>
                    <a:pt x="899315" y="2194472"/>
                  </a:lnTo>
                  <a:lnTo>
                    <a:pt x="899965" y="2187973"/>
                  </a:lnTo>
                  <a:lnTo>
                    <a:pt x="900615" y="2182785"/>
                  </a:lnTo>
                  <a:lnTo>
                    <a:pt x="901265" y="2178799"/>
                  </a:lnTo>
                  <a:lnTo>
                    <a:pt x="901915" y="2175816"/>
                  </a:lnTo>
                  <a:lnTo>
                    <a:pt x="902565" y="2173935"/>
                  </a:lnTo>
                  <a:lnTo>
                    <a:pt x="903215" y="2173128"/>
                  </a:lnTo>
                  <a:lnTo>
                    <a:pt x="903865" y="2173260"/>
                  </a:lnTo>
                  <a:lnTo>
                    <a:pt x="904515" y="2173901"/>
                  </a:lnTo>
                  <a:lnTo>
                    <a:pt x="905164" y="2175171"/>
                  </a:lnTo>
                  <a:lnTo>
                    <a:pt x="905814" y="2177472"/>
                  </a:lnTo>
                  <a:lnTo>
                    <a:pt x="906464" y="2180333"/>
                  </a:lnTo>
                  <a:lnTo>
                    <a:pt x="907114" y="2183644"/>
                  </a:lnTo>
                  <a:lnTo>
                    <a:pt x="907764" y="2187363"/>
                  </a:lnTo>
                  <a:lnTo>
                    <a:pt x="908414" y="2191748"/>
                  </a:lnTo>
                  <a:lnTo>
                    <a:pt x="909064" y="2196899"/>
                  </a:lnTo>
                  <a:lnTo>
                    <a:pt x="909714" y="2202475"/>
                  </a:lnTo>
                  <a:lnTo>
                    <a:pt x="910364" y="2208054"/>
                  </a:lnTo>
                  <a:lnTo>
                    <a:pt x="911014" y="2213759"/>
                  </a:lnTo>
                  <a:lnTo>
                    <a:pt x="911664" y="2219325"/>
                  </a:lnTo>
                  <a:lnTo>
                    <a:pt x="912314" y="2224645"/>
                  </a:lnTo>
                  <a:lnTo>
                    <a:pt x="912964" y="2229229"/>
                  </a:lnTo>
                  <a:lnTo>
                    <a:pt x="913614" y="2233239"/>
                  </a:lnTo>
                  <a:lnTo>
                    <a:pt x="914264" y="2236196"/>
                  </a:lnTo>
                  <a:lnTo>
                    <a:pt x="914913" y="2237934"/>
                  </a:lnTo>
                  <a:lnTo>
                    <a:pt x="915563" y="2238151"/>
                  </a:lnTo>
                  <a:lnTo>
                    <a:pt x="916213" y="2237828"/>
                  </a:lnTo>
                  <a:lnTo>
                    <a:pt x="916863" y="2236923"/>
                  </a:lnTo>
                  <a:lnTo>
                    <a:pt x="917513" y="2235293"/>
                  </a:lnTo>
                  <a:lnTo>
                    <a:pt x="918163" y="2232625"/>
                  </a:lnTo>
                  <a:lnTo>
                    <a:pt x="918813" y="2229469"/>
                  </a:lnTo>
                  <a:lnTo>
                    <a:pt x="919463" y="2226801"/>
                  </a:lnTo>
                  <a:lnTo>
                    <a:pt x="920113" y="2224830"/>
                  </a:lnTo>
                  <a:lnTo>
                    <a:pt x="920763" y="2223153"/>
                  </a:lnTo>
                  <a:lnTo>
                    <a:pt x="921413" y="2221785"/>
                  </a:lnTo>
                  <a:lnTo>
                    <a:pt x="922063" y="2220800"/>
                  </a:lnTo>
                  <a:lnTo>
                    <a:pt x="922713" y="2221558"/>
                  </a:lnTo>
                  <a:lnTo>
                    <a:pt x="923363" y="2223801"/>
                  </a:lnTo>
                  <a:lnTo>
                    <a:pt x="924013" y="2227873"/>
                  </a:lnTo>
                  <a:lnTo>
                    <a:pt x="924663" y="2233220"/>
                  </a:lnTo>
                  <a:lnTo>
                    <a:pt x="925312" y="2239721"/>
                  </a:lnTo>
                  <a:lnTo>
                    <a:pt x="925962" y="2246699"/>
                  </a:lnTo>
                  <a:lnTo>
                    <a:pt x="926612" y="2253970"/>
                  </a:lnTo>
                  <a:lnTo>
                    <a:pt x="927262" y="2260904"/>
                  </a:lnTo>
                  <a:lnTo>
                    <a:pt x="927912" y="2267491"/>
                  </a:lnTo>
                  <a:lnTo>
                    <a:pt x="928562" y="2272657"/>
                  </a:lnTo>
                  <a:lnTo>
                    <a:pt x="929212" y="2275822"/>
                  </a:lnTo>
                  <a:lnTo>
                    <a:pt x="929862" y="2277491"/>
                  </a:lnTo>
                  <a:lnTo>
                    <a:pt x="930512" y="2278328"/>
                  </a:lnTo>
                  <a:lnTo>
                    <a:pt x="931162" y="2278787"/>
                  </a:lnTo>
                  <a:lnTo>
                    <a:pt x="931812" y="2279025"/>
                  </a:lnTo>
                  <a:lnTo>
                    <a:pt x="932462" y="2278114"/>
                  </a:lnTo>
                  <a:lnTo>
                    <a:pt x="933112" y="2276164"/>
                  </a:lnTo>
                  <a:lnTo>
                    <a:pt x="933762" y="2273275"/>
                  </a:lnTo>
                  <a:lnTo>
                    <a:pt x="934412" y="2269932"/>
                  </a:lnTo>
                  <a:lnTo>
                    <a:pt x="935061" y="2266051"/>
                  </a:lnTo>
                  <a:lnTo>
                    <a:pt x="935711" y="2261690"/>
                  </a:lnTo>
                  <a:lnTo>
                    <a:pt x="936361" y="2257144"/>
                  </a:lnTo>
                  <a:lnTo>
                    <a:pt x="937011" y="2252935"/>
                  </a:lnTo>
                  <a:lnTo>
                    <a:pt x="937661" y="2248816"/>
                  </a:lnTo>
                  <a:lnTo>
                    <a:pt x="938311" y="2244946"/>
                  </a:lnTo>
                  <a:lnTo>
                    <a:pt x="938961" y="2241013"/>
                  </a:lnTo>
                  <a:lnTo>
                    <a:pt x="939611" y="2236865"/>
                  </a:lnTo>
                  <a:lnTo>
                    <a:pt x="940261" y="2232581"/>
                  </a:lnTo>
                  <a:lnTo>
                    <a:pt x="940911" y="2228122"/>
                  </a:lnTo>
                  <a:lnTo>
                    <a:pt x="941561" y="2223381"/>
                  </a:lnTo>
                  <a:lnTo>
                    <a:pt x="942211" y="2218339"/>
                  </a:lnTo>
                  <a:lnTo>
                    <a:pt x="942861" y="2213134"/>
                  </a:lnTo>
                  <a:lnTo>
                    <a:pt x="943511" y="2207985"/>
                  </a:lnTo>
                  <a:lnTo>
                    <a:pt x="944161" y="2203767"/>
                  </a:lnTo>
                  <a:lnTo>
                    <a:pt x="944811" y="2200715"/>
                  </a:lnTo>
                  <a:lnTo>
                    <a:pt x="945460" y="2199288"/>
                  </a:lnTo>
                  <a:lnTo>
                    <a:pt x="946110" y="2199571"/>
                  </a:lnTo>
                  <a:lnTo>
                    <a:pt x="946760" y="2201882"/>
                  </a:lnTo>
                  <a:lnTo>
                    <a:pt x="947410" y="2206574"/>
                  </a:lnTo>
                  <a:lnTo>
                    <a:pt x="948060" y="2213803"/>
                  </a:lnTo>
                  <a:lnTo>
                    <a:pt x="948710" y="2223266"/>
                  </a:lnTo>
                  <a:lnTo>
                    <a:pt x="949360" y="2235187"/>
                  </a:lnTo>
                  <a:lnTo>
                    <a:pt x="950010" y="2249234"/>
                  </a:lnTo>
                  <a:lnTo>
                    <a:pt x="950660" y="2265509"/>
                  </a:lnTo>
                  <a:lnTo>
                    <a:pt x="951310" y="2283726"/>
                  </a:lnTo>
                  <a:lnTo>
                    <a:pt x="951960" y="2303535"/>
                  </a:lnTo>
                  <a:lnTo>
                    <a:pt x="952610" y="2324578"/>
                  </a:lnTo>
                  <a:lnTo>
                    <a:pt x="953260" y="2346052"/>
                  </a:lnTo>
                  <a:lnTo>
                    <a:pt x="953910" y="2365871"/>
                  </a:lnTo>
                  <a:lnTo>
                    <a:pt x="954560" y="2383326"/>
                  </a:lnTo>
                  <a:lnTo>
                    <a:pt x="955209" y="2397767"/>
                  </a:lnTo>
                  <a:lnTo>
                    <a:pt x="955859" y="2408768"/>
                  </a:lnTo>
                  <a:lnTo>
                    <a:pt x="956509" y="2415997"/>
                  </a:lnTo>
                  <a:lnTo>
                    <a:pt x="957159" y="2419608"/>
                  </a:lnTo>
                  <a:lnTo>
                    <a:pt x="957809" y="2419926"/>
                  </a:lnTo>
                  <a:lnTo>
                    <a:pt x="958459" y="2418499"/>
                  </a:lnTo>
                  <a:lnTo>
                    <a:pt x="959109" y="2415752"/>
                  </a:lnTo>
                  <a:lnTo>
                    <a:pt x="959759" y="2411656"/>
                  </a:lnTo>
                  <a:lnTo>
                    <a:pt x="960409" y="2405908"/>
                  </a:lnTo>
                  <a:lnTo>
                    <a:pt x="961059" y="2399410"/>
                  </a:lnTo>
                  <a:lnTo>
                    <a:pt x="961709" y="2392982"/>
                  </a:lnTo>
                  <a:lnTo>
                    <a:pt x="962359" y="2386773"/>
                  </a:lnTo>
                  <a:lnTo>
                    <a:pt x="963009" y="2381259"/>
                  </a:lnTo>
                  <a:lnTo>
                    <a:pt x="963659" y="2377307"/>
                  </a:lnTo>
                  <a:lnTo>
                    <a:pt x="964309" y="2375106"/>
                  </a:lnTo>
                  <a:lnTo>
                    <a:pt x="964958" y="2374629"/>
                  </a:lnTo>
                  <a:lnTo>
                    <a:pt x="965608" y="2375853"/>
                  </a:lnTo>
                  <a:lnTo>
                    <a:pt x="966258" y="2378488"/>
                  </a:lnTo>
                  <a:lnTo>
                    <a:pt x="966908" y="2382131"/>
                  </a:lnTo>
                  <a:lnTo>
                    <a:pt x="967558" y="2386609"/>
                  </a:lnTo>
                  <a:lnTo>
                    <a:pt x="968208" y="2391150"/>
                  </a:lnTo>
                  <a:lnTo>
                    <a:pt x="968858" y="2395159"/>
                  </a:lnTo>
                  <a:lnTo>
                    <a:pt x="969508" y="2398968"/>
                  </a:lnTo>
                  <a:lnTo>
                    <a:pt x="970158" y="2402935"/>
                  </a:lnTo>
                  <a:lnTo>
                    <a:pt x="970808" y="2406142"/>
                  </a:lnTo>
                  <a:lnTo>
                    <a:pt x="971458" y="2408760"/>
                  </a:lnTo>
                  <a:lnTo>
                    <a:pt x="972108" y="2411037"/>
                  </a:lnTo>
                  <a:lnTo>
                    <a:pt x="972758" y="2412944"/>
                  </a:lnTo>
                  <a:lnTo>
                    <a:pt x="973408" y="2414344"/>
                  </a:lnTo>
                  <a:lnTo>
                    <a:pt x="974058" y="2415210"/>
                  </a:lnTo>
                  <a:lnTo>
                    <a:pt x="974708" y="2415586"/>
                  </a:lnTo>
                  <a:lnTo>
                    <a:pt x="975357" y="2416137"/>
                  </a:lnTo>
                  <a:lnTo>
                    <a:pt x="976007" y="2417034"/>
                  </a:lnTo>
                  <a:lnTo>
                    <a:pt x="976657" y="2418249"/>
                  </a:lnTo>
                  <a:lnTo>
                    <a:pt x="977307" y="2419658"/>
                  </a:lnTo>
                  <a:lnTo>
                    <a:pt x="977957" y="2421214"/>
                  </a:lnTo>
                  <a:lnTo>
                    <a:pt x="978607" y="2422609"/>
                  </a:lnTo>
                  <a:lnTo>
                    <a:pt x="979257" y="2423553"/>
                  </a:lnTo>
                  <a:lnTo>
                    <a:pt x="979907" y="2423780"/>
                  </a:lnTo>
                  <a:lnTo>
                    <a:pt x="980557" y="2424005"/>
                  </a:lnTo>
                  <a:lnTo>
                    <a:pt x="981207" y="2423733"/>
                  </a:lnTo>
                  <a:lnTo>
                    <a:pt x="981857" y="2422754"/>
                  </a:lnTo>
                  <a:lnTo>
                    <a:pt x="982507" y="2421493"/>
                  </a:lnTo>
                  <a:lnTo>
                    <a:pt x="983157" y="2420303"/>
                  </a:lnTo>
                  <a:lnTo>
                    <a:pt x="983807" y="2419181"/>
                  </a:lnTo>
                  <a:lnTo>
                    <a:pt x="984457" y="2418296"/>
                  </a:lnTo>
                  <a:lnTo>
                    <a:pt x="985106" y="2417420"/>
                  </a:lnTo>
                  <a:lnTo>
                    <a:pt x="985756" y="2416857"/>
                  </a:lnTo>
                  <a:lnTo>
                    <a:pt x="986406" y="2417585"/>
                  </a:lnTo>
                  <a:lnTo>
                    <a:pt x="987056" y="2419863"/>
                  </a:lnTo>
                  <a:lnTo>
                    <a:pt x="987706" y="2423698"/>
                  </a:lnTo>
                  <a:lnTo>
                    <a:pt x="988356" y="2429211"/>
                  </a:lnTo>
                  <a:lnTo>
                    <a:pt x="989006" y="2436270"/>
                  </a:lnTo>
                  <a:lnTo>
                    <a:pt x="989656" y="2444604"/>
                  </a:lnTo>
                  <a:lnTo>
                    <a:pt x="990306" y="2453339"/>
                  </a:lnTo>
                  <a:lnTo>
                    <a:pt x="990956" y="2462013"/>
                  </a:lnTo>
                  <a:lnTo>
                    <a:pt x="991606" y="2470093"/>
                  </a:lnTo>
                  <a:lnTo>
                    <a:pt x="992256" y="2477941"/>
                  </a:lnTo>
                  <a:lnTo>
                    <a:pt x="992906" y="2486325"/>
                  </a:lnTo>
                  <a:lnTo>
                    <a:pt x="993556" y="2495771"/>
                  </a:lnTo>
                  <a:lnTo>
                    <a:pt x="994206" y="2505706"/>
                  </a:lnTo>
                  <a:lnTo>
                    <a:pt x="994856" y="2516137"/>
                  </a:lnTo>
                  <a:lnTo>
                    <a:pt x="995505" y="2526484"/>
                  </a:lnTo>
                  <a:lnTo>
                    <a:pt x="996155" y="2535525"/>
                  </a:lnTo>
                  <a:lnTo>
                    <a:pt x="996805" y="2542726"/>
                  </a:lnTo>
                  <a:lnTo>
                    <a:pt x="997455" y="2547966"/>
                  </a:lnTo>
                  <a:lnTo>
                    <a:pt x="998105" y="2551385"/>
                  </a:lnTo>
                  <a:lnTo>
                    <a:pt x="998755" y="2553287"/>
                  </a:lnTo>
                  <a:lnTo>
                    <a:pt x="999405" y="2554077"/>
                  </a:lnTo>
                  <a:lnTo>
                    <a:pt x="1000055" y="2554732"/>
                  </a:lnTo>
                  <a:lnTo>
                    <a:pt x="1000705" y="2556281"/>
                  </a:lnTo>
                  <a:lnTo>
                    <a:pt x="1001355" y="2559593"/>
                  </a:lnTo>
                  <a:lnTo>
                    <a:pt x="1002005" y="2563930"/>
                  </a:lnTo>
                  <a:lnTo>
                    <a:pt x="1002655" y="2568442"/>
                  </a:lnTo>
                  <a:lnTo>
                    <a:pt x="1003305" y="2573734"/>
                  </a:lnTo>
                  <a:lnTo>
                    <a:pt x="1003955" y="2579903"/>
                  </a:lnTo>
                  <a:lnTo>
                    <a:pt x="1004605" y="2586167"/>
                  </a:lnTo>
                  <a:lnTo>
                    <a:pt x="1005254" y="2592025"/>
                  </a:lnTo>
                  <a:lnTo>
                    <a:pt x="1005904" y="2596744"/>
                  </a:lnTo>
                  <a:lnTo>
                    <a:pt x="1006554" y="2600312"/>
                  </a:lnTo>
                  <a:lnTo>
                    <a:pt x="1007204" y="2603231"/>
                  </a:lnTo>
                  <a:lnTo>
                    <a:pt x="1007854" y="2604551"/>
                  </a:lnTo>
                  <a:lnTo>
                    <a:pt x="1008504" y="2604390"/>
                  </a:lnTo>
                  <a:lnTo>
                    <a:pt x="1009154" y="2602967"/>
                  </a:lnTo>
                  <a:lnTo>
                    <a:pt x="1009804" y="2600807"/>
                  </a:lnTo>
                  <a:lnTo>
                    <a:pt x="1010454" y="2597879"/>
                  </a:lnTo>
                  <a:lnTo>
                    <a:pt x="1011104" y="2594380"/>
                  </a:lnTo>
                  <a:lnTo>
                    <a:pt x="1011754" y="2590408"/>
                  </a:lnTo>
                  <a:lnTo>
                    <a:pt x="1012404" y="2586083"/>
                  </a:lnTo>
                  <a:lnTo>
                    <a:pt x="1013054" y="2580356"/>
                  </a:lnTo>
                  <a:lnTo>
                    <a:pt x="1013704" y="2573829"/>
                  </a:lnTo>
                  <a:lnTo>
                    <a:pt x="1014354" y="2567354"/>
                  </a:lnTo>
                  <a:lnTo>
                    <a:pt x="1015004" y="2561442"/>
                  </a:lnTo>
                  <a:lnTo>
                    <a:pt x="1015653" y="2556641"/>
                  </a:lnTo>
                  <a:lnTo>
                    <a:pt x="1016303" y="2553074"/>
                  </a:lnTo>
                  <a:lnTo>
                    <a:pt x="1016953" y="2550109"/>
                  </a:lnTo>
                  <a:lnTo>
                    <a:pt x="1017603" y="2548164"/>
                  </a:lnTo>
                  <a:lnTo>
                    <a:pt x="1018253" y="2546915"/>
                  </a:lnTo>
                  <a:lnTo>
                    <a:pt x="1018903" y="2546026"/>
                  </a:lnTo>
                  <a:lnTo>
                    <a:pt x="1019553" y="2545290"/>
                  </a:lnTo>
                  <a:lnTo>
                    <a:pt x="1020203" y="2544634"/>
                  </a:lnTo>
                  <a:lnTo>
                    <a:pt x="1020853" y="2544191"/>
                  </a:lnTo>
                  <a:lnTo>
                    <a:pt x="1021503" y="2544190"/>
                  </a:lnTo>
                  <a:lnTo>
                    <a:pt x="1022153" y="2544665"/>
                  </a:lnTo>
                  <a:lnTo>
                    <a:pt x="1022803" y="2546350"/>
                  </a:lnTo>
                  <a:lnTo>
                    <a:pt x="1023453" y="2549274"/>
                  </a:lnTo>
                  <a:lnTo>
                    <a:pt x="1024103" y="2553432"/>
                  </a:lnTo>
                  <a:lnTo>
                    <a:pt x="1024753" y="2558639"/>
                  </a:lnTo>
                  <a:lnTo>
                    <a:pt x="1025402" y="2564018"/>
                  </a:lnTo>
                  <a:lnTo>
                    <a:pt x="1026052" y="2568848"/>
                  </a:lnTo>
                  <a:lnTo>
                    <a:pt x="1026702" y="2573776"/>
                  </a:lnTo>
                  <a:lnTo>
                    <a:pt x="1027352" y="2578875"/>
                  </a:lnTo>
                  <a:lnTo>
                    <a:pt x="1028002" y="2582568"/>
                  </a:lnTo>
                  <a:lnTo>
                    <a:pt x="1028652" y="2585233"/>
                  </a:lnTo>
                  <a:lnTo>
                    <a:pt x="1029302" y="2586939"/>
                  </a:lnTo>
                  <a:lnTo>
                    <a:pt x="1029952" y="2586845"/>
                  </a:lnTo>
                  <a:lnTo>
                    <a:pt x="1030602" y="2584095"/>
                  </a:lnTo>
                  <a:lnTo>
                    <a:pt x="1031252" y="2579145"/>
                  </a:lnTo>
                  <a:lnTo>
                    <a:pt x="1031902" y="2571861"/>
                  </a:lnTo>
                  <a:lnTo>
                    <a:pt x="1032552" y="2562690"/>
                  </a:lnTo>
                  <a:lnTo>
                    <a:pt x="1033202" y="2551883"/>
                  </a:lnTo>
                  <a:lnTo>
                    <a:pt x="1033852" y="2539249"/>
                  </a:lnTo>
                  <a:lnTo>
                    <a:pt x="1034502" y="2525280"/>
                  </a:lnTo>
                  <a:lnTo>
                    <a:pt x="1035152" y="2511193"/>
                  </a:lnTo>
                  <a:lnTo>
                    <a:pt x="1035801" y="2497784"/>
                  </a:lnTo>
                  <a:lnTo>
                    <a:pt x="1036451" y="2484740"/>
                  </a:lnTo>
                  <a:lnTo>
                    <a:pt x="1037101" y="2472306"/>
                  </a:lnTo>
                  <a:lnTo>
                    <a:pt x="1037751" y="2462084"/>
                  </a:lnTo>
                  <a:lnTo>
                    <a:pt x="1038401" y="2454401"/>
                  </a:lnTo>
                  <a:lnTo>
                    <a:pt x="1039051" y="2449070"/>
                  </a:lnTo>
                  <a:lnTo>
                    <a:pt x="1039701" y="2446174"/>
                  </a:lnTo>
                  <a:lnTo>
                    <a:pt x="1040351" y="2446207"/>
                  </a:lnTo>
                  <a:lnTo>
                    <a:pt x="1041001" y="2448302"/>
                  </a:lnTo>
                  <a:lnTo>
                    <a:pt x="1041651" y="2452286"/>
                  </a:lnTo>
                  <a:lnTo>
                    <a:pt x="1042301" y="2456598"/>
                  </a:lnTo>
                  <a:lnTo>
                    <a:pt x="1042951" y="2460825"/>
                  </a:lnTo>
                  <a:lnTo>
                    <a:pt x="1043601" y="2464607"/>
                  </a:lnTo>
                  <a:lnTo>
                    <a:pt x="1044251" y="2467533"/>
                  </a:lnTo>
                  <a:lnTo>
                    <a:pt x="1044901" y="2469502"/>
                  </a:lnTo>
                  <a:lnTo>
                    <a:pt x="1045550" y="2470550"/>
                  </a:lnTo>
                  <a:lnTo>
                    <a:pt x="1046200" y="2470595"/>
                  </a:lnTo>
                  <a:lnTo>
                    <a:pt x="1046850" y="2469511"/>
                  </a:lnTo>
                  <a:lnTo>
                    <a:pt x="1047500" y="2467036"/>
                  </a:lnTo>
                  <a:lnTo>
                    <a:pt x="1048150" y="2462478"/>
                  </a:lnTo>
                  <a:lnTo>
                    <a:pt x="1048800" y="2455916"/>
                  </a:lnTo>
                  <a:lnTo>
                    <a:pt x="1049450" y="2448397"/>
                  </a:lnTo>
                  <a:lnTo>
                    <a:pt x="1050100" y="2440031"/>
                  </a:lnTo>
                  <a:lnTo>
                    <a:pt x="1050750" y="2431478"/>
                  </a:lnTo>
                  <a:lnTo>
                    <a:pt x="1051400" y="2423158"/>
                  </a:lnTo>
                  <a:lnTo>
                    <a:pt x="1052050" y="2415481"/>
                  </a:lnTo>
                  <a:lnTo>
                    <a:pt x="1052700" y="2408418"/>
                  </a:lnTo>
                  <a:lnTo>
                    <a:pt x="1053350" y="2402372"/>
                  </a:lnTo>
                  <a:lnTo>
                    <a:pt x="1054000" y="2397626"/>
                  </a:lnTo>
                  <a:lnTo>
                    <a:pt x="1054650" y="2394140"/>
                  </a:lnTo>
                  <a:lnTo>
                    <a:pt x="1055300" y="2391774"/>
                  </a:lnTo>
                  <a:lnTo>
                    <a:pt x="1055949" y="2390435"/>
                  </a:lnTo>
                  <a:lnTo>
                    <a:pt x="1056599" y="2390229"/>
                  </a:lnTo>
                  <a:lnTo>
                    <a:pt x="1057249" y="2391255"/>
                  </a:lnTo>
                  <a:lnTo>
                    <a:pt x="1057899" y="2393634"/>
                  </a:lnTo>
                  <a:lnTo>
                    <a:pt x="1058549" y="2397468"/>
                  </a:lnTo>
                  <a:lnTo>
                    <a:pt x="1059199" y="2401818"/>
                  </a:lnTo>
                  <a:lnTo>
                    <a:pt x="1059849" y="2406489"/>
                  </a:lnTo>
                  <a:lnTo>
                    <a:pt x="1060499" y="2412504"/>
                  </a:lnTo>
                  <a:lnTo>
                    <a:pt x="1061149" y="2419364"/>
                  </a:lnTo>
                  <a:lnTo>
                    <a:pt x="1061799" y="2426981"/>
                  </a:lnTo>
                  <a:lnTo>
                    <a:pt x="1062449" y="2435965"/>
                  </a:lnTo>
                  <a:lnTo>
                    <a:pt x="1063099" y="2446713"/>
                  </a:lnTo>
                  <a:lnTo>
                    <a:pt x="1063749" y="2458919"/>
                  </a:lnTo>
                  <a:lnTo>
                    <a:pt x="1064399" y="2472660"/>
                  </a:lnTo>
                  <a:lnTo>
                    <a:pt x="1065049" y="2486990"/>
                  </a:lnTo>
                  <a:lnTo>
                    <a:pt x="1065698" y="2501613"/>
                  </a:lnTo>
                  <a:lnTo>
                    <a:pt x="1066348" y="2516401"/>
                  </a:lnTo>
                  <a:lnTo>
                    <a:pt x="1066998" y="2531150"/>
                  </a:lnTo>
                  <a:lnTo>
                    <a:pt x="1067648" y="2545483"/>
                  </a:lnTo>
                  <a:lnTo>
                    <a:pt x="1068298" y="2558810"/>
                  </a:lnTo>
                  <a:lnTo>
                    <a:pt x="1068948" y="2571684"/>
                  </a:lnTo>
                  <a:lnTo>
                    <a:pt x="1069598" y="2584390"/>
                  </a:lnTo>
                  <a:lnTo>
                    <a:pt x="1070248" y="2595268"/>
                  </a:lnTo>
                  <a:lnTo>
                    <a:pt x="1070898" y="2604816"/>
                  </a:lnTo>
                  <a:lnTo>
                    <a:pt x="1071548" y="2613529"/>
                  </a:lnTo>
                  <a:lnTo>
                    <a:pt x="1072198" y="2620856"/>
                  </a:lnTo>
                  <a:lnTo>
                    <a:pt x="1072848" y="2626226"/>
                  </a:lnTo>
                  <a:lnTo>
                    <a:pt x="1073498" y="2630249"/>
                  </a:lnTo>
                  <a:lnTo>
                    <a:pt x="1074148" y="2632681"/>
                  </a:lnTo>
                  <a:lnTo>
                    <a:pt x="1074798" y="2635162"/>
                  </a:lnTo>
                  <a:lnTo>
                    <a:pt x="1075448" y="2637534"/>
                  </a:lnTo>
                  <a:lnTo>
                    <a:pt x="1076097" y="2639331"/>
                  </a:lnTo>
                  <a:lnTo>
                    <a:pt x="1076747" y="2641354"/>
                  </a:lnTo>
                  <a:lnTo>
                    <a:pt x="1077397" y="2644321"/>
                  </a:lnTo>
                  <a:lnTo>
                    <a:pt x="1078047" y="2648067"/>
                  </a:lnTo>
                  <a:lnTo>
                    <a:pt x="1078697" y="2651798"/>
                  </a:lnTo>
                  <a:lnTo>
                    <a:pt x="1079347" y="2655260"/>
                  </a:lnTo>
                  <a:lnTo>
                    <a:pt x="1079997" y="2659547"/>
                  </a:lnTo>
                  <a:lnTo>
                    <a:pt x="1080647" y="2665079"/>
                  </a:lnTo>
                  <a:lnTo>
                    <a:pt x="1081297" y="2671376"/>
                  </a:lnTo>
                  <a:lnTo>
                    <a:pt x="1081947" y="2677453"/>
                  </a:lnTo>
                  <a:lnTo>
                    <a:pt x="1082597" y="2683163"/>
                  </a:lnTo>
                  <a:lnTo>
                    <a:pt x="1083247" y="2688324"/>
                  </a:lnTo>
                  <a:lnTo>
                    <a:pt x="1083897" y="2692847"/>
                  </a:lnTo>
                  <a:lnTo>
                    <a:pt x="1084547" y="2696103"/>
                  </a:lnTo>
                  <a:lnTo>
                    <a:pt x="1085197" y="2698585"/>
                  </a:lnTo>
                  <a:lnTo>
                    <a:pt x="1085846" y="2700856"/>
                  </a:lnTo>
                  <a:lnTo>
                    <a:pt x="1086496" y="2702201"/>
                  </a:lnTo>
                  <a:lnTo>
                    <a:pt x="1087146" y="2702212"/>
                  </a:lnTo>
                  <a:lnTo>
                    <a:pt x="1087796" y="2701521"/>
                  </a:lnTo>
                  <a:lnTo>
                    <a:pt x="1088446" y="2700951"/>
                  </a:lnTo>
                  <a:lnTo>
                    <a:pt x="1089096" y="2700475"/>
                  </a:lnTo>
                  <a:lnTo>
                    <a:pt x="1089746" y="2699001"/>
                  </a:lnTo>
                  <a:lnTo>
                    <a:pt x="1090396" y="2695824"/>
                  </a:lnTo>
                  <a:lnTo>
                    <a:pt x="1091046" y="2691379"/>
                  </a:lnTo>
                  <a:lnTo>
                    <a:pt x="1091696" y="2686773"/>
                  </a:lnTo>
                  <a:lnTo>
                    <a:pt x="1092346" y="2682235"/>
                  </a:lnTo>
                  <a:lnTo>
                    <a:pt x="1092996" y="2677762"/>
                  </a:lnTo>
                  <a:lnTo>
                    <a:pt x="1093646" y="2673600"/>
                  </a:lnTo>
                  <a:lnTo>
                    <a:pt x="1094296" y="2669977"/>
                  </a:lnTo>
                  <a:lnTo>
                    <a:pt x="1094946" y="2667128"/>
                  </a:lnTo>
                  <a:lnTo>
                    <a:pt x="1095596" y="2665060"/>
                  </a:lnTo>
                  <a:lnTo>
                    <a:pt x="1096245" y="2663633"/>
                  </a:lnTo>
                  <a:lnTo>
                    <a:pt x="1096895" y="2662549"/>
                  </a:lnTo>
                  <a:lnTo>
                    <a:pt x="1097545" y="2661336"/>
                  </a:lnTo>
                  <a:lnTo>
                    <a:pt x="1098195" y="2659358"/>
                  </a:lnTo>
                  <a:lnTo>
                    <a:pt x="1098845" y="2656187"/>
                  </a:lnTo>
                  <a:lnTo>
                    <a:pt x="1099495" y="2652060"/>
                  </a:lnTo>
                  <a:lnTo>
                    <a:pt x="1100145" y="2647581"/>
                  </a:lnTo>
                  <a:lnTo>
                    <a:pt x="1100795" y="2641945"/>
                  </a:lnTo>
                  <a:lnTo>
                    <a:pt x="1101445" y="2634524"/>
                  </a:lnTo>
                  <a:lnTo>
                    <a:pt x="1102095" y="2625640"/>
                  </a:lnTo>
                  <a:lnTo>
                    <a:pt x="1102745" y="2616339"/>
                  </a:lnTo>
                  <a:lnTo>
                    <a:pt x="1103395" y="2606758"/>
                  </a:lnTo>
                  <a:lnTo>
                    <a:pt x="1104045" y="2596812"/>
                  </a:lnTo>
                  <a:lnTo>
                    <a:pt x="1104695" y="2586456"/>
                  </a:lnTo>
                  <a:lnTo>
                    <a:pt x="1105345" y="2575882"/>
                  </a:lnTo>
                  <a:lnTo>
                    <a:pt x="1105994" y="2565518"/>
                  </a:lnTo>
                  <a:lnTo>
                    <a:pt x="1106644" y="2555709"/>
                  </a:lnTo>
                  <a:lnTo>
                    <a:pt x="1107294" y="2546607"/>
                  </a:lnTo>
                  <a:lnTo>
                    <a:pt x="1107944" y="2539153"/>
                  </a:lnTo>
                  <a:lnTo>
                    <a:pt x="1108594" y="2534349"/>
                  </a:lnTo>
                  <a:lnTo>
                    <a:pt x="1109244" y="2531823"/>
                  </a:lnTo>
                  <a:lnTo>
                    <a:pt x="1109894" y="2530598"/>
                  </a:lnTo>
                  <a:lnTo>
                    <a:pt x="1110544" y="2531327"/>
                  </a:lnTo>
                  <a:lnTo>
                    <a:pt x="1111194" y="2534961"/>
                  </a:lnTo>
                  <a:lnTo>
                    <a:pt x="1111844" y="2541252"/>
                  </a:lnTo>
                  <a:lnTo>
                    <a:pt x="1112494" y="2548539"/>
                  </a:lnTo>
                  <a:lnTo>
                    <a:pt x="1113144" y="2556311"/>
                  </a:lnTo>
                  <a:lnTo>
                    <a:pt x="1113794" y="2564676"/>
                  </a:lnTo>
                  <a:lnTo>
                    <a:pt x="1114444" y="2573792"/>
                  </a:lnTo>
                  <a:lnTo>
                    <a:pt x="1115094" y="2583505"/>
                  </a:lnTo>
                  <a:lnTo>
                    <a:pt x="1115743" y="2593420"/>
                  </a:lnTo>
                  <a:lnTo>
                    <a:pt x="1116393" y="2603496"/>
                  </a:lnTo>
                  <a:lnTo>
                    <a:pt x="1117043" y="2613945"/>
                  </a:lnTo>
                  <a:lnTo>
                    <a:pt x="1117693" y="2624441"/>
                  </a:lnTo>
                  <a:lnTo>
                    <a:pt x="1118343" y="2634110"/>
                  </a:lnTo>
                  <a:lnTo>
                    <a:pt x="1118993" y="2642964"/>
                  </a:lnTo>
                  <a:lnTo>
                    <a:pt x="1119643" y="2651565"/>
                  </a:lnTo>
                  <a:lnTo>
                    <a:pt x="1120293" y="2659656"/>
                  </a:lnTo>
                  <a:lnTo>
                    <a:pt x="1120943" y="2666499"/>
                  </a:lnTo>
                  <a:lnTo>
                    <a:pt x="1121593" y="2672003"/>
                  </a:lnTo>
                  <a:lnTo>
                    <a:pt x="1122243" y="2677124"/>
                  </a:lnTo>
                  <a:lnTo>
                    <a:pt x="1122893" y="2682423"/>
                  </a:lnTo>
                  <a:lnTo>
                    <a:pt x="1123543" y="2687794"/>
                  </a:lnTo>
                  <a:lnTo>
                    <a:pt x="1124193" y="2692961"/>
                  </a:lnTo>
                  <a:lnTo>
                    <a:pt x="1124843" y="2697940"/>
                  </a:lnTo>
                  <a:lnTo>
                    <a:pt x="1125493" y="2702804"/>
                  </a:lnTo>
                  <a:lnTo>
                    <a:pt x="1126142" y="2707447"/>
                  </a:lnTo>
                  <a:lnTo>
                    <a:pt x="1126792" y="2711502"/>
                  </a:lnTo>
                  <a:lnTo>
                    <a:pt x="1127442" y="2714742"/>
                  </a:lnTo>
                  <a:lnTo>
                    <a:pt x="1128092" y="2717137"/>
                  </a:lnTo>
                  <a:lnTo>
                    <a:pt x="1128742" y="2718740"/>
                  </a:lnTo>
                  <a:lnTo>
                    <a:pt x="1129392" y="2719745"/>
                  </a:lnTo>
                  <a:lnTo>
                    <a:pt x="1130042" y="2720772"/>
                  </a:lnTo>
                  <a:lnTo>
                    <a:pt x="1130692" y="2722657"/>
                  </a:lnTo>
                  <a:lnTo>
                    <a:pt x="1131342" y="2726138"/>
                  </a:lnTo>
                  <a:lnTo>
                    <a:pt x="1131992" y="2731105"/>
                  </a:lnTo>
                  <a:lnTo>
                    <a:pt x="1132642" y="2737084"/>
                  </a:lnTo>
                  <a:lnTo>
                    <a:pt x="1133292" y="2744977"/>
                  </a:lnTo>
                  <a:lnTo>
                    <a:pt x="1133942" y="2755490"/>
                  </a:lnTo>
                  <a:lnTo>
                    <a:pt x="1134592" y="2768274"/>
                  </a:lnTo>
                  <a:lnTo>
                    <a:pt x="1135242" y="2782294"/>
                  </a:lnTo>
                  <a:lnTo>
                    <a:pt x="1135891" y="2797290"/>
                  </a:lnTo>
                  <a:lnTo>
                    <a:pt x="1136541" y="2813569"/>
                  </a:lnTo>
                  <a:lnTo>
                    <a:pt x="1137191" y="2831253"/>
                  </a:lnTo>
                  <a:lnTo>
                    <a:pt x="1137841" y="2850208"/>
                  </a:lnTo>
                  <a:lnTo>
                    <a:pt x="1138491" y="2870053"/>
                  </a:lnTo>
                  <a:lnTo>
                    <a:pt x="1139141" y="2890571"/>
                  </a:lnTo>
                  <a:lnTo>
                    <a:pt x="1139791" y="2911216"/>
                  </a:lnTo>
                  <a:lnTo>
                    <a:pt x="1140441" y="2930797"/>
                  </a:lnTo>
                  <a:lnTo>
                    <a:pt x="1141091" y="2948192"/>
                  </a:lnTo>
                  <a:lnTo>
                    <a:pt x="1141741" y="2963419"/>
                  </a:lnTo>
                  <a:lnTo>
                    <a:pt x="1142391" y="2976925"/>
                  </a:lnTo>
                  <a:lnTo>
                    <a:pt x="1143041" y="2987429"/>
                  </a:lnTo>
                  <a:lnTo>
                    <a:pt x="1143691" y="2994258"/>
                  </a:lnTo>
                  <a:lnTo>
                    <a:pt x="1144341" y="2998006"/>
                  </a:lnTo>
                  <a:lnTo>
                    <a:pt x="1144991" y="3000402"/>
                  </a:lnTo>
                  <a:lnTo>
                    <a:pt x="1145641" y="3002171"/>
                  </a:lnTo>
                  <a:lnTo>
                    <a:pt x="1146290" y="3003477"/>
                  </a:lnTo>
                  <a:lnTo>
                    <a:pt x="1146940" y="3004273"/>
                  </a:lnTo>
                  <a:lnTo>
                    <a:pt x="1147590" y="3004896"/>
                  </a:lnTo>
                  <a:lnTo>
                    <a:pt x="1148240" y="3005660"/>
                  </a:lnTo>
                  <a:lnTo>
                    <a:pt x="1148890" y="3006414"/>
                  </a:lnTo>
                  <a:lnTo>
                    <a:pt x="1149540" y="3007174"/>
                  </a:lnTo>
                  <a:lnTo>
                    <a:pt x="1150190" y="3007942"/>
                  </a:lnTo>
                  <a:lnTo>
                    <a:pt x="1150840" y="3008758"/>
                  </a:lnTo>
                  <a:lnTo>
                    <a:pt x="1151490" y="3009688"/>
                  </a:lnTo>
                  <a:lnTo>
                    <a:pt x="1152140" y="3010383"/>
                  </a:lnTo>
                  <a:lnTo>
                    <a:pt x="1152790" y="3010904"/>
                  </a:lnTo>
                  <a:lnTo>
                    <a:pt x="1153440" y="3011303"/>
                  </a:lnTo>
                  <a:lnTo>
                    <a:pt x="1154090" y="3011173"/>
                  </a:lnTo>
                  <a:lnTo>
                    <a:pt x="1154740" y="3010130"/>
                  </a:lnTo>
                  <a:lnTo>
                    <a:pt x="1155390" y="3007910"/>
                  </a:lnTo>
                  <a:lnTo>
                    <a:pt x="1156039" y="3004603"/>
                  </a:lnTo>
                  <a:lnTo>
                    <a:pt x="1156689" y="3000442"/>
                  </a:lnTo>
                  <a:lnTo>
                    <a:pt x="1157339" y="2995640"/>
                  </a:lnTo>
                  <a:lnTo>
                    <a:pt x="1157989" y="2990194"/>
                  </a:lnTo>
                  <a:lnTo>
                    <a:pt x="1158639" y="2984021"/>
                  </a:lnTo>
                  <a:lnTo>
                    <a:pt x="1159289" y="2977421"/>
                  </a:lnTo>
                  <a:lnTo>
                    <a:pt x="1159939" y="2968758"/>
                  </a:lnTo>
                  <a:lnTo>
                    <a:pt x="1160589" y="2956607"/>
                  </a:lnTo>
                  <a:lnTo>
                    <a:pt x="1161239" y="2941353"/>
                  </a:lnTo>
                  <a:lnTo>
                    <a:pt x="1161889" y="2924032"/>
                  </a:lnTo>
                  <a:lnTo>
                    <a:pt x="1162539" y="2904671"/>
                  </a:lnTo>
                  <a:lnTo>
                    <a:pt x="1163189" y="2884761"/>
                  </a:lnTo>
                  <a:lnTo>
                    <a:pt x="1163839" y="2864681"/>
                  </a:lnTo>
                  <a:lnTo>
                    <a:pt x="1164489" y="2845042"/>
                  </a:lnTo>
                  <a:lnTo>
                    <a:pt x="1165139" y="2826170"/>
                  </a:lnTo>
                  <a:lnTo>
                    <a:pt x="1165789" y="2807851"/>
                  </a:lnTo>
                  <a:lnTo>
                    <a:pt x="1166438" y="2789896"/>
                  </a:lnTo>
                  <a:lnTo>
                    <a:pt x="1167088" y="2771919"/>
                  </a:lnTo>
                  <a:lnTo>
                    <a:pt x="1167738" y="2753947"/>
                  </a:lnTo>
                  <a:lnTo>
                    <a:pt x="1168388" y="2736169"/>
                  </a:lnTo>
                  <a:lnTo>
                    <a:pt x="1169038" y="2718346"/>
                  </a:lnTo>
                  <a:lnTo>
                    <a:pt x="1169688" y="2701782"/>
                  </a:lnTo>
                  <a:lnTo>
                    <a:pt x="1170338" y="2687541"/>
                  </a:lnTo>
                  <a:lnTo>
                    <a:pt x="1170988" y="2675485"/>
                  </a:lnTo>
                  <a:lnTo>
                    <a:pt x="1171638" y="2665344"/>
                  </a:lnTo>
                  <a:lnTo>
                    <a:pt x="1172288" y="2657186"/>
                  </a:lnTo>
                  <a:lnTo>
                    <a:pt x="1172938" y="2649767"/>
                  </a:lnTo>
                  <a:lnTo>
                    <a:pt x="1173588" y="2643279"/>
                  </a:lnTo>
                  <a:lnTo>
                    <a:pt x="1174238" y="2637457"/>
                  </a:lnTo>
                  <a:lnTo>
                    <a:pt x="1174888" y="2632030"/>
                  </a:lnTo>
                  <a:lnTo>
                    <a:pt x="1175538" y="2626871"/>
                  </a:lnTo>
                  <a:lnTo>
                    <a:pt x="1176187" y="2621821"/>
                  </a:lnTo>
                  <a:lnTo>
                    <a:pt x="1176837" y="2617044"/>
                  </a:lnTo>
                  <a:lnTo>
                    <a:pt x="1177487" y="2612585"/>
                  </a:lnTo>
                  <a:lnTo>
                    <a:pt x="1178137" y="2608310"/>
                  </a:lnTo>
                  <a:lnTo>
                    <a:pt x="1178787" y="2604262"/>
                  </a:lnTo>
                  <a:lnTo>
                    <a:pt x="1179437" y="2600289"/>
                  </a:lnTo>
                  <a:lnTo>
                    <a:pt x="1180087" y="2596224"/>
                  </a:lnTo>
                  <a:lnTo>
                    <a:pt x="1180737" y="2591978"/>
                  </a:lnTo>
                  <a:lnTo>
                    <a:pt x="1181387" y="2587438"/>
                  </a:lnTo>
                  <a:lnTo>
                    <a:pt x="1182037" y="2582528"/>
                  </a:lnTo>
                  <a:lnTo>
                    <a:pt x="1182687" y="2577702"/>
                  </a:lnTo>
                  <a:lnTo>
                    <a:pt x="1183337" y="2572720"/>
                  </a:lnTo>
                  <a:lnTo>
                    <a:pt x="1183987" y="2567588"/>
                  </a:lnTo>
                  <a:lnTo>
                    <a:pt x="1184637" y="2562501"/>
                  </a:lnTo>
                  <a:lnTo>
                    <a:pt x="1185287" y="2557543"/>
                  </a:lnTo>
                  <a:lnTo>
                    <a:pt x="1185937" y="2552761"/>
                  </a:lnTo>
                  <a:lnTo>
                    <a:pt x="1186586" y="2548462"/>
                  </a:lnTo>
                  <a:lnTo>
                    <a:pt x="1187236" y="2544820"/>
                  </a:lnTo>
                  <a:lnTo>
                    <a:pt x="1187886" y="2541998"/>
                  </a:lnTo>
                  <a:lnTo>
                    <a:pt x="1188536" y="2539885"/>
                  </a:lnTo>
                  <a:lnTo>
                    <a:pt x="1189186" y="2538293"/>
                  </a:lnTo>
                  <a:lnTo>
                    <a:pt x="1189836" y="2537046"/>
                  </a:lnTo>
                  <a:lnTo>
                    <a:pt x="1190486" y="2536207"/>
                  </a:lnTo>
                  <a:lnTo>
                    <a:pt x="1191136" y="2536021"/>
                  </a:lnTo>
                  <a:lnTo>
                    <a:pt x="1191786" y="2536427"/>
                  </a:lnTo>
                  <a:lnTo>
                    <a:pt x="1192436" y="2537975"/>
                  </a:lnTo>
                  <a:lnTo>
                    <a:pt x="1193086" y="2541542"/>
                  </a:lnTo>
                  <a:lnTo>
                    <a:pt x="1193736" y="2546993"/>
                  </a:lnTo>
                  <a:lnTo>
                    <a:pt x="1194386" y="2554032"/>
                  </a:lnTo>
                  <a:lnTo>
                    <a:pt x="1195036" y="2562819"/>
                  </a:lnTo>
                  <a:lnTo>
                    <a:pt x="1195686" y="2572385"/>
                  </a:lnTo>
                  <a:lnTo>
                    <a:pt x="1196335" y="2582443"/>
                  </a:lnTo>
                  <a:lnTo>
                    <a:pt x="1196985" y="2592835"/>
                  </a:lnTo>
                  <a:lnTo>
                    <a:pt x="1197635" y="2603246"/>
                  </a:lnTo>
                  <a:lnTo>
                    <a:pt x="1198285" y="2613802"/>
                  </a:lnTo>
                  <a:lnTo>
                    <a:pt x="1198935" y="2624619"/>
                  </a:lnTo>
                  <a:lnTo>
                    <a:pt x="1199585" y="2635868"/>
                  </a:lnTo>
                  <a:lnTo>
                    <a:pt x="1200235" y="2647952"/>
                  </a:lnTo>
                  <a:lnTo>
                    <a:pt x="1200885" y="2660688"/>
                  </a:lnTo>
                  <a:lnTo>
                    <a:pt x="1201535" y="2673890"/>
                  </a:lnTo>
                  <a:lnTo>
                    <a:pt x="1202185" y="2685847"/>
                  </a:lnTo>
                  <a:lnTo>
                    <a:pt x="1202835" y="2695320"/>
                  </a:lnTo>
                  <a:lnTo>
                    <a:pt x="1203485" y="2702110"/>
                  </a:lnTo>
                  <a:lnTo>
                    <a:pt x="1204135" y="2706489"/>
                  </a:lnTo>
                  <a:lnTo>
                    <a:pt x="1204785" y="2707852"/>
                  </a:lnTo>
                  <a:lnTo>
                    <a:pt x="1205435" y="2708107"/>
                  </a:lnTo>
                  <a:lnTo>
                    <a:pt x="1206085" y="2706835"/>
                  </a:lnTo>
                  <a:lnTo>
                    <a:pt x="1206734" y="2704738"/>
                  </a:lnTo>
                  <a:lnTo>
                    <a:pt x="1207384" y="2702230"/>
                  </a:lnTo>
                  <a:lnTo>
                    <a:pt x="1208034" y="2699089"/>
                  </a:lnTo>
                  <a:lnTo>
                    <a:pt x="1208684" y="2695126"/>
                  </a:lnTo>
                  <a:lnTo>
                    <a:pt x="1209334" y="2690349"/>
                  </a:lnTo>
                  <a:lnTo>
                    <a:pt x="1209984" y="2684345"/>
                  </a:lnTo>
                  <a:lnTo>
                    <a:pt x="1210634" y="2677385"/>
                  </a:lnTo>
                  <a:lnTo>
                    <a:pt x="1211284" y="2669899"/>
                  </a:lnTo>
                  <a:lnTo>
                    <a:pt x="1211934" y="2662677"/>
                  </a:lnTo>
                  <a:lnTo>
                    <a:pt x="1212584" y="2656045"/>
                  </a:lnTo>
                  <a:lnTo>
                    <a:pt x="1213234" y="2650434"/>
                  </a:lnTo>
                  <a:lnTo>
                    <a:pt x="1213884" y="2645573"/>
                  </a:lnTo>
                  <a:lnTo>
                    <a:pt x="1214534" y="2641645"/>
                  </a:lnTo>
                  <a:lnTo>
                    <a:pt x="1215184" y="2637727"/>
                  </a:lnTo>
                  <a:lnTo>
                    <a:pt x="1215834" y="2633656"/>
                  </a:lnTo>
                  <a:lnTo>
                    <a:pt x="1216483" y="2628451"/>
                  </a:lnTo>
                  <a:lnTo>
                    <a:pt x="1217133" y="2622408"/>
                  </a:lnTo>
                  <a:lnTo>
                    <a:pt x="1217783" y="2614960"/>
                  </a:lnTo>
                  <a:lnTo>
                    <a:pt x="1218433" y="2606352"/>
                  </a:lnTo>
                  <a:lnTo>
                    <a:pt x="1219083" y="2596800"/>
                  </a:lnTo>
                  <a:lnTo>
                    <a:pt x="1219733" y="2585966"/>
                  </a:lnTo>
                  <a:lnTo>
                    <a:pt x="1220383" y="2574012"/>
                  </a:lnTo>
                  <a:lnTo>
                    <a:pt x="1221033" y="2561500"/>
                  </a:lnTo>
                  <a:lnTo>
                    <a:pt x="1221683" y="2548883"/>
                  </a:lnTo>
                  <a:lnTo>
                    <a:pt x="1222333" y="2536274"/>
                  </a:lnTo>
                  <a:lnTo>
                    <a:pt x="1222983" y="2523659"/>
                  </a:lnTo>
                  <a:lnTo>
                    <a:pt x="1223633" y="2511149"/>
                  </a:lnTo>
                  <a:lnTo>
                    <a:pt x="1224283" y="2498978"/>
                  </a:lnTo>
                  <a:lnTo>
                    <a:pt x="1224933" y="2487473"/>
                  </a:lnTo>
                  <a:lnTo>
                    <a:pt x="1225583" y="2477067"/>
                  </a:lnTo>
                  <a:lnTo>
                    <a:pt x="1226233" y="2468147"/>
                  </a:lnTo>
                  <a:lnTo>
                    <a:pt x="1226882" y="2460376"/>
                  </a:lnTo>
                  <a:lnTo>
                    <a:pt x="1227532" y="2454194"/>
                  </a:lnTo>
                  <a:lnTo>
                    <a:pt x="1228182" y="2449727"/>
                  </a:lnTo>
                  <a:lnTo>
                    <a:pt x="1228832" y="2446819"/>
                  </a:lnTo>
                  <a:lnTo>
                    <a:pt x="1229482" y="2445607"/>
                  </a:lnTo>
                  <a:lnTo>
                    <a:pt x="1230132" y="2445853"/>
                  </a:lnTo>
                  <a:lnTo>
                    <a:pt x="1230782" y="2447152"/>
                  </a:lnTo>
                  <a:lnTo>
                    <a:pt x="1231432" y="2449107"/>
                  </a:lnTo>
                  <a:lnTo>
                    <a:pt x="1232082" y="2451566"/>
                  </a:lnTo>
                  <a:lnTo>
                    <a:pt x="1232732" y="2454210"/>
                  </a:lnTo>
                  <a:lnTo>
                    <a:pt x="1233382" y="2456996"/>
                  </a:lnTo>
                  <a:lnTo>
                    <a:pt x="1234032" y="2460034"/>
                  </a:lnTo>
                  <a:lnTo>
                    <a:pt x="1234682" y="2463649"/>
                  </a:lnTo>
                  <a:lnTo>
                    <a:pt x="1235332" y="2467724"/>
                  </a:lnTo>
                  <a:lnTo>
                    <a:pt x="1235982" y="2472299"/>
                  </a:lnTo>
                  <a:lnTo>
                    <a:pt x="1236631" y="2477216"/>
                  </a:lnTo>
                  <a:lnTo>
                    <a:pt x="1237281" y="2482820"/>
                  </a:lnTo>
                  <a:lnTo>
                    <a:pt x="1237931" y="2488735"/>
                  </a:lnTo>
                  <a:lnTo>
                    <a:pt x="1238581" y="2495147"/>
                  </a:lnTo>
                  <a:lnTo>
                    <a:pt x="1239231" y="2501829"/>
                  </a:lnTo>
                  <a:lnTo>
                    <a:pt x="1239881" y="2508719"/>
                  </a:lnTo>
                  <a:lnTo>
                    <a:pt x="1240531" y="2515964"/>
                  </a:lnTo>
                  <a:lnTo>
                    <a:pt x="1241181" y="2523773"/>
                  </a:lnTo>
                  <a:lnTo>
                    <a:pt x="1241831" y="2532080"/>
                  </a:lnTo>
                  <a:lnTo>
                    <a:pt x="1242481" y="2541136"/>
                  </a:lnTo>
                  <a:lnTo>
                    <a:pt x="1243131" y="2550889"/>
                  </a:lnTo>
                  <a:lnTo>
                    <a:pt x="1243781" y="2561012"/>
                  </a:lnTo>
                  <a:lnTo>
                    <a:pt x="1244431" y="2570566"/>
                  </a:lnTo>
                  <a:lnTo>
                    <a:pt x="1245081" y="2579521"/>
                  </a:lnTo>
                  <a:lnTo>
                    <a:pt x="1245731" y="2587598"/>
                  </a:lnTo>
                  <a:lnTo>
                    <a:pt x="1246381" y="2594692"/>
                  </a:lnTo>
                  <a:lnTo>
                    <a:pt x="1247030" y="2600243"/>
                  </a:lnTo>
                  <a:lnTo>
                    <a:pt x="1247680" y="2604954"/>
                  </a:lnTo>
                  <a:lnTo>
                    <a:pt x="1248330" y="2609316"/>
                  </a:lnTo>
                  <a:lnTo>
                    <a:pt x="1248980" y="2614087"/>
                  </a:lnTo>
                  <a:lnTo>
                    <a:pt x="1249630" y="2618726"/>
                  </a:lnTo>
                  <a:lnTo>
                    <a:pt x="1250280" y="2623945"/>
                  </a:lnTo>
                  <a:lnTo>
                    <a:pt x="1250930" y="2629677"/>
                  </a:lnTo>
                  <a:lnTo>
                    <a:pt x="1251580" y="2636214"/>
                  </a:lnTo>
                  <a:lnTo>
                    <a:pt x="1252230" y="2643907"/>
                  </a:lnTo>
                  <a:lnTo>
                    <a:pt x="1252880" y="2652447"/>
                  </a:lnTo>
                  <a:lnTo>
                    <a:pt x="1253530" y="2661527"/>
                  </a:lnTo>
                  <a:lnTo>
                    <a:pt x="1254180" y="2671350"/>
                  </a:lnTo>
                  <a:lnTo>
                    <a:pt x="1254830" y="2681728"/>
                  </a:lnTo>
                  <a:lnTo>
                    <a:pt x="1255480" y="2692801"/>
                  </a:lnTo>
                  <a:lnTo>
                    <a:pt x="1256130" y="2704839"/>
                  </a:lnTo>
                  <a:lnTo>
                    <a:pt x="1256779" y="2718190"/>
                  </a:lnTo>
                  <a:lnTo>
                    <a:pt x="1257429" y="2732371"/>
                  </a:lnTo>
                  <a:lnTo>
                    <a:pt x="1258079" y="2746414"/>
                  </a:lnTo>
                  <a:lnTo>
                    <a:pt x="1258729" y="2759895"/>
                  </a:lnTo>
                  <a:lnTo>
                    <a:pt x="1259379" y="2773458"/>
                  </a:lnTo>
                  <a:lnTo>
                    <a:pt x="1260029" y="2785787"/>
                  </a:lnTo>
                  <a:lnTo>
                    <a:pt x="1260679" y="2796518"/>
                  </a:lnTo>
                  <a:lnTo>
                    <a:pt x="1261329" y="2805133"/>
                  </a:lnTo>
                  <a:lnTo>
                    <a:pt x="1261979" y="2811128"/>
                  </a:lnTo>
                  <a:lnTo>
                    <a:pt x="1262629" y="2815114"/>
                  </a:lnTo>
                  <a:lnTo>
                    <a:pt x="1263279" y="2817682"/>
                  </a:lnTo>
                  <a:lnTo>
                    <a:pt x="1263929" y="2819462"/>
                  </a:lnTo>
                  <a:lnTo>
                    <a:pt x="1264579" y="2820871"/>
                  </a:lnTo>
                  <a:lnTo>
                    <a:pt x="1265229" y="2821859"/>
                  </a:lnTo>
                  <a:lnTo>
                    <a:pt x="1265879" y="2822557"/>
                  </a:lnTo>
                  <a:lnTo>
                    <a:pt x="1266528" y="2822990"/>
                  </a:lnTo>
                  <a:lnTo>
                    <a:pt x="1267178" y="2823150"/>
                  </a:lnTo>
                  <a:lnTo>
                    <a:pt x="1267828" y="2823226"/>
                  </a:lnTo>
                  <a:lnTo>
                    <a:pt x="1268478" y="2823238"/>
                  </a:lnTo>
                  <a:lnTo>
                    <a:pt x="1269128" y="2823217"/>
                  </a:lnTo>
                  <a:lnTo>
                    <a:pt x="1269778" y="2823181"/>
                  </a:lnTo>
                  <a:lnTo>
                    <a:pt x="1270428" y="2823140"/>
                  </a:lnTo>
                  <a:lnTo>
                    <a:pt x="1271078" y="2823098"/>
                  </a:lnTo>
                  <a:lnTo>
                    <a:pt x="1271728" y="2823056"/>
                  </a:lnTo>
                  <a:lnTo>
                    <a:pt x="1272378" y="2823012"/>
                  </a:lnTo>
                  <a:lnTo>
                    <a:pt x="1273028" y="2822969"/>
                  </a:lnTo>
                  <a:lnTo>
                    <a:pt x="1273678" y="2822926"/>
                  </a:lnTo>
                  <a:lnTo>
                    <a:pt x="1274328" y="2822912"/>
                  </a:lnTo>
                  <a:lnTo>
                    <a:pt x="1274978" y="2822985"/>
                  </a:lnTo>
                  <a:lnTo>
                    <a:pt x="1275628" y="2823163"/>
                  </a:lnTo>
                  <a:lnTo>
                    <a:pt x="1276278" y="2823489"/>
                  </a:lnTo>
                  <a:lnTo>
                    <a:pt x="1276927" y="2824623"/>
                  </a:lnTo>
                  <a:lnTo>
                    <a:pt x="1277577" y="2826397"/>
                  </a:lnTo>
                  <a:lnTo>
                    <a:pt x="1278227" y="2828722"/>
                  </a:lnTo>
                  <a:lnTo>
                    <a:pt x="1278877" y="2832215"/>
                  </a:lnTo>
                  <a:lnTo>
                    <a:pt x="1279527" y="2837169"/>
                  </a:lnTo>
                  <a:lnTo>
                    <a:pt x="1280177" y="2842506"/>
                  </a:lnTo>
                  <a:lnTo>
                    <a:pt x="1280827" y="2847819"/>
                  </a:lnTo>
                  <a:lnTo>
                    <a:pt x="1281477" y="2853039"/>
                  </a:lnTo>
                  <a:lnTo>
                    <a:pt x="1282127" y="2856696"/>
                  </a:lnTo>
                  <a:lnTo>
                    <a:pt x="1282777" y="2857851"/>
                  </a:lnTo>
                  <a:lnTo>
                    <a:pt x="1283427" y="2855949"/>
                  </a:lnTo>
                  <a:lnTo>
                    <a:pt x="1284077" y="2851040"/>
                  </a:lnTo>
                  <a:lnTo>
                    <a:pt x="1284727" y="2844780"/>
                  </a:lnTo>
                  <a:lnTo>
                    <a:pt x="1285377" y="2837991"/>
                  </a:lnTo>
                  <a:lnTo>
                    <a:pt x="1286027" y="2830643"/>
                  </a:lnTo>
                  <a:lnTo>
                    <a:pt x="1286676" y="2822350"/>
                  </a:lnTo>
                  <a:lnTo>
                    <a:pt x="1287326" y="2813694"/>
                  </a:lnTo>
                  <a:lnTo>
                    <a:pt x="1287976" y="2804713"/>
                  </a:lnTo>
                  <a:lnTo>
                    <a:pt x="1288626" y="2794874"/>
                  </a:lnTo>
                  <a:lnTo>
                    <a:pt x="1289276" y="2783903"/>
                  </a:lnTo>
                  <a:lnTo>
                    <a:pt x="1289926" y="2772820"/>
                  </a:lnTo>
                  <a:lnTo>
                    <a:pt x="1290576" y="2761986"/>
                  </a:lnTo>
                  <a:lnTo>
                    <a:pt x="1291226" y="2751383"/>
                  </a:lnTo>
                  <a:lnTo>
                    <a:pt x="1291876" y="2741965"/>
                  </a:lnTo>
                  <a:lnTo>
                    <a:pt x="1292526" y="2734334"/>
                  </a:lnTo>
                  <a:lnTo>
                    <a:pt x="1293176" y="2728604"/>
                  </a:lnTo>
                  <a:lnTo>
                    <a:pt x="1293826" y="2723700"/>
                  </a:lnTo>
                  <a:lnTo>
                    <a:pt x="1294476" y="2717757"/>
                  </a:lnTo>
                  <a:lnTo>
                    <a:pt x="1295126" y="2709992"/>
                  </a:lnTo>
                  <a:lnTo>
                    <a:pt x="1295776" y="2699335"/>
                  </a:lnTo>
                  <a:lnTo>
                    <a:pt x="1296426" y="2683703"/>
                  </a:lnTo>
                  <a:lnTo>
                    <a:pt x="1297075" y="2661861"/>
                  </a:lnTo>
                  <a:lnTo>
                    <a:pt x="1297725" y="2634519"/>
                  </a:lnTo>
                  <a:lnTo>
                    <a:pt x="1298375" y="2603074"/>
                  </a:lnTo>
                  <a:lnTo>
                    <a:pt x="1299025" y="2567483"/>
                  </a:lnTo>
                  <a:lnTo>
                    <a:pt x="1299675" y="2527388"/>
                  </a:lnTo>
                  <a:lnTo>
                    <a:pt x="1300325" y="2483158"/>
                  </a:lnTo>
                  <a:lnTo>
                    <a:pt x="1300975" y="2437637"/>
                  </a:lnTo>
                  <a:lnTo>
                    <a:pt x="1301625" y="2391687"/>
                  </a:lnTo>
                  <a:lnTo>
                    <a:pt x="1302275" y="2346029"/>
                  </a:lnTo>
                  <a:lnTo>
                    <a:pt x="1302925" y="2299590"/>
                  </a:lnTo>
                  <a:lnTo>
                    <a:pt x="1303575" y="2253884"/>
                  </a:lnTo>
                  <a:lnTo>
                    <a:pt x="1304225" y="2209817"/>
                  </a:lnTo>
                  <a:lnTo>
                    <a:pt x="1304875" y="2168694"/>
                  </a:lnTo>
                  <a:lnTo>
                    <a:pt x="1305525" y="2130701"/>
                  </a:lnTo>
                  <a:lnTo>
                    <a:pt x="1306175" y="2096647"/>
                  </a:lnTo>
                  <a:lnTo>
                    <a:pt x="1306824" y="2066581"/>
                  </a:lnTo>
                  <a:lnTo>
                    <a:pt x="1307474" y="2040159"/>
                  </a:lnTo>
                  <a:lnTo>
                    <a:pt x="1308124" y="2016805"/>
                  </a:lnTo>
                  <a:lnTo>
                    <a:pt x="1308774" y="1996510"/>
                  </a:lnTo>
                  <a:lnTo>
                    <a:pt x="1309424" y="1979468"/>
                  </a:lnTo>
                  <a:lnTo>
                    <a:pt x="1310074" y="1965690"/>
                  </a:lnTo>
                  <a:lnTo>
                    <a:pt x="1310724" y="1954165"/>
                  </a:lnTo>
                  <a:lnTo>
                    <a:pt x="1311374" y="1944663"/>
                  </a:lnTo>
                  <a:lnTo>
                    <a:pt x="1312024" y="1936992"/>
                  </a:lnTo>
                  <a:lnTo>
                    <a:pt x="1312674" y="1931960"/>
                  </a:lnTo>
                  <a:lnTo>
                    <a:pt x="1313324" y="1929168"/>
                  </a:lnTo>
                  <a:lnTo>
                    <a:pt x="1313974" y="1928273"/>
                  </a:lnTo>
                  <a:lnTo>
                    <a:pt x="1314624" y="1928759"/>
                  </a:lnTo>
                  <a:lnTo>
                    <a:pt x="1315274" y="1930669"/>
                  </a:lnTo>
                  <a:lnTo>
                    <a:pt x="1315924" y="1933732"/>
                  </a:lnTo>
                  <a:lnTo>
                    <a:pt x="1316574" y="1937718"/>
                  </a:lnTo>
                  <a:lnTo>
                    <a:pt x="1317223" y="1942201"/>
                  </a:lnTo>
                  <a:lnTo>
                    <a:pt x="1317873" y="1946969"/>
                  </a:lnTo>
                  <a:lnTo>
                    <a:pt x="1318523" y="1951960"/>
                  </a:lnTo>
                  <a:lnTo>
                    <a:pt x="1319173" y="1957090"/>
                  </a:lnTo>
                  <a:lnTo>
                    <a:pt x="1319823" y="1962281"/>
                  </a:lnTo>
                  <a:lnTo>
                    <a:pt x="1320473" y="1967525"/>
                  </a:lnTo>
                  <a:lnTo>
                    <a:pt x="1321123" y="1972814"/>
                  </a:lnTo>
                  <a:lnTo>
                    <a:pt x="1321773" y="1978066"/>
                  </a:lnTo>
                  <a:lnTo>
                    <a:pt x="1322423" y="1983143"/>
                  </a:lnTo>
                  <a:lnTo>
                    <a:pt x="1323073" y="1987984"/>
                  </a:lnTo>
                  <a:lnTo>
                    <a:pt x="1323723" y="1992531"/>
                  </a:lnTo>
                  <a:lnTo>
                    <a:pt x="1324373" y="1996397"/>
                  </a:lnTo>
                  <a:lnTo>
                    <a:pt x="1325023" y="1999402"/>
                  </a:lnTo>
                  <a:lnTo>
                    <a:pt x="1325673" y="2001483"/>
                  </a:lnTo>
                  <a:lnTo>
                    <a:pt x="1326323" y="2003077"/>
                  </a:lnTo>
                  <a:lnTo>
                    <a:pt x="1326972" y="2004697"/>
                  </a:lnTo>
                  <a:lnTo>
                    <a:pt x="1327622" y="2006392"/>
                  </a:lnTo>
                  <a:lnTo>
                    <a:pt x="1328272" y="2008321"/>
                  </a:lnTo>
                  <a:lnTo>
                    <a:pt x="1328922" y="2010973"/>
                  </a:lnTo>
                  <a:lnTo>
                    <a:pt x="1329572" y="2015096"/>
                  </a:lnTo>
                  <a:lnTo>
                    <a:pt x="1330222" y="2021048"/>
                  </a:lnTo>
                  <a:lnTo>
                    <a:pt x="1330872" y="2028898"/>
                  </a:lnTo>
                  <a:lnTo>
                    <a:pt x="1331522" y="2039079"/>
                  </a:lnTo>
                  <a:lnTo>
                    <a:pt x="1332172" y="2052273"/>
                  </a:lnTo>
                  <a:lnTo>
                    <a:pt x="1332822" y="2069016"/>
                  </a:lnTo>
                  <a:lnTo>
                    <a:pt x="1333472" y="2088640"/>
                  </a:lnTo>
                  <a:lnTo>
                    <a:pt x="1334122" y="2111189"/>
                  </a:lnTo>
                  <a:lnTo>
                    <a:pt x="1334772" y="2136769"/>
                  </a:lnTo>
                  <a:lnTo>
                    <a:pt x="1335422" y="2166834"/>
                  </a:lnTo>
                  <a:lnTo>
                    <a:pt x="1336072" y="2201093"/>
                  </a:lnTo>
                  <a:lnTo>
                    <a:pt x="1336722" y="2239346"/>
                  </a:lnTo>
                  <a:lnTo>
                    <a:pt x="1337371" y="2280820"/>
                  </a:lnTo>
                  <a:lnTo>
                    <a:pt x="1338021" y="2325746"/>
                  </a:lnTo>
                  <a:lnTo>
                    <a:pt x="1338671" y="2373299"/>
                  </a:lnTo>
                  <a:lnTo>
                    <a:pt x="1339321" y="2422417"/>
                  </a:lnTo>
                  <a:lnTo>
                    <a:pt x="1339971" y="2472126"/>
                  </a:lnTo>
                  <a:lnTo>
                    <a:pt x="1340621" y="2521911"/>
                  </a:lnTo>
                  <a:lnTo>
                    <a:pt x="1341271" y="2569907"/>
                  </a:lnTo>
                  <a:lnTo>
                    <a:pt x="1341921" y="2613443"/>
                  </a:lnTo>
                  <a:lnTo>
                    <a:pt x="1342571" y="2650820"/>
                  </a:lnTo>
                  <a:lnTo>
                    <a:pt x="1343221" y="2682616"/>
                  </a:lnTo>
                  <a:lnTo>
                    <a:pt x="1343871" y="2708367"/>
                  </a:lnTo>
                  <a:lnTo>
                    <a:pt x="1344521" y="2728607"/>
                  </a:lnTo>
                  <a:lnTo>
                    <a:pt x="1345171" y="2739902"/>
                  </a:lnTo>
                  <a:lnTo>
                    <a:pt x="1345821" y="2743425"/>
                  </a:lnTo>
                  <a:lnTo>
                    <a:pt x="1346471" y="2740627"/>
                  </a:lnTo>
                  <a:lnTo>
                    <a:pt x="1347120" y="2735035"/>
                  </a:lnTo>
                  <a:lnTo>
                    <a:pt x="1347770" y="2726995"/>
                  </a:lnTo>
                  <a:lnTo>
                    <a:pt x="1348420" y="2717922"/>
                  </a:lnTo>
                  <a:lnTo>
                    <a:pt x="1349070" y="2707746"/>
                  </a:lnTo>
                  <a:lnTo>
                    <a:pt x="1349720" y="2696574"/>
                  </a:lnTo>
                  <a:lnTo>
                    <a:pt x="1350370" y="2685323"/>
                  </a:lnTo>
                  <a:lnTo>
                    <a:pt x="1351020" y="2674931"/>
                  </a:lnTo>
                  <a:lnTo>
                    <a:pt x="1351670" y="2665748"/>
                  </a:lnTo>
                  <a:lnTo>
                    <a:pt x="1352320" y="2657341"/>
                  </a:lnTo>
                  <a:lnTo>
                    <a:pt x="1352970" y="2650093"/>
                  </a:lnTo>
                  <a:lnTo>
                    <a:pt x="1353620" y="2644008"/>
                  </a:lnTo>
                  <a:lnTo>
                    <a:pt x="1354270" y="2638555"/>
                  </a:lnTo>
                  <a:lnTo>
                    <a:pt x="1354920" y="2633697"/>
                  </a:lnTo>
                  <a:lnTo>
                    <a:pt x="1355570" y="2629251"/>
                  </a:lnTo>
                  <a:lnTo>
                    <a:pt x="1356220" y="2625088"/>
                  </a:lnTo>
                  <a:lnTo>
                    <a:pt x="1356870" y="2621207"/>
                  </a:lnTo>
                  <a:lnTo>
                    <a:pt x="1357519" y="2617785"/>
                  </a:lnTo>
                  <a:lnTo>
                    <a:pt x="1358169" y="2614926"/>
                  </a:lnTo>
                  <a:lnTo>
                    <a:pt x="1358819" y="2612918"/>
                  </a:lnTo>
                  <a:lnTo>
                    <a:pt x="1359469" y="2611926"/>
                  </a:lnTo>
                  <a:lnTo>
                    <a:pt x="1360119" y="2611620"/>
                  </a:lnTo>
                  <a:lnTo>
                    <a:pt x="1360769" y="2612071"/>
                  </a:lnTo>
                  <a:lnTo>
                    <a:pt x="1361419" y="2614270"/>
                  </a:lnTo>
                  <a:lnTo>
                    <a:pt x="1362069" y="2617825"/>
                  </a:lnTo>
                  <a:lnTo>
                    <a:pt x="1362719" y="2622279"/>
                  </a:lnTo>
                  <a:lnTo>
                    <a:pt x="1363369" y="2626752"/>
                  </a:lnTo>
                  <a:lnTo>
                    <a:pt x="1364019" y="2630888"/>
                  </a:lnTo>
                  <a:lnTo>
                    <a:pt x="1364669" y="2634548"/>
                  </a:lnTo>
                  <a:lnTo>
                    <a:pt x="1365319" y="2637715"/>
                  </a:lnTo>
                  <a:lnTo>
                    <a:pt x="1365969" y="2640048"/>
                  </a:lnTo>
                  <a:lnTo>
                    <a:pt x="1366619" y="2641633"/>
                  </a:lnTo>
                  <a:lnTo>
                    <a:pt x="1367268" y="2642003"/>
                  </a:lnTo>
                  <a:lnTo>
                    <a:pt x="1367918" y="2641338"/>
                  </a:lnTo>
                  <a:lnTo>
                    <a:pt x="1368568" y="2639933"/>
                  </a:lnTo>
                  <a:lnTo>
                    <a:pt x="1369218" y="2638342"/>
                  </a:lnTo>
                  <a:lnTo>
                    <a:pt x="1369868" y="2636507"/>
                  </a:lnTo>
                  <a:lnTo>
                    <a:pt x="1370518" y="2634220"/>
                  </a:lnTo>
                  <a:lnTo>
                    <a:pt x="1371168" y="2630523"/>
                  </a:lnTo>
                  <a:lnTo>
                    <a:pt x="1371818" y="2625774"/>
                  </a:lnTo>
                  <a:lnTo>
                    <a:pt x="1372468" y="2620655"/>
                  </a:lnTo>
                  <a:lnTo>
                    <a:pt x="1373118" y="2615980"/>
                  </a:lnTo>
                  <a:lnTo>
                    <a:pt x="1373768" y="2612627"/>
                  </a:lnTo>
                  <a:lnTo>
                    <a:pt x="1374418" y="2611117"/>
                  </a:lnTo>
                  <a:lnTo>
                    <a:pt x="1375068" y="2610958"/>
                  </a:lnTo>
                  <a:lnTo>
                    <a:pt x="1375718" y="2612936"/>
                  </a:lnTo>
                  <a:lnTo>
                    <a:pt x="1376368" y="2616801"/>
                  </a:lnTo>
                  <a:lnTo>
                    <a:pt x="1377018" y="2622256"/>
                  </a:lnTo>
                  <a:lnTo>
                    <a:pt x="1377667" y="2628923"/>
                  </a:lnTo>
                  <a:lnTo>
                    <a:pt x="1378317" y="2636297"/>
                  </a:lnTo>
                  <a:lnTo>
                    <a:pt x="1378967" y="2643825"/>
                  </a:lnTo>
                  <a:lnTo>
                    <a:pt x="1379617" y="2650955"/>
                  </a:lnTo>
                  <a:lnTo>
                    <a:pt x="1380267" y="2656712"/>
                  </a:lnTo>
                  <a:lnTo>
                    <a:pt x="1380917" y="2660640"/>
                  </a:lnTo>
                  <a:lnTo>
                    <a:pt x="1381567" y="2663345"/>
                  </a:lnTo>
                  <a:lnTo>
                    <a:pt x="1382217" y="2665994"/>
                  </a:lnTo>
                  <a:lnTo>
                    <a:pt x="1382867" y="2668153"/>
                  </a:lnTo>
                  <a:lnTo>
                    <a:pt x="1383517" y="2668949"/>
                  </a:lnTo>
                  <a:lnTo>
                    <a:pt x="1384167" y="2668262"/>
                  </a:lnTo>
                  <a:lnTo>
                    <a:pt x="1384817" y="2666686"/>
                  </a:lnTo>
                  <a:lnTo>
                    <a:pt x="1385467" y="2663639"/>
                  </a:lnTo>
                  <a:lnTo>
                    <a:pt x="1386117" y="2658989"/>
                  </a:lnTo>
                  <a:lnTo>
                    <a:pt x="1386767" y="2653032"/>
                  </a:lnTo>
                  <a:lnTo>
                    <a:pt x="1387416" y="2644581"/>
                  </a:lnTo>
                  <a:lnTo>
                    <a:pt x="1388066" y="2633610"/>
                  </a:lnTo>
                  <a:lnTo>
                    <a:pt x="1388716" y="2619830"/>
                  </a:lnTo>
                  <a:lnTo>
                    <a:pt x="1389366" y="2604290"/>
                  </a:lnTo>
                  <a:lnTo>
                    <a:pt x="1390016" y="2588372"/>
                  </a:lnTo>
                  <a:lnTo>
                    <a:pt x="1390666" y="2572460"/>
                  </a:lnTo>
                  <a:lnTo>
                    <a:pt x="1391316" y="2555740"/>
                  </a:lnTo>
                  <a:lnTo>
                    <a:pt x="1391966" y="2538640"/>
                  </a:lnTo>
                  <a:lnTo>
                    <a:pt x="1392616" y="2521590"/>
                  </a:lnTo>
                  <a:lnTo>
                    <a:pt x="1393266" y="2504931"/>
                  </a:lnTo>
                  <a:lnTo>
                    <a:pt x="1393916" y="2486616"/>
                  </a:lnTo>
                  <a:lnTo>
                    <a:pt x="1394566" y="2465372"/>
                  </a:lnTo>
                  <a:lnTo>
                    <a:pt x="1395216" y="2440328"/>
                  </a:lnTo>
                  <a:lnTo>
                    <a:pt x="1395866" y="2411296"/>
                  </a:lnTo>
                  <a:lnTo>
                    <a:pt x="1396516" y="2378736"/>
                  </a:lnTo>
                  <a:lnTo>
                    <a:pt x="1397165" y="2343733"/>
                  </a:lnTo>
                  <a:lnTo>
                    <a:pt x="1397815" y="2307865"/>
                  </a:lnTo>
                  <a:lnTo>
                    <a:pt x="1398465" y="2272718"/>
                  </a:lnTo>
                  <a:lnTo>
                    <a:pt x="1399115" y="2237842"/>
                  </a:lnTo>
                  <a:lnTo>
                    <a:pt x="1399765" y="2204080"/>
                  </a:lnTo>
                  <a:lnTo>
                    <a:pt x="1400415" y="2172111"/>
                  </a:lnTo>
                  <a:lnTo>
                    <a:pt x="1401065" y="2142236"/>
                  </a:lnTo>
                  <a:lnTo>
                    <a:pt x="1401715" y="2113504"/>
                  </a:lnTo>
                  <a:lnTo>
                    <a:pt x="1402365" y="2085932"/>
                  </a:lnTo>
                  <a:lnTo>
                    <a:pt x="1403015" y="2059495"/>
                  </a:lnTo>
                  <a:lnTo>
                    <a:pt x="1403665" y="2034918"/>
                  </a:lnTo>
                  <a:lnTo>
                    <a:pt x="1404315" y="2012490"/>
                  </a:lnTo>
                  <a:lnTo>
                    <a:pt x="1404965" y="1992020"/>
                  </a:lnTo>
                  <a:lnTo>
                    <a:pt x="1405615" y="1973289"/>
                  </a:lnTo>
                  <a:lnTo>
                    <a:pt x="1406265" y="1955731"/>
                  </a:lnTo>
                  <a:lnTo>
                    <a:pt x="1406915" y="1939010"/>
                  </a:lnTo>
                  <a:lnTo>
                    <a:pt x="1407564" y="1922054"/>
                  </a:lnTo>
                  <a:lnTo>
                    <a:pt x="1408214" y="1904172"/>
                  </a:lnTo>
                  <a:lnTo>
                    <a:pt x="1408864" y="1885246"/>
                  </a:lnTo>
                  <a:lnTo>
                    <a:pt x="1409514" y="1864563"/>
                  </a:lnTo>
                  <a:lnTo>
                    <a:pt x="1410164" y="1842495"/>
                  </a:lnTo>
                  <a:lnTo>
                    <a:pt x="1410814" y="1819174"/>
                  </a:lnTo>
                  <a:lnTo>
                    <a:pt x="1411464" y="1795190"/>
                  </a:lnTo>
                  <a:lnTo>
                    <a:pt x="1412114" y="1770977"/>
                  </a:lnTo>
                  <a:lnTo>
                    <a:pt x="1412764" y="1746658"/>
                  </a:lnTo>
                  <a:lnTo>
                    <a:pt x="1413414" y="1722800"/>
                  </a:lnTo>
                  <a:lnTo>
                    <a:pt x="1414064" y="1699741"/>
                  </a:lnTo>
                  <a:lnTo>
                    <a:pt x="1414714" y="1677507"/>
                  </a:lnTo>
                  <a:lnTo>
                    <a:pt x="1415364" y="1656097"/>
                  </a:lnTo>
                  <a:lnTo>
                    <a:pt x="1416014" y="1635672"/>
                  </a:lnTo>
                  <a:lnTo>
                    <a:pt x="1416664" y="1615795"/>
                  </a:lnTo>
                  <a:lnTo>
                    <a:pt x="1417313" y="1596794"/>
                  </a:lnTo>
                  <a:lnTo>
                    <a:pt x="1417963" y="1578786"/>
                  </a:lnTo>
                  <a:lnTo>
                    <a:pt x="1418613" y="1561942"/>
                  </a:lnTo>
                  <a:lnTo>
                    <a:pt x="1419263" y="1546493"/>
                  </a:lnTo>
                  <a:lnTo>
                    <a:pt x="1419913" y="1532792"/>
                  </a:lnTo>
                  <a:lnTo>
                    <a:pt x="1420563" y="1520830"/>
                  </a:lnTo>
                  <a:lnTo>
                    <a:pt x="1421213" y="1510315"/>
                  </a:lnTo>
                  <a:lnTo>
                    <a:pt x="1421863" y="1500671"/>
                  </a:lnTo>
                  <a:lnTo>
                    <a:pt x="1422513" y="1491628"/>
                  </a:lnTo>
                  <a:lnTo>
                    <a:pt x="1423163" y="1482604"/>
                  </a:lnTo>
                  <a:lnTo>
                    <a:pt x="1423813" y="1473752"/>
                  </a:lnTo>
                  <a:lnTo>
                    <a:pt x="1424463" y="1465151"/>
                  </a:lnTo>
                  <a:lnTo>
                    <a:pt x="1425113" y="1456884"/>
                  </a:lnTo>
                  <a:lnTo>
                    <a:pt x="1425763" y="1449269"/>
                  </a:lnTo>
                  <a:lnTo>
                    <a:pt x="1426413" y="1443240"/>
                  </a:lnTo>
                  <a:lnTo>
                    <a:pt x="1427063" y="1439024"/>
                  </a:lnTo>
                  <a:lnTo>
                    <a:pt x="1427712" y="1436835"/>
                  </a:lnTo>
                  <a:lnTo>
                    <a:pt x="1428362" y="1436798"/>
                  </a:lnTo>
                  <a:lnTo>
                    <a:pt x="1429012" y="1438843"/>
                  </a:lnTo>
                  <a:lnTo>
                    <a:pt x="1429662" y="1442332"/>
                  </a:lnTo>
                  <a:lnTo>
                    <a:pt x="1430312" y="1446806"/>
                  </a:lnTo>
                  <a:lnTo>
                    <a:pt x="1430962" y="1451902"/>
                  </a:lnTo>
                  <a:lnTo>
                    <a:pt x="1431612" y="1457709"/>
                  </a:lnTo>
                  <a:lnTo>
                    <a:pt x="1432262" y="1464023"/>
                  </a:lnTo>
                  <a:lnTo>
                    <a:pt x="1432912" y="1470473"/>
                  </a:lnTo>
                  <a:lnTo>
                    <a:pt x="1433562" y="1476230"/>
                  </a:lnTo>
                  <a:lnTo>
                    <a:pt x="1434212" y="1481330"/>
                  </a:lnTo>
                  <a:lnTo>
                    <a:pt x="1434862" y="1485850"/>
                  </a:lnTo>
                  <a:lnTo>
                    <a:pt x="1435512" y="1489414"/>
                  </a:lnTo>
                  <a:lnTo>
                    <a:pt x="1436162" y="1491355"/>
                  </a:lnTo>
                  <a:lnTo>
                    <a:pt x="1436812" y="1491489"/>
                  </a:lnTo>
                  <a:lnTo>
                    <a:pt x="1437461" y="1489963"/>
                  </a:lnTo>
                  <a:lnTo>
                    <a:pt x="1438111" y="1486996"/>
                  </a:lnTo>
                  <a:lnTo>
                    <a:pt x="1438761" y="1483014"/>
                  </a:lnTo>
                  <a:lnTo>
                    <a:pt x="1439411" y="1478165"/>
                  </a:lnTo>
                  <a:lnTo>
                    <a:pt x="1440061" y="1473100"/>
                  </a:lnTo>
                  <a:lnTo>
                    <a:pt x="1440711" y="1468416"/>
                  </a:lnTo>
                  <a:lnTo>
                    <a:pt x="1441361" y="1464612"/>
                  </a:lnTo>
                  <a:lnTo>
                    <a:pt x="1442011" y="1462237"/>
                  </a:lnTo>
                  <a:lnTo>
                    <a:pt x="1442661" y="1461641"/>
                  </a:lnTo>
                  <a:lnTo>
                    <a:pt x="1443311" y="1463287"/>
                  </a:lnTo>
                  <a:lnTo>
                    <a:pt x="1443961" y="1467061"/>
                  </a:lnTo>
                  <a:lnTo>
                    <a:pt x="1444611" y="1472679"/>
                  </a:lnTo>
                  <a:lnTo>
                    <a:pt x="1445261" y="1479994"/>
                  </a:lnTo>
                  <a:lnTo>
                    <a:pt x="1445911" y="1488661"/>
                  </a:lnTo>
                  <a:lnTo>
                    <a:pt x="1446561" y="1498122"/>
                  </a:lnTo>
                  <a:lnTo>
                    <a:pt x="1447211" y="1507588"/>
                  </a:lnTo>
                  <a:lnTo>
                    <a:pt x="1447860" y="1516656"/>
                  </a:lnTo>
                  <a:lnTo>
                    <a:pt x="1448510" y="1524836"/>
                  </a:lnTo>
                  <a:lnTo>
                    <a:pt x="1449160" y="1532595"/>
                  </a:lnTo>
                  <a:lnTo>
                    <a:pt x="1449810" y="1540192"/>
                  </a:lnTo>
                  <a:lnTo>
                    <a:pt x="1450460" y="1547579"/>
                  </a:lnTo>
                  <a:lnTo>
                    <a:pt x="1451110" y="1554490"/>
                  </a:lnTo>
                  <a:lnTo>
                    <a:pt x="1451760" y="1560526"/>
                  </a:lnTo>
                  <a:lnTo>
                    <a:pt x="1452410" y="1565028"/>
                  </a:lnTo>
                  <a:lnTo>
                    <a:pt x="1453060" y="1567412"/>
                  </a:lnTo>
                  <a:lnTo>
                    <a:pt x="1453710" y="1567756"/>
                  </a:lnTo>
                  <a:lnTo>
                    <a:pt x="1454360" y="1566910"/>
                  </a:lnTo>
                  <a:lnTo>
                    <a:pt x="1455010" y="1565433"/>
                  </a:lnTo>
                  <a:lnTo>
                    <a:pt x="1455660" y="1564176"/>
                  </a:lnTo>
                  <a:lnTo>
                    <a:pt x="1456310" y="1563417"/>
                  </a:lnTo>
                  <a:lnTo>
                    <a:pt x="1456960" y="1563753"/>
                  </a:lnTo>
                  <a:lnTo>
                    <a:pt x="1457609" y="1565588"/>
                  </a:lnTo>
                  <a:lnTo>
                    <a:pt x="1458259" y="1568706"/>
                  </a:lnTo>
                  <a:lnTo>
                    <a:pt x="1458909" y="1572075"/>
                  </a:lnTo>
                  <a:lnTo>
                    <a:pt x="1459559" y="1574922"/>
                  </a:lnTo>
                  <a:lnTo>
                    <a:pt x="1460209" y="1576850"/>
                  </a:lnTo>
                  <a:lnTo>
                    <a:pt x="1460859" y="1577623"/>
                  </a:lnTo>
                  <a:lnTo>
                    <a:pt x="1461509" y="1577413"/>
                  </a:lnTo>
                  <a:lnTo>
                    <a:pt x="1462159" y="1577173"/>
                  </a:lnTo>
                  <a:lnTo>
                    <a:pt x="1462809" y="1577645"/>
                  </a:lnTo>
                  <a:lnTo>
                    <a:pt x="1463459" y="1579148"/>
                  </a:lnTo>
                  <a:lnTo>
                    <a:pt x="1464109" y="1581444"/>
                  </a:lnTo>
                  <a:lnTo>
                    <a:pt x="1464759" y="1584477"/>
                  </a:lnTo>
                  <a:lnTo>
                    <a:pt x="1465409" y="1588352"/>
                  </a:lnTo>
                  <a:lnTo>
                    <a:pt x="1466059" y="1593767"/>
                  </a:lnTo>
                  <a:lnTo>
                    <a:pt x="1466709" y="1600527"/>
                  </a:lnTo>
                  <a:lnTo>
                    <a:pt x="1467359" y="1608032"/>
                  </a:lnTo>
                  <a:lnTo>
                    <a:pt x="1468008" y="1616533"/>
                  </a:lnTo>
                  <a:lnTo>
                    <a:pt x="1468658" y="1626314"/>
                  </a:lnTo>
                  <a:lnTo>
                    <a:pt x="1469308" y="1637319"/>
                  </a:lnTo>
                  <a:lnTo>
                    <a:pt x="1469958" y="1649231"/>
                  </a:lnTo>
                  <a:lnTo>
                    <a:pt x="1470608" y="1661754"/>
                  </a:lnTo>
                  <a:lnTo>
                    <a:pt x="1471258" y="1674605"/>
                  </a:lnTo>
                  <a:lnTo>
                    <a:pt x="1471908" y="1687502"/>
                  </a:lnTo>
                  <a:lnTo>
                    <a:pt x="1472558" y="1699995"/>
                  </a:lnTo>
                  <a:lnTo>
                    <a:pt x="1473208" y="1711519"/>
                  </a:lnTo>
                  <a:lnTo>
                    <a:pt x="1473858" y="1721145"/>
                  </a:lnTo>
                  <a:lnTo>
                    <a:pt x="1474508" y="1728653"/>
                  </a:lnTo>
                  <a:lnTo>
                    <a:pt x="1475158" y="1733709"/>
                  </a:lnTo>
                  <a:lnTo>
                    <a:pt x="1475808" y="1735997"/>
                  </a:lnTo>
                  <a:lnTo>
                    <a:pt x="1476458" y="1735938"/>
                  </a:lnTo>
                  <a:lnTo>
                    <a:pt x="1477108" y="1734171"/>
                  </a:lnTo>
                  <a:lnTo>
                    <a:pt x="1477757" y="1731239"/>
                  </a:lnTo>
                  <a:lnTo>
                    <a:pt x="1478407" y="1727795"/>
                  </a:lnTo>
                  <a:lnTo>
                    <a:pt x="1479057" y="1724487"/>
                  </a:lnTo>
                  <a:lnTo>
                    <a:pt x="1479707" y="1722528"/>
                  </a:lnTo>
                  <a:lnTo>
                    <a:pt x="1480357" y="1722534"/>
                  </a:lnTo>
                  <a:lnTo>
                    <a:pt x="1481007" y="1724876"/>
                  </a:lnTo>
                  <a:lnTo>
                    <a:pt x="1481657" y="1729514"/>
                  </a:lnTo>
                  <a:lnTo>
                    <a:pt x="1482307" y="1735847"/>
                  </a:lnTo>
                  <a:lnTo>
                    <a:pt x="1482957" y="1743805"/>
                  </a:lnTo>
                  <a:lnTo>
                    <a:pt x="1483607" y="1753502"/>
                  </a:lnTo>
                  <a:lnTo>
                    <a:pt x="1484257" y="1764295"/>
                  </a:lnTo>
                  <a:lnTo>
                    <a:pt x="1484907" y="1776054"/>
                  </a:lnTo>
                  <a:lnTo>
                    <a:pt x="1485557" y="1788911"/>
                  </a:lnTo>
                  <a:lnTo>
                    <a:pt x="1486207" y="1802254"/>
                  </a:lnTo>
                  <a:lnTo>
                    <a:pt x="1486857" y="1814366"/>
                  </a:lnTo>
                  <a:lnTo>
                    <a:pt x="1487507" y="1823476"/>
                  </a:lnTo>
                  <a:lnTo>
                    <a:pt x="1488156" y="1828260"/>
                  </a:lnTo>
                  <a:lnTo>
                    <a:pt x="1488806" y="1828859"/>
                  </a:lnTo>
                  <a:lnTo>
                    <a:pt x="1489456" y="1824633"/>
                  </a:lnTo>
                  <a:lnTo>
                    <a:pt x="1490106" y="1814754"/>
                  </a:lnTo>
                  <a:lnTo>
                    <a:pt x="1490756" y="1798465"/>
                  </a:lnTo>
                  <a:lnTo>
                    <a:pt x="1491406" y="1776186"/>
                  </a:lnTo>
                  <a:lnTo>
                    <a:pt x="1492056" y="1749556"/>
                  </a:lnTo>
                  <a:lnTo>
                    <a:pt x="1492706" y="1719439"/>
                  </a:lnTo>
                  <a:lnTo>
                    <a:pt x="1493356" y="1686787"/>
                  </a:lnTo>
                  <a:lnTo>
                    <a:pt x="1494006" y="1652717"/>
                  </a:lnTo>
                  <a:lnTo>
                    <a:pt x="1494656" y="1617540"/>
                  </a:lnTo>
                  <a:lnTo>
                    <a:pt x="1495306" y="1581177"/>
                  </a:lnTo>
                  <a:lnTo>
                    <a:pt x="1495956" y="1543996"/>
                  </a:lnTo>
                  <a:lnTo>
                    <a:pt x="1496606" y="1506714"/>
                  </a:lnTo>
                  <a:lnTo>
                    <a:pt x="1497256" y="1469691"/>
                  </a:lnTo>
                  <a:lnTo>
                    <a:pt x="1497905" y="1433691"/>
                  </a:lnTo>
                  <a:lnTo>
                    <a:pt x="1498555" y="1398377"/>
                  </a:lnTo>
                  <a:lnTo>
                    <a:pt x="1499205" y="1363428"/>
                  </a:lnTo>
                  <a:lnTo>
                    <a:pt x="1499855" y="1329579"/>
                  </a:lnTo>
                  <a:lnTo>
                    <a:pt x="1500505" y="1297543"/>
                  </a:lnTo>
                  <a:lnTo>
                    <a:pt x="1501155" y="1267741"/>
                  </a:lnTo>
                  <a:lnTo>
                    <a:pt x="1501805" y="1240057"/>
                  </a:lnTo>
                  <a:lnTo>
                    <a:pt x="1502455" y="1214348"/>
                  </a:lnTo>
                  <a:lnTo>
                    <a:pt x="1503105" y="1190328"/>
                  </a:lnTo>
                  <a:lnTo>
                    <a:pt x="1503755" y="1167710"/>
                  </a:lnTo>
                  <a:lnTo>
                    <a:pt x="1504405" y="1146227"/>
                  </a:lnTo>
                  <a:lnTo>
                    <a:pt x="1505055" y="1125642"/>
                  </a:lnTo>
                  <a:lnTo>
                    <a:pt x="1505705" y="1105688"/>
                  </a:lnTo>
                  <a:lnTo>
                    <a:pt x="1506355" y="1086438"/>
                  </a:lnTo>
                  <a:lnTo>
                    <a:pt x="1507005" y="1068180"/>
                  </a:lnTo>
                  <a:lnTo>
                    <a:pt x="1507655" y="1050607"/>
                  </a:lnTo>
                  <a:lnTo>
                    <a:pt x="1508304" y="1033756"/>
                  </a:lnTo>
                  <a:lnTo>
                    <a:pt x="1508954" y="1017891"/>
                  </a:lnTo>
                  <a:lnTo>
                    <a:pt x="1509604" y="1002952"/>
                  </a:lnTo>
                  <a:lnTo>
                    <a:pt x="1510254" y="988897"/>
                  </a:lnTo>
                  <a:lnTo>
                    <a:pt x="1510904" y="975457"/>
                  </a:lnTo>
                  <a:lnTo>
                    <a:pt x="1511554" y="962453"/>
                  </a:lnTo>
                  <a:lnTo>
                    <a:pt x="1512204" y="949753"/>
                  </a:lnTo>
                  <a:lnTo>
                    <a:pt x="1512854" y="937328"/>
                  </a:lnTo>
                  <a:lnTo>
                    <a:pt x="1513504" y="925016"/>
                  </a:lnTo>
                  <a:lnTo>
                    <a:pt x="1514154" y="912517"/>
                  </a:lnTo>
                  <a:lnTo>
                    <a:pt x="1514804" y="899806"/>
                  </a:lnTo>
                  <a:lnTo>
                    <a:pt x="1515454" y="887170"/>
                  </a:lnTo>
                  <a:lnTo>
                    <a:pt x="1516104" y="874560"/>
                  </a:lnTo>
                  <a:lnTo>
                    <a:pt x="1516754" y="861995"/>
                  </a:lnTo>
                  <a:lnTo>
                    <a:pt x="1517404" y="849379"/>
                  </a:lnTo>
                  <a:lnTo>
                    <a:pt x="1518053" y="836746"/>
                  </a:lnTo>
                  <a:lnTo>
                    <a:pt x="1518703" y="824175"/>
                  </a:lnTo>
                  <a:lnTo>
                    <a:pt x="1519353" y="811776"/>
                  </a:lnTo>
                  <a:lnTo>
                    <a:pt x="1520003" y="799447"/>
                  </a:lnTo>
                  <a:lnTo>
                    <a:pt x="1520653" y="787109"/>
                  </a:lnTo>
                  <a:lnTo>
                    <a:pt x="1521303" y="774632"/>
                  </a:lnTo>
                  <a:lnTo>
                    <a:pt x="1521953" y="762025"/>
                  </a:lnTo>
                  <a:lnTo>
                    <a:pt x="1522603" y="749429"/>
                  </a:lnTo>
                  <a:lnTo>
                    <a:pt x="1523253" y="737170"/>
                  </a:lnTo>
                  <a:lnTo>
                    <a:pt x="1523903" y="725641"/>
                  </a:lnTo>
                  <a:lnTo>
                    <a:pt x="1524553" y="714736"/>
                  </a:lnTo>
                  <a:lnTo>
                    <a:pt x="1525203" y="704410"/>
                  </a:lnTo>
                  <a:lnTo>
                    <a:pt x="1525853" y="694811"/>
                  </a:lnTo>
                  <a:lnTo>
                    <a:pt x="1526503" y="685838"/>
                  </a:lnTo>
                  <a:lnTo>
                    <a:pt x="1527153" y="677614"/>
                  </a:lnTo>
                  <a:lnTo>
                    <a:pt x="1527803" y="669995"/>
                  </a:lnTo>
                  <a:lnTo>
                    <a:pt x="1528452" y="662648"/>
                  </a:lnTo>
                  <a:lnTo>
                    <a:pt x="1529102" y="655514"/>
                  </a:lnTo>
                  <a:lnTo>
                    <a:pt x="1529752" y="648679"/>
                  </a:lnTo>
                  <a:lnTo>
                    <a:pt x="1530402" y="642220"/>
                  </a:lnTo>
                  <a:lnTo>
                    <a:pt x="1531052" y="636453"/>
                  </a:lnTo>
                  <a:lnTo>
                    <a:pt x="1531702" y="631698"/>
                  </a:lnTo>
                  <a:lnTo>
                    <a:pt x="1532352" y="628017"/>
                  </a:lnTo>
                  <a:lnTo>
                    <a:pt x="1533002" y="625300"/>
                  </a:lnTo>
                  <a:lnTo>
                    <a:pt x="1533652" y="623400"/>
                  </a:lnTo>
                  <a:lnTo>
                    <a:pt x="1534302" y="622470"/>
                  </a:lnTo>
                  <a:lnTo>
                    <a:pt x="1534952" y="622483"/>
                  </a:lnTo>
                  <a:lnTo>
                    <a:pt x="1535602" y="623372"/>
                  </a:lnTo>
                  <a:lnTo>
                    <a:pt x="1536252" y="625156"/>
                  </a:lnTo>
                  <a:lnTo>
                    <a:pt x="1536902" y="627892"/>
                  </a:lnTo>
                  <a:lnTo>
                    <a:pt x="1537552" y="631725"/>
                  </a:lnTo>
                  <a:lnTo>
                    <a:pt x="1538201" y="636955"/>
                  </a:lnTo>
                  <a:lnTo>
                    <a:pt x="1538851" y="643543"/>
                  </a:lnTo>
                  <a:lnTo>
                    <a:pt x="1539501" y="651272"/>
                  </a:lnTo>
                  <a:lnTo>
                    <a:pt x="1540151" y="660084"/>
                  </a:lnTo>
                  <a:lnTo>
                    <a:pt x="1540801" y="669677"/>
                  </a:lnTo>
                  <a:lnTo>
                    <a:pt x="1541451" y="679551"/>
                  </a:lnTo>
                  <a:lnTo>
                    <a:pt x="1542101" y="689403"/>
                  </a:lnTo>
                  <a:lnTo>
                    <a:pt x="1542751" y="699019"/>
                  </a:lnTo>
                  <a:lnTo>
                    <a:pt x="1543401" y="708398"/>
                  </a:lnTo>
                  <a:lnTo>
                    <a:pt x="1544051" y="717580"/>
                  </a:lnTo>
                  <a:lnTo>
                    <a:pt x="1544701" y="726577"/>
                  </a:lnTo>
                  <a:lnTo>
                    <a:pt x="1545351" y="735438"/>
                  </a:lnTo>
                  <a:lnTo>
                    <a:pt x="1546001" y="744333"/>
                  </a:lnTo>
                  <a:lnTo>
                    <a:pt x="1546651" y="753486"/>
                  </a:lnTo>
                  <a:lnTo>
                    <a:pt x="1547301" y="762948"/>
                  </a:lnTo>
                  <a:lnTo>
                    <a:pt x="1547950" y="772518"/>
                  </a:lnTo>
                  <a:lnTo>
                    <a:pt x="1548600" y="782216"/>
                  </a:lnTo>
                  <a:lnTo>
                    <a:pt x="1549250" y="792218"/>
                  </a:lnTo>
                  <a:lnTo>
                    <a:pt x="1549900" y="802776"/>
                  </a:lnTo>
                  <a:lnTo>
                    <a:pt x="1550550" y="814054"/>
                  </a:lnTo>
                  <a:lnTo>
                    <a:pt x="1551200" y="826213"/>
                  </a:lnTo>
                  <a:lnTo>
                    <a:pt x="1551850" y="839333"/>
                  </a:lnTo>
                  <a:lnTo>
                    <a:pt x="1552500" y="853695"/>
                  </a:lnTo>
                  <a:lnTo>
                    <a:pt x="1553150" y="869442"/>
                  </a:lnTo>
                  <a:lnTo>
                    <a:pt x="1553800" y="886507"/>
                  </a:lnTo>
                  <a:lnTo>
                    <a:pt x="1554450" y="904570"/>
                  </a:lnTo>
                  <a:lnTo>
                    <a:pt x="1555100" y="923304"/>
                  </a:lnTo>
                  <a:lnTo>
                    <a:pt x="1555750" y="942090"/>
                  </a:lnTo>
                  <a:lnTo>
                    <a:pt x="1556400" y="960251"/>
                  </a:lnTo>
                  <a:lnTo>
                    <a:pt x="1557050" y="977193"/>
                  </a:lnTo>
                  <a:lnTo>
                    <a:pt x="1557700" y="992865"/>
                  </a:lnTo>
                  <a:lnTo>
                    <a:pt x="1558349" y="1007335"/>
                  </a:lnTo>
                  <a:lnTo>
                    <a:pt x="1558999" y="1020582"/>
                  </a:lnTo>
                  <a:lnTo>
                    <a:pt x="1559649" y="1032207"/>
                  </a:lnTo>
                  <a:lnTo>
                    <a:pt x="1560299" y="1042734"/>
                  </a:lnTo>
                  <a:lnTo>
                    <a:pt x="1560949" y="1052629"/>
                  </a:lnTo>
                  <a:lnTo>
                    <a:pt x="1561599" y="1062021"/>
                  </a:lnTo>
                  <a:lnTo>
                    <a:pt x="1562249" y="1070562"/>
                  </a:lnTo>
                  <a:lnTo>
                    <a:pt x="1562899" y="1077720"/>
                  </a:lnTo>
                  <a:lnTo>
                    <a:pt x="1563549" y="1083185"/>
                  </a:lnTo>
                  <a:lnTo>
                    <a:pt x="1564199" y="1087054"/>
                  </a:lnTo>
                  <a:lnTo>
                    <a:pt x="1564849" y="1089229"/>
                  </a:lnTo>
                  <a:lnTo>
                    <a:pt x="1565499" y="1090098"/>
                  </a:lnTo>
                  <a:lnTo>
                    <a:pt x="1566149" y="1089990"/>
                  </a:lnTo>
                  <a:lnTo>
                    <a:pt x="1566799" y="1089379"/>
                  </a:lnTo>
                  <a:lnTo>
                    <a:pt x="1567449" y="1088517"/>
                  </a:lnTo>
                  <a:lnTo>
                    <a:pt x="1568098" y="1087149"/>
                  </a:lnTo>
                  <a:lnTo>
                    <a:pt x="1568748" y="1085321"/>
                  </a:lnTo>
                  <a:lnTo>
                    <a:pt x="1569398" y="1083207"/>
                  </a:lnTo>
                  <a:lnTo>
                    <a:pt x="1570048" y="1080319"/>
                  </a:lnTo>
                  <a:lnTo>
                    <a:pt x="1570698" y="1076503"/>
                  </a:lnTo>
                  <a:lnTo>
                    <a:pt x="1571348" y="1071932"/>
                  </a:lnTo>
                  <a:lnTo>
                    <a:pt x="1571998" y="1066954"/>
                  </a:lnTo>
                  <a:lnTo>
                    <a:pt x="1572648" y="1062048"/>
                  </a:lnTo>
                  <a:lnTo>
                    <a:pt x="1573298" y="1057658"/>
                  </a:lnTo>
                  <a:lnTo>
                    <a:pt x="1573948" y="1054101"/>
                  </a:lnTo>
                  <a:lnTo>
                    <a:pt x="1574598" y="1051627"/>
                  </a:lnTo>
                  <a:lnTo>
                    <a:pt x="1575248" y="1049973"/>
                  </a:lnTo>
                  <a:lnTo>
                    <a:pt x="1575898" y="1048566"/>
                  </a:lnTo>
                  <a:lnTo>
                    <a:pt x="1576548" y="1046894"/>
                  </a:lnTo>
                  <a:lnTo>
                    <a:pt x="1577198" y="1044486"/>
                  </a:lnTo>
                  <a:lnTo>
                    <a:pt x="1577848" y="1040789"/>
                  </a:lnTo>
                  <a:lnTo>
                    <a:pt x="1578497" y="1035280"/>
                  </a:lnTo>
                  <a:lnTo>
                    <a:pt x="1579147" y="1027432"/>
                  </a:lnTo>
                  <a:lnTo>
                    <a:pt x="1579797" y="1017051"/>
                  </a:lnTo>
                  <a:lnTo>
                    <a:pt x="1580447" y="1004064"/>
                  </a:lnTo>
                  <a:lnTo>
                    <a:pt x="1581097" y="988329"/>
                  </a:lnTo>
                  <a:lnTo>
                    <a:pt x="1581747" y="969881"/>
                  </a:lnTo>
                  <a:lnTo>
                    <a:pt x="1582397" y="948761"/>
                  </a:lnTo>
                  <a:lnTo>
                    <a:pt x="1583047" y="925531"/>
                  </a:lnTo>
                  <a:lnTo>
                    <a:pt x="1583697" y="900805"/>
                  </a:lnTo>
                  <a:lnTo>
                    <a:pt x="1584347" y="875149"/>
                  </a:lnTo>
                  <a:lnTo>
                    <a:pt x="1584997" y="848910"/>
                  </a:lnTo>
                  <a:lnTo>
                    <a:pt x="1585647" y="822888"/>
                  </a:lnTo>
                  <a:lnTo>
                    <a:pt x="1586297" y="797576"/>
                  </a:lnTo>
                  <a:lnTo>
                    <a:pt x="1586947" y="773574"/>
                  </a:lnTo>
                  <a:lnTo>
                    <a:pt x="1587597" y="751164"/>
                  </a:lnTo>
                  <a:lnTo>
                    <a:pt x="1588246" y="730349"/>
                  </a:lnTo>
                  <a:lnTo>
                    <a:pt x="1588896" y="711360"/>
                  </a:lnTo>
                  <a:lnTo>
                    <a:pt x="1589546" y="694647"/>
                  </a:lnTo>
                  <a:lnTo>
                    <a:pt x="1590196" y="680181"/>
                  </a:lnTo>
                  <a:lnTo>
                    <a:pt x="1590846" y="667883"/>
                  </a:lnTo>
                  <a:lnTo>
                    <a:pt x="1591496" y="657505"/>
                  </a:lnTo>
                  <a:lnTo>
                    <a:pt x="1592146" y="649081"/>
                  </a:lnTo>
                  <a:lnTo>
                    <a:pt x="1592796" y="642144"/>
                  </a:lnTo>
                  <a:lnTo>
                    <a:pt x="1593446" y="636404"/>
                  </a:lnTo>
                  <a:lnTo>
                    <a:pt x="1594096" y="631569"/>
                  </a:lnTo>
                  <a:lnTo>
                    <a:pt x="1594746" y="627683"/>
                  </a:lnTo>
                  <a:lnTo>
                    <a:pt x="1595396" y="624377"/>
                  </a:lnTo>
                  <a:lnTo>
                    <a:pt x="1596046" y="621360"/>
                  </a:lnTo>
                  <a:lnTo>
                    <a:pt x="1596696" y="617971"/>
                  </a:lnTo>
                  <a:lnTo>
                    <a:pt x="1597346" y="614072"/>
                  </a:lnTo>
                  <a:lnTo>
                    <a:pt x="1597996" y="609818"/>
                  </a:lnTo>
                  <a:lnTo>
                    <a:pt x="1598645" y="604950"/>
                  </a:lnTo>
                  <a:lnTo>
                    <a:pt x="1599295" y="598893"/>
                  </a:lnTo>
                  <a:lnTo>
                    <a:pt x="1599945" y="591759"/>
                  </a:lnTo>
                  <a:lnTo>
                    <a:pt x="1600595" y="583766"/>
                  </a:lnTo>
                  <a:lnTo>
                    <a:pt x="1601245" y="575186"/>
                  </a:lnTo>
                  <a:lnTo>
                    <a:pt x="1601895" y="566184"/>
                  </a:lnTo>
                  <a:lnTo>
                    <a:pt x="1602545" y="557082"/>
                  </a:lnTo>
                  <a:lnTo>
                    <a:pt x="1603195" y="547920"/>
                  </a:lnTo>
                  <a:lnTo>
                    <a:pt x="1603845" y="538792"/>
                  </a:lnTo>
                  <a:lnTo>
                    <a:pt x="1604495" y="529688"/>
                  </a:lnTo>
                  <a:lnTo>
                    <a:pt x="1605145" y="520565"/>
                  </a:lnTo>
                  <a:lnTo>
                    <a:pt x="1605795" y="511442"/>
                  </a:lnTo>
                  <a:lnTo>
                    <a:pt x="1606445" y="502568"/>
                  </a:lnTo>
                  <a:lnTo>
                    <a:pt x="1607095" y="493990"/>
                  </a:lnTo>
                  <a:lnTo>
                    <a:pt x="1607745" y="485787"/>
                  </a:lnTo>
                  <a:lnTo>
                    <a:pt x="1608394" y="478395"/>
                  </a:lnTo>
                  <a:lnTo>
                    <a:pt x="1609044" y="472149"/>
                  </a:lnTo>
                  <a:lnTo>
                    <a:pt x="1609694" y="467068"/>
                  </a:lnTo>
                  <a:lnTo>
                    <a:pt x="1610344" y="463275"/>
                  </a:lnTo>
                  <a:lnTo>
                    <a:pt x="1610994" y="460863"/>
                  </a:lnTo>
                  <a:lnTo>
                    <a:pt x="1611644" y="459881"/>
                  </a:lnTo>
                  <a:lnTo>
                    <a:pt x="1612294" y="460260"/>
                  </a:lnTo>
                  <a:lnTo>
                    <a:pt x="1612944" y="461977"/>
                  </a:lnTo>
                  <a:lnTo>
                    <a:pt x="1613594" y="465049"/>
                  </a:lnTo>
                  <a:lnTo>
                    <a:pt x="1614244" y="469400"/>
                  </a:lnTo>
                  <a:lnTo>
                    <a:pt x="1614894" y="475261"/>
                  </a:lnTo>
                  <a:lnTo>
                    <a:pt x="1615544" y="482559"/>
                  </a:lnTo>
                  <a:lnTo>
                    <a:pt x="1616194" y="491135"/>
                  </a:lnTo>
                  <a:lnTo>
                    <a:pt x="1616844" y="500812"/>
                  </a:lnTo>
                  <a:lnTo>
                    <a:pt x="1617494" y="511441"/>
                  </a:lnTo>
                  <a:lnTo>
                    <a:pt x="1618144" y="522709"/>
                  </a:lnTo>
                  <a:lnTo>
                    <a:pt x="1618793" y="534501"/>
                  </a:lnTo>
                  <a:lnTo>
                    <a:pt x="1619443" y="546500"/>
                  </a:lnTo>
                  <a:lnTo>
                    <a:pt x="1620093" y="558350"/>
                  </a:lnTo>
                  <a:lnTo>
                    <a:pt x="1620743" y="570145"/>
                  </a:lnTo>
                  <a:lnTo>
                    <a:pt x="1621393" y="581835"/>
                  </a:lnTo>
                  <a:lnTo>
                    <a:pt x="1622043" y="593379"/>
                  </a:lnTo>
                  <a:lnTo>
                    <a:pt x="1622693" y="604796"/>
                  </a:lnTo>
                  <a:lnTo>
                    <a:pt x="1623343" y="615899"/>
                  </a:lnTo>
                  <a:lnTo>
                    <a:pt x="1623993" y="626889"/>
                  </a:lnTo>
                  <a:lnTo>
                    <a:pt x="1624643" y="637674"/>
                  </a:lnTo>
                  <a:lnTo>
                    <a:pt x="1625293" y="648458"/>
                  </a:lnTo>
                  <a:lnTo>
                    <a:pt x="1625943" y="659543"/>
                  </a:lnTo>
                  <a:lnTo>
                    <a:pt x="1626593" y="671261"/>
                  </a:lnTo>
                  <a:lnTo>
                    <a:pt x="1627243" y="683661"/>
                  </a:lnTo>
                  <a:lnTo>
                    <a:pt x="1627893" y="696969"/>
                  </a:lnTo>
                  <a:lnTo>
                    <a:pt x="1628542" y="711153"/>
                  </a:lnTo>
                  <a:lnTo>
                    <a:pt x="1629192" y="726728"/>
                  </a:lnTo>
                  <a:lnTo>
                    <a:pt x="1629842" y="743935"/>
                  </a:lnTo>
                  <a:lnTo>
                    <a:pt x="1630492" y="762243"/>
                  </a:lnTo>
                  <a:lnTo>
                    <a:pt x="1631142" y="781606"/>
                  </a:lnTo>
                  <a:lnTo>
                    <a:pt x="1631792" y="802322"/>
                  </a:lnTo>
                  <a:lnTo>
                    <a:pt x="1632442" y="824199"/>
                  </a:lnTo>
                  <a:lnTo>
                    <a:pt x="1633092" y="847383"/>
                  </a:lnTo>
                  <a:lnTo>
                    <a:pt x="1633742" y="871597"/>
                  </a:lnTo>
                  <a:lnTo>
                    <a:pt x="1634392" y="896471"/>
                  </a:lnTo>
                  <a:lnTo>
                    <a:pt x="1635042" y="921748"/>
                  </a:lnTo>
                  <a:lnTo>
                    <a:pt x="1635692" y="947107"/>
                  </a:lnTo>
                  <a:lnTo>
                    <a:pt x="1636342" y="972193"/>
                  </a:lnTo>
                  <a:lnTo>
                    <a:pt x="1636992" y="996811"/>
                  </a:lnTo>
                  <a:lnTo>
                    <a:pt x="1637642" y="1020827"/>
                  </a:lnTo>
                  <a:lnTo>
                    <a:pt x="1638292" y="1044414"/>
                  </a:lnTo>
                  <a:lnTo>
                    <a:pt x="1638941" y="1067149"/>
                  </a:lnTo>
                  <a:lnTo>
                    <a:pt x="1639591" y="1088838"/>
                  </a:lnTo>
                  <a:lnTo>
                    <a:pt x="1640241" y="1109715"/>
                  </a:lnTo>
                  <a:lnTo>
                    <a:pt x="1640891" y="1129072"/>
                  </a:lnTo>
                  <a:lnTo>
                    <a:pt x="1641541" y="1145965"/>
                  </a:lnTo>
                  <a:lnTo>
                    <a:pt x="1642191" y="1160195"/>
                  </a:lnTo>
                  <a:lnTo>
                    <a:pt x="1642841" y="1170953"/>
                  </a:lnTo>
                  <a:lnTo>
                    <a:pt x="1643491" y="1177688"/>
                  </a:lnTo>
                  <a:lnTo>
                    <a:pt x="1644141" y="1181065"/>
                  </a:lnTo>
                  <a:lnTo>
                    <a:pt x="1644791" y="1181686"/>
                  </a:lnTo>
                  <a:lnTo>
                    <a:pt x="1645441" y="1180237"/>
                  </a:lnTo>
                  <a:lnTo>
                    <a:pt x="1646091" y="1177629"/>
                  </a:lnTo>
                  <a:lnTo>
                    <a:pt x="1646741" y="1174590"/>
                  </a:lnTo>
                  <a:lnTo>
                    <a:pt x="1647391" y="1171142"/>
                  </a:lnTo>
                  <a:lnTo>
                    <a:pt x="1648041" y="1167413"/>
                  </a:lnTo>
                  <a:lnTo>
                    <a:pt x="1648690" y="1163485"/>
                  </a:lnTo>
                  <a:lnTo>
                    <a:pt x="1649340" y="1159740"/>
                  </a:lnTo>
                  <a:lnTo>
                    <a:pt x="1649990" y="1156541"/>
                  </a:lnTo>
                  <a:lnTo>
                    <a:pt x="1650640" y="1154059"/>
                  </a:lnTo>
                  <a:lnTo>
                    <a:pt x="1651290" y="1152116"/>
                  </a:lnTo>
                  <a:lnTo>
                    <a:pt x="1651940" y="1151017"/>
                  </a:lnTo>
                  <a:lnTo>
                    <a:pt x="1652590" y="1151606"/>
                  </a:lnTo>
                  <a:lnTo>
                    <a:pt x="1653240" y="1153895"/>
                  </a:lnTo>
                  <a:lnTo>
                    <a:pt x="1653890" y="1156769"/>
                  </a:lnTo>
                  <a:lnTo>
                    <a:pt x="1654540" y="1159648"/>
                  </a:lnTo>
                  <a:lnTo>
                    <a:pt x="1655190" y="1161692"/>
                  </a:lnTo>
                  <a:lnTo>
                    <a:pt x="1655840" y="1162346"/>
                  </a:lnTo>
                  <a:lnTo>
                    <a:pt x="1656490" y="1161143"/>
                  </a:lnTo>
                  <a:lnTo>
                    <a:pt x="1657140" y="1158065"/>
                  </a:lnTo>
                  <a:lnTo>
                    <a:pt x="1657790" y="1152777"/>
                  </a:lnTo>
                  <a:lnTo>
                    <a:pt x="1658440" y="1145555"/>
                  </a:lnTo>
                  <a:lnTo>
                    <a:pt x="1659089" y="1136438"/>
                  </a:lnTo>
                  <a:lnTo>
                    <a:pt x="1659739" y="1125355"/>
                  </a:lnTo>
                  <a:lnTo>
                    <a:pt x="1660389" y="1112594"/>
                  </a:lnTo>
                  <a:lnTo>
                    <a:pt x="1661039" y="1098583"/>
                  </a:lnTo>
                  <a:lnTo>
                    <a:pt x="1661689" y="1083575"/>
                  </a:lnTo>
                  <a:lnTo>
                    <a:pt x="1662339" y="1067674"/>
                  </a:lnTo>
                  <a:lnTo>
                    <a:pt x="1662989" y="1051439"/>
                  </a:lnTo>
                  <a:lnTo>
                    <a:pt x="1663639" y="1035363"/>
                  </a:lnTo>
                  <a:lnTo>
                    <a:pt x="1664289" y="1019892"/>
                  </a:lnTo>
                  <a:lnTo>
                    <a:pt x="1664939" y="1005217"/>
                  </a:lnTo>
                  <a:lnTo>
                    <a:pt x="1665589" y="991632"/>
                  </a:lnTo>
                  <a:lnTo>
                    <a:pt x="1666239" y="979061"/>
                  </a:lnTo>
                  <a:lnTo>
                    <a:pt x="1666889" y="967359"/>
                  </a:lnTo>
                  <a:lnTo>
                    <a:pt x="1667539" y="956644"/>
                  </a:lnTo>
                  <a:lnTo>
                    <a:pt x="1668189" y="946872"/>
                  </a:lnTo>
                  <a:lnTo>
                    <a:pt x="1668838" y="937903"/>
                  </a:lnTo>
                  <a:lnTo>
                    <a:pt x="1669488" y="929693"/>
                  </a:lnTo>
                  <a:lnTo>
                    <a:pt x="1670138" y="922184"/>
                  </a:lnTo>
                  <a:lnTo>
                    <a:pt x="1670788" y="915122"/>
                  </a:lnTo>
                  <a:lnTo>
                    <a:pt x="1671438" y="908351"/>
                  </a:lnTo>
                  <a:lnTo>
                    <a:pt x="1672088" y="901902"/>
                  </a:lnTo>
                  <a:lnTo>
                    <a:pt x="1672738" y="895600"/>
                  </a:lnTo>
                  <a:lnTo>
                    <a:pt x="1673388" y="889451"/>
                  </a:lnTo>
                  <a:lnTo>
                    <a:pt x="1674038" y="883316"/>
                  </a:lnTo>
                  <a:lnTo>
                    <a:pt x="1674688" y="877793"/>
                  </a:lnTo>
                  <a:lnTo>
                    <a:pt x="1675338" y="873303"/>
                  </a:lnTo>
                  <a:lnTo>
                    <a:pt x="1675988" y="870375"/>
                  </a:lnTo>
                  <a:lnTo>
                    <a:pt x="1676638" y="868811"/>
                  </a:lnTo>
                  <a:lnTo>
                    <a:pt x="1677288" y="868467"/>
                  </a:lnTo>
                  <a:lnTo>
                    <a:pt x="1677938" y="869062"/>
                  </a:lnTo>
                  <a:lnTo>
                    <a:pt x="1678588" y="870429"/>
                  </a:lnTo>
                  <a:lnTo>
                    <a:pt x="1679237" y="872351"/>
                  </a:lnTo>
                  <a:lnTo>
                    <a:pt x="1679887" y="874488"/>
                  </a:lnTo>
                  <a:lnTo>
                    <a:pt x="1680537" y="876590"/>
                  </a:lnTo>
                  <a:lnTo>
                    <a:pt x="1681187" y="878279"/>
                  </a:lnTo>
                  <a:lnTo>
                    <a:pt x="1681837" y="878956"/>
                  </a:lnTo>
                  <a:lnTo>
                    <a:pt x="1682487" y="878626"/>
                  </a:lnTo>
                  <a:lnTo>
                    <a:pt x="1683137" y="877348"/>
                  </a:lnTo>
                  <a:lnTo>
                    <a:pt x="1683787" y="875202"/>
                  </a:lnTo>
                  <a:lnTo>
                    <a:pt x="1684437" y="872082"/>
                  </a:lnTo>
                  <a:lnTo>
                    <a:pt x="1685087" y="867746"/>
                  </a:lnTo>
                  <a:lnTo>
                    <a:pt x="1685737" y="862228"/>
                  </a:lnTo>
                  <a:lnTo>
                    <a:pt x="1686387" y="856117"/>
                  </a:lnTo>
                  <a:lnTo>
                    <a:pt x="1687037" y="849372"/>
                  </a:lnTo>
                  <a:lnTo>
                    <a:pt x="1687687" y="842123"/>
                  </a:lnTo>
                  <a:lnTo>
                    <a:pt x="1688337" y="834361"/>
                  </a:lnTo>
                  <a:lnTo>
                    <a:pt x="1688986" y="826236"/>
                  </a:lnTo>
                  <a:lnTo>
                    <a:pt x="1689636" y="817768"/>
                  </a:lnTo>
                  <a:lnTo>
                    <a:pt x="1690286" y="809522"/>
                  </a:lnTo>
                  <a:lnTo>
                    <a:pt x="1690936" y="801638"/>
                  </a:lnTo>
                  <a:lnTo>
                    <a:pt x="1691586" y="794657"/>
                  </a:lnTo>
                  <a:lnTo>
                    <a:pt x="1692236" y="788594"/>
                  </a:lnTo>
                  <a:lnTo>
                    <a:pt x="1692886" y="783653"/>
                  </a:lnTo>
                  <a:lnTo>
                    <a:pt x="1693536" y="779835"/>
                  </a:lnTo>
                  <a:lnTo>
                    <a:pt x="1694186" y="776683"/>
                  </a:lnTo>
                  <a:lnTo>
                    <a:pt x="1694836" y="773583"/>
                  </a:lnTo>
                  <a:lnTo>
                    <a:pt x="1695486" y="770033"/>
                  </a:lnTo>
                  <a:lnTo>
                    <a:pt x="1696136" y="765827"/>
                  </a:lnTo>
                  <a:lnTo>
                    <a:pt x="1696786" y="760520"/>
                  </a:lnTo>
                  <a:lnTo>
                    <a:pt x="1697436" y="753809"/>
                  </a:lnTo>
                  <a:lnTo>
                    <a:pt x="1698086" y="745531"/>
                  </a:lnTo>
                  <a:lnTo>
                    <a:pt x="1698735" y="735758"/>
                  </a:lnTo>
                  <a:lnTo>
                    <a:pt x="1699385" y="724917"/>
                  </a:lnTo>
                  <a:lnTo>
                    <a:pt x="1700035" y="713187"/>
                  </a:lnTo>
                  <a:lnTo>
                    <a:pt x="1700685" y="700809"/>
                  </a:lnTo>
                  <a:lnTo>
                    <a:pt x="1701335" y="687864"/>
                  </a:lnTo>
                  <a:lnTo>
                    <a:pt x="1701985" y="674830"/>
                  </a:lnTo>
                  <a:lnTo>
                    <a:pt x="1702635" y="662054"/>
                  </a:lnTo>
                  <a:lnTo>
                    <a:pt x="1703285" y="649801"/>
                  </a:lnTo>
                  <a:lnTo>
                    <a:pt x="1703935" y="638372"/>
                  </a:lnTo>
                  <a:lnTo>
                    <a:pt x="1704585" y="627953"/>
                  </a:lnTo>
                  <a:lnTo>
                    <a:pt x="1705235" y="618577"/>
                  </a:lnTo>
                  <a:lnTo>
                    <a:pt x="1705885" y="610217"/>
                  </a:lnTo>
                  <a:lnTo>
                    <a:pt x="1706535" y="603166"/>
                  </a:lnTo>
                  <a:lnTo>
                    <a:pt x="1707185" y="597329"/>
                  </a:lnTo>
                  <a:lnTo>
                    <a:pt x="1707835" y="592659"/>
                  </a:lnTo>
                  <a:lnTo>
                    <a:pt x="1708485" y="588775"/>
                  </a:lnTo>
                  <a:lnTo>
                    <a:pt x="1709134" y="585427"/>
                  </a:lnTo>
                  <a:lnTo>
                    <a:pt x="1709784" y="582292"/>
                  </a:lnTo>
                  <a:lnTo>
                    <a:pt x="1710434" y="579272"/>
                  </a:lnTo>
                  <a:lnTo>
                    <a:pt x="1711084" y="576265"/>
                  </a:lnTo>
                  <a:lnTo>
                    <a:pt x="1711734" y="572885"/>
                  </a:lnTo>
                  <a:lnTo>
                    <a:pt x="1712384" y="568833"/>
                  </a:lnTo>
                  <a:lnTo>
                    <a:pt x="1713034" y="564096"/>
                  </a:lnTo>
                  <a:lnTo>
                    <a:pt x="1713684" y="558889"/>
                  </a:lnTo>
                  <a:lnTo>
                    <a:pt x="1714334" y="553622"/>
                  </a:lnTo>
                  <a:lnTo>
                    <a:pt x="1714984" y="548236"/>
                  </a:lnTo>
                  <a:lnTo>
                    <a:pt x="1715634" y="542645"/>
                  </a:lnTo>
                  <a:lnTo>
                    <a:pt x="1716284" y="536884"/>
                  </a:lnTo>
                  <a:lnTo>
                    <a:pt x="1716934" y="530949"/>
                  </a:lnTo>
                  <a:lnTo>
                    <a:pt x="1717584" y="524845"/>
                  </a:lnTo>
                  <a:lnTo>
                    <a:pt x="1718234" y="518685"/>
                  </a:lnTo>
                  <a:lnTo>
                    <a:pt x="1718883" y="512141"/>
                  </a:lnTo>
                  <a:lnTo>
                    <a:pt x="1719533" y="505357"/>
                  </a:lnTo>
                  <a:lnTo>
                    <a:pt x="1720183" y="498564"/>
                  </a:lnTo>
                  <a:lnTo>
                    <a:pt x="1720833" y="491628"/>
                  </a:lnTo>
                  <a:lnTo>
                    <a:pt x="1721483" y="484502"/>
                  </a:lnTo>
                  <a:lnTo>
                    <a:pt x="1722133" y="477143"/>
                  </a:lnTo>
                  <a:lnTo>
                    <a:pt x="1722783" y="469088"/>
                  </a:lnTo>
                  <a:lnTo>
                    <a:pt x="1723433" y="460281"/>
                  </a:lnTo>
                  <a:lnTo>
                    <a:pt x="1724083" y="450514"/>
                  </a:lnTo>
                  <a:lnTo>
                    <a:pt x="1724733" y="439960"/>
                  </a:lnTo>
                  <a:lnTo>
                    <a:pt x="1725383" y="428616"/>
                  </a:lnTo>
                  <a:lnTo>
                    <a:pt x="1726033" y="416831"/>
                  </a:lnTo>
                  <a:lnTo>
                    <a:pt x="1726683" y="405053"/>
                  </a:lnTo>
                  <a:lnTo>
                    <a:pt x="1727333" y="393587"/>
                  </a:lnTo>
                  <a:lnTo>
                    <a:pt x="1727983" y="382574"/>
                  </a:lnTo>
                  <a:lnTo>
                    <a:pt x="1728633" y="372328"/>
                  </a:lnTo>
                  <a:lnTo>
                    <a:pt x="1729282" y="363050"/>
                  </a:lnTo>
                  <a:lnTo>
                    <a:pt x="1729932" y="354820"/>
                  </a:lnTo>
                  <a:lnTo>
                    <a:pt x="1730582" y="347731"/>
                  </a:lnTo>
                  <a:lnTo>
                    <a:pt x="1731232" y="341806"/>
                  </a:lnTo>
                  <a:lnTo>
                    <a:pt x="1731882" y="337079"/>
                  </a:lnTo>
                  <a:lnTo>
                    <a:pt x="1732532" y="333722"/>
                  </a:lnTo>
                  <a:lnTo>
                    <a:pt x="1733182" y="331560"/>
                  </a:lnTo>
                  <a:lnTo>
                    <a:pt x="1733832" y="330432"/>
                  </a:lnTo>
                  <a:lnTo>
                    <a:pt x="1734482" y="330011"/>
                  </a:lnTo>
                  <a:lnTo>
                    <a:pt x="1735132" y="330262"/>
                  </a:lnTo>
                  <a:lnTo>
                    <a:pt x="1735782" y="330915"/>
                  </a:lnTo>
                  <a:lnTo>
                    <a:pt x="1736432" y="331679"/>
                  </a:lnTo>
                  <a:lnTo>
                    <a:pt x="1737082" y="332344"/>
                  </a:lnTo>
                  <a:lnTo>
                    <a:pt x="1737732" y="332940"/>
                  </a:lnTo>
                  <a:lnTo>
                    <a:pt x="1738382" y="333580"/>
                  </a:lnTo>
                  <a:lnTo>
                    <a:pt x="1739031" y="334093"/>
                  </a:lnTo>
                  <a:lnTo>
                    <a:pt x="1739681" y="334306"/>
                  </a:lnTo>
                  <a:lnTo>
                    <a:pt x="1740331" y="334077"/>
                  </a:lnTo>
                  <a:lnTo>
                    <a:pt x="1740981" y="333630"/>
                  </a:lnTo>
                  <a:lnTo>
                    <a:pt x="1741631" y="333145"/>
                  </a:lnTo>
                  <a:lnTo>
                    <a:pt x="1742281" y="332658"/>
                  </a:lnTo>
                  <a:lnTo>
                    <a:pt x="1742931" y="332142"/>
                  </a:lnTo>
                  <a:lnTo>
                    <a:pt x="1743581" y="331648"/>
                  </a:lnTo>
                  <a:lnTo>
                    <a:pt x="1744231" y="331511"/>
                  </a:lnTo>
                  <a:lnTo>
                    <a:pt x="1744881" y="331902"/>
                  </a:lnTo>
                  <a:lnTo>
                    <a:pt x="1745531" y="332819"/>
                  </a:lnTo>
                  <a:lnTo>
                    <a:pt x="1746181" y="334196"/>
                  </a:lnTo>
                  <a:lnTo>
                    <a:pt x="1746831" y="335994"/>
                  </a:lnTo>
                  <a:lnTo>
                    <a:pt x="1747481" y="338172"/>
                  </a:lnTo>
                  <a:lnTo>
                    <a:pt x="1748131" y="340531"/>
                  </a:lnTo>
                  <a:lnTo>
                    <a:pt x="1748781" y="342917"/>
                  </a:lnTo>
                  <a:lnTo>
                    <a:pt x="1749430" y="345233"/>
                  </a:lnTo>
                  <a:lnTo>
                    <a:pt x="1750080" y="347626"/>
                  </a:lnTo>
                  <a:lnTo>
                    <a:pt x="1750730" y="349815"/>
                  </a:lnTo>
                  <a:lnTo>
                    <a:pt x="1751380" y="351787"/>
                  </a:lnTo>
                  <a:lnTo>
                    <a:pt x="1752030" y="353637"/>
                  </a:lnTo>
                  <a:lnTo>
                    <a:pt x="1752680" y="355395"/>
                  </a:lnTo>
                  <a:lnTo>
                    <a:pt x="1753330" y="357212"/>
                  </a:lnTo>
                  <a:lnTo>
                    <a:pt x="1753980" y="358996"/>
                  </a:lnTo>
                  <a:lnTo>
                    <a:pt x="1754630" y="360526"/>
                  </a:lnTo>
                  <a:lnTo>
                    <a:pt x="1755280" y="362009"/>
                  </a:lnTo>
                  <a:lnTo>
                    <a:pt x="1755930" y="363431"/>
                  </a:lnTo>
                  <a:lnTo>
                    <a:pt x="1756580" y="364773"/>
                  </a:lnTo>
                  <a:lnTo>
                    <a:pt x="1757230" y="365922"/>
                  </a:lnTo>
                  <a:lnTo>
                    <a:pt x="1757880" y="367028"/>
                  </a:lnTo>
                  <a:lnTo>
                    <a:pt x="1758530" y="368033"/>
                  </a:lnTo>
                  <a:lnTo>
                    <a:pt x="1759179" y="369040"/>
                  </a:lnTo>
                  <a:lnTo>
                    <a:pt x="1759829" y="370030"/>
                  </a:lnTo>
                  <a:lnTo>
                    <a:pt x="1760479" y="371337"/>
                  </a:lnTo>
                  <a:lnTo>
                    <a:pt x="1761129" y="372908"/>
                  </a:lnTo>
                  <a:lnTo>
                    <a:pt x="1761779" y="374703"/>
                  </a:lnTo>
                  <a:lnTo>
                    <a:pt x="1762429" y="376747"/>
                  </a:lnTo>
                  <a:lnTo>
                    <a:pt x="1763079" y="378943"/>
                  </a:lnTo>
                  <a:lnTo>
                    <a:pt x="1763729" y="381404"/>
                  </a:lnTo>
                  <a:lnTo>
                    <a:pt x="1764379" y="384250"/>
                  </a:lnTo>
                  <a:lnTo>
                    <a:pt x="1765029" y="387152"/>
                  </a:lnTo>
                  <a:lnTo>
                    <a:pt x="1765679" y="390156"/>
                  </a:lnTo>
                  <a:lnTo>
                    <a:pt x="1766329" y="393379"/>
                  </a:lnTo>
                  <a:lnTo>
                    <a:pt x="1766979" y="397045"/>
                  </a:lnTo>
                  <a:lnTo>
                    <a:pt x="1767629" y="401054"/>
                  </a:lnTo>
                  <a:lnTo>
                    <a:pt x="1768279" y="405476"/>
                  </a:lnTo>
                  <a:lnTo>
                    <a:pt x="1768929" y="410152"/>
                  </a:lnTo>
                  <a:lnTo>
                    <a:pt x="1769578" y="415124"/>
                  </a:lnTo>
                  <a:lnTo>
                    <a:pt x="1770228" y="420138"/>
                  </a:lnTo>
                  <a:lnTo>
                    <a:pt x="1770878" y="424916"/>
                  </a:lnTo>
                  <a:lnTo>
                    <a:pt x="1771528" y="429410"/>
                  </a:lnTo>
                  <a:lnTo>
                    <a:pt x="1772178" y="433529"/>
                  </a:lnTo>
                  <a:lnTo>
                    <a:pt x="1772828" y="437410"/>
                  </a:lnTo>
                  <a:lnTo>
                    <a:pt x="1773478" y="440948"/>
                  </a:lnTo>
                  <a:lnTo>
                    <a:pt x="1774128" y="444077"/>
                  </a:lnTo>
                  <a:lnTo>
                    <a:pt x="1774778" y="447034"/>
                  </a:lnTo>
                  <a:lnTo>
                    <a:pt x="1775428" y="450079"/>
                  </a:lnTo>
                  <a:lnTo>
                    <a:pt x="1776078" y="453226"/>
                  </a:lnTo>
                  <a:lnTo>
                    <a:pt x="1776728" y="456432"/>
                  </a:lnTo>
                  <a:lnTo>
                    <a:pt x="1777378" y="459748"/>
                  </a:lnTo>
                  <a:lnTo>
                    <a:pt x="1778028" y="463267"/>
                  </a:lnTo>
                  <a:lnTo>
                    <a:pt x="1778678" y="467214"/>
                  </a:lnTo>
                  <a:lnTo>
                    <a:pt x="1779327" y="471622"/>
                  </a:lnTo>
                  <a:lnTo>
                    <a:pt x="1779977" y="476653"/>
                  </a:lnTo>
                  <a:lnTo>
                    <a:pt x="1780627" y="482640"/>
                  </a:lnTo>
                  <a:lnTo>
                    <a:pt x="1781277" y="489723"/>
                  </a:lnTo>
                  <a:lnTo>
                    <a:pt x="1781927" y="498104"/>
                  </a:lnTo>
                  <a:lnTo>
                    <a:pt x="1782577" y="507642"/>
                  </a:lnTo>
                  <a:lnTo>
                    <a:pt x="1783227" y="518532"/>
                  </a:lnTo>
                  <a:lnTo>
                    <a:pt x="1783877" y="530986"/>
                  </a:lnTo>
                  <a:lnTo>
                    <a:pt x="1784527" y="544841"/>
                  </a:lnTo>
                  <a:lnTo>
                    <a:pt x="1785177" y="559875"/>
                  </a:lnTo>
                  <a:lnTo>
                    <a:pt x="1785827" y="576193"/>
                  </a:lnTo>
                  <a:lnTo>
                    <a:pt x="1786477" y="593988"/>
                  </a:lnTo>
                  <a:lnTo>
                    <a:pt x="1787127" y="613706"/>
                  </a:lnTo>
                  <a:lnTo>
                    <a:pt x="1787777" y="635502"/>
                  </a:lnTo>
                  <a:lnTo>
                    <a:pt x="1788427" y="659450"/>
                  </a:lnTo>
                  <a:lnTo>
                    <a:pt x="1789077" y="685604"/>
                  </a:lnTo>
                  <a:lnTo>
                    <a:pt x="1789726" y="714223"/>
                  </a:lnTo>
                  <a:lnTo>
                    <a:pt x="1790376" y="745271"/>
                  </a:lnTo>
                  <a:lnTo>
                    <a:pt x="1791026" y="778688"/>
                  </a:lnTo>
                  <a:lnTo>
                    <a:pt x="1791676" y="814173"/>
                  </a:lnTo>
                  <a:lnTo>
                    <a:pt x="1792326" y="851854"/>
                  </a:lnTo>
                  <a:lnTo>
                    <a:pt x="1792976" y="891235"/>
                  </a:lnTo>
                  <a:lnTo>
                    <a:pt x="1793626" y="932044"/>
                  </a:lnTo>
                  <a:lnTo>
                    <a:pt x="1794276" y="974239"/>
                  </a:lnTo>
                  <a:lnTo>
                    <a:pt x="1794926" y="1017905"/>
                  </a:lnTo>
                  <a:lnTo>
                    <a:pt x="1795576" y="1063075"/>
                  </a:lnTo>
                  <a:lnTo>
                    <a:pt x="1796226" y="1109293"/>
                  </a:lnTo>
                  <a:lnTo>
                    <a:pt x="1796876" y="1155549"/>
                  </a:lnTo>
                  <a:lnTo>
                    <a:pt x="1797526" y="1201614"/>
                  </a:lnTo>
                  <a:lnTo>
                    <a:pt x="1798176" y="1247324"/>
                  </a:lnTo>
                  <a:lnTo>
                    <a:pt x="1798826" y="1292767"/>
                  </a:lnTo>
                  <a:lnTo>
                    <a:pt x="1799475" y="1336863"/>
                  </a:lnTo>
                  <a:lnTo>
                    <a:pt x="1800125" y="1378729"/>
                  </a:lnTo>
                  <a:lnTo>
                    <a:pt x="1800775" y="1418033"/>
                  </a:lnTo>
                  <a:lnTo>
                    <a:pt x="1801425" y="1455665"/>
                  </a:lnTo>
                  <a:lnTo>
                    <a:pt x="1802075" y="1491505"/>
                  </a:lnTo>
                  <a:lnTo>
                    <a:pt x="1802725" y="1526526"/>
                  </a:lnTo>
                  <a:lnTo>
                    <a:pt x="1803375" y="1561136"/>
                  </a:lnTo>
                  <a:lnTo>
                    <a:pt x="1804025" y="1595874"/>
                  </a:lnTo>
                  <a:lnTo>
                    <a:pt x="1804675" y="1631398"/>
                  </a:lnTo>
                  <a:lnTo>
                    <a:pt x="1805325" y="1667199"/>
                  </a:lnTo>
                  <a:lnTo>
                    <a:pt x="1805975" y="1702647"/>
                  </a:lnTo>
                  <a:lnTo>
                    <a:pt x="1806625" y="1736853"/>
                  </a:lnTo>
                  <a:lnTo>
                    <a:pt x="1807275" y="1768593"/>
                  </a:lnTo>
                  <a:lnTo>
                    <a:pt x="1807925" y="1795183"/>
                  </a:lnTo>
                  <a:lnTo>
                    <a:pt x="1808575" y="1815142"/>
                  </a:lnTo>
                  <a:lnTo>
                    <a:pt x="1809225" y="1827953"/>
                  </a:lnTo>
                  <a:lnTo>
                    <a:pt x="1809874" y="1833690"/>
                  </a:lnTo>
                  <a:lnTo>
                    <a:pt x="1810524" y="1832251"/>
                  </a:lnTo>
                  <a:lnTo>
                    <a:pt x="1811174" y="1822817"/>
                  </a:lnTo>
                  <a:lnTo>
                    <a:pt x="1811824" y="1804974"/>
                  </a:lnTo>
                  <a:lnTo>
                    <a:pt x="1812474" y="1779729"/>
                  </a:lnTo>
                  <a:lnTo>
                    <a:pt x="1813124" y="1747382"/>
                  </a:lnTo>
                  <a:lnTo>
                    <a:pt x="1813774" y="1708797"/>
                  </a:lnTo>
                  <a:lnTo>
                    <a:pt x="1814424" y="1666071"/>
                  </a:lnTo>
                  <a:lnTo>
                    <a:pt x="1815074" y="1621344"/>
                  </a:lnTo>
                  <a:lnTo>
                    <a:pt x="1815724" y="1576216"/>
                  </a:lnTo>
                  <a:lnTo>
                    <a:pt x="1816374" y="1532213"/>
                  </a:lnTo>
                  <a:lnTo>
                    <a:pt x="1817024" y="1489835"/>
                  </a:lnTo>
                  <a:lnTo>
                    <a:pt x="1817674" y="1450455"/>
                  </a:lnTo>
                  <a:lnTo>
                    <a:pt x="1818324" y="1414327"/>
                  </a:lnTo>
                  <a:lnTo>
                    <a:pt x="1818974" y="1381033"/>
                  </a:lnTo>
                  <a:lnTo>
                    <a:pt x="1819623" y="1350747"/>
                  </a:lnTo>
                  <a:lnTo>
                    <a:pt x="1820273" y="1323211"/>
                  </a:lnTo>
                  <a:lnTo>
                    <a:pt x="1820923" y="1298281"/>
                  </a:lnTo>
                  <a:lnTo>
                    <a:pt x="1821573" y="1275992"/>
                  </a:lnTo>
                  <a:lnTo>
                    <a:pt x="1822223" y="1255999"/>
                  </a:lnTo>
                  <a:lnTo>
                    <a:pt x="1822873" y="1238453"/>
                  </a:lnTo>
                  <a:lnTo>
                    <a:pt x="1823523" y="1223396"/>
                  </a:lnTo>
                  <a:lnTo>
                    <a:pt x="1824173" y="1210214"/>
                  </a:lnTo>
                  <a:lnTo>
                    <a:pt x="1824823" y="1198466"/>
                  </a:lnTo>
                  <a:lnTo>
                    <a:pt x="1825473" y="1187974"/>
                  </a:lnTo>
                  <a:lnTo>
                    <a:pt x="1826123" y="1178652"/>
                  </a:lnTo>
                  <a:lnTo>
                    <a:pt x="1826773" y="1170549"/>
                  </a:lnTo>
                  <a:lnTo>
                    <a:pt x="1827423" y="1163330"/>
                  </a:lnTo>
                  <a:lnTo>
                    <a:pt x="1828073" y="1156507"/>
                  </a:lnTo>
                  <a:lnTo>
                    <a:pt x="1828723" y="1149971"/>
                  </a:lnTo>
                  <a:lnTo>
                    <a:pt x="1829372" y="1143441"/>
                  </a:lnTo>
                  <a:lnTo>
                    <a:pt x="1830022" y="1136622"/>
                  </a:lnTo>
                  <a:lnTo>
                    <a:pt x="1830672" y="1129357"/>
                  </a:lnTo>
                  <a:lnTo>
                    <a:pt x="1831322" y="1121363"/>
                  </a:lnTo>
                  <a:lnTo>
                    <a:pt x="1831972" y="1112053"/>
                  </a:lnTo>
                  <a:lnTo>
                    <a:pt x="1832622" y="1101490"/>
                  </a:lnTo>
                  <a:lnTo>
                    <a:pt x="1833272" y="1089800"/>
                  </a:lnTo>
                  <a:lnTo>
                    <a:pt x="1833922" y="1076799"/>
                  </a:lnTo>
                  <a:lnTo>
                    <a:pt x="1834572" y="1062704"/>
                  </a:lnTo>
                  <a:lnTo>
                    <a:pt x="1835222" y="1047506"/>
                  </a:lnTo>
                  <a:lnTo>
                    <a:pt x="1835872" y="1031185"/>
                  </a:lnTo>
                  <a:lnTo>
                    <a:pt x="1836522" y="1014203"/>
                  </a:lnTo>
                  <a:lnTo>
                    <a:pt x="1837172" y="996726"/>
                  </a:lnTo>
                  <a:lnTo>
                    <a:pt x="1837822" y="979106"/>
                  </a:lnTo>
                  <a:lnTo>
                    <a:pt x="1838472" y="961930"/>
                  </a:lnTo>
                  <a:lnTo>
                    <a:pt x="1839122" y="945599"/>
                  </a:lnTo>
                  <a:lnTo>
                    <a:pt x="1839771" y="930622"/>
                  </a:lnTo>
                  <a:lnTo>
                    <a:pt x="1840421" y="917422"/>
                  </a:lnTo>
                  <a:lnTo>
                    <a:pt x="1841071" y="906185"/>
                  </a:lnTo>
                  <a:lnTo>
                    <a:pt x="1841721" y="897264"/>
                  </a:lnTo>
                  <a:lnTo>
                    <a:pt x="1842371" y="890563"/>
                  </a:lnTo>
                  <a:lnTo>
                    <a:pt x="1843021" y="885952"/>
                  </a:lnTo>
                  <a:lnTo>
                    <a:pt x="1843671" y="883598"/>
                  </a:lnTo>
                  <a:lnTo>
                    <a:pt x="1844321" y="883354"/>
                  </a:lnTo>
                  <a:lnTo>
                    <a:pt x="1844971" y="884995"/>
                  </a:lnTo>
                  <a:lnTo>
                    <a:pt x="1845621" y="888675"/>
                  </a:lnTo>
                  <a:lnTo>
                    <a:pt x="1846271" y="894193"/>
                  </a:lnTo>
                  <a:lnTo>
                    <a:pt x="1846921" y="901214"/>
                  </a:lnTo>
                  <a:lnTo>
                    <a:pt x="1847571" y="909461"/>
                  </a:lnTo>
                  <a:lnTo>
                    <a:pt x="1848221" y="918343"/>
                  </a:lnTo>
                  <a:lnTo>
                    <a:pt x="1848871" y="927521"/>
                  </a:lnTo>
                  <a:lnTo>
                    <a:pt x="1849520" y="936891"/>
                  </a:lnTo>
                  <a:lnTo>
                    <a:pt x="1850170" y="945864"/>
                  </a:lnTo>
                  <a:lnTo>
                    <a:pt x="1850820" y="953779"/>
                  </a:lnTo>
                  <a:lnTo>
                    <a:pt x="1851470" y="960330"/>
                  </a:lnTo>
                  <a:lnTo>
                    <a:pt x="1852120" y="964940"/>
                  </a:lnTo>
                  <a:lnTo>
                    <a:pt x="1852770" y="967527"/>
                  </a:lnTo>
                  <a:lnTo>
                    <a:pt x="1853420" y="968384"/>
                  </a:lnTo>
                  <a:lnTo>
                    <a:pt x="1854070" y="967516"/>
                  </a:lnTo>
                  <a:lnTo>
                    <a:pt x="1854720" y="965034"/>
                  </a:lnTo>
                  <a:lnTo>
                    <a:pt x="1855370" y="960946"/>
                  </a:lnTo>
                  <a:lnTo>
                    <a:pt x="1856020" y="955453"/>
                  </a:lnTo>
                  <a:lnTo>
                    <a:pt x="1856670" y="949074"/>
                  </a:lnTo>
                  <a:lnTo>
                    <a:pt x="1857320" y="942168"/>
                  </a:lnTo>
                  <a:lnTo>
                    <a:pt x="1857970" y="934914"/>
                  </a:lnTo>
                  <a:lnTo>
                    <a:pt x="1858620" y="926891"/>
                  </a:lnTo>
                  <a:lnTo>
                    <a:pt x="1859270" y="917617"/>
                  </a:lnTo>
                  <a:lnTo>
                    <a:pt x="1859919" y="907240"/>
                  </a:lnTo>
                  <a:lnTo>
                    <a:pt x="1860569" y="896542"/>
                  </a:lnTo>
                  <a:lnTo>
                    <a:pt x="1861219" y="885754"/>
                  </a:lnTo>
                  <a:lnTo>
                    <a:pt x="1861869" y="875411"/>
                  </a:lnTo>
                  <a:lnTo>
                    <a:pt x="1862519" y="865520"/>
                  </a:lnTo>
                  <a:lnTo>
                    <a:pt x="1863169" y="856019"/>
                  </a:lnTo>
                  <a:lnTo>
                    <a:pt x="1863819" y="847284"/>
                  </a:lnTo>
                  <a:lnTo>
                    <a:pt x="1864469" y="839760"/>
                  </a:lnTo>
                  <a:lnTo>
                    <a:pt x="1865119" y="833152"/>
                  </a:lnTo>
                  <a:lnTo>
                    <a:pt x="1865769" y="827235"/>
                  </a:lnTo>
                  <a:lnTo>
                    <a:pt x="1866419" y="821876"/>
                  </a:lnTo>
                  <a:lnTo>
                    <a:pt x="1867069" y="816729"/>
                  </a:lnTo>
                  <a:lnTo>
                    <a:pt x="1867719" y="811922"/>
                  </a:lnTo>
                  <a:lnTo>
                    <a:pt x="1868369" y="807587"/>
                  </a:lnTo>
                  <a:lnTo>
                    <a:pt x="1869019" y="803677"/>
                  </a:lnTo>
                  <a:lnTo>
                    <a:pt x="1869668" y="800162"/>
                  </a:lnTo>
                  <a:lnTo>
                    <a:pt x="1870318" y="796425"/>
                  </a:lnTo>
                  <a:lnTo>
                    <a:pt x="1870968" y="791907"/>
                  </a:lnTo>
                  <a:lnTo>
                    <a:pt x="1871618" y="786312"/>
                  </a:lnTo>
                  <a:lnTo>
                    <a:pt x="1872268" y="779495"/>
                  </a:lnTo>
                  <a:lnTo>
                    <a:pt x="1872918" y="771383"/>
                  </a:lnTo>
                  <a:lnTo>
                    <a:pt x="1873568" y="761944"/>
                  </a:lnTo>
                  <a:lnTo>
                    <a:pt x="1874218" y="750999"/>
                  </a:lnTo>
                  <a:lnTo>
                    <a:pt x="1874868" y="738771"/>
                  </a:lnTo>
                  <a:lnTo>
                    <a:pt x="1875518" y="725374"/>
                  </a:lnTo>
                  <a:lnTo>
                    <a:pt x="1876168" y="711171"/>
                  </a:lnTo>
                  <a:lnTo>
                    <a:pt x="1876818" y="696761"/>
                  </a:lnTo>
                  <a:lnTo>
                    <a:pt x="1877468" y="682491"/>
                  </a:lnTo>
                  <a:lnTo>
                    <a:pt x="1878118" y="668610"/>
                  </a:lnTo>
                  <a:lnTo>
                    <a:pt x="1878768" y="655491"/>
                  </a:lnTo>
                  <a:lnTo>
                    <a:pt x="1879418" y="643423"/>
                  </a:lnTo>
                  <a:lnTo>
                    <a:pt x="1880067" y="632765"/>
                  </a:lnTo>
                  <a:lnTo>
                    <a:pt x="1880717" y="623974"/>
                  </a:lnTo>
                  <a:lnTo>
                    <a:pt x="1881367" y="617104"/>
                  </a:lnTo>
                  <a:lnTo>
                    <a:pt x="1882017" y="612156"/>
                  </a:lnTo>
                  <a:lnTo>
                    <a:pt x="1882667" y="609002"/>
                  </a:lnTo>
                  <a:lnTo>
                    <a:pt x="1883317" y="607585"/>
                  </a:lnTo>
                  <a:lnTo>
                    <a:pt x="1883967" y="607970"/>
                  </a:lnTo>
                  <a:lnTo>
                    <a:pt x="1884617" y="610299"/>
                  </a:lnTo>
                  <a:lnTo>
                    <a:pt x="1885267" y="614589"/>
                  </a:lnTo>
                  <a:lnTo>
                    <a:pt x="1885917" y="620371"/>
                  </a:lnTo>
                  <a:lnTo>
                    <a:pt x="1886567" y="627281"/>
                  </a:lnTo>
                  <a:lnTo>
                    <a:pt x="1887217" y="635027"/>
                  </a:lnTo>
                  <a:lnTo>
                    <a:pt x="1887867" y="643446"/>
                  </a:lnTo>
                  <a:lnTo>
                    <a:pt x="1888517" y="652274"/>
                  </a:lnTo>
                  <a:lnTo>
                    <a:pt x="1889167" y="660998"/>
                  </a:lnTo>
                  <a:lnTo>
                    <a:pt x="1889816" y="669258"/>
                  </a:lnTo>
                  <a:lnTo>
                    <a:pt x="1890466" y="676749"/>
                  </a:lnTo>
                  <a:lnTo>
                    <a:pt x="1891116" y="683324"/>
                  </a:lnTo>
                  <a:lnTo>
                    <a:pt x="1891766" y="689068"/>
                  </a:lnTo>
                  <a:lnTo>
                    <a:pt x="1892416" y="693850"/>
                  </a:lnTo>
                  <a:lnTo>
                    <a:pt x="1893066" y="697296"/>
                  </a:lnTo>
                  <a:lnTo>
                    <a:pt x="1893716" y="699591"/>
                  </a:lnTo>
                  <a:lnTo>
                    <a:pt x="1894366" y="700803"/>
                  </a:lnTo>
                  <a:lnTo>
                    <a:pt x="1895016" y="701259"/>
                  </a:lnTo>
                  <a:lnTo>
                    <a:pt x="1895666" y="701229"/>
                  </a:lnTo>
                  <a:lnTo>
                    <a:pt x="1896316" y="700566"/>
                  </a:lnTo>
                  <a:lnTo>
                    <a:pt x="1896966" y="699152"/>
                  </a:lnTo>
                  <a:lnTo>
                    <a:pt x="1897616" y="696990"/>
                  </a:lnTo>
                  <a:lnTo>
                    <a:pt x="1898266" y="693862"/>
                  </a:lnTo>
                  <a:lnTo>
                    <a:pt x="1898916" y="690082"/>
                  </a:lnTo>
                  <a:lnTo>
                    <a:pt x="1899566" y="686011"/>
                  </a:lnTo>
                  <a:lnTo>
                    <a:pt x="1900215" y="681808"/>
                  </a:lnTo>
                  <a:lnTo>
                    <a:pt x="1900865" y="678081"/>
                  </a:lnTo>
                  <a:lnTo>
                    <a:pt x="1901515" y="675017"/>
                  </a:lnTo>
                  <a:lnTo>
                    <a:pt x="1902165" y="672888"/>
                  </a:lnTo>
                  <a:lnTo>
                    <a:pt x="1902815" y="672368"/>
                  </a:lnTo>
                  <a:lnTo>
                    <a:pt x="1903465" y="673508"/>
                  </a:lnTo>
                  <a:lnTo>
                    <a:pt x="1904115" y="676203"/>
                  </a:lnTo>
                  <a:lnTo>
                    <a:pt x="1904765" y="680306"/>
                  </a:lnTo>
                  <a:lnTo>
                    <a:pt x="1905415" y="685743"/>
                  </a:lnTo>
                  <a:lnTo>
                    <a:pt x="1906065" y="692600"/>
                  </a:lnTo>
                  <a:lnTo>
                    <a:pt x="1906715" y="701062"/>
                  </a:lnTo>
                  <a:lnTo>
                    <a:pt x="1907365" y="711318"/>
                  </a:lnTo>
                  <a:lnTo>
                    <a:pt x="1908015" y="723803"/>
                  </a:lnTo>
                  <a:lnTo>
                    <a:pt x="1908665" y="738279"/>
                  </a:lnTo>
                  <a:lnTo>
                    <a:pt x="1909315" y="754435"/>
                  </a:lnTo>
                  <a:lnTo>
                    <a:pt x="1909964" y="772046"/>
                  </a:lnTo>
                  <a:lnTo>
                    <a:pt x="1910614" y="790592"/>
                  </a:lnTo>
                  <a:lnTo>
                    <a:pt x="1911264" y="809727"/>
                  </a:lnTo>
                  <a:lnTo>
                    <a:pt x="1911914" y="829010"/>
                  </a:lnTo>
                  <a:lnTo>
                    <a:pt x="1912564" y="847601"/>
                  </a:lnTo>
                  <a:lnTo>
                    <a:pt x="1913214" y="864818"/>
                  </a:lnTo>
                  <a:lnTo>
                    <a:pt x="1913864" y="880253"/>
                  </a:lnTo>
                  <a:lnTo>
                    <a:pt x="1914514" y="893423"/>
                  </a:lnTo>
                  <a:lnTo>
                    <a:pt x="1915164" y="904155"/>
                  </a:lnTo>
                  <a:lnTo>
                    <a:pt x="1915814" y="912482"/>
                  </a:lnTo>
                  <a:lnTo>
                    <a:pt x="1916464" y="918212"/>
                  </a:lnTo>
                  <a:lnTo>
                    <a:pt x="1917114" y="920956"/>
                  </a:lnTo>
                  <a:lnTo>
                    <a:pt x="1917764" y="920706"/>
                  </a:lnTo>
                  <a:lnTo>
                    <a:pt x="1918414" y="918042"/>
                  </a:lnTo>
                  <a:lnTo>
                    <a:pt x="1919064" y="913420"/>
                  </a:lnTo>
                  <a:lnTo>
                    <a:pt x="1919714" y="907432"/>
                  </a:lnTo>
                  <a:lnTo>
                    <a:pt x="1920363" y="900453"/>
                  </a:lnTo>
                  <a:lnTo>
                    <a:pt x="1921013" y="892661"/>
                  </a:lnTo>
                  <a:lnTo>
                    <a:pt x="1921663" y="884651"/>
                  </a:lnTo>
                  <a:lnTo>
                    <a:pt x="1922313" y="876765"/>
                  </a:lnTo>
                  <a:lnTo>
                    <a:pt x="1922963" y="869110"/>
                  </a:lnTo>
                  <a:lnTo>
                    <a:pt x="1923613" y="862122"/>
                  </a:lnTo>
                  <a:lnTo>
                    <a:pt x="1924263" y="855835"/>
                  </a:lnTo>
                  <a:lnTo>
                    <a:pt x="1924913" y="850263"/>
                  </a:lnTo>
                  <a:lnTo>
                    <a:pt x="1925563" y="845667"/>
                  </a:lnTo>
                  <a:lnTo>
                    <a:pt x="1926213" y="841391"/>
                  </a:lnTo>
                  <a:lnTo>
                    <a:pt x="1926863" y="837061"/>
                  </a:lnTo>
                  <a:lnTo>
                    <a:pt x="1927513" y="832413"/>
                  </a:lnTo>
                  <a:lnTo>
                    <a:pt x="1928163" y="827012"/>
                  </a:lnTo>
                  <a:lnTo>
                    <a:pt x="1928813" y="820588"/>
                  </a:lnTo>
                  <a:lnTo>
                    <a:pt x="1929463" y="813222"/>
                  </a:lnTo>
                  <a:lnTo>
                    <a:pt x="1930112" y="804900"/>
                  </a:lnTo>
                  <a:lnTo>
                    <a:pt x="1930762" y="796309"/>
                  </a:lnTo>
                  <a:lnTo>
                    <a:pt x="1931412" y="787865"/>
                  </a:lnTo>
                  <a:lnTo>
                    <a:pt x="1932062" y="779731"/>
                  </a:lnTo>
                  <a:lnTo>
                    <a:pt x="1932712" y="772080"/>
                  </a:lnTo>
                  <a:lnTo>
                    <a:pt x="1933362" y="764651"/>
                  </a:lnTo>
                  <a:lnTo>
                    <a:pt x="1934012" y="757430"/>
                  </a:lnTo>
                  <a:lnTo>
                    <a:pt x="1934662" y="750443"/>
                  </a:lnTo>
                  <a:lnTo>
                    <a:pt x="1935312" y="743307"/>
                  </a:lnTo>
                  <a:lnTo>
                    <a:pt x="1935962" y="736518"/>
                  </a:lnTo>
                  <a:lnTo>
                    <a:pt x="1936612" y="730500"/>
                  </a:lnTo>
                  <a:lnTo>
                    <a:pt x="1937262" y="725404"/>
                  </a:lnTo>
                  <a:lnTo>
                    <a:pt x="1937912" y="721324"/>
                  </a:lnTo>
                  <a:lnTo>
                    <a:pt x="1938562" y="718382"/>
                  </a:lnTo>
                  <a:lnTo>
                    <a:pt x="1939212" y="716224"/>
                  </a:lnTo>
                  <a:lnTo>
                    <a:pt x="1939862" y="714525"/>
                  </a:lnTo>
                  <a:lnTo>
                    <a:pt x="1940511" y="712614"/>
                  </a:lnTo>
                  <a:lnTo>
                    <a:pt x="1941161" y="709882"/>
                  </a:lnTo>
                  <a:lnTo>
                    <a:pt x="1941811" y="706202"/>
                  </a:lnTo>
                  <a:lnTo>
                    <a:pt x="1942461" y="701358"/>
                  </a:lnTo>
                  <a:lnTo>
                    <a:pt x="1943111" y="695293"/>
                  </a:lnTo>
                  <a:lnTo>
                    <a:pt x="1943761" y="687965"/>
                  </a:lnTo>
                  <a:lnTo>
                    <a:pt x="1944411" y="679335"/>
                  </a:lnTo>
                  <a:lnTo>
                    <a:pt x="1945061" y="669541"/>
                  </a:lnTo>
                  <a:lnTo>
                    <a:pt x="1945711" y="658834"/>
                  </a:lnTo>
                  <a:lnTo>
                    <a:pt x="1946361" y="647376"/>
                  </a:lnTo>
                  <a:lnTo>
                    <a:pt x="1947011" y="635358"/>
                  </a:lnTo>
                  <a:lnTo>
                    <a:pt x="1947661" y="622993"/>
                  </a:lnTo>
                  <a:lnTo>
                    <a:pt x="1948311" y="610583"/>
                  </a:lnTo>
                  <a:lnTo>
                    <a:pt x="1948961" y="598438"/>
                  </a:lnTo>
                  <a:lnTo>
                    <a:pt x="1949611" y="586841"/>
                  </a:lnTo>
                  <a:lnTo>
                    <a:pt x="1950260" y="575762"/>
                  </a:lnTo>
                  <a:lnTo>
                    <a:pt x="1950910" y="564902"/>
                  </a:lnTo>
                  <a:lnTo>
                    <a:pt x="1951560" y="554028"/>
                  </a:lnTo>
                  <a:lnTo>
                    <a:pt x="1952210" y="543265"/>
                  </a:lnTo>
                  <a:lnTo>
                    <a:pt x="1952860" y="532681"/>
                  </a:lnTo>
                  <a:lnTo>
                    <a:pt x="1953510" y="522446"/>
                  </a:lnTo>
                  <a:lnTo>
                    <a:pt x="1954160" y="512821"/>
                  </a:lnTo>
                  <a:lnTo>
                    <a:pt x="1954810" y="503861"/>
                  </a:lnTo>
                  <a:lnTo>
                    <a:pt x="1955460" y="495614"/>
                  </a:lnTo>
                  <a:lnTo>
                    <a:pt x="1956110" y="488088"/>
                  </a:lnTo>
                  <a:lnTo>
                    <a:pt x="1956760" y="481357"/>
                  </a:lnTo>
                  <a:lnTo>
                    <a:pt x="1957410" y="475570"/>
                  </a:lnTo>
                  <a:lnTo>
                    <a:pt x="1958060" y="470436"/>
                  </a:lnTo>
                  <a:lnTo>
                    <a:pt x="1958710" y="465967"/>
                  </a:lnTo>
                  <a:lnTo>
                    <a:pt x="1959360" y="462198"/>
                  </a:lnTo>
                  <a:lnTo>
                    <a:pt x="1960010" y="459205"/>
                  </a:lnTo>
                  <a:lnTo>
                    <a:pt x="1960659" y="457258"/>
                  </a:lnTo>
                  <a:lnTo>
                    <a:pt x="1961309" y="456470"/>
                  </a:lnTo>
                  <a:lnTo>
                    <a:pt x="1961959" y="456482"/>
                  </a:lnTo>
                  <a:lnTo>
                    <a:pt x="1962609" y="456977"/>
                  </a:lnTo>
                  <a:lnTo>
                    <a:pt x="1963259" y="457586"/>
                  </a:lnTo>
                  <a:lnTo>
                    <a:pt x="1963909" y="457654"/>
                  </a:lnTo>
                  <a:lnTo>
                    <a:pt x="1964559" y="457042"/>
                  </a:lnTo>
                  <a:lnTo>
                    <a:pt x="1965209" y="455485"/>
                  </a:lnTo>
                  <a:lnTo>
                    <a:pt x="1965859" y="452762"/>
                  </a:lnTo>
                  <a:lnTo>
                    <a:pt x="1966509" y="448849"/>
                  </a:lnTo>
                  <a:lnTo>
                    <a:pt x="1967159" y="443805"/>
                  </a:lnTo>
                  <a:lnTo>
                    <a:pt x="1967809" y="437956"/>
                  </a:lnTo>
                  <a:lnTo>
                    <a:pt x="1968459" y="431389"/>
                  </a:lnTo>
                  <a:lnTo>
                    <a:pt x="1969109" y="424127"/>
                  </a:lnTo>
                  <a:lnTo>
                    <a:pt x="1969759" y="416307"/>
                  </a:lnTo>
                  <a:lnTo>
                    <a:pt x="1970408" y="408117"/>
                  </a:lnTo>
                  <a:lnTo>
                    <a:pt x="1971058" y="399648"/>
                  </a:lnTo>
                  <a:lnTo>
                    <a:pt x="1971708" y="391271"/>
                  </a:lnTo>
                  <a:lnTo>
                    <a:pt x="1972358" y="383357"/>
                  </a:lnTo>
                  <a:lnTo>
                    <a:pt x="1973008" y="376225"/>
                  </a:lnTo>
                  <a:lnTo>
                    <a:pt x="1973658" y="370299"/>
                  </a:lnTo>
                  <a:lnTo>
                    <a:pt x="1974308" y="365512"/>
                  </a:lnTo>
                  <a:lnTo>
                    <a:pt x="1974958" y="361928"/>
                  </a:lnTo>
                  <a:lnTo>
                    <a:pt x="1975608" y="359703"/>
                  </a:lnTo>
                  <a:lnTo>
                    <a:pt x="1976258" y="358755"/>
                  </a:lnTo>
                  <a:lnTo>
                    <a:pt x="1976908" y="358852"/>
                  </a:lnTo>
                  <a:lnTo>
                    <a:pt x="1977558" y="359717"/>
                  </a:lnTo>
                  <a:lnTo>
                    <a:pt x="1978208" y="360979"/>
                  </a:lnTo>
                  <a:lnTo>
                    <a:pt x="1978858" y="362341"/>
                  </a:lnTo>
                  <a:lnTo>
                    <a:pt x="1979508" y="363706"/>
                  </a:lnTo>
                  <a:lnTo>
                    <a:pt x="1980157" y="364875"/>
                  </a:lnTo>
                  <a:lnTo>
                    <a:pt x="1980807" y="365593"/>
                  </a:lnTo>
                  <a:lnTo>
                    <a:pt x="1981457" y="365707"/>
                  </a:lnTo>
                  <a:lnTo>
                    <a:pt x="1982107" y="365289"/>
                  </a:lnTo>
                  <a:lnTo>
                    <a:pt x="1982757" y="364509"/>
                  </a:lnTo>
                  <a:lnTo>
                    <a:pt x="1983407" y="363758"/>
                  </a:lnTo>
                  <a:lnTo>
                    <a:pt x="1984057" y="363342"/>
                  </a:lnTo>
                  <a:lnTo>
                    <a:pt x="1984707" y="363167"/>
                  </a:lnTo>
                  <a:lnTo>
                    <a:pt x="1985357" y="363152"/>
                  </a:lnTo>
                  <a:lnTo>
                    <a:pt x="1986007" y="363205"/>
                  </a:lnTo>
                  <a:lnTo>
                    <a:pt x="1986657" y="363209"/>
                  </a:lnTo>
                  <a:lnTo>
                    <a:pt x="1987307" y="363258"/>
                  </a:lnTo>
                  <a:lnTo>
                    <a:pt x="1987957" y="363489"/>
                  </a:lnTo>
                  <a:lnTo>
                    <a:pt x="1988607" y="364018"/>
                  </a:lnTo>
                  <a:lnTo>
                    <a:pt x="1989257" y="364838"/>
                  </a:lnTo>
                  <a:lnTo>
                    <a:pt x="1989907" y="365844"/>
                  </a:lnTo>
                  <a:lnTo>
                    <a:pt x="1990556" y="367105"/>
                  </a:lnTo>
                  <a:lnTo>
                    <a:pt x="1991206" y="368791"/>
                  </a:lnTo>
                  <a:lnTo>
                    <a:pt x="1991856" y="370590"/>
                  </a:lnTo>
                  <a:lnTo>
                    <a:pt x="1992506" y="372122"/>
                  </a:lnTo>
                  <a:lnTo>
                    <a:pt x="1993156" y="373107"/>
                  </a:lnTo>
                  <a:lnTo>
                    <a:pt x="1993806" y="373465"/>
                  </a:lnTo>
                  <a:lnTo>
                    <a:pt x="1994456" y="373490"/>
                  </a:lnTo>
                  <a:lnTo>
                    <a:pt x="1995106" y="373722"/>
                  </a:lnTo>
                  <a:lnTo>
                    <a:pt x="1995756" y="374279"/>
                  </a:lnTo>
                  <a:lnTo>
                    <a:pt x="1996406" y="375493"/>
                  </a:lnTo>
                  <a:lnTo>
                    <a:pt x="1997056" y="377372"/>
                  </a:lnTo>
                  <a:lnTo>
                    <a:pt x="1997706" y="379966"/>
                  </a:lnTo>
                  <a:lnTo>
                    <a:pt x="1998356" y="383346"/>
                  </a:lnTo>
                  <a:lnTo>
                    <a:pt x="1999006" y="387472"/>
                  </a:lnTo>
                  <a:lnTo>
                    <a:pt x="1999656" y="392200"/>
                  </a:lnTo>
                  <a:lnTo>
                    <a:pt x="2000305" y="397399"/>
                  </a:lnTo>
                  <a:lnTo>
                    <a:pt x="2000955" y="402764"/>
                  </a:lnTo>
                  <a:lnTo>
                    <a:pt x="2001605" y="408405"/>
                  </a:lnTo>
                  <a:lnTo>
                    <a:pt x="2002255" y="414268"/>
                  </a:lnTo>
                  <a:lnTo>
                    <a:pt x="2002905" y="420010"/>
                  </a:lnTo>
                  <a:lnTo>
                    <a:pt x="2003555" y="425480"/>
                  </a:lnTo>
                  <a:lnTo>
                    <a:pt x="2004205" y="430541"/>
                  </a:lnTo>
                  <a:lnTo>
                    <a:pt x="2004855" y="434800"/>
                  </a:lnTo>
                  <a:lnTo>
                    <a:pt x="2005505" y="438238"/>
                  </a:lnTo>
                  <a:lnTo>
                    <a:pt x="2006155" y="440682"/>
                  </a:lnTo>
                  <a:lnTo>
                    <a:pt x="2006805" y="442236"/>
                  </a:lnTo>
                  <a:lnTo>
                    <a:pt x="2007455" y="443073"/>
                  </a:lnTo>
                  <a:lnTo>
                    <a:pt x="2008105" y="443184"/>
                  </a:lnTo>
                  <a:lnTo>
                    <a:pt x="2008755" y="442678"/>
                  </a:lnTo>
                  <a:lnTo>
                    <a:pt x="2009405" y="442038"/>
                  </a:lnTo>
                  <a:lnTo>
                    <a:pt x="2010055" y="441670"/>
                  </a:lnTo>
                  <a:lnTo>
                    <a:pt x="2010704" y="441930"/>
                  </a:lnTo>
                  <a:lnTo>
                    <a:pt x="2011354" y="443034"/>
                  </a:lnTo>
                  <a:lnTo>
                    <a:pt x="2012004" y="445117"/>
                  </a:lnTo>
                  <a:lnTo>
                    <a:pt x="2012654" y="448292"/>
                  </a:lnTo>
                  <a:lnTo>
                    <a:pt x="2013304" y="452462"/>
                  </a:lnTo>
                  <a:lnTo>
                    <a:pt x="2013954" y="457233"/>
                  </a:lnTo>
                  <a:lnTo>
                    <a:pt x="2014604" y="461979"/>
                  </a:lnTo>
                  <a:lnTo>
                    <a:pt x="2015254" y="466279"/>
                  </a:lnTo>
                  <a:lnTo>
                    <a:pt x="2015904" y="469681"/>
                  </a:lnTo>
                  <a:lnTo>
                    <a:pt x="2016554" y="471828"/>
                  </a:lnTo>
                  <a:lnTo>
                    <a:pt x="2017204" y="472699"/>
                  </a:lnTo>
                  <a:lnTo>
                    <a:pt x="2017854" y="472336"/>
                  </a:lnTo>
                  <a:lnTo>
                    <a:pt x="2018504" y="470788"/>
                  </a:lnTo>
                  <a:lnTo>
                    <a:pt x="2019154" y="467991"/>
                  </a:lnTo>
                  <a:lnTo>
                    <a:pt x="2019804" y="463965"/>
                  </a:lnTo>
                  <a:lnTo>
                    <a:pt x="2020453" y="458756"/>
                  </a:lnTo>
                  <a:lnTo>
                    <a:pt x="2021103" y="452388"/>
                  </a:lnTo>
                  <a:lnTo>
                    <a:pt x="2021753" y="445071"/>
                  </a:lnTo>
                  <a:lnTo>
                    <a:pt x="2022403" y="437265"/>
                  </a:lnTo>
                  <a:lnTo>
                    <a:pt x="2023053" y="429290"/>
                  </a:lnTo>
                  <a:lnTo>
                    <a:pt x="2023703" y="421423"/>
                  </a:lnTo>
                  <a:lnTo>
                    <a:pt x="2024353" y="414231"/>
                  </a:lnTo>
                  <a:lnTo>
                    <a:pt x="2025003" y="407911"/>
                  </a:lnTo>
                  <a:lnTo>
                    <a:pt x="2025653" y="402524"/>
                  </a:lnTo>
                  <a:lnTo>
                    <a:pt x="2026303" y="398111"/>
                  </a:lnTo>
                  <a:lnTo>
                    <a:pt x="2026953" y="394231"/>
                  </a:lnTo>
                  <a:lnTo>
                    <a:pt x="2027603" y="390301"/>
                  </a:lnTo>
                  <a:lnTo>
                    <a:pt x="2028253" y="386134"/>
                  </a:lnTo>
                  <a:lnTo>
                    <a:pt x="2028903" y="381477"/>
                  </a:lnTo>
                  <a:lnTo>
                    <a:pt x="2029553" y="376497"/>
                  </a:lnTo>
                  <a:lnTo>
                    <a:pt x="2030203" y="371354"/>
                  </a:lnTo>
                  <a:lnTo>
                    <a:pt x="2030852" y="366002"/>
                  </a:lnTo>
                  <a:lnTo>
                    <a:pt x="2031502" y="360421"/>
                  </a:lnTo>
                  <a:lnTo>
                    <a:pt x="2032152" y="354677"/>
                  </a:lnTo>
                  <a:lnTo>
                    <a:pt x="2032802" y="348891"/>
                  </a:lnTo>
                  <a:lnTo>
                    <a:pt x="2033452" y="343243"/>
                  </a:lnTo>
                  <a:lnTo>
                    <a:pt x="2034102" y="337550"/>
                  </a:lnTo>
                  <a:lnTo>
                    <a:pt x="2034752" y="331920"/>
                  </a:lnTo>
                  <a:lnTo>
                    <a:pt x="2035402" y="326800"/>
                  </a:lnTo>
                  <a:lnTo>
                    <a:pt x="2036052" y="322279"/>
                  </a:lnTo>
                  <a:lnTo>
                    <a:pt x="2036702" y="318481"/>
                  </a:lnTo>
                  <a:lnTo>
                    <a:pt x="2037352" y="315744"/>
                  </a:lnTo>
                  <a:lnTo>
                    <a:pt x="2038002" y="314070"/>
                  </a:lnTo>
                  <a:lnTo>
                    <a:pt x="2038652" y="313564"/>
                  </a:lnTo>
                  <a:lnTo>
                    <a:pt x="2039302" y="313851"/>
                  </a:lnTo>
                  <a:lnTo>
                    <a:pt x="2039952" y="314413"/>
                  </a:lnTo>
                  <a:lnTo>
                    <a:pt x="2040601" y="314984"/>
                  </a:lnTo>
                  <a:lnTo>
                    <a:pt x="2041251" y="315372"/>
                  </a:lnTo>
                  <a:lnTo>
                    <a:pt x="2041901" y="315045"/>
                  </a:lnTo>
                  <a:lnTo>
                    <a:pt x="2042551" y="313666"/>
                  </a:lnTo>
                  <a:lnTo>
                    <a:pt x="2043201" y="311082"/>
                  </a:lnTo>
                  <a:lnTo>
                    <a:pt x="2043851" y="307398"/>
                  </a:lnTo>
                  <a:lnTo>
                    <a:pt x="2044501" y="302655"/>
                  </a:lnTo>
                  <a:lnTo>
                    <a:pt x="2045151" y="296876"/>
                  </a:lnTo>
                  <a:lnTo>
                    <a:pt x="2045801" y="290256"/>
                  </a:lnTo>
                  <a:lnTo>
                    <a:pt x="2046451" y="283128"/>
                  </a:lnTo>
                  <a:lnTo>
                    <a:pt x="2047101" y="275917"/>
                  </a:lnTo>
                  <a:lnTo>
                    <a:pt x="2047751" y="268786"/>
                  </a:lnTo>
                  <a:lnTo>
                    <a:pt x="2048401" y="262098"/>
                  </a:lnTo>
                  <a:lnTo>
                    <a:pt x="2049051" y="256149"/>
                  </a:lnTo>
                  <a:lnTo>
                    <a:pt x="2049701" y="251056"/>
                  </a:lnTo>
                  <a:lnTo>
                    <a:pt x="2050351" y="246937"/>
                  </a:lnTo>
                  <a:lnTo>
                    <a:pt x="2051000" y="243814"/>
                  </a:lnTo>
                  <a:lnTo>
                    <a:pt x="2051650" y="241653"/>
                  </a:lnTo>
                  <a:lnTo>
                    <a:pt x="2052300" y="240354"/>
                  </a:lnTo>
                  <a:lnTo>
                    <a:pt x="2052950" y="239808"/>
                  </a:lnTo>
                  <a:lnTo>
                    <a:pt x="2053600" y="239653"/>
                  </a:lnTo>
                  <a:lnTo>
                    <a:pt x="2054250" y="239619"/>
                  </a:lnTo>
                  <a:lnTo>
                    <a:pt x="2054900" y="239282"/>
                  </a:lnTo>
                  <a:lnTo>
                    <a:pt x="2055550" y="238427"/>
                  </a:lnTo>
                  <a:lnTo>
                    <a:pt x="2056200" y="236821"/>
                  </a:lnTo>
                  <a:lnTo>
                    <a:pt x="2056850" y="234142"/>
                  </a:lnTo>
                  <a:lnTo>
                    <a:pt x="2057500" y="230442"/>
                  </a:lnTo>
                  <a:lnTo>
                    <a:pt x="2058150" y="225721"/>
                  </a:lnTo>
                  <a:lnTo>
                    <a:pt x="2058800" y="219977"/>
                  </a:lnTo>
                  <a:lnTo>
                    <a:pt x="2059450" y="213711"/>
                  </a:lnTo>
                  <a:lnTo>
                    <a:pt x="2060100" y="207293"/>
                  </a:lnTo>
                  <a:lnTo>
                    <a:pt x="2060749" y="201145"/>
                  </a:lnTo>
                  <a:lnTo>
                    <a:pt x="2061399" y="195711"/>
                  </a:lnTo>
                  <a:lnTo>
                    <a:pt x="2062049" y="191069"/>
                  </a:lnTo>
                  <a:lnTo>
                    <a:pt x="2062699" y="187152"/>
                  </a:lnTo>
                  <a:lnTo>
                    <a:pt x="2063349" y="184307"/>
                  </a:lnTo>
                  <a:lnTo>
                    <a:pt x="2063999" y="182734"/>
                  </a:lnTo>
                  <a:lnTo>
                    <a:pt x="2064649" y="182514"/>
                  </a:lnTo>
                  <a:lnTo>
                    <a:pt x="2065299" y="183604"/>
                  </a:lnTo>
                  <a:lnTo>
                    <a:pt x="2065949" y="185868"/>
                  </a:lnTo>
                  <a:lnTo>
                    <a:pt x="2066599" y="189218"/>
                  </a:lnTo>
                  <a:lnTo>
                    <a:pt x="2067249" y="193397"/>
                  </a:lnTo>
                  <a:lnTo>
                    <a:pt x="2067899" y="197896"/>
                  </a:lnTo>
                  <a:lnTo>
                    <a:pt x="2068549" y="202318"/>
                  </a:lnTo>
                  <a:lnTo>
                    <a:pt x="2069199" y="206194"/>
                  </a:lnTo>
                  <a:lnTo>
                    <a:pt x="2069849" y="209210"/>
                  </a:lnTo>
                  <a:lnTo>
                    <a:pt x="2070499" y="211006"/>
                  </a:lnTo>
                  <a:lnTo>
                    <a:pt x="2071148" y="211491"/>
                  </a:lnTo>
                  <a:lnTo>
                    <a:pt x="2071798" y="210894"/>
                  </a:lnTo>
                  <a:lnTo>
                    <a:pt x="2072448" y="209557"/>
                  </a:lnTo>
                  <a:lnTo>
                    <a:pt x="2073098" y="207618"/>
                  </a:lnTo>
                  <a:lnTo>
                    <a:pt x="2073748" y="205159"/>
                  </a:lnTo>
                  <a:lnTo>
                    <a:pt x="2074398" y="202438"/>
                  </a:lnTo>
                  <a:lnTo>
                    <a:pt x="2075048" y="199656"/>
                  </a:lnTo>
                  <a:lnTo>
                    <a:pt x="2075698" y="196958"/>
                  </a:lnTo>
                  <a:lnTo>
                    <a:pt x="2076348" y="194424"/>
                  </a:lnTo>
                  <a:lnTo>
                    <a:pt x="2076998" y="192042"/>
                  </a:lnTo>
                  <a:lnTo>
                    <a:pt x="2077648" y="189907"/>
                  </a:lnTo>
                  <a:lnTo>
                    <a:pt x="2078298" y="188282"/>
                  </a:lnTo>
                  <a:lnTo>
                    <a:pt x="2078948" y="187167"/>
                  </a:lnTo>
                  <a:lnTo>
                    <a:pt x="2079598" y="186394"/>
                  </a:lnTo>
                  <a:lnTo>
                    <a:pt x="2080248" y="185943"/>
                  </a:lnTo>
                  <a:lnTo>
                    <a:pt x="2080897" y="185522"/>
                  </a:lnTo>
                  <a:lnTo>
                    <a:pt x="2081547" y="185079"/>
                  </a:lnTo>
                  <a:lnTo>
                    <a:pt x="2082197" y="184482"/>
                  </a:lnTo>
                  <a:lnTo>
                    <a:pt x="2082847" y="183370"/>
                  </a:lnTo>
                  <a:lnTo>
                    <a:pt x="2083497" y="181756"/>
                  </a:lnTo>
                  <a:lnTo>
                    <a:pt x="2084147" y="179886"/>
                  </a:lnTo>
                  <a:lnTo>
                    <a:pt x="2084797" y="177848"/>
                  </a:lnTo>
                  <a:lnTo>
                    <a:pt x="2085447" y="175737"/>
                  </a:lnTo>
                  <a:lnTo>
                    <a:pt x="2086097" y="173772"/>
                  </a:lnTo>
                  <a:lnTo>
                    <a:pt x="2086747" y="172224"/>
                  </a:lnTo>
                  <a:lnTo>
                    <a:pt x="2087397" y="171483"/>
                  </a:lnTo>
                  <a:lnTo>
                    <a:pt x="2088047" y="171652"/>
                  </a:lnTo>
                  <a:lnTo>
                    <a:pt x="2088697" y="172646"/>
                  </a:lnTo>
                  <a:lnTo>
                    <a:pt x="2089347" y="174540"/>
                  </a:lnTo>
                  <a:lnTo>
                    <a:pt x="2089997" y="177405"/>
                  </a:lnTo>
                  <a:lnTo>
                    <a:pt x="2090647" y="181215"/>
                  </a:lnTo>
                  <a:lnTo>
                    <a:pt x="2091296" y="185861"/>
                  </a:lnTo>
                  <a:lnTo>
                    <a:pt x="2091946" y="191107"/>
                  </a:lnTo>
                  <a:lnTo>
                    <a:pt x="2092596" y="197174"/>
                  </a:lnTo>
                  <a:lnTo>
                    <a:pt x="2093246" y="203935"/>
                  </a:lnTo>
                  <a:lnTo>
                    <a:pt x="2093896" y="211043"/>
                  </a:lnTo>
                  <a:lnTo>
                    <a:pt x="2094546" y="218199"/>
                  </a:lnTo>
                  <a:lnTo>
                    <a:pt x="2095196" y="225243"/>
                  </a:lnTo>
                  <a:lnTo>
                    <a:pt x="2095846" y="231941"/>
                  </a:lnTo>
                  <a:lnTo>
                    <a:pt x="2096496" y="238027"/>
                  </a:lnTo>
                  <a:lnTo>
                    <a:pt x="2097146" y="243142"/>
                  </a:lnTo>
                  <a:lnTo>
                    <a:pt x="2097796" y="246981"/>
                  </a:lnTo>
                  <a:lnTo>
                    <a:pt x="2098446" y="249730"/>
                  </a:lnTo>
                  <a:lnTo>
                    <a:pt x="2099096" y="251513"/>
                  </a:lnTo>
                  <a:lnTo>
                    <a:pt x="2099746" y="252455"/>
                  </a:lnTo>
                  <a:lnTo>
                    <a:pt x="2100396" y="252877"/>
                  </a:lnTo>
                  <a:lnTo>
                    <a:pt x="2101045" y="252936"/>
                  </a:lnTo>
                  <a:lnTo>
                    <a:pt x="2101695" y="252874"/>
                  </a:lnTo>
                  <a:lnTo>
                    <a:pt x="2102345" y="252556"/>
                  </a:lnTo>
                  <a:lnTo>
                    <a:pt x="2102995" y="251943"/>
                  </a:lnTo>
                  <a:lnTo>
                    <a:pt x="2103645" y="250918"/>
                  </a:lnTo>
                  <a:lnTo>
                    <a:pt x="2104295" y="249576"/>
                  </a:lnTo>
                  <a:lnTo>
                    <a:pt x="2104945" y="247993"/>
                  </a:lnTo>
                  <a:lnTo>
                    <a:pt x="2105595" y="246119"/>
                  </a:lnTo>
                  <a:lnTo>
                    <a:pt x="2106245" y="244179"/>
                  </a:lnTo>
                  <a:lnTo>
                    <a:pt x="2106895" y="242291"/>
                  </a:lnTo>
                  <a:lnTo>
                    <a:pt x="2107545" y="240613"/>
                  </a:lnTo>
                  <a:lnTo>
                    <a:pt x="2108195" y="239281"/>
                  </a:lnTo>
                  <a:lnTo>
                    <a:pt x="2108845" y="238295"/>
                  </a:lnTo>
                  <a:lnTo>
                    <a:pt x="2109495" y="237749"/>
                  </a:lnTo>
                  <a:lnTo>
                    <a:pt x="2110145" y="237824"/>
                  </a:lnTo>
                  <a:lnTo>
                    <a:pt x="2110795" y="238424"/>
                  </a:lnTo>
                  <a:lnTo>
                    <a:pt x="2111444" y="239660"/>
                  </a:lnTo>
                  <a:lnTo>
                    <a:pt x="2112094" y="241795"/>
                  </a:lnTo>
                  <a:lnTo>
                    <a:pt x="2112744" y="244936"/>
                  </a:lnTo>
                  <a:lnTo>
                    <a:pt x="2113394" y="249086"/>
                  </a:lnTo>
                  <a:lnTo>
                    <a:pt x="2114044" y="254078"/>
                  </a:lnTo>
                  <a:lnTo>
                    <a:pt x="2114694" y="259909"/>
                  </a:lnTo>
                  <a:lnTo>
                    <a:pt x="2115344" y="266833"/>
                  </a:lnTo>
                  <a:lnTo>
                    <a:pt x="2115994" y="274628"/>
                  </a:lnTo>
                  <a:lnTo>
                    <a:pt x="2116644" y="282992"/>
                  </a:lnTo>
                  <a:lnTo>
                    <a:pt x="2117294" y="291820"/>
                  </a:lnTo>
                  <a:lnTo>
                    <a:pt x="2117944" y="300902"/>
                  </a:lnTo>
                  <a:lnTo>
                    <a:pt x="2118594" y="310311"/>
                  </a:lnTo>
                  <a:lnTo>
                    <a:pt x="2119244" y="319672"/>
                  </a:lnTo>
                  <a:lnTo>
                    <a:pt x="2119894" y="328475"/>
                  </a:lnTo>
                  <a:lnTo>
                    <a:pt x="2120544" y="336657"/>
                  </a:lnTo>
                  <a:lnTo>
                    <a:pt x="2121193" y="344409"/>
                  </a:lnTo>
                  <a:lnTo>
                    <a:pt x="2121843" y="351669"/>
                  </a:lnTo>
                  <a:lnTo>
                    <a:pt x="2122493" y="358422"/>
                  </a:lnTo>
                  <a:lnTo>
                    <a:pt x="2123143" y="364922"/>
                  </a:lnTo>
                  <a:lnTo>
                    <a:pt x="2123793" y="371554"/>
                  </a:lnTo>
                  <a:lnTo>
                    <a:pt x="2124443" y="378471"/>
                  </a:lnTo>
                  <a:lnTo>
                    <a:pt x="2125093" y="385328"/>
                  </a:lnTo>
                  <a:lnTo>
                    <a:pt x="2125743" y="392091"/>
                  </a:lnTo>
                  <a:lnTo>
                    <a:pt x="2126393" y="398956"/>
                  </a:lnTo>
                  <a:lnTo>
                    <a:pt x="2127043" y="406118"/>
                  </a:lnTo>
                  <a:lnTo>
                    <a:pt x="2127693" y="413804"/>
                  </a:lnTo>
                  <a:lnTo>
                    <a:pt x="2128343" y="421742"/>
                  </a:lnTo>
                  <a:lnTo>
                    <a:pt x="2128993" y="430070"/>
                  </a:lnTo>
                  <a:lnTo>
                    <a:pt x="2129643" y="439044"/>
                  </a:lnTo>
                  <a:lnTo>
                    <a:pt x="2130293" y="448846"/>
                  </a:lnTo>
                  <a:lnTo>
                    <a:pt x="2130942" y="459139"/>
                  </a:lnTo>
                  <a:lnTo>
                    <a:pt x="2131592" y="469782"/>
                  </a:lnTo>
                  <a:lnTo>
                    <a:pt x="2132242" y="480715"/>
                  </a:lnTo>
                  <a:lnTo>
                    <a:pt x="2132892" y="491796"/>
                  </a:lnTo>
                  <a:lnTo>
                    <a:pt x="2133542" y="503056"/>
                  </a:lnTo>
                  <a:lnTo>
                    <a:pt x="2134192" y="514490"/>
                  </a:lnTo>
                  <a:lnTo>
                    <a:pt x="2134842" y="526289"/>
                  </a:lnTo>
                  <a:lnTo>
                    <a:pt x="2135492" y="538869"/>
                  </a:lnTo>
                  <a:lnTo>
                    <a:pt x="2136142" y="552363"/>
                  </a:lnTo>
                  <a:lnTo>
                    <a:pt x="2136792" y="566683"/>
                  </a:lnTo>
                  <a:lnTo>
                    <a:pt x="2137442" y="581698"/>
                  </a:lnTo>
                  <a:lnTo>
                    <a:pt x="2138092" y="597696"/>
                  </a:lnTo>
                  <a:lnTo>
                    <a:pt x="2138742" y="614588"/>
                  </a:lnTo>
                  <a:lnTo>
                    <a:pt x="2139392" y="632490"/>
                  </a:lnTo>
                  <a:lnTo>
                    <a:pt x="2140042" y="651379"/>
                  </a:lnTo>
                  <a:lnTo>
                    <a:pt x="2140692" y="671076"/>
                  </a:lnTo>
                  <a:lnTo>
                    <a:pt x="2141341" y="691576"/>
                  </a:lnTo>
                  <a:lnTo>
                    <a:pt x="2141991" y="712564"/>
                  </a:lnTo>
                  <a:lnTo>
                    <a:pt x="2142641" y="733510"/>
                  </a:lnTo>
                  <a:lnTo>
                    <a:pt x="2143291" y="753947"/>
                  </a:lnTo>
                  <a:lnTo>
                    <a:pt x="2143941" y="773463"/>
                  </a:lnTo>
                  <a:lnTo>
                    <a:pt x="2144591" y="791471"/>
                  </a:lnTo>
                  <a:lnTo>
                    <a:pt x="2145241" y="807660"/>
                  </a:lnTo>
                  <a:lnTo>
                    <a:pt x="2145891" y="822061"/>
                  </a:lnTo>
                  <a:lnTo>
                    <a:pt x="2146541" y="834782"/>
                  </a:lnTo>
                  <a:lnTo>
                    <a:pt x="2147191" y="845538"/>
                  </a:lnTo>
                  <a:lnTo>
                    <a:pt x="2147841" y="853983"/>
                  </a:lnTo>
                  <a:lnTo>
                    <a:pt x="2148491" y="860442"/>
                  </a:lnTo>
                  <a:lnTo>
                    <a:pt x="2149141" y="864909"/>
                  </a:lnTo>
                  <a:lnTo>
                    <a:pt x="2149791" y="867162"/>
                  </a:lnTo>
                  <a:lnTo>
                    <a:pt x="2150441" y="867437"/>
                  </a:lnTo>
                  <a:lnTo>
                    <a:pt x="2151090" y="865307"/>
                  </a:lnTo>
                  <a:lnTo>
                    <a:pt x="2151740" y="861471"/>
                  </a:lnTo>
                  <a:lnTo>
                    <a:pt x="2152390" y="856371"/>
                  </a:lnTo>
                  <a:lnTo>
                    <a:pt x="2153040" y="849725"/>
                  </a:lnTo>
                  <a:lnTo>
                    <a:pt x="2153690" y="841111"/>
                  </a:lnTo>
                  <a:lnTo>
                    <a:pt x="2154340" y="831044"/>
                  </a:lnTo>
                  <a:lnTo>
                    <a:pt x="2154990" y="819414"/>
                  </a:lnTo>
                  <a:lnTo>
                    <a:pt x="2155640" y="806131"/>
                  </a:lnTo>
                  <a:lnTo>
                    <a:pt x="2156290" y="791016"/>
                  </a:lnTo>
                  <a:lnTo>
                    <a:pt x="2156940" y="774463"/>
                  </a:lnTo>
                  <a:lnTo>
                    <a:pt x="2157590" y="756889"/>
                  </a:lnTo>
                  <a:lnTo>
                    <a:pt x="2158240" y="738407"/>
                  </a:lnTo>
                  <a:lnTo>
                    <a:pt x="2158890" y="718894"/>
                  </a:lnTo>
                  <a:lnTo>
                    <a:pt x="2159540" y="698271"/>
                  </a:lnTo>
                  <a:lnTo>
                    <a:pt x="2160190" y="676547"/>
                  </a:lnTo>
                  <a:lnTo>
                    <a:pt x="2160840" y="653943"/>
                  </a:lnTo>
                  <a:lnTo>
                    <a:pt x="2161489" y="630338"/>
                  </a:lnTo>
                  <a:lnTo>
                    <a:pt x="2162139" y="606020"/>
                  </a:lnTo>
                  <a:lnTo>
                    <a:pt x="2162789" y="581379"/>
                  </a:lnTo>
                  <a:lnTo>
                    <a:pt x="2163439" y="556854"/>
                  </a:lnTo>
                  <a:lnTo>
                    <a:pt x="2164089" y="532618"/>
                  </a:lnTo>
                  <a:lnTo>
                    <a:pt x="2164739" y="508981"/>
                  </a:lnTo>
                  <a:lnTo>
                    <a:pt x="2165389" y="486233"/>
                  </a:lnTo>
                  <a:lnTo>
                    <a:pt x="2166039" y="464413"/>
                  </a:lnTo>
                  <a:lnTo>
                    <a:pt x="2166689" y="443223"/>
                  </a:lnTo>
                  <a:lnTo>
                    <a:pt x="2167339" y="422651"/>
                  </a:lnTo>
                  <a:lnTo>
                    <a:pt x="2167989" y="402550"/>
                  </a:lnTo>
                  <a:lnTo>
                    <a:pt x="2168639" y="383025"/>
                  </a:lnTo>
                  <a:lnTo>
                    <a:pt x="2169289" y="364304"/>
                  </a:lnTo>
                  <a:lnTo>
                    <a:pt x="2169939" y="346393"/>
                  </a:lnTo>
                  <a:lnTo>
                    <a:pt x="2170589" y="329500"/>
                  </a:lnTo>
                  <a:lnTo>
                    <a:pt x="2171238" y="313903"/>
                  </a:lnTo>
                  <a:lnTo>
                    <a:pt x="2171888" y="299504"/>
                  </a:lnTo>
                  <a:lnTo>
                    <a:pt x="2172538" y="286310"/>
                  </a:lnTo>
                  <a:lnTo>
                    <a:pt x="2173188" y="274416"/>
                  </a:lnTo>
                  <a:lnTo>
                    <a:pt x="2173838" y="263716"/>
                  </a:lnTo>
                  <a:lnTo>
                    <a:pt x="2174488" y="254116"/>
                  </a:lnTo>
                  <a:lnTo>
                    <a:pt x="2175138" y="245477"/>
                  </a:lnTo>
                  <a:lnTo>
                    <a:pt x="2175788" y="237724"/>
                  </a:lnTo>
                  <a:lnTo>
                    <a:pt x="2176438" y="230932"/>
                  </a:lnTo>
                  <a:lnTo>
                    <a:pt x="2177088" y="225084"/>
                  </a:lnTo>
                  <a:lnTo>
                    <a:pt x="2177738" y="220097"/>
                  </a:lnTo>
                  <a:lnTo>
                    <a:pt x="2178388" y="215829"/>
                  </a:lnTo>
                  <a:lnTo>
                    <a:pt x="2179038" y="212087"/>
                  </a:lnTo>
                  <a:lnTo>
                    <a:pt x="2179688" y="208884"/>
                  </a:lnTo>
                  <a:lnTo>
                    <a:pt x="2180338" y="206080"/>
                  </a:lnTo>
                  <a:lnTo>
                    <a:pt x="2180988" y="203391"/>
                  </a:lnTo>
                  <a:lnTo>
                    <a:pt x="2181637" y="200637"/>
                  </a:lnTo>
                  <a:lnTo>
                    <a:pt x="2182287" y="197657"/>
                  </a:lnTo>
                  <a:lnTo>
                    <a:pt x="2182937" y="194215"/>
                  </a:lnTo>
                  <a:lnTo>
                    <a:pt x="2183587" y="190379"/>
                  </a:lnTo>
                  <a:lnTo>
                    <a:pt x="2184237" y="186132"/>
                  </a:lnTo>
                  <a:lnTo>
                    <a:pt x="2184887" y="181493"/>
                  </a:lnTo>
                  <a:lnTo>
                    <a:pt x="2185537" y="176499"/>
                  </a:lnTo>
                  <a:lnTo>
                    <a:pt x="2186187" y="171278"/>
                  </a:lnTo>
                  <a:lnTo>
                    <a:pt x="2186837" y="165929"/>
                  </a:lnTo>
                  <a:lnTo>
                    <a:pt x="2187487" y="160593"/>
                  </a:lnTo>
                  <a:lnTo>
                    <a:pt x="2188137" y="155363"/>
                  </a:lnTo>
                  <a:lnTo>
                    <a:pt x="2188787" y="150307"/>
                  </a:lnTo>
                  <a:lnTo>
                    <a:pt x="2189437" y="145392"/>
                  </a:lnTo>
                  <a:lnTo>
                    <a:pt x="2190087" y="140734"/>
                  </a:lnTo>
                  <a:lnTo>
                    <a:pt x="2190737" y="136510"/>
                  </a:lnTo>
                  <a:lnTo>
                    <a:pt x="2191386" y="132937"/>
                  </a:lnTo>
                  <a:lnTo>
                    <a:pt x="2192036" y="130266"/>
                  </a:lnTo>
                  <a:lnTo>
                    <a:pt x="2192686" y="128708"/>
                  </a:lnTo>
                  <a:lnTo>
                    <a:pt x="2193336" y="128281"/>
                  </a:lnTo>
                  <a:lnTo>
                    <a:pt x="2193986" y="128807"/>
                  </a:lnTo>
                  <a:lnTo>
                    <a:pt x="2194636" y="130145"/>
                  </a:lnTo>
                  <a:lnTo>
                    <a:pt x="2195286" y="132229"/>
                  </a:lnTo>
                  <a:lnTo>
                    <a:pt x="2195936" y="134789"/>
                  </a:lnTo>
                  <a:lnTo>
                    <a:pt x="2196586" y="137465"/>
                  </a:lnTo>
                  <a:lnTo>
                    <a:pt x="2197236" y="140010"/>
                  </a:lnTo>
                  <a:lnTo>
                    <a:pt x="2197886" y="142136"/>
                  </a:lnTo>
                  <a:lnTo>
                    <a:pt x="2198536" y="143859"/>
                  </a:lnTo>
                  <a:lnTo>
                    <a:pt x="2199186" y="145180"/>
                  </a:lnTo>
                  <a:lnTo>
                    <a:pt x="2199836" y="145876"/>
                  </a:lnTo>
                  <a:lnTo>
                    <a:pt x="2200486" y="145925"/>
                  </a:lnTo>
                  <a:lnTo>
                    <a:pt x="2201136" y="145308"/>
                  </a:lnTo>
                  <a:lnTo>
                    <a:pt x="2201785" y="143716"/>
                  </a:lnTo>
                  <a:lnTo>
                    <a:pt x="2202435" y="140975"/>
                  </a:lnTo>
                  <a:lnTo>
                    <a:pt x="2203085" y="136910"/>
                  </a:lnTo>
                  <a:lnTo>
                    <a:pt x="2203735" y="131626"/>
                  </a:lnTo>
                  <a:lnTo>
                    <a:pt x="2204385" y="125216"/>
                  </a:lnTo>
                  <a:lnTo>
                    <a:pt x="2205035" y="117720"/>
                  </a:lnTo>
                  <a:lnTo>
                    <a:pt x="2205685" y="109344"/>
                  </a:lnTo>
                  <a:lnTo>
                    <a:pt x="2206335" y="100289"/>
                  </a:lnTo>
                  <a:lnTo>
                    <a:pt x="2206985" y="90852"/>
                  </a:lnTo>
                  <a:lnTo>
                    <a:pt x="2207635" y="81319"/>
                  </a:lnTo>
                  <a:lnTo>
                    <a:pt x="2208285" y="71713"/>
                  </a:lnTo>
                  <a:lnTo>
                    <a:pt x="2208935" y="62170"/>
                  </a:lnTo>
                  <a:lnTo>
                    <a:pt x="2209585" y="52922"/>
                  </a:lnTo>
                  <a:lnTo>
                    <a:pt x="2210235" y="43914"/>
                  </a:lnTo>
                  <a:lnTo>
                    <a:pt x="2210885" y="35234"/>
                  </a:lnTo>
                  <a:lnTo>
                    <a:pt x="2211534" y="27032"/>
                  </a:lnTo>
                  <a:lnTo>
                    <a:pt x="2212184" y="19434"/>
                  </a:lnTo>
                  <a:lnTo>
                    <a:pt x="2212834" y="12567"/>
                  </a:lnTo>
                  <a:lnTo>
                    <a:pt x="2213484" y="6488"/>
                  </a:lnTo>
                  <a:lnTo>
                    <a:pt x="2214134" y="1328"/>
                  </a:lnTo>
                  <a:lnTo>
                    <a:pt x="2214348" y="0"/>
                  </a:lnTo>
                  <a:lnTo>
                    <a:pt x="2218330" y="0"/>
                  </a:lnTo>
                  <a:lnTo>
                    <a:pt x="2218684" y="2488"/>
                  </a:lnTo>
                  <a:lnTo>
                    <a:pt x="2219334" y="8307"/>
                  </a:lnTo>
                  <a:lnTo>
                    <a:pt x="2219984" y="15279"/>
                  </a:lnTo>
                  <a:lnTo>
                    <a:pt x="2220634" y="23225"/>
                  </a:lnTo>
                  <a:lnTo>
                    <a:pt x="2221284" y="32048"/>
                  </a:lnTo>
                  <a:lnTo>
                    <a:pt x="2221933" y="41544"/>
                  </a:lnTo>
                  <a:lnTo>
                    <a:pt x="2222583" y="51463"/>
                  </a:lnTo>
                  <a:lnTo>
                    <a:pt x="2223233" y="61504"/>
                  </a:lnTo>
                  <a:lnTo>
                    <a:pt x="2223883" y="71365"/>
                  </a:lnTo>
                  <a:lnTo>
                    <a:pt x="2224533" y="80658"/>
                  </a:lnTo>
                  <a:lnTo>
                    <a:pt x="2225183" y="89027"/>
                  </a:lnTo>
                  <a:lnTo>
                    <a:pt x="2225833" y="96292"/>
                  </a:lnTo>
                  <a:lnTo>
                    <a:pt x="2226483" y="102560"/>
                  </a:lnTo>
                  <a:lnTo>
                    <a:pt x="2227133" y="107830"/>
                  </a:lnTo>
                  <a:lnTo>
                    <a:pt x="2227783" y="112077"/>
                  </a:lnTo>
                  <a:lnTo>
                    <a:pt x="2228433" y="115540"/>
                  </a:lnTo>
                  <a:lnTo>
                    <a:pt x="2229083" y="118709"/>
                  </a:lnTo>
                  <a:lnTo>
                    <a:pt x="2229733" y="121759"/>
                  </a:lnTo>
                  <a:lnTo>
                    <a:pt x="2230383" y="124853"/>
                  </a:lnTo>
                  <a:lnTo>
                    <a:pt x="2231033" y="128050"/>
                  </a:lnTo>
                  <a:lnTo>
                    <a:pt x="2231682" y="131627"/>
                  </a:lnTo>
                  <a:lnTo>
                    <a:pt x="2232332" y="135871"/>
                  </a:lnTo>
                  <a:lnTo>
                    <a:pt x="2232982" y="141032"/>
                  </a:lnTo>
                  <a:lnTo>
                    <a:pt x="2233632" y="147171"/>
                  </a:lnTo>
                  <a:lnTo>
                    <a:pt x="2234282" y="154631"/>
                  </a:lnTo>
                  <a:lnTo>
                    <a:pt x="2234932" y="163656"/>
                  </a:lnTo>
                  <a:lnTo>
                    <a:pt x="2235582" y="174298"/>
                  </a:lnTo>
                  <a:lnTo>
                    <a:pt x="2236232" y="186259"/>
                  </a:lnTo>
                  <a:lnTo>
                    <a:pt x="2236882" y="199544"/>
                  </a:lnTo>
                  <a:lnTo>
                    <a:pt x="2237532" y="214098"/>
                  </a:lnTo>
                  <a:lnTo>
                    <a:pt x="2238182" y="229573"/>
                  </a:lnTo>
                  <a:lnTo>
                    <a:pt x="2238832" y="245784"/>
                  </a:lnTo>
                  <a:lnTo>
                    <a:pt x="2239482" y="262623"/>
                  </a:lnTo>
                  <a:lnTo>
                    <a:pt x="2240132" y="280055"/>
                  </a:lnTo>
                  <a:lnTo>
                    <a:pt x="2240782" y="298252"/>
                  </a:lnTo>
                  <a:lnTo>
                    <a:pt x="2241432" y="317046"/>
                  </a:lnTo>
                  <a:lnTo>
                    <a:pt x="2242081" y="336256"/>
                  </a:lnTo>
                  <a:lnTo>
                    <a:pt x="2242731" y="356008"/>
                  </a:lnTo>
                  <a:lnTo>
                    <a:pt x="2243381" y="376371"/>
                  </a:lnTo>
                  <a:lnTo>
                    <a:pt x="2244031" y="397205"/>
                  </a:lnTo>
                  <a:lnTo>
                    <a:pt x="2244681" y="418299"/>
                  </a:lnTo>
                  <a:lnTo>
                    <a:pt x="2245331" y="439497"/>
                  </a:lnTo>
                  <a:lnTo>
                    <a:pt x="2245981" y="460862"/>
                  </a:lnTo>
                  <a:lnTo>
                    <a:pt x="2246631" y="482186"/>
                  </a:lnTo>
                  <a:lnTo>
                    <a:pt x="2247281" y="503109"/>
                  </a:lnTo>
                  <a:lnTo>
                    <a:pt x="2247931" y="523405"/>
                  </a:lnTo>
                  <a:lnTo>
                    <a:pt x="2248581" y="542497"/>
                  </a:lnTo>
                  <a:lnTo>
                    <a:pt x="2249231" y="559998"/>
                  </a:lnTo>
                  <a:lnTo>
                    <a:pt x="2249881" y="575377"/>
                  </a:lnTo>
                  <a:lnTo>
                    <a:pt x="2250531" y="587979"/>
                  </a:lnTo>
                  <a:lnTo>
                    <a:pt x="2251181" y="597355"/>
                  </a:lnTo>
                  <a:lnTo>
                    <a:pt x="2251830" y="603702"/>
                  </a:lnTo>
                  <a:lnTo>
                    <a:pt x="2252480" y="606962"/>
                  </a:lnTo>
                  <a:lnTo>
                    <a:pt x="2253130" y="607203"/>
                  </a:lnTo>
                  <a:lnTo>
                    <a:pt x="2253780" y="604459"/>
                  </a:lnTo>
                  <a:lnTo>
                    <a:pt x="2254430" y="599333"/>
                  </a:lnTo>
                  <a:lnTo>
                    <a:pt x="2255080" y="592241"/>
                  </a:lnTo>
                  <a:lnTo>
                    <a:pt x="2255730" y="583804"/>
                  </a:lnTo>
                  <a:lnTo>
                    <a:pt x="2256380" y="574443"/>
                  </a:lnTo>
                  <a:lnTo>
                    <a:pt x="2257030" y="564736"/>
                  </a:lnTo>
                  <a:lnTo>
                    <a:pt x="2257680" y="555358"/>
                  </a:lnTo>
                  <a:lnTo>
                    <a:pt x="2258330" y="546616"/>
                  </a:lnTo>
                  <a:lnTo>
                    <a:pt x="2258980" y="538738"/>
                  </a:lnTo>
                  <a:lnTo>
                    <a:pt x="2259630" y="532103"/>
                  </a:lnTo>
                  <a:lnTo>
                    <a:pt x="2260280" y="526904"/>
                  </a:lnTo>
                  <a:lnTo>
                    <a:pt x="2260930" y="523428"/>
                  </a:lnTo>
                  <a:lnTo>
                    <a:pt x="2261580" y="521269"/>
                  </a:lnTo>
                  <a:lnTo>
                    <a:pt x="2262229" y="520081"/>
                  </a:lnTo>
                  <a:lnTo>
                    <a:pt x="2262879" y="520011"/>
                  </a:lnTo>
                  <a:lnTo>
                    <a:pt x="2263529" y="521003"/>
                  </a:lnTo>
                  <a:lnTo>
                    <a:pt x="2264179" y="522801"/>
                  </a:lnTo>
                  <a:lnTo>
                    <a:pt x="2264829" y="525441"/>
                  </a:lnTo>
                  <a:lnTo>
                    <a:pt x="2265479" y="528474"/>
                  </a:lnTo>
                  <a:lnTo>
                    <a:pt x="2266129" y="531742"/>
                  </a:lnTo>
                  <a:lnTo>
                    <a:pt x="2266779" y="535125"/>
                  </a:lnTo>
                  <a:lnTo>
                    <a:pt x="2267429" y="538428"/>
                  </a:lnTo>
                  <a:lnTo>
                    <a:pt x="2268079" y="541740"/>
                  </a:lnTo>
                  <a:lnTo>
                    <a:pt x="2268729" y="545125"/>
                  </a:lnTo>
                  <a:lnTo>
                    <a:pt x="2269379" y="548392"/>
                  </a:lnTo>
                  <a:lnTo>
                    <a:pt x="2270029" y="551535"/>
                  </a:lnTo>
                  <a:lnTo>
                    <a:pt x="2270679" y="554509"/>
                  </a:lnTo>
                  <a:lnTo>
                    <a:pt x="2271329" y="557378"/>
                  </a:lnTo>
                  <a:lnTo>
                    <a:pt x="2271978" y="560183"/>
                  </a:lnTo>
                  <a:lnTo>
                    <a:pt x="2272628" y="562537"/>
                  </a:lnTo>
                  <a:lnTo>
                    <a:pt x="2273278" y="564352"/>
                  </a:lnTo>
                  <a:lnTo>
                    <a:pt x="2273928" y="565494"/>
                  </a:lnTo>
                  <a:lnTo>
                    <a:pt x="2274578" y="565555"/>
                  </a:lnTo>
                  <a:lnTo>
                    <a:pt x="2275228" y="564386"/>
                  </a:lnTo>
                  <a:lnTo>
                    <a:pt x="2275878" y="561925"/>
                  </a:lnTo>
                  <a:lnTo>
                    <a:pt x="2276528" y="558216"/>
                  </a:lnTo>
                  <a:lnTo>
                    <a:pt x="2277178" y="553194"/>
                  </a:lnTo>
                  <a:lnTo>
                    <a:pt x="2277828" y="546854"/>
                  </a:lnTo>
                  <a:lnTo>
                    <a:pt x="2278478" y="539207"/>
                  </a:lnTo>
                  <a:lnTo>
                    <a:pt x="2279128" y="530401"/>
                  </a:lnTo>
                  <a:lnTo>
                    <a:pt x="2279778" y="520611"/>
                  </a:lnTo>
                  <a:lnTo>
                    <a:pt x="2280428" y="509899"/>
                  </a:lnTo>
                  <a:lnTo>
                    <a:pt x="2281078" y="498377"/>
                  </a:lnTo>
                  <a:lnTo>
                    <a:pt x="2281727" y="486584"/>
                  </a:lnTo>
                  <a:lnTo>
                    <a:pt x="2282377" y="475201"/>
                  </a:lnTo>
                  <a:lnTo>
                    <a:pt x="2283027" y="464731"/>
                  </a:lnTo>
                  <a:lnTo>
                    <a:pt x="2283677" y="455634"/>
                  </a:lnTo>
                  <a:lnTo>
                    <a:pt x="2284327" y="448209"/>
                  </a:lnTo>
                  <a:lnTo>
                    <a:pt x="2284977" y="442834"/>
                  </a:lnTo>
                  <a:lnTo>
                    <a:pt x="2285627" y="439767"/>
                  </a:lnTo>
                  <a:lnTo>
                    <a:pt x="2286277" y="439019"/>
                  </a:lnTo>
                  <a:lnTo>
                    <a:pt x="2286927" y="440478"/>
                  </a:lnTo>
                  <a:lnTo>
                    <a:pt x="2287577" y="444008"/>
                  </a:lnTo>
                  <a:lnTo>
                    <a:pt x="2288227" y="449509"/>
                  </a:lnTo>
                  <a:lnTo>
                    <a:pt x="2288877" y="456984"/>
                  </a:lnTo>
                  <a:lnTo>
                    <a:pt x="2289527" y="466378"/>
                  </a:lnTo>
                  <a:lnTo>
                    <a:pt x="2290177" y="477486"/>
                  </a:lnTo>
                  <a:lnTo>
                    <a:pt x="2290827" y="490437"/>
                  </a:lnTo>
                  <a:lnTo>
                    <a:pt x="2291477" y="504928"/>
                  </a:lnTo>
                  <a:lnTo>
                    <a:pt x="2292126" y="520526"/>
                  </a:lnTo>
                  <a:lnTo>
                    <a:pt x="2292776" y="536749"/>
                  </a:lnTo>
                  <a:lnTo>
                    <a:pt x="2293426" y="552810"/>
                  </a:lnTo>
                  <a:lnTo>
                    <a:pt x="2294076" y="568477"/>
                  </a:lnTo>
                  <a:lnTo>
                    <a:pt x="2294726" y="583641"/>
                  </a:lnTo>
                  <a:lnTo>
                    <a:pt x="2295376" y="597769"/>
                  </a:lnTo>
                  <a:lnTo>
                    <a:pt x="2296026" y="610779"/>
                  </a:lnTo>
                  <a:lnTo>
                    <a:pt x="2296676" y="622651"/>
                  </a:lnTo>
                  <a:lnTo>
                    <a:pt x="2297326" y="633342"/>
                  </a:lnTo>
                  <a:lnTo>
                    <a:pt x="2297976" y="643174"/>
                  </a:lnTo>
                  <a:lnTo>
                    <a:pt x="2298626" y="652149"/>
                  </a:lnTo>
                  <a:lnTo>
                    <a:pt x="2299276" y="660127"/>
                  </a:lnTo>
                  <a:lnTo>
                    <a:pt x="2299926" y="667449"/>
                  </a:lnTo>
                  <a:lnTo>
                    <a:pt x="2300576" y="674082"/>
                  </a:lnTo>
                  <a:lnTo>
                    <a:pt x="2301226" y="680122"/>
                  </a:lnTo>
                  <a:lnTo>
                    <a:pt x="2301875" y="685693"/>
                  </a:lnTo>
                  <a:lnTo>
                    <a:pt x="2302525" y="691073"/>
                  </a:lnTo>
                  <a:lnTo>
                    <a:pt x="2303175" y="696745"/>
                  </a:lnTo>
                  <a:lnTo>
                    <a:pt x="2303825" y="702802"/>
                  </a:lnTo>
                  <a:lnTo>
                    <a:pt x="2304475" y="709160"/>
                  </a:lnTo>
                  <a:lnTo>
                    <a:pt x="2305125" y="716127"/>
                  </a:lnTo>
                  <a:lnTo>
                    <a:pt x="2305775" y="723555"/>
                  </a:lnTo>
                  <a:lnTo>
                    <a:pt x="2306425" y="731491"/>
                  </a:lnTo>
                  <a:lnTo>
                    <a:pt x="2307075" y="740198"/>
                  </a:lnTo>
                  <a:lnTo>
                    <a:pt x="2307725" y="749779"/>
                  </a:lnTo>
                  <a:lnTo>
                    <a:pt x="2308375" y="760315"/>
                  </a:lnTo>
                  <a:lnTo>
                    <a:pt x="2309025" y="771990"/>
                  </a:lnTo>
                  <a:lnTo>
                    <a:pt x="2309675" y="784865"/>
                  </a:lnTo>
                  <a:lnTo>
                    <a:pt x="2310325" y="799255"/>
                  </a:lnTo>
                  <a:lnTo>
                    <a:pt x="2310975" y="815447"/>
                  </a:lnTo>
                  <a:lnTo>
                    <a:pt x="2311625" y="833639"/>
                  </a:lnTo>
                  <a:lnTo>
                    <a:pt x="2312274" y="853943"/>
                  </a:lnTo>
                  <a:lnTo>
                    <a:pt x="2312924" y="876648"/>
                  </a:lnTo>
                  <a:lnTo>
                    <a:pt x="2313574" y="901981"/>
                  </a:lnTo>
                  <a:lnTo>
                    <a:pt x="2314224" y="929467"/>
                  </a:lnTo>
                  <a:lnTo>
                    <a:pt x="2314874" y="958181"/>
                  </a:lnTo>
                  <a:lnTo>
                    <a:pt x="2315524" y="987746"/>
                  </a:lnTo>
                  <a:lnTo>
                    <a:pt x="2316174" y="1017445"/>
                  </a:lnTo>
                  <a:lnTo>
                    <a:pt x="2316824" y="1046146"/>
                  </a:lnTo>
                  <a:lnTo>
                    <a:pt x="2317474" y="1072280"/>
                  </a:lnTo>
                  <a:lnTo>
                    <a:pt x="2318124" y="1094211"/>
                  </a:lnTo>
                  <a:lnTo>
                    <a:pt x="2318774" y="1111486"/>
                  </a:lnTo>
                  <a:lnTo>
                    <a:pt x="2319424" y="1123738"/>
                  </a:lnTo>
                  <a:lnTo>
                    <a:pt x="2320074" y="1130065"/>
                  </a:lnTo>
                  <a:lnTo>
                    <a:pt x="2320724" y="1129940"/>
                  </a:lnTo>
                  <a:lnTo>
                    <a:pt x="2321374" y="1123408"/>
                  </a:lnTo>
                  <a:lnTo>
                    <a:pt x="2322023" y="1110235"/>
                  </a:lnTo>
                  <a:lnTo>
                    <a:pt x="2322673" y="1090934"/>
                  </a:lnTo>
                  <a:lnTo>
                    <a:pt x="2323323" y="1066120"/>
                  </a:lnTo>
                  <a:lnTo>
                    <a:pt x="2323973" y="1037165"/>
                  </a:lnTo>
                  <a:lnTo>
                    <a:pt x="2324623" y="1005777"/>
                  </a:lnTo>
                  <a:lnTo>
                    <a:pt x="2325273" y="972904"/>
                  </a:lnTo>
                  <a:lnTo>
                    <a:pt x="2325923" y="939671"/>
                  </a:lnTo>
                  <a:lnTo>
                    <a:pt x="2326573" y="906958"/>
                  </a:lnTo>
                  <a:lnTo>
                    <a:pt x="2327223" y="875536"/>
                  </a:lnTo>
                  <a:lnTo>
                    <a:pt x="2327873" y="846373"/>
                  </a:lnTo>
                  <a:lnTo>
                    <a:pt x="2328523" y="819219"/>
                  </a:lnTo>
                  <a:lnTo>
                    <a:pt x="2329173" y="793901"/>
                  </a:lnTo>
                  <a:lnTo>
                    <a:pt x="2329823" y="770469"/>
                  </a:lnTo>
                  <a:lnTo>
                    <a:pt x="2330473" y="748896"/>
                  </a:lnTo>
                  <a:lnTo>
                    <a:pt x="2331123" y="729215"/>
                  </a:lnTo>
                  <a:lnTo>
                    <a:pt x="2331773" y="711572"/>
                  </a:lnTo>
                  <a:lnTo>
                    <a:pt x="2332422" y="695325"/>
                  </a:lnTo>
                  <a:lnTo>
                    <a:pt x="2333072" y="680228"/>
                  </a:lnTo>
                  <a:lnTo>
                    <a:pt x="2333722" y="666267"/>
                  </a:lnTo>
                  <a:lnTo>
                    <a:pt x="2334372" y="653496"/>
                  </a:lnTo>
                  <a:lnTo>
                    <a:pt x="2335022" y="641531"/>
                  </a:lnTo>
                  <a:lnTo>
                    <a:pt x="2335672" y="630226"/>
                  </a:lnTo>
                  <a:lnTo>
                    <a:pt x="2336322" y="619569"/>
                  </a:lnTo>
                  <a:lnTo>
                    <a:pt x="2336972" y="609562"/>
                  </a:lnTo>
                  <a:lnTo>
                    <a:pt x="2337622" y="600108"/>
                  </a:lnTo>
                  <a:lnTo>
                    <a:pt x="2338272" y="591362"/>
                  </a:lnTo>
                  <a:lnTo>
                    <a:pt x="2338922" y="583415"/>
                  </a:lnTo>
                  <a:lnTo>
                    <a:pt x="2339572" y="576418"/>
                  </a:lnTo>
                  <a:lnTo>
                    <a:pt x="2340222" y="570401"/>
                  </a:lnTo>
                  <a:lnTo>
                    <a:pt x="2340872" y="565186"/>
                  </a:lnTo>
                  <a:lnTo>
                    <a:pt x="2341522" y="560615"/>
                  </a:lnTo>
                  <a:lnTo>
                    <a:pt x="2342171" y="556909"/>
                  </a:lnTo>
                  <a:lnTo>
                    <a:pt x="2342821" y="554051"/>
                  </a:lnTo>
                  <a:lnTo>
                    <a:pt x="2343471" y="552028"/>
                  </a:lnTo>
                  <a:lnTo>
                    <a:pt x="2344121" y="550668"/>
                  </a:lnTo>
                  <a:lnTo>
                    <a:pt x="2344771" y="550127"/>
                  </a:lnTo>
                  <a:lnTo>
                    <a:pt x="2345421" y="550379"/>
                  </a:lnTo>
                  <a:lnTo>
                    <a:pt x="2346071" y="551402"/>
                  </a:lnTo>
                  <a:lnTo>
                    <a:pt x="2346721" y="553197"/>
                  </a:lnTo>
                  <a:lnTo>
                    <a:pt x="2347371" y="555819"/>
                  </a:lnTo>
                  <a:lnTo>
                    <a:pt x="2348021" y="559083"/>
                  </a:lnTo>
                  <a:lnTo>
                    <a:pt x="2348671" y="562988"/>
                  </a:lnTo>
                  <a:lnTo>
                    <a:pt x="2349321" y="567556"/>
                  </a:lnTo>
                  <a:lnTo>
                    <a:pt x="2349971" y="572896"/>
                  </a:lnTo>
                  <a:lnTo>
                    <a:pt x="2350621" y="579382"/>
                  </a:lnTo>
                  <a:lnTo>
                    <a:pt x="2351271" y="587092"/>
                  </a:lnTo>
                  <a:lnTo>
                    <a:pt x="2351921" y="596115"/>
                  </a:lnTo>
                  <a:lnTo>
                    <a:pt x="2352570" y="606792"/>
                  </a:lnTo>
                  <a:lnTo>
                    <a:pt x="2353220" y="619071"/>
                  </a:lnTo>
                  <a:lnTo>
                    <a:pt x="2353870" y="632928"/>
                  </a:lnTo>
                  <a:lnTo>
                    <a:pt x="2354520" y="648413"/>
                  </a:lnTo>
                  <a:lnTo>
                    <a:pt x="2355170" y="665278"/>
                  </a:lnTo>
                  <a:lnTo>
                    <a:pt x="2355820" y="683374"/>
                  </a:lnTo>
                  <a:lnTo>
                    <a:pt x="2356470" y="702692"/>
                  </a:lnTo>
                  <a:lnTo>
                    <a:pt x="2357120" y="722839"/>
                  </a:lnTo>
                  <a:lnTo>
                    <a:pt x="2357770" y="743848"/>
                  </a:lnTo>
                  <a:lnTo>
                    <a:pt x="2358420" y="765533"/>
                  </a:lnTo>
                  <a:lnTo>
                    <a:pt x="2359070" y="787579"/>
                  </a:lnTo>
                  <a:lnTo>
                    <a:pt x="2359720" y="809677"/>
                  </a:lnTo>
                  <a:lnTo>
                    <a:pt x="2360370" y="830749"/>
                  </a:lnTo>
                  <a:lnTo>
                    <a:pt x="2361020" y="849918"/>
                  </a:lnTo>
                  <a:lnTo>
                    <a:pt x="2361670" y="866691"/>
                  </a:lnTo>
                  <a:lnTo>
                    <a:pt x="2362319" y="880025"/>
                  </a:lnTo>
                  <a:lnTo>
                    <a:pt x="2362969" y="889195"/>
                  </a:lnTo>
                  <a:lnTo>
                    <a:pt x="2363619" y="894026"/>
                  </a:lnTo>
                  <a:lnTo>
                    <a:pt x="2364269" y="894602"/>
                  </a:lnTo>
                  <a:lnTo>
                    <a:pt x="2364919" y="891627"/>
                  </a:lnTo>
                  <a:lnTo>
                    <a:pt x="2365569" y="885735"/>
                  </a:lnTo>
                  <a:lnTo>
                    <a:pt x="2366219" y="876633"/>
                  </a:lnTo>
                  <a:lnTo>
                    <a:pt x="2366869" y="864978"/>
                  </a:lnTo>
                  <a:lnTo>
                    <a:pt x="2367519" y="851860"/>
                  </a:lnTo>
                  <a:lnTo>
                    <a:pt x="2368169" y="837684"/>
                  </a:lnTo>
                  <a:lnTo>
                    <a:pt x="2368819" y="822499"/>
                  </a:lnTo>
                  <a:lnTo>
                    <a:pt x="2369469" y="806266"/>
                  </a:lnTo>
                  <a:lnTo>
                    <a:pt x="2370119" y="789454"/>
                  </a:lnTo>
                  <a:lnTo>
                    <a:pt x="2370769" y="772701"/>
                  </a:lnTo>
                  <a:lnTo>
                    <a:pt x="2371419" y="755941"/>
                  </a:lnTo>
                  <a:lnTo>
                    <a:pt x="2372069" y="739272"/>
                  </a:lnTo>
                  <a:lnTo>
                    <a:pt x="2372718" y="723227"/>
                  </a:lnTo>
                  <a:lnTo>
                    <a:pt x="2373368" y="708032"/>
                  </a:lnTo>
                  <a:lnTo>
                    <a:pt x="2374018" y="693611"/>
                  </a:lnTo>
                  <a:lnTo>
                    <a:pt x="2374668" y="679884"/>
                  </a:lnTo>
                  <a:lnTo>
                    <a:pt x="2375318" y="666638"/>
                  </a:lnTo>
                  <a:lnTo>
                    <a:pt x="2375968" y="654182"/>
                  </a:lnTo>
                  <a:lnTo>
                    <a:pt x="2376618" y="642570"/>
                  </a:lnTo>
                  <a:lnTo>
                    <a:pt x="2377268" y="631209"/>
                  </a:lnTo>
                  <a:lnTo>
                    <a:pt x="2377918" y="619845"/>
                  </a:lnTo>
                  <a:lnTo>
                    <a:pt x="2378568" y="608681"/>
                  </a:lnTo>
                  <a:lnTo>
                    <a:pt x="2379218" y="597776"/>
                  </a:lnTo>
                  <a:lnTo>
                    <a:pt x="2379868" y="587142"/>
                  </a:lnTo>
                  <a:lnTo>
                    <a:pt x="2380518" y="576704"/>
                  </a:lnTo>
                  <a:lnTo>
                    <a:pt x="2381168" y="566366"/>
                  </a:lnTo>
                  <a:lnTo>
                    <a:pt x="2381818" y="556025"/>
                  </a:lnTo>
                  <a:lnTo>
                    <a:pt x="2382467" y="545481"/>
                  </a:lnTo>
                  <a:lnTo>
                    <a:pt x="2383117" y="534394"/>
                  </a:lnTo>
                  <a:lnTo>
                    <a:pt x="2383767" y="522752"/>
                  </a:lnTo>
                  <a:lnTo>
                    <a:pt x="2384417" y="510668"/>
                  </a:lnTo>
                  <a:lnTo>
                    <a:pt x="2385067" y="498281"/>
                  </a:lnTo>
                  <a:lnTo>
                    <a:pt x="2385717" y="485892"/>
                  </a:lnTo>
                  <a:lnTo>
                    <a:pt x="2386367" y="473591"/>
                  </a:lnTo>
                  <a:lnTo>
                    <a:pt x="2387017" y="461651"/>
                  </a:lnTo>
                  <a:lnTo>
                    <a:pt x="2387667" y="450509"/>
                  </a:lnTo>
                  <a:lnTo>
                    <a:pt x="2388317" y="440269"/>
                  </a:lnTo>
                  <a:lnTo>
                    <a:pt x="2388967" y="430844"/>
                  </a:lnTo>
                  <a:lnTo>
                    <a:pt x="2389617" y="422146"/>
                  </a:lnTo>
                  <a:lnTo>
                    <a:pt x="2390267" y="414079"/>
                  </a:lnTo>
                  <a:lnTo>
                    <a:pt x="2390917" y="406762"/>
                  </a:lnTo>
                  <a:lnTo>
                    <a:pt x="2391567" y="400206"/>
                  </a:lnTo>
                  <a:lnTo>
                    <a:pt x="2392217" y="394246"/>
                  </a:lnTo>
                  <a:lnTo>
                    <a:pt x="2392866" y="389104"/>
                  </a:lnTo>
                  <a:lnTo>
                    <a:pt x="2393516" y="385034"/>
                  </a:lnTo>
                  <a:lnTo>
                    <a:pt x="2394166" y="382053"/>
                  </a:lnTo>
                  <a:lnTo>
                    <a:pt x="2394816" y="380361"/>
                  </a:lnTo>
                  <a:lnTo>
                    <a:pt x="2395466" y="379965"/>
                  </a:lnTo>
                  <a:lnTo>
                    <a:pt x="2396116" y="380790"/>
                  </a:lnTo>
                  <a:lnTo>
                    <a:pt x="2396766" y="382638"/>
                  </a:lnTo>
                  <a:lnTo>
                    <a:pt x="2397416" y="385231"/>
                  </a:lnTo>
                  <a:lnTo>
                    <a:pt x="2398066" y="388243"/>
                  </a:lnTo>
                  <a:lnTo>
                    <a:pt x="2398716" y="391828"/>
                  </a:lnTo>
                  <a:lnTo>
                    <a:pt x="2399366" y="395880"/>
                  </a:lnTo>
                  <a:lnTo>
                    <a:pt x="2400016" y="400127"/>
                  </a:lnTo>
                  <a:lnTo>
                    <a:pt x="2400666" y="404474"/>
                  </a:lnTo>
                  <a:lnTo>
                    <a:pt x="2401316" y="409170"/>
                  </a:lnTo>
                  <a:lnTo>
                    <a:pt x="2401966" y="414548"/>
                  </a:lnTo>
                  <a:lnTo>
                    <a:pt x="2402615" y="420629"/>
                  </a:lnTo>
                  <a:lnTo>
                    <a:pt x="2403265" y="427234"/>
                  </a:lnTo>
                  <a:lnTo>
                    <a:pt x="2403915" y="434259"/>
                  </a:lnTo>
                  <a:lnTo>
                    <a:pt x="2404565" y="441471"/>
                  </a:lnTo>
                  <a:lnTo>
                    <a:pt x="2405215" y="448477"/>
                  </a:lnTo>
                  <a:lnTo>
                    <a:pt x="2405865" y="454915"/>
                  </a:lnTo>
                  <a:lnTo>
                    <a:pt x="2406515" y="460604"/>
                  </a:lnTo>
                  <a:lnTo>
                    <a:pt x="2407165" y="465299"/>
                  </a:lnTo>
                  <a:lnTo>
                    <a:pt x="2407815" y="469092"/>
                  </a:lnTo>
                  <a:lnTo>
                    <a:pt x="2408465" y="471699"/>
                  </a:lnTo>
                  <a:lnTo>
                    <a:pt x="2409115" y="473162"/>
                  </a:lnTo>
                  <a:lnTo>
                    <a:pt x="2409765" y="474143"/>
                  </a:lnTo>
                  <a:lnTo>
                    <a:pt x="2410415" y="474709"/>
                  </a:lnTo>
                  <a:lnTo>
                    <a:pt x="2411065" y="474581"/>
                  </a:lnTo>
                  <a:lnTo>
                    <a:pt x="2411715" y="473608"/>
                  </a:lnTo>
                  <a:lnTo>
                    <a:pt x="2412364" y="471427"/>
                  </a:lnTo>
                  <a:lnTo>
                    <a:pt x="2413014" y="468088"/>
                  </a:lnTo>
                  <a:lnTo>
                    <a:pt x="2413664" y="463715"/>
                  </a:lnTo>
                  <a:lnTo>
                    <a:pt x="2414314" y="457911"/>
                  </a:lnTo>
                  <a:lnTo>
                    <a:pt x="2414964" y="450793"/>
                  </a:lnTo>
                  <a:lnTo>
                    <a:pt x="2415614" y="443040"/>
                  </a:lnTo>
                  <a:lnTo>
                    <a:pt x="2416264" y="435032"/>
                  </a:lnTo>
                  <a:lnTo>
                    <a:pt x="2416914" y="426951"/>
                  </a:lnTo>
                  <a:lnTo>
                    <a:pt x="2417564" y="418868"/>
                  </a:lnTo>
                  <a:lnTo>
                    <a:pt x="2418214" y="410862"/>
                  </a:lnTo>
                  <a:lnTo>
                    <a:pt x="2418864" y="403142"/>
                  </a:lnTo>
                  <a:lnTo>
                    <a:pt x="2419514" y="395533"/>
                  </a:lnTo>
                  <a:lnTo>
                    <a:pt x="2420164" y="387829"/>
                  </a:lnTo>
                  <a:lnTo>
                    <a:pt x="2420814" y="379956"/>
                  </a:lnTo>
                  <a:lnTo>
                    <a:pt x="2421464" y="372108"/>
                  </a:lnTo>
                  <a:lnTo>
                    <a:pt x="2422114" y="364638"/>
                  </a:lnTo>
                  <a:lnTo>
                    <a:pt x="2422763" y="357501"/>
                  </a:lnTo>
                  <a:lnTo>
                    <a:pt x="2423413" y="350657"/>
                  </a:lnTo>
                  <a:lnTo>
                    <a:pt x="2424063" y="344592"/>
                  </a:lnTo>
                  <a:lnTo>
                    <a:pt x="2424713" y="339641"/>
                  </a:lnTo>
                  <a:lnTo>
                    <a:pt x="2425363" y="335662"/>
                  </a:lnTo>
                  <a:lnTo>
                    <a:pt x="2426013" y="332586"/>
                  </a:lnTo>
                  <a:lnTo>
                    <a:pt x="2426663" y="330431"/>
                  </a:lnTo>
                  <a:lnTo>
                    <a:pt x="2427313" y="329177"/>
                  </a:lnTo>
                  <a:lnTo>
                    <a:pt x="2427963" y="328910"/>
                  </a:lnTo>
                  <a:lnTo>
                    <a:pt x="2428613" y="329468"/>
                  </a:lnTo>
                  <a:lnTo>
                    <a:pt x="2429263" y="330678"/>
                  </a:lnTo>
                  <a:lnTo>
                    <a:pt x="2429913" y="332721"/>
                  </a:lnTo>
                  <a:lnTo>
                    <a:pt x="2430563" y="335757"/>
                  </a:lnTo>
                  <a:lnTo>
                    <a:pt x="2431213" y="339519"/>
                  </a:lnTo>
                  <a:lnTo>
                    <a:pt x="2431863" y="343675"/>
                  </a:lnTo>
                  <a:lnTo>
                    <a:pt x="2432512" y="348153"/>
                  </a:lnTo>
                  <a:lnTo>
                    <a:pt x="2433162" y="352812"/>
                  </a:lnTo>
                  <a:lnTo>
                    <a:pt x="2433812" y="357427"/>
                  </a:lnTo>
                  <a:lnTo>
                    <a:pt x="2434462" y="361644"/>
                  </a:lnTo>
                  <a:lnTo>
                    <a:pt x="2435112" y="365193"/>
                  </a:lnTo>
                  <a:lnTo>
                    <a:pt x="2435762" y="368011"/>
                  </a:lnTo>
                  <a:lnTo>
                    <a:pt x="2436412" y="370314"/>
                  </a:lnTo>
                  <a:lnTo>
                    <a:pt x="2437062" y="372150"/>
                  </a:lnTo>
                  <a:lnTo>
                    <a:pt x="2437712" y="373405"/>
                  </a:lnTo>
                  <a:lnTo>
                    <a:pt x="2438362" y="374207"/>
                  </a:lnTo>
                  <a:lnTo>
                    <a:pt x="2439012" y="374686"/>
                  </a:lnTo>
                  <a:lnTo>
                    <a:pt x="2439662" y="374804"/>
                  </a:lnTo>
                  <a:lnTo>
                    <a:pt x="2440312" y="374239"/>
                  </a:lnTo>
                  <a:lnTo>
                    <a:pt x="2440962" y="372928"/>
                  </a:lnTo>
                  <a:lnTo>
                    <a:pt x="2441612" y="371023"/>
                  </a:lnTo>
                  <a:lnTo>
                    <a:pt x="2442262" y="368180"/>
                  </a:lnTo>
                  <a:lnTo>
                    <a:pt x="2442911" y="364603"/>
                  </a:lnTo>
                  <a:lnTo>
                    <a:pt x="2443561" y="360267"/>
                  </a:lnTo>
                  <a:lnTo>
                    <a:pt x="2444211" y="355343"/>
                  </a:lnTo>
                  <a:lnTo>
                    <a:pt x="2444861" y="350219"/>
                  </a:lnTo>
                  <a:lnTo>
                    <a:pt x="2445511" y="344734"/>
                  </a:lnTo>
                  <a:lnTo>
                    <a:pt x="2446161" y="338620"/>
                  </a:lnTo>
                  <a:lnTo>
                    <a:pt x="2446811" y="332437"/>
                  </a:lnTo>
                  <a:lnTo>
                    <a:pt x="2447461" y="326383"/>
                  </a:lnTo>
                  <a:lnTo>
                    <a:pt x="2448111" y="320182"/>
                  </a:lnTo>
                  <a:lnTo>
                    <a:pt x="2448761" y="313774"/>
                  </a:lnTo>
                  <a:lnTo>
                    <a:pt x="2449411" y="307257"/>
                  </a:lnTo>
                  <a:lnTo>
                    <a:pt x="2450061" y="300989"/>
                  </a:lnTo>
                  <a:lnTo>
                    <a:pt x="2450711" y="295090"/>
                  </a:lnTo>
                  <a:lnTo>
                    <a:pt x="2451361" y="289500"/>
                  </a:lnTo>
                  <a:lnTo>
                    <a:pt x="2452011" y="284368"/>
                  </a:lnTo>
                  <a:lnTo>
                    <a:pt x="2452660" y="279581"/>
                  </a:lnTo>
                  <a:lnTo>
                    <a:pt x="2453310" y="275083"/>
                  </a:lnTo>
                  <a:lnTo>
                    <a:pt x="2453960" y="270618"/>
                  </a:lnTo>
                  <a:lnTo>
                    <a:pt x="2454610" y="266005"/>
                  </a:lnTo>
                  <a:lnTo>
                    <a:pt x="2455260" y="261618"/>
                  </a:lnTo>
                  <a:lnTo>
                    <a:pt x="2455910" y="257493"/>
                  </a:lnTo>
                  <a:lnTo>
                    <a:pt x="2456560" y="253088"/>
                  </a:lnTo>
                  <a:lnTo>
                    <a:pt x="2457210" y="248300"/>
                  </a:lnTo>
                  <a:lnTo>
                    <a:pt x="2457860" y="243362"/>
                  </a:lnTo>
                  <a:lnTo>
                    <a:pt x="2458510" y="238130"/>
                  </a:lnTo>
                  <a:lnTo>
                    <a:pt x="2459160" y="232301"/>
                  </a:lnTo>
                  <a:lnTo>
                    <a:pt x="2459810" y="225488"/>
                  </a:lnTo>
                  <a:lnTo>
                    <a:pt x="2460460" y="217518"/>
                  </a:lnTo>
                  <a:lnTo>
                    <a:pt x="2461110" y="208596"/>
                  </a:lnTo>
                  <a:lnTo>
                    <a:pt x="2461760" y="198944"/>
                  </a:lnTo>
                  <a:lnTo>
                    <a:pt x="2462410" y="188762"/>
                  </a:lnTo>
                  <a:lnTo>
                    <a:pt x="2463059" y="178232"/>
                  </a:lnTo>
                  <a:lnTo>
                    <a:pt x="2463709" y="167523"/>
                  </a:lnTo>
                  <a:lnTo>
                    <a:pt x="2464359" y="156647"/>
                  </a:lnTo>
                  <a:lnTo>
                    <a:pt x="2465009" y="145453"/>
                  </a:lnTo>
                  <a:lnTo>
                    <a:pt x="2465659" y="134088"/>
                  </a:lnTo>
                  <a:lnTo>
                    <a:pt x="2466309" y="122666"/>
                  </a:lnTo>
                  <a:lnTo>
                    <a:pt x="2466959" y="111090"/>
                  </a:lnTo>
                  <a:lnTo>
                    <a:pt x="2467609" y="99498"/>
                  </a:lnTo>
                  <a:lnTo>
                    <a:pt x="2468259" y="88067"/>
                  </a:lnTo>
                  <a:lnTo>
                    <a:pt x="2468909" y="77057"/>
                  </a:lnTo>
                  <a:lnTo>
                    <a:pt x="2469559" y="66875"/>
                  </a:lnTo>
                  <a:lnTo>
                    <a:pt x="2470209" y="57721"/>
                  </a:lnTo>
                  <a:lnTo>
                    <a:pt x="2470859" y="49567"/>
                  </a:lnTo>
                  <a:lnTo>
                    <a:pt x="2471509" y="42405"/>
                  </a:lnTo>
                  <a:lnTo>
                    <a:pt x="2472159" y="36191"/>
                  </a:lnTo>
                  <a:lnTo>
                    <a:pt x="2472808" y="31034"/>
                  </a:lnTo>
                  <a:lnTo>
                    <a:pt x="2473458" y="27017"/>
                  </a:lnTo>
                  <a:lnTo>
                    <a:pt x="2474108" y="24033"/>
                  </a:lnTo>
                  <a:lnTo>
                    <a:pt x="2474758" y="22060"/>
                  </a:lnTo>
                  <a:lnTo>
                    <a:pt x="2475408" y="21007"/>
                  </a:lnTo>
                  <a:lnTo>
                    <a:pt x="2476058" y="20943"/>
                  </a:lnTo>
                  <a:lnTo>
                    <a:pt x="2476708" y="21893"/>
                  </a:lnTo>
                  <a:lnTo>
                    <a:pt x="2477358" y="23744"/>
                  </a:lnTo>
                  <a:lnTo>
                    <a:pt x="2478008" y="26553"/>
                  </a:lnTo>
                  <a:lnTo>
                    <a:pt x="2478658" y="30455"/>
                  </a:lnTo>
                  <a:lnTo>
                    <a:pt x="2479308" y="35359"/>
                  </a:lnTo>
                  <a:lnTo>
                    <a:pt x="2479958" y="41287"/>
                  </a:lnTo>
                  <a:lnTo>
                    <a:pt x="2480608" y="48203"/>
                  </a:lnTo>
                  <a:lnTo>
                    <a:pt x="2481258" y="55972"/>
                  </a:lnTo>
                  <a:lnTo>
                    <a:pt x="2481908" y="64392"/>
                  </a:lnTo>
                  <a:lnTo>
                    <a:pt x="2482558" y="73256"/>
                  </a:lnTo>
                  <a:lnTo>
                    <a:pt x="2483207" y="82313"/>
                  </a:lnTo>
                  <a:lnTo>
                    <a:pt x="2483857" y="91508"/>
                  </a:lnTo>
                  <a:lnTo>
                    <a:pt x="2484507" y="100729"/>
                  </a:lnTo>
                  <a:lnTo>
                    <a:pt x="2485157" y="109961"/>
                  </a:lnTo>
                  <a:lnTo>
                    <a:pt x="2485807" y="119223"/>
                  </a:lnTo>
                  <a:lnTo>
                    <a:pt x="2486457" y="128607"/>
                  </a:lnTo>
                  <a:lnTo>
                    <a:pt x="2487107" y="138006"/>
                  </a:lnTo>
                  <a:lnTo>
                    <a:pt x="2487757" y="147135"/>
                  </a:lnTo>
                  <a:lnTo>
                    <a:pt x="2488407" y="155830"/>
                  </a:lnTo>
                  <a:lnTo>
                    <a:pt x="2489057" y="164121"/>
                  </a:lnTo>
                  <a:lnTo>
                    <a:pt x="2489707" y="171879"/>
                  </a:lnTo>
                  <a:lnTo>
                    <a:pt x="2490357" y="179083"/>
                  </a:lnTo>
                  <a:lnTo>
                    <a:pt x="2491007" y="185973"/>
                  </a:lnTo>
                  <a:lnTo>
                    <a:pt x="2491657" y="192874"/>
                  </a:lnTo>
                  <a:lnTo>
                    <a:pt x="2492307" y="200038"/>
                  </a:lnTo>
                  <a:lnTo>
                    <a:pt x="2492956" y="207706"/>
                  </a:lnTo>
                  <a:lnTo>
                    <a:pt x="2493606" y="215885"/>
                  </a:lnTo>
                  <a:lnTo>
                    <a:pt x="2494256" y="224657"/>
                  </a:lnTo>
                  <a:lnTo>
                    <a:pt x="2494906" y="233896"/>
                  </a:lnTo>
                  <a:lnTo>
                    <a:pt x="2495556" y="243459"/>
                  </a:lnTo>
                  <a:lnTo>
                    <a:pt x="2496206" y="253449"/>
                  </a:lnTo>
                  <a:lnTo>
                    <a:pt x="2496856" y="264117"/>
                  </a:lnTo>
                  <a:lnTo>
                    <a:pt x="2497506" y="275808"/>
                  </a:lnTo>
                  <a:lnTo>
                    <a:pt x="2498156" y="288418"/>
                  </a:lnTo>
                  <a:lnTo>
                    <a:pt x="2498806" y="301728"/>
                  </a:lnTo>
                  <a:lnTo>
                    <a:pt x="2499456" y="315959"/>
                  </a:lnTo>
                  <a:lnTo>
                    <a:pt x="2500106" y="330950"/>
                  </a:lnTo>
                  <a:lnTo>
                    <a:pt x="2500756" y="346276"/>
                  </a:lnTo>
                  <a:lnTo>
                    <a:pt x="2501406" y="361463"/>
                  </a:lnTo>
                  <a:lnTo>
                    <a:pt x="2502056" y="375906"/>
                  </a:lnTo>
                  <a:lnTo>
                    <a:pt x="2502706" y="389335"/>
                  </a:lnTo>
                  <a:lnTo>
                    <a:pt x="2503355" y="401781"/>
                  </a:lnTo>
                  <a:lnTo>
                    <a:pt x="2504005" y="413152"/>
                  </a:lnTo>
                  <a:lnTo>
                    <a:pt x="2504655" y="423510"/>
                  </a:lnTo>
                  <a:lnTo>
                    <a:pt x="2505305" y="432836"/>
                  </a:lnTo>
                  <a:lnTo>
                    <a:pt x="2505955" y="441090"/>
                  </a:lnTo>
                  <a:lnTo>
                    <a:pt x="2506605" y="448226"/>
                  </a:lnTo>
                  <a:lnTo>
                    <a:pt x="2507255" y="454400"/>
                  </a:lnTo>
                  <a:lnTo>
                    <a:pt x="2507905" y="459794"/>
                  </a:lnTo>
                  <a:lnTo>
                    <a:pt x="2508555" y="464541"/>
                  </a:lnTo>
                  <a:lnTo>
                    <a:pt x="2509205" y="468395"/>
                  </a:lnTo>
                  <a:lnTo>
                    <a:pt x="2509855" y="471376"/>
                  </a:lnTo>
                  <a:lnTo>
                    <a:pt x="2510505" y="473681"/>
                  </a:lnTo>
                  <a:lnTo>
                    <a:pt x="2511155" y="475334"/>
                  </a:lnTo>
                  <a:lnTo>
                    <a:pt x="2511805" y="476326"/>
                  </a:lnTo>
                  <a:lnTo>
                    <a:pt x="2512455" y="476536"/>
                  </a:lnTo>
                  <a:lnTo>
                    <a:pt x="2513104" y="476165"/>
                  </a:lnTo>
                  <a:lnTo>
                    <a:pt x="2513754" y="475598"/>
                  </a:lnTo>
                  <a:lnTo>
                    <a:pt x="2514404" y="475220"/>
                  </a:lnTo>
                  <a:lnTo>
                    <a:pt x="2515054" y="474988"/>
                  </a:lnTo>
                  <a:lnTo>
                    <a:pt x="2515704" y="474744"/>
                  </a:lnTo>
                  <a:lnTo>
                    <a:pt x="2516354" y="474440"/>
                  </a:lnTo>
                  <a:lnTo>
                    <a:pt x="2517004" y="473993"/>
                  </a:lnTo>
                  <a:lnTo>
                    <a:pt x="2517654" y="473271"/>
                  </a:lnTo>
                  <a:lnTo>
                    <a:pt x="2518304" y="472204"/>
                  </a:lnTo>
                  <a:lnTo>
                    <a:pt x="2518954" y="470894"/>
                  </a:lnTo>
                  <a:lnTo>
                    <a:pt x="2519604" y="469567"/>
                  </a:lnTo>
                  <a:lnTo>
                    <a:pt x="2520254" y="468543"/>
                  </a:lnTo>
                  <a:lnTo>
                    <a:pt x="2520904" y="467976"/>
                  </a:lnTo>
                  <a:lnTo>
                    <a:pt x="2521554" y="468050"/>
                  </a:lnTo>
                  <a:lnTo>
                    <a:pt x="2522204" y="469045"/>
                  </a:lnTo>
                  <a:lnTo>
                    <a:pt x="2522854" y="470744"/>
                  </a:lnTo>
                  <a:lnTo>
                    <a:pt x="2523503" y="472834"/>
                  </a:lnTo>
                  <a:lnTo>
                    <a:pt x="2524153" y="474963"/>
                  </a:lnTo>
                  <a:lnTo>
                    <a:pt x="2524803" y="476962"/>
                  </a:lnTo>
                  <a:lnTo>
                    <a:pt x="2525453" y="478914"/>
                  </a:lnTo>
                  <a:lnTo>
                    <a:pt x="2526103" y="480778"/>
                  </a:lnTo>
                  <a:lnTo>
                    <a:pt x="2526753" y="482436"/>
                  </a:lnTo>
                  <a:lnTo>
                    <a:pt x="2527403" y="483995"/>
                  </a:lnTo>
                  <a:lnTo>
                    <a:pt x="2528053" y="485617"/>
                  </a:lnTo>
                  <a:lnTo>
                    <a:pt x="2528703" y="487277"/>
                  </a:lnTo>
                  <a:lnTo>
                    <a:pt x="2529353" y="489115"/>
                  </a:lnTo>
                  <a:lnTo>
                    <a:pt x="2530003" y="490948"/>
                  </a:lnTo>
                  <a:lnTo>
                    <a:pt x="2530653" y="492898"/>
                  </a:lnTo>
                  <a:lnTo>
                    <a:pt x="2531303" y="495134"/>
                  </a:lnTo>
                  <a:lnTo>
                    <a:pt x="2531953" y="497526"/>
                  </a:lnTo>
                  <a:lnTo>
                    <a:pt x="2532603" y="500186"/>
                  </a:lnTo>
                  <a:lnTo>
                    <a:pt x="2533252" y="503200"/>
                  </a:lnTo>
                  <a:lnTo>
                    <a:pt x="2533902" y="506519"/>
                  </a:lnTo>
                  <a:lnTo>
                    <a:pt x="2534552" y="510305"/>
                  </a:lnTo>
                  <a:lnTo>
                    <a:pt x="2535202" y="514525"/>
                  </a:lnTo>
                  <a:lnTo>
                    <a:pt x="2535852" y="519126"/>
                  </a:lnTo>
                  <a:lnTo>
                    <a:pt x="2536502" y="524085"/>
                  </a:lnTo>
                  <a:lnTo>
                    <a:pt x="2537152" y="529388"/>
                  </a:lnTo>
                  <a:lnTo>
                    <a:pt x="2537802" y="534851"/>
                  </a:lnTo>
                  <a:lnTo>
                    <a:pt x="2538452" y="540121"/>
                  </a:lnTo>
                  <a:lnTo>
                    <a:pt x="2539102" y="544922"/>
                  </a:lnTo>
                  <a:lnTo>
                    <a:pt x="2539752" y="549060"/>
                  </a:lnTo>
                  <a:lnTo>
                    <a:pt x="2540402" y="552371"/>
                  </a:lnTo>
                  <a:lnTo>
                    <a:pt x="2541052" y="554834"/>
                  </a:lnTo>
                  <a:lnTo>
                    <a:pt x="2541702" y="556444"/>
                  </a:lnTo>
                  <a:lnTo>
                    <a:pt x="2542352" y="557419"/>
                  </a:lnTo>
                  <a:lnTo>
                    <a:pt x="2543002" y="558078"/>
                  </a:lnTo>
                  <a:lnTo>
                    <a:pt x="2543651" y="558785"/>
                  </a:lnTo>
                  <a:lnTo>
                    <a:pt x="2544301" y="559519"/>
                  </a:lnTo>
                  <a:lnTo>
                    <a:pt x="2544951" y="560363"/>
                  </a:lnTo>
                  <a:lnTo>
                    <a:pt x="2545601" y="561108"/>
                  </a:lnTo>
                  <a:lnTo>
                    <a:pt x="2546251" y="561339"/>
                  </a:lnTo>
                  <a:lnTo>
                    <a:pt x="2546901" y="560601"/>
                  </a:lnTo>
                  <a:lnTo>
                    <a:pt x="2547551" y="558627"/>
                  </a:lnTo>
                  <a:lnTo>
                    <a:pt x="2548201" y="555738"/>
                  </a:lnTo>
                  <a:lnTo>
                    <a:pt x="2548851" y="552075"/>
                  </a:lnTo>
                  <a:lnTo>
                    <a:pt x="2549501" y="547646"/>
                  </a:lnTo>
                  <a:lnTo>
                    <a:pt x="2550151" y="542600"/>
                  </a:lnTo>
                  <a:lnTo>
                    <a:pt x="2550801" y="537244"/>
                  </a:lnTo>
                  <a:lnTo>
                    <a:pt x="2551451" y="531851"/>
                  </a:lnTo>
                  <a:lnTo>
                    <a:pt x="2552101" y="526460"/>
                  </a:lnTo>
                  <a:lnTo>
                    <a:pt x="2552751" y="520836"/>
                  </a:lnTo>
                  <a:lnTo>
                    <a:pt x="2553400" y="515189"/>
                  </a:lnTo>
                  <a:lnTo>
                    <a:pt x="2554050" y="509852"/>
                  </a:lnTo>
                  <a:lnTo>
                    <a:pt x="2554700" y="504676"/>
                  </a:lnTo>
                  <a:lnTo>
                    <a:pt x="2555350" y="499803"/>
                  </a:lnTo>
                  <a:lnTo>
                    <a:pt x="2556000" y="495528"/>
                  </a:lnTo>
                  <a:lnTo>
                    <a:pt x="2556650" y="492352"/>
                  </a:lnTo>
                  <a:lnTo>
                    <a:pt x="2557300" y="490840"/>
                  </a:lnTo>
                  <a:lnTo>
                    <a:pt x="2557950" y="490957"/>
                  </a:lnTo>
                  <a:lnTo>
                    <a:pt x="2558600" y="492633"/>
                  </a:lnTo>
                  <a:lnTo>
                    <a:pt x="2559250" y="495928"/>
                  </a:lnTo>
                  <a:lnTo>
                    <a:pt x="2559900" y="500848"/>
                  </a:lnTo>
                  <a:lnTo>
                    <a:pt x="2560550" y="507068"/>
                  </a:lnTo>
                  <a:lnTo>
                    <a:pt x="2561200" y="514380"/>
                  </a:lnTo>
                  <a:lnTo>
                    <a:pt x="2561850" y="522365"/>
                  </a:lnTo>
                  <a:lnTo>
                    <a:pt x="2562500" y="530789"/>
                  </a:lnTo>
                  <a:lnTo>
                    <a:pt x="2563149" y="539228"/>
                  </a:lnTo>
                  <a:lnTo>
                    <a:pt x="2563799" y="547319"/>
                  </a:lnTo>
                  <a:lnTo>
                    <a:pt x="2564449" y="554964"/>
                  </a:lnTo>
                  <a:lnTo>
                    <a:pt x="2565099" y="562039"/>
                  </a:lnTo>
                  <a:lnTo>
                    <a:pt x="2565749" y="568561"/>
                  </a:lnTo>
                  <a:lnTo>
                    <a:pt x="2566399" y="574406"/>
                  </a:lnTo>
                  <a:lnTo>
                    <a:pt x="2567049" y="579315"/>
                  </a:lnTo>
                  <a:lnTo>
                    <a:pt x="2567699" y="583337"/>
                  </a:lnTo>
                  <a:lnTo>
                    <a:pt x="2568349" y="586675"/>
                  </a:lnTo>
                  <a:lnTo>
                    <a:pt x="2568999" y="589546"/>
                  </a:lnTo>
                  <a:lnTo>
                    <a:pt x="2569649" y="592068"/>
                  </a:lnTo>
                  <a:lnTo>
                    <a:pt x="2570299" y="594418"/>
                  </a:lnTo>
                  <a:lnTo>
                    <a:pt x="2570949" y="596890"/>
                  </a:lnTo>
                  <a:lnTo>
                    <a:pt x="2571599" y="599863"/>
                  </a:lnTo>
                  <a:lnTo>
                    <a:pt x="2572249" y="603404"/>
                  </a:lnTo>
                  <a:lnTo>
                    <a:pt x="2572899" y="607425"/>
                  </a:lnTo>
                  <a:lnTo>
                    <a:pt x="2573548" y="611829"/>
                  </a:lnTo>
                  <a:lnTo>
                    <a:pt x="2574198" y="616880"/>
                  </a:lnTo>
                  <a:lnTo>
                    <a:pt x="2574848" y="622777"/>
                  </a:lnTo>
                  <a:lnTo>
                    <a:pt x="2575498" y="629157"/>
                  </a:lnTo>
                  <a:lnTo>
                    <a:pt x="2576148" y="635758"/>
                  </a:lnTo>
                  <a:lnTo>
                    <a:pt x="2576798" y="642712"/>
                  </a:lnTo>
                  <a:lnTo>
                    <a:pt x="2577448" y="650109"/>
                  </a:lnTo>
                  <a:lnTo>
                    <a:pt x="2578098" y="658175"/>
                  </a:lnTo>
                  <a:lnTo>
                    <a:pt x="2578748" y="666988"/>
                  </a:lnTo>
                  <a:lnTo>
                    <a:pt x="2579398" y="676722"/>
                  </a:lnTo>
                  <a:lnTo>
                    <a:pt x="2580048" y="687702"/>
                  </a:lnTo>
                  <a:lnTo>
                    <a:pt x="2580698" y="699761"/>
                  </a:lnTo>
                  <a:lnTo>
                    <a:pt x="2581348" y="712675"/>
                  </a:lnTo>
                  <a:lnTo>
                    <a:pt x="2581998" y="726562"/>
                  </a:lnTo>
                  <a:lnTo>
                    <a:pt x="2582648" y="741683"/>
                  </a:lnTo>
                  <a:lnTo>
                    <a:pt x="2583297" y="757819"/>
                  </a:lnTo>
                  <a:lnTo>
                    <a:pt x="2583947" y="774299"/>
                  </a:lnTo>
                  <a:lnTo>
                    <a:pt x="2584597" y="790671"/>
                  </a:lnTo>
                  <a:lnTo>
                    <a:pt x="2585247" y="807163"/>
                  </a:lnTo>
                  <a:lnTo>
                    <a:pt x="2585897" y="823735"/>
                  </a:lnTo>
                  <a:lnTo>
                    <a:pt x="2586547" y="839762"/>
                  </a:lnTo>
                  <a:lnTo>
                    <a:pt x="2587197" y="854455"/>
                  </a:lnTo>
                  <a:lnTo>
                    <a:pt x="2587847" y="867095"/>
                  </a:lnTo>
                  <a:lnTo>
                    <a:pt x="2588497" y="877416"/>
                  </a:lnTo>
                  <a:lnTo>
                    <a:pt x="2589147" y="884679"/>
                  </a:lnTo>
                  <a:lnTo>
                    <a:pt x="2589797" y="888106"/>
                  </a:lnTo>
                  <a:lnTo>
                    <a:pt x="2590447" y="887403"/>
                  </a:lnTo>
                  <a:lnTo>
                    <a:pt x="2591097" y="882798"/>
                  </a:lnTo>
                  <a:lnTo>
                    <a:pt x="2591747" y="874860"/>
                  </a:lnTo>
                  <a:lnTo>
                    <a:pt x="2592397" y="863617"/>
                  </a:lnTo>
                  <a:lnTo>
                    <a:pt x="2593047" y="849946"/>
                  </a:lnTo>
                  <a:lnTo>
                    <a:pt x="2593696" y="835022"/>
                  </a:lnTo>
                  <a:lnTo>
                    <a:pt x="2594346" y="819765"/>
                  </a:lnTo>
                  <a:lnTo>
                    <a:pt x="2594996" y="804784"/>
                  </a:lnTo>
                  <a:lnTo>
                    <a:pt x="2595646" y="790540"/>
                  </a:lnTo>
                  <a:lnTo>
                    <a:pt x="2596296" y="777534"/>
                  </a:lnTo>
                  <a:lnTo>
                    <a:pt x="2596946" y="766398"/>
                  </a:lnTo>
                  <a:lnTo>
                    <a:pt x="2597596" y="757312"/>
                  </a:lnTo>
                  <a:lnTo>
                    <a:pt x="2598246" y="750091"/>
                  </a:lnTo>
                  <a:lnTo>
                    <a:pt x="2598896" y="744698"/>
                  </a:lnTo>
                  <a:lnTo>
                    <a:pt x="2599546" y="740899"/>
                  </a:lnTo>
                  <a:lnTo>
                    <a:pt x="2600196" y="738540"/>
                  </a:lnTo>
                  <a:lnTo>
                    <a:pt x="2600846" y="737040"/>
                  </a:lnTo>
                  <a:lnTo>
                    <a:pt x="2601496" y="735592"/>
                  </a:lnTo>
                  <a:lnTo>
                    <a:pt x="2602146" y="733856"/>
                  </a:lnTo>
                  <a:lnTo>
                    <a:pt x="2602796" y="731866"/>
                  </a:lnTo>
                  <a:lnTo>
                    <a:pt x="2603445" y="729414"/>
                  </a:lnTo>
                  <a:lnTo>
                    <a:pt x="2604095" y="726199"/>
                  </a:lnTo>
                  <a:lnTo>
                    <a:pt x="2604745" y="722052"/>
                  </a:lnTo>
                  <a:lnTo>
                    <a:pt x="2605395" y="717238"/>
                  </a:lnTo>
                  <a:lnTo>
                    <a:pt x="2606045" y="711896"/>
                  </a:lnTo>
                  <a:lnTo>
                    <a:pt x="2606695" y="706142"/>
                  </a:lnTo>
                  <a:lnTo>
                    <a:pt x="2607345" y="699822"/>
                  </a:lnTo>
                  <a:lnTo>
                    <a:pt x="2607995" y="693009"/>
                  </a:lnTo>
                  <a:lnTo>
                    <a:pt x="2608645" y="685919"/>
                  </a:lnTo>
                  <a:lnTo>
                    <a:pt x="2609295" y="678842"/>
                  </a:lnTo>
                  <a:lnTo>
                    <a:pt x="2609945" y="671592"/>
                  </a:lnTo>
                  <a:lnTo>
                    <a:pt x="2610595" y="664255"/>
                  </a:lnTo>
                  <a:lnTo>
                    <a:pt x="2611245" y="657084"/>
                  </a:lnTo>
                  <a:lnTo>
                    <a:pt x="2611895" y="650264"/>
                  </a:lnTo>
                  <a:lnTo>
                    <a:pt x="2612545" y="643496"/>
                  </a:lnTo>
                  <a:lnTo>
                    <a:pt x="2613195" y="636905"/>
                  </a:lnTo>
                  <a:lnTo>
                    <a:pt x="2613844" y="630667"/>
                  </a:lnTo>
                  <a:lnTo>
                    <a:pt x="2614494" y="625034"/>
                  </a:lnTo>
                  <a:lnTo>
                    <a:pt x="2615144" y="619914"/>
                  </a:lnTo>
                  <a:lnTo>
                    <a:pt x="2615794" y="615253"/>
                  </a:lnTo>
                  <a:lnTo>
                    <a:pt x="2616444" y="610869"/>
                  </a:lnTo>
                  <a:lnTo>
                    <a:pt x="2617094" y="606759"/>
                  </a:lnTo>
                  <a:lnTo>
                    <a:pt x="2617744" y="602734"/>
                  </a:lnTo>
                  <a:lnTo>
                    <a:pt x="2618394" y="598251"/>
                  </a:lnTo>
                  <a:lnTo>
                    <a:pt x="2619044" y="593215"/>
                  </a:lnTo>
                  <a:lnTo>
                    <a:pt x="2619694" y="588240"/>
                  </a:lnTo>
                  <a:lnTo>
                    <a:pt x="2620344" y="583786"/>
                  </a:lnTo>
                  <a:lnTo>
                    <a:pt x="2620994" y="580060"/>
                  </a:lnTo>
                  <a:lnTo>
                    <a:pt x="2621644" y="577287"/>
                  </a:lnTo>
                  <a:lnTo>
                    <a:pt x="2622294" y="575723"/>
                  </a:lnTo>
                  <a:lnTo>
                    <a:pt x="2622944" y="575468"/>
                  </a:lnTo>
                  <a:lnTo>
                    <a:pt x="2623593" y="576415"/>
                  </a:lnTo>
                  <a:lnTo>
                    <a:pt x="2624243" y="578117"/>
                  </a:lnTo>
                  <a:lnTo>
                    <a:pt x="2624893" y="580304"/>
                  </a:lnTo>
                  <a:lnTo>
                    <a:pt x="2625543" y="582708"/>
                  </a:lnTo>
                  <a:lnTo>
                    <a:pt x="2626193" y="585023"/>
                  </a:lnTo>
                  <a:lnTo>
                    <a:pt x="2626843" y="586891"/>
                  </a:lnTo>
                  <a:lnTo>
                    <a:pt x="2627493" y="588273"/>
                  </a:lnTo>
                  <a:lnTo>
                    <a:pt x="2628143" y="589416"/>
                  </a:lnTo>
                  <a:lnTo>
                    <a:pt x="2628793" y="590204"/>
                  </a:lnTo>
                  <a:lnTo>
                    <a:pt x="2629443" y="590142"/>
                  </a:lnTo>
                  <a:lnTo>
                    <a:pt x="2630093" y="588894"/>
                  </a:lnTo>
                  <a:lnTo>
                    <a:pt x="2630743" y="586256"/>
                  </a:lnTo>
                  <a:lnTo>
                    <a:pt x="2631393" y="582121"/>
                  </a:lnTo>
                  <a:lnTo>
                    <a:pt x="2632043" y="576344"/>
                  </a:lnTo>
                  <a:lnTo>
                    <a:pt x="2632693" y="568774"/>
                  </a:lnTo>
                  <a:lnTo>
                    <a:pt x="2633343" y="559616"/>
                  </a:lnTo>
                  <a:lnTo>
                    <a:pt x="2633992" y="549319"/>
                  </a:lnTo>
                  <a:lnTo>
                    <a:pt x="2634642" y="538035"/>
                  </a:lnTo>
                  <a:lnTo>
                    <a:pt x="2635292" y="525865"/>
                  </a:lnTo>
                  <a:lnTo>
                    <a:pt x="2635942" y="513090"/>
                  </a:lnTo>
                  <a:lnTo>
                    <a:pt x="2636592" y="500214"/>
                  </a:lnTo>
                  <a:lnTo>
                    <a:pt x="2637242" y="487492"/>
                  </a:lnTo>
                  <a:lnTo>
                    <a:pt x="2637892" y="475027"/>
                  </a:lnTo>
                  <a:lnTo>
                    <a:pt x="2638542" y="462985"/>
                  </a:lnTo>
                  <a:lnTo>
                    <a:pt x="2639192" y="451571"/>
                  </a:lnTo>
                  <a:lnTo>
                    <a:pt x="2639842" y="440956"/>
                  </a:lnTo>
                  <a:lnTo>
                    <a:pt x="2640492" y="431239"/>
                  </a:lnTo>
                  <a:lnTo>
                    <a:pt x="2641142" y="422501"/>
                  </a:lnTo>
                  <a:lnTo>
                    <a:pt x="2641792" y="414718"/>
                  </a:lnTo>
                  <a:lnTo>
                    <a:pt x="2642442" y="407928"/>
                  </a:lnTo>
                  <a:lnTo>
                    <a:pt x="2643092" y="402210"/>
                  </a:lnTo>
                  <a:lnTo>
                    <a:pt x="2643741" y="397478"/>
                  </a:lnTo>
                  <a:lnTo>
                    <a:pt x="2644391" y="393764"/>
                  </a:lnTo>
                  <a:lnTo>
                    <a:pt x="2645041" y="391307"/>
                  </a:lnTo>
                  <a:lnTo>
                    <a:pt x="2645691" y="390192"/>
                  </a:lnTo>
                  <a:lnTo>
                    <a:pt x="2646341" y="390325"/>
                  </a:lnTo>
                  <a:lnTo>
                    <a:pt x="2646991" y="391592"/>
                  </a:lnTo>
                  <a:lnTo>
                    <a:pt x="2647641" y="393944"/>
                  </a:lnTo>
                  <a:lnTo>
                    <a:pt x="2648291" y="397293"/>
                  </a:lnTo>
                  <a:lnTo>
                    <a:pt x="2648941" y="401684"/>
                  </a:lnTo>
                  <a:lnTo>
                    <a:pt x="2649591" y="407092"/>
                  </a:lnTo>
                  <a:lnTo>
                    <a:pt x="2650241" y="413422"/>
                  </a:lnTo>
                  <a:lnTo>
                    <a:pt x="2650891" y="420745"/>
                  </a:lnTo>
                  <a:lnTo>
                    <a:pt x="2651541" y="429139"/>
                  </a:lnTo>
                  <a:lnTo>
                    <a:pt x="2652191" y="438503"/>
                  </a:lnTo>
                  <a:lnTo>
                    <a:pt x="2652841" y="448481"/>
                  </a:lnTo>
                  <a:lnTo>
                    <a:pt x="2653491" y="458828"/>
                  </a:lnTo>
                  <a:lnTo>
                    <a:pt x="2654140" y="469436"/>
                  </a:lnTo>
                  <a:lnTo>
                    <a:pt x="2654790" y="480039"/>
                  </a:lnTo>
                  <a:lnTo>
                    <a:pt x="2655440" y="490316"/>
                  </a:lnTo>
                  <a:lnTo>
                    <a:pt x="2656090" y="500017"/>
                  </a:lnTo>
                  <a:lnTo>
                    <a:pt x="2656740" y="508923"/>
                  </a:lnTo>
                  <a:lnTo>
                    <a:pt x="2657390" y="517180"/>
                  </a:lnTo>
                  <a:lnTo>
                    <a:pt x="2658040" y="524841"/>
                  </a:lnTo>
                  <a:lnTo>
                    <a:pt x="2658690" y="531648"/>
                  </a:lnTo>
                  <a:lnTo>
                    <a:pt x="2659340" y="537592"/>
                  </a:lnTo>
                  <a:lnTo>
                    <a:pt x="2659990" y="542754"/>
                  </a:lnTo>
                  <a:lnTo>
                    <a:pt x="2660640" y="547140"/>
                  </a:lnTo>
                  <a:lnTo>
                    <a:pt x="2661290" y="550935"/>
                  </a:lnTo>
                  <a:lnTo>
                    <a:pt x="2661940" y="554294"/>
                  </a:lnTo>
                  <a:lnTo>
                    <a:pt x="2662590" y="557526"/>
                  </a:lnTo>
                  <a:lnTo>
                    <a:pt x="2663240" y="561100"/>
                  </a:lnTo>
                  <a:lnTo>
                    <a:pt x="2663889" y="565254"/>
                  </a:lnTo>
                  <a:lnTo>
                    <a:pt x="2664539" y="570266"/>
                  </a:lnTo>
                  <a:lnTo>
                    <a:pt x="2665189" y="576355"/>
                  </a:lnTo>
                  <a:lnTo>
                    <a:pt x="2665839" y="583706"/>
                  </a:lnTo>
                  <a:lnTo>
                    <a:pt x="2666489" y="592642"/>
                  </a:lnTo>
                  <a:lnTo>
                    <a:pt x="2667139" y="603267"/>
                  </a:lnTo>
                  <a:lnTo>
                    <a:pt x="2667789" y="615532"/>
                  </a:lnTo>
                  <a:lnTo>
                    <a:pt x="2668439" y="629440"/>
                  </a:lnTo>
                  <a:lnTo>
                    <a:pt x="2669089" y="644672"/>
                  </a:lnTo>
                  <a:lnTo>
                    <a:pt x="2669739" y="661314"/>
                  </a:lnTo>
                  <a:lnTo>
                    <a:pt x="2670389" y="679176"/>
                  </a:lnTo>
                  <a:lnTo>
                    <a:pt x="2671039" y="697770"/>
                  </a:lnTo>
                  <a:lnTo>
                    <a:pt x="2671689" y="716483"/>
                  </a:lnTo>
                  <a:lnTo>
                    <a:pt x="2672339" y="734670"/>
                  </a:lnTo>
                  <a:lnTo>
                    <a:pt x="2672989" y="751705"/>
                  </a:lnTo>
                  <a:lnTo>
                    <a:pt x="2673639" y="766779"/>
                  </a:lnTo>
                  <a:lnTo>
                    <a:pt x="2674288" y="779357"/>
                  </a:lnTo>
                  <a:lnTo>
                    <a:pt x="2674938" y="789457"/>
                  </a:lnTo>
                  <a:lnTo>
                    <a:pt x="2675588" y="797069"/>
                  </a:lnTo>
                  <a:lnTo>
                    <a:pt x="2676238" y="802316"/>
                  </a:lnTo>
                  <a:lnTo>
                    <a:pt x="2676888" y="805082"/>
                  </a:lnTo>
                  <a:lnTo>
                    <a:pt x="2677538" y="805516"/>
                  </a:lnTo>
                  <a:lnTo>
                    <a:pt x="2678188" y="804044"/>
                  </a:lnTo>
                  <a:lnTo>
                    <a:pt x="2678838" y="801058"/>
                  </a:lnTo>
                  <a:lnTo>
                    <a:pt x="2679488" y="796414"/>
                  </a:lnTo>
                  <a:lnTo>
                    <a:pt x="2680138" y="789810"/>
                  </a:lnTo>
                  <a:lnTo>
                    <a:pt x="2680788" y="781484"/>
                  </a:lnTo>
                  <a:lnTo>
                    <a:pt x="2681438" y="771866"/>
                  </a:lnTo>
                  <a:lnTo>
                    <a:pt x="2682088" y="761430"/>
                  </a:lnTo>
                  <a:lnTo>
                    <a:pt x="2682738" y="750513"/>
                  </a:lnTo>
                  <a:lnTo>
                    <a:pt x="2683388" y="739523"/>
                  </a:lnTo>
                  <a:lnTo>
                    <a:pt x="2684037" y="728627"/>
                  </a:lnTo>
                  <a:lnTo>
                    <a:pt x="2684687" y="717823"/>
                  </a:lnTo>
                  <a:lnTo>
                    <a:pt x="2685337" y="707282"/>
                  </a:lnTo>
                  <a:lnTo>
                    <a:pt x="2685987" y="696958"/>
                  </a:lnTo>
                  <a:lnTo>
                    <a:pt x="2686637" y="686845"/>
                  </a:lnTo>
                  <a:lnTo>
                    <a:pt x="2687287" y="676798"/>
                  </a:lnTo>
                  <a:lnTo>
                    <a:pt x="2687937" y="666793"/>
                  </a:lnTo>
                  <a:lnTo>
                    <a:pt x="2688587" y="657090"/>
                  </a:lnTo>
                  <a:lnTo>
                    <a:pt x="2689237" y="647974"/>
                  </a:lnTo>
                  <a:lnTo>
                    <a:pt x="2689887" y="639605"/>
                  </a:lnTo>
                  <a:lnTo>
                    <a:pt x="2690537" y="631968"/>
                  </a:lnTo>
                  <a:lnTo>
                    <a:pt x="2691187" y="625307"/>
                  </a:lnTo>
                  <a:lnTo>
                    <a:pt x="2691837" y="619761"/>
                  </a:lnTo>
                  <a:lnTo>
                    <a:pt x="2692487" y="615183"/>
                  </a:lnTo>
                  <a:lnTo>
                    <a:pt x="2693137" y="611243"/>
                  </a:lnTo>
                  <a:lnTo>
                    <a:pt x="2693787" y="607586"/>
                  </a:lnTo>
                  <a:lnTo>
                    <a:pt x="2694436" y="604108"/>
                  </a:lnTo>
                  <a:lnTo>
                    <a:pt x="2695086" y="600669"/>
                  </a:lnTo>
                  <a:lnTo>
                    <a:pt x="2695736" y="597044"/>
                  </a:lnTo>
                  <a:lnTo>
                    <a:pt x="2696386" y="593096"/>
                  </a:lnTo>
                  <a:lnTo>
                    <a:pt x="2697036" y="589028"/>
                  </a:lnTo>
                  <a:lnTo>
                    <a:pt x="2697686" y="585153"/>
                  </a:lnTo>
                  <a:lnTo>
                    <a:pt x="2698336" y="581544"/>
                  </a:lnTo>
                  <a:lnTo>
                    <a:pt x="2698986" y="578016"/>
                  </a:lnTo>
                  <a:lnTo>
                    <a:pt x="2699636" y="574696"/>
                  </a:lnTo>
                  <a:lnTo>
                    <a:pt x="2700286" y="571807"/>
                  </a:lnTo>
                  <a:lnTo>
                    <a:pt x="2700936" y="569335"/>
                  </a:lnTo>
                  <a:lnTo>
                    <a:pt x="2701586" y="567179"/>
                  </a:lnTo>
                  <a:lnTo>
                    <a:pt x="2702236" y="565194"/>
                  </a:lnTo>
                  <a:lnTo>
                    <a:pt x="2702886" y="563379"/>
                  </a:lnTo>
                  <a:lnTo>
                    <a:pt x="2703536" y="562094"/>
                  </a:lnTo>
                  <a:lnTo>
                    <a:pt x="2704185" y="561512"/>
                  </a:lnTo>
                  <a:lnTo>
                    <a:pt x="2704835" y="561689"/>
                  </a:lnTo>
                  <a:lnTo>
                    <a:pt x="2705485" y="562479"/>
                  </a:lnTo>
                  <a:lnTo>
                    <a:pt x="2706135" y="563895"/>
                  </a:lnTo>
                  <a:lnTo>
                    <a:pt x="2706785" y="565874"/>
                  </a:lnTo>
                  <a:lnTo>
                    <a:pt x="2707435" y="567880"/>
                  </a:lnTo>
                  <a:lnTo>
                    <a:pt x="2708085" y="569424"/>
                  </a:lnTo>
                  <a:lnTo>
                    <a:pt x="2708735" y="570201"/>
                  </a:lnTo>
                  <a:lnTo>
                    <a:pt x="2709385" y="570127"/>
                  </a:lnTo>
                  <a:lnTo>
                    <a:pt x="2710035" y="569121"/>
                  </a:lnTo>
                  <a:lnTo>
                    <a:pt x="2710685" y="567009"/>
                  </a:lnTo>
                  <a:lnTo>
                    <a:pt x="2711335" y="563759"/>
                  </a:lnTo>
                  <a:lnTo>
                    <a:pt x="2711985" y="559655"/>
                  </a:lnTo>
                  <a:lnTo>
                    <a:pt x="2712635" y="555331"/>
                  </a:lnTo>
                  <a:lnTo>
                    <a:pt x="2713285" y="550957"/>
                  </a:lnTo>
                  <a:lnTo>
                    <a:pt x="2713934" y="546422"/>
                  </a:lnTo>
                  <a:lnTo>
                    <a:pt x="2714584" y="541724"/>
                  </a:lnTo>
                  <a:lnTo>
                    <a:pt x="2715234" y="537175"/>
                  </a:lnTo>
                  <a:lnTo>
                    <a:pt x="2715884" y="532948"/>
                  </a:lnTo>
                  <a:lnTo>
                    <a:pt x="2716534" y="529102"/>
                  </a:lnTo>
                  <a:lnTo>
                    <a:pt x="2717184" y="525639"/>
                  </a:lnTo>
                  <a:lnTo>
                    <a:pt x="2717834" y="522657"/>
                  </a:lnTo>
                  <a:lnTo>
                    <a:pt x="2718484" y="520384"/>
                  </a:lnTo>
                  <a:lnTo>
                    <a:pt x="2719134" y="518643"/>
                  </a:lnTo>
                  <a:lnTo>
                    <a:pt x="2719784" y="517479"/>
                  </a:lnTo>
                  <a:lnTo>
                    <a:pt x="2720434" y="516885"/>
                  </a:lnTo>
                  <a:lnTo>
                    <a:pt x="2721084" y="516860"/>
                  </a:lnTo>
                  <a:lnTo>
                    <a:pt x="2721734" y="517288"/>
                  </a:lnTo>
                  <a:lnTo>
                    <a:pt x="2722384" y="517899"/>
                  </a:lnTo>
                  <a:lnTo>
                    <a:pt x="2723034" y="518494"/>
                  </a:lnTo>
                  <a:lnTo>
                    <a:pt x="2723684" y="519124"/>
                  </a:lnTo>
                  <a:lnTo>
                    <a:pt x="2724333" y="519649"/>
                  </a:lnTo>
                  <a:lnTo>
                    <a:pt x="2724983" y="520155"/>
                  </a:lnTo>
                  <a:lnTo>
                    <a:pt x="2725633" y="520764"/>
                  </a:lnTo>
                  <a:lnTo>
                    <a:pt x="2726283" y="521635"/>
                  </a:lnTo>
                  <a:lnTo>
                    <a:pt x="2726933" y="523032"/>
                  </a:lnTo>
                  <a:lnTo>
                    <a:pt x="2727583" y="524968"/>
                  </a:lnTo>
                  <a:lnTo>
                    <a:pt x="2728233" y="527277"/>
                  </a:lnTo>
                  <a:lnTo>
                    <a:pt x="2728883" y="530075"/>
                  </a:lnTo>
                  <a:lnTo>
                    <a:pt x="2729533" y="533164"/>
                  </a:lnTo>
                  <a:lnTo>
                    <a:pt x="2730183" y="536350"/>
                  </a:lnTo>
                  <a:lnTo>
                    <a:pt x="2730833" y="539574"/>
                  </a:lnTo>
                  <a:lnTo>
                    <a:pt x="2731483" y="542863"/>
                  </a:lnTo>
                  <a:lnTo>
                    <a:pt x="2732133" y="546353"/>
                  </a:lnTo>
                  <a:lnTo>
                    <a:pt x="2732783" y="550186"/>
                  </a:lnTo>
                  <a:lnTo>
                    <a:pt x="2733433" y="554398"/>
                  </a:lnTo>
                  <a:lnTo>
                    <a:pt x="2734082" y="559233"/>
                  </a:lnTo>
                  <a:lnTo>
                    <a:pt x="2734732" y="564505"/>
                  </a:lnTo>
                  <a:lnTo>
                    <a:pt x="2735382" y="570043"/>
                  </a:lnTo>
                  <a:lnTo>
                    <a:pt x="2736032" y="575474"/>
                  </a:lnTo>
                  <a:lnTo>
                    <a:pt x="2736682" y="580598"/>
                  </a:lnTo>
                  <a:lnTo>
                    <a:pt x="2737332" y="585506"/>
                  </a:lnTo>
                  <a:lnTo>
                    <a:pt x="2737982" y="590653"/>
                  </a:lnTo>
                  <a:lnTo>
                    <a:pt x="2738632" y="596322"/>
                  </a:lnTo>
                  <a:lnTo>
                    <a:pt x="2739282" y="602813"/>
                  </a:lnTo>
                  <a:lnTo>
                    <a:pt x="2739932" y="610634"/>
                  </a:lnTo>
                  <a:lnTo>
                    <a:pt x="2740582" y="619992"/>
                  </a:lnTo>
                  <a:lnTo>
                    <a:pt x="2741232" y="631029"/>
                  </a:lnTo>
                  <a:lnTo>
                    <a:pt x="2741882" y="643507"/>
                  </a:lnTo>
                  <a:lnTo>
                    <a:pt x="2742532" y="656978"/>
                  </a:lnTo>
                  <a:lnTo>
                    <a:pt x="2743182" y="671123"/>
                  </a:lnTo>
                  <a:lnTo>
                    <a:pt x="2743832" y="685697"/>
                  </a:lnTo>
                  <a:lnTo>
                    <a:pt x="2744481" y="700685"/>
                  </a:lnTo>
                  <a:lnTo>
                    <a:pt x="2745131" y="715910"/>
                  </a:lnTo>
                  <a:lnTo>
                    <a:pt x="2745781" y="731406"/>
                  </a:lnTo>
                  <a:lnTo>
                    <a:pt x="2746431" y="747536"/>
                  </a:lnTo>
                  <a:lnTo>
                    <a:pt x="2747081" y="764371"/>
                  </a:lnTo>
                  <a:lnTo>
                    <a:pt x="2747731" y="781364"/>
                  </a:lnTo>
                  <a:lnTo>
                    <a:pt x="2748381" y="797841"/>
                  </a:lnTo>
                  <a:lnTo>
                    <a:pt x="2749031" y="813097"/>
                  </a:lnTo>
                  <a:lnTo>
                    <a:pt x="2749681" y="826665"/>
                  </a:lnTo>
                  <a:lnTo>
                    <a:pt x="2750331" y="838275"/>
                  </a:lnTo>
                  <a:lnTo>
                    <a:pt x="2750981" y="847165"/>
                  </a:lnTo>
                  <a:lnTo>
                    <a:pt x="2751631" y="853154"/>
                  </a:lnTo>
                  <a:lnTo>
                    <a:pt x="2752281" y="856806"/>
                  </a:lnTo>
                  <a:lnTo>
                    <a:pt x="2752931" y="858557"/>
                  </a:lnTo>
                  <a:lnTo>
                    <a:pt x="2753581" y="858586"/>
                  </a:lnTo>
                  <a:lnTo>
                    <a:pt x="2754230" y="856660"/>
                  </a:lnTo>
                  <a:lnTo>
                    <a:pt x="2754880" y="852742"/>
                  </a:lnTo>
                  <a:lnTo>
                    <a:pt x="2755530" y="847127"/>
                  </a:lnTo>
                  <a:lnTo>
                    <a:pt x="2756180" y="840117"/>
                  </a:lnTo>
                  <a:lnTo>
                    <a:pt x="2756830" y="832153"/>
                  </a:lnTo>
                  <a:lnTo>
                    <a:pt x="2757480" y="823465"/>
                  </a:lnTo>
                  <a:lnTo>
                    <a:pt x="2758130" y="814504"/>
                  </a:lnTo>
                  <a:lnTo>
                    <a:pt x="2758780" y="805750"/>
                  </a:lnTo>
                  <a:lnTo>
                    <a:pt x="2759430" y="797371"/>
                  </a:lnTo>
                  <a:lnTo>
                    <a:pt x="2760080" y="789583"/>
                  </a:lnTo>
                  <a:lnTo>
                    <a:pt x="2760730" y="783085"/>
                  </a:lnTo>
                  <a:lnTo>
                    <a:pt x="2761380" y="778078"/>
                  </a:lnTo>
                  <a:lnTo>
                    <a:pt x="2762030" y="774348"/>
                  </a:lnTo>
                  <a:lnTo>
                    <a:pt x="2762680" y="771719"/>
                  </a:lnTo>
                  <a:lnTo>
                    <a:pt x="2763330" y="769967"/>
                  </a:lnTo>
                  <a:lnTo>
                    <a:pt x="2763980" y="769373"/>
                  </a:lnTo>
                  <a:lnTo>
                    <a:pt x="2764629" y="769841"/>
                  </a:lnTo>
                  <a:lnTo>
                    <a:pt x="2765279" y="770958"/>
                  </a:lnTo>
                  <a:lnTo>
                    <a:pt x="2765929" y="772005"/>
                  </a:lnTo>
                  <a:lnTo>
                    <a:pt x="2766579" y="772449"/>
                  </a:lnTo>
                  <a:lnTo>
                    <a:pt x="2767229" y="772291"/>
                  </a:lnTo>
                  <a:lnTo>
                    <a:pt x="2767879" y="771625"/>
                  </a:lnTo>
                  <a:lnTo>
                    <a:pt x="2768529" y="770285"/>
                  </a:lnTo>
                  <a:lnTo>
                    <a:pt x="2769179" y="767891"/>
                  </a:lnTo>
                  <a:lnTo>
                    <a:pt x="2769829" y="764248"/>
                  </a:lnTo>
                  <a:lnTo>
                    <a:pt x="2770479" y="758721"/>
                  </a:lnTo>
                  <a:lnTo>
                    <a:pt x="2771129" y="751166"/>
                  </a:lnTo>
                  <a:lnTo>
                    <a:pt x="2771779" y="741640"/>
                  </a:lnTo>
                  <a:lnTo>
                    <a:pt x="2772429" y="730014"/>
                  </a:lnTo>
                  <a:lnTo>
                    <a:pt x="2773079" y="716700"/>
                  </a:lnTo>
                  <a:lnTo>
                    <a:pt x="2773729" y="702048"/>
                  </a:lnTo>
                  <a:lnTo>
                    <a:pt x="2774378" y="686448"/>
                  </a:lnTo>
                  <a:lnTo>
                    <a:pt x="2775028" y="670689"/>
                  </a:lnTo>
                  <a:lnTo>
                    <a:pt x="2775678" y="655447"/>
                  </a:lnTo>
                  <a:lnTo>
                    <a:pt x="2776328" y="641007"/>
                  </a:lnTo>
                  <a:lnTo>
                    <a:pt x="2776978" y="627292"/>
                  </a:lnTo>
                  <a:lnTo>
                    <a:pt x="2777628" y="614157"/>
                  </a:lnTo>
                  <a:lnTo>
                    <a:pt x="2778278" y="601528"/>
                  </a:lnTo>
                  <a:lnTo>
                    <a:pt x="2778928" y="589518"/>
                  </a:lnTo>
                  <a:lnTo>
                    <a:pt x="2779578" y="578053"/>
                  </a:lnTo>
                  <a:lnTo>
                    <a:pt x="2780228" y="567275"/>
                  </a:lnTo>
                  <a:lnTo>
                    <a:pt x="2780878" y="557369"/>
                  </a:lnTo>
                  <a:lnTo>
                    <a:pt x="2781528" y="548468"/>
                  </a:lnTo>
                  <a:lnTo>
                    <a:pt x="2782178" y="540810"/>
                  </a:lnTo>
                  <a:lnTo>
                    <a:pt x="2782828" y="534080"/>
                  </a:lnTo>
                  <a:lnTo>
                    <a:pt x="2783478" y="528184"/>
                  </a:lnTo>
                  <a:lnTo>
                    <a:pt x="2784128" y="523244"/>
                  </a:lnTo>
                  <a:lnTo>
                    <a:pt x="2784777" y="518889"/>
                  </a:lnTo>
                  <a:lnTo>
                    <a:pt x="2785427" y="514766"/>
                  </a:lnTo>
                  <a:lnTo>
                    <a:pt x="2786077" y="510582"/>
                  </a:lnTo>
                  <a:lnTo>
                    <a:pt x="2786727" y="506468"/>
                  </a:lnTo>
                  <a:lnTo>
                    <a:pt x="2787377" y="502549"/>
                  </a:lnTo>
                  <a:lnTo>
                    <a:pt x="2788027" y="498988"/>
                  </a:lnTo>
                  <a:lnTo>
                    <a:pt x="2788677" y="495515"/>
                  </a:lnTo>
                  <a:lnTo>
                    <a:pt x="2789327" y="491958"/>
                  </a:lnTo>
                  <a:lnTo>
                    <a:pt x="2789977" y="488377"/>
                  </a:lnTo>
                  <a:lnTo>
                    <a:pt x="2790627" y="484706"/>
                  </a:lnTo>
                  <a:lnTo>
                    <a:pt x="2791277" y="480854"/>
                  </a:lnTo>
                  <a:lnTo>
                    <a:pt x="2791927" y="476798"/>
                  </a:lnTo>
                  <a:lnTo>
                    <a:pt x="2792577" y="472763"/>
                  </a:lnTo>
                  <a:lnTo>
                    <a:pt x="2793227" y="468703"/>
                  </a:lnTo>
                  <a:lnTo>
                    <a:pt x="2793877" y="464545"/>
                  </a:lnTo>
                  <a:lnTo>
                    <a:pt x="2794526" y="460357"/>
                  </a:lnTo>
                  <a:lnTo>
                    <a:pt x="2795176" y="456156"/>
                  </a:lnTo>
                  <a:lnTo>
                    <a:pt x="2795826" y="452193"/>
                  </a:lnTo>
                  <a:lnTo>
                    <a:pt x="2796476" y="448394"/>
                  </a:lnTo>
                  <a:lnTo>
                    <a:pt x="2797126" y="444701"/>
                  </a:lnTo>
                  <a:lnTo>
                    <a:pt x="2797776" y="441035"/>
                  </a:lnTo>
                  <a:lnTo>
                    <a:pt x="2798426" y="437706"/>
                  </a:lnTo>
                  <a:lnTo>
                    <a:pt x="2799076" y="435036"/>
                  </a:lnTo>
                  <a:lnTo>
                    <a:pt x="2799726" y="433143"/>
                  </a:lnTo>
                  <a:lnTo>
                    <a:pt x="2800376" y="431902"/>
                  </a:lnTo>
                  <a:lnTo>
                    <a:pt x="2801026" y="431239"/>
                  </a:lnTo>
                  <a:lnTo>
                    <a:pt x="2801676" y="430901"/>
                  </a:lnTo>
                  <a:lnTo>
                    <a:pt x="2802326" y="430761"/>
                  </a:lnTo>
                  <a:lnTo>
                    <a:pt x="2802976" y="430957"/>
                  </a:lnTo>
                  <a:lnTo>
                    <a:pt x="2803626" y="431344"/>
                  </a:lnTo>
                  <a:lnTo>
                    <a:pt x="2804276" y="431701"/>
                  </a:lnTo>
                  <a:lnTo>
                    <a:pt x="2804925" y="431913"/>
                  </a:lnTo>
                  <a:lnTo>
                    <a:pt x="2805575" y="431785"/>
                  </a:lnTo>
                  <a:lnTo>
                    <a:pt x="2806225" y="431192"/>
                  </a:lnTo>
                  <a:lnTo>
                    <a:pt x="2806875" y="430165"/>
                  </a:lnTo>
                  <a:lnTo>
                    <a:pt x="2807525" y="428414"/>
                  </a:lnTo>
                  <a:lnTo>
                    <a:pt x="2808175" y="425754"/>
                  </a:lnTo>
                  <a:lnTo>
                    <a:pt x="2808825" y="422124"/>
                  </a:lnTo>
                  <a:lnTo>
                    <a:pt x="2809475" y="417695"/>
                  </a:lnTo>
                  <a:lnTo>
                    <a:pt x="2810125" y="412662"/>
                  </a:lnTo>
                  <a:lnTo>
                    <a:pt x="2810775" y="407232"/>
                  </a:lnTo>
                  <a:lnTo>
                    <a:pt x="2811425" y="401526"/>
                  </a:lnTo>
                  <a:lnTo>
                    <a:pt x="2812075" y="395773"/>
                  </a:lnTo>
                  <a:lnTo>
                    <a:pt x="2812725" y="389908"/>
                  </a:lnTo>
                  <a:lnTo>
                    <a:pt x="2813375" y="384062"/>
                  </a:lnTo>
                  <a:lnTo>
                    <a:pt x="2814025" y="378250"/>
                  </a:lnTo>
                  <a:lnTo>
                    <a:pt x="2814674" y="372559"/>
                  </a:lnTo>
                  <a:lnTo>
                    <a:pt x="2815324" y="367230"/>
                  </a:lnTo>
                  <a:lnTo>
                    <a:pt x="2815974" y="362421"/>
                  </a:lnTo>
                  <a:lnTo>
                    <a:pt x="2816624" y="358146"/>
                  </a:lnTo>
                  <a:lnTo>
                    <a:pt x="2817274" y="354694"/>
                  </a:lnTo>
                  <a:lnTo>
                    <a:pt x="2817924" y="352278"/>
                  </a:lnTo>
                  <a:lnTo>
                    <a:pt x="2818574" y="351093"/>
                  </a:lnTo>
                  <a:lnTo>
                    <a:pt x="2819224" y="351001"/>
                  </a:lnTo>
                  <a:lnTo>
                    <a:pt x="2819874" y="351953"/>
                  </a:lnTo>
                  <a:lnTo>
                    <a:pt x="2820524" y="353777"/>
                  </a:lnTo>
                  <a:lnTo>
                    <a:pt x="2821174" y="356446"/>
                  </a:lnTo>
                  <a:lnTo>
                    <a:pt x="2821824" y="359795"/>
                  </a:lnTo>
                  <a:lnTo>
                    <a:pt x="2822474" y="363611"/>
                  </a:lnTo>
                  <a:lnTo>
                    <a:pt x="2823124" y="367502"/>
                  </a:lnTo>
                  <a:lnTo>
                    <a:pt x="2823774" y="371452"/>
                  </a:lnTo>
                  <a:lnTo>
                    <a:pt x="2824424" y="375345"/>
                  </a:lnTo>
                  <a:lnTo>
                    <a:pt x="2825073" y="379035"/>
                  </a:lnTo>
                  <a:lnTo>
                    <a:pt x="2825723" y="382480"/>
                  </a:lnTo>
                  <a:lnTo>
                    <a:pt x="2826373" y="385426"/>
                  </a:lnTo>
                  <a:lnTo>
                    <a:pt x="2827023" y="387749"/>
                  </a:lnTo>
                  <a:lnTo>
                    <a:pt x="2827673" y="389453"/>
                  </a:lnTo>
                  <a:lnTo>
                    <a:pt x="2828323" y="390376"/>
                  </a:lnTo>
                  <a:lnTo>
                    <a:pt x="2828973" y="390468"/>
                  </a:lnTo>
                  <a:lnTo>
                    <a:pt x="2829623" y="389662"/>
                  </a:lnTo>
                  <a:lnTo>
                    <a:pt x="2830273" y="388040"/>
                  </a:lnTo>
                  <a:lnTo>
                    <a:pt x="2830923" y="385843"/>
                  </a:lnTo>
                  <a:lnTo>
                    <a:pt x="2831573" y="383066"/>
                  </a:lnTo>
                  <a:lnTo>
                    <a:pt x="2832223" y="379700"/>
                  </a:lnTo>
                  <a:lnTo>
                    <a:pt x="2832873" y="376107"/>
                  </a:lnTo>
                  <a:lnTo>
                    <a:pt x="2833523" y="372500"/>
                  </a:lnTo>
                  <a:lnTo>
                    <a:pt x="2834173" y="369283"/>
                  </a:lnTo>
                  <a:lnTo>
                    <a:pt x="2834822" y="366546"/>
                  </a:lnTo>
                  <a:lnTo>
                    <a:pt x="2835472" y="364312"/>
                  </a:lnTo>
                  <a:lnTo>
                    <a:pt x="2836122" y="362810"/>
                  </a:lnTo>
                  <a:lnTo>
                    <a:pt x="2836772" y="362418"/>
                  </a:lnTo>
                  <a:lnTo>
                    <a:pt x="2837422" y="363226"/>
                  </a:lnTo>
                  <a:lnTo>
                    <a:pt x="2838072" y="365167"/>
                  </a:lnTo>
                  <a:lnTo>
                    <a:pt x="2838722" y="368241"/>
                  </a:lnTo>
                  <a:lnTo>
                    <a:pt x="2839372" y="372427"/>
                  </a:lnTo>
                  <a:lnTo>
                    <a:pt x="2840022" y="377759"/>
                  </a:lnTo>
                  <a:lnTo>
                    <a:pt x="2840672" y="384106"/>
                  </a:lnTo>
                  <a:lnTo>
                    <a:pt x="2841322" y="391401"/>
                  </a:lnTo>
                  <a:lnTo>
                    <a:pt x="2841972" y="399606"/>
                  </a:lnTo>
                  <a:lnTo>
                    <a:pt x="2842622" y="408723"/>
                  </a:lnTo>
                  <a:lnTo>
                    <a:pt x="2843272" y="418694"/>
                  </a:lnTo>
                  <a:lnTo>
                    <a:pt x="2843922" y="429415"/>
                  </a:lnTo>
                  <a:lnTo>
                    <a:pt x="2844572" y="440727"/>
                  </a:lnTo>
                  <a:lnTo>
                    <a:pt x="2845221" y="452798"/>
                  </a:lnTo>
                  <a:lnTo>
                    <a:pt x="2845871" y="465596"/>
                  </a:lnTo>
                  <a:lnTo>
                    <a:pt x="2846521" y="478975"/>
                  </a:lnTo>
                  <a:lnTo>
                    <a:pt x="2847171" y="492742"/>
                  </a:lnTo>
                  <a:lnTo>
                    <a:pt x="2847821" y="506879"/>
                  </a:lnTo>
                  <a:lnTo>
                    <a:pt x="2848471" y="521446"/>
                  </a:lnTo>
                  <a:lnTo>
                    <a:pt x="2849121" y="536479"/>
                  </a:lnTo>
                  <a:lnTo>
                    <a:pt x="2849771" y="551751"/>
                  </a:lnTo>
                  <a:lnTo>
                    <a:pt x="2850421" y="567140"/>
                  </a:lnTo>
                  <a:lnTo>
                    <a:pt x="2851071" y="582607"/>
                  </a:lnTo>
                  <a:lnTo>
                    <a:pt x="2851721" y="598436"/>
                  </a:lnTo>
                  <a:lnTo>
                    <a:pt x="2852371" y="614586"/>
                  </a:lnTo>
                  <a:lnTo>
                    <a:pt x="2853021" y="631042"/>
                  </a:lnTo>
                  <a:lnTo>
                    <a:pt x="2853671" y="647611"/>
                  </a:lnTo>
                  <a:lnTo>
                    <a:pt x="2854321" y="664416"/>
                  </a:lnTo>
                  <a:lnTo>
                    <a:pt x="2854970" y="681322"/>
                  </a:lnTo>
                  <a:lnTo>
                    <a:pt x="2855620" y="698525"/>
                  </a:lnTo>
                  <a:lnTo>
                    <a:pt x="2856270" y="715665"/>
                  </a:lnTo>
                  <a:lnTo>
                    <a:pt x="2856920" y="732606"/>
                  </a:lnTo>
                  <a:lnTo>
                    <a:pt x="2857570" y="749082"/>
                  </a:lnTo>
                  <a:lnTo>
                    <a:pt x="2858220" y="764900"/>
                  </a:lnTo>
                  <a:lnTo>
                    <a:pt x="2858870" y="780337"/>
                  </a:lnTo>
                  <a:lnTo>
                    <a:pt x="2859520" y="795797"/>
                  </a:lnTo>
                  <a:lnTo>
                    <a:pt x="2860170" y="811430"/>
                  </a:lnTo>
                  <a:lnTo>
                    <a:pt x="2860820" y="827330"/>
                  </a:lnTo>
                  <a:lnTo>
                    <a:pt x="2861470" y="843475"/>
                  </a:lnTo>
                  <a:lnTo>
                    <a:pt x="2862120" y="859998"/>
                  </a:lnTo>
                  <a:lnTo>
                    <a:pt x="2862770" y="877073"/>
                  </a:lnTo>
                  <a:lnTo>
                    <a:pt x="2863420" y="894465"/>
                  </a:lnTo>
                  <a:lnTo>
                    <a:pt x="2864070" y="912151"/>
                  </a:lnTo>
                  <a:lnTo>
                    <a:pt x="2864719" y="930410"/>
                  </a:lnTo>
                  <a:lnTo>
                    <a:pt x="2865369" y="949146"/>
                  </a:lnTo>
                  <a:lnTo>
                    <a:pt x="2866019" y="968825"/>
                  </a:lnTo>
                  <a:lnTo>
                    <a:pt x="2866669" y="989841"/>
                  </a:lnTo>
                  <a:lnTo>
                    <a:pt x="2867319" y="1012608"/>
                  </a:lnTo>
                  <a:lnTo>
                    <a:pt x="2867969" y="1037318"/>
                  </a:lnTo>
                  <a:lnTo>
                    <a:pt x="2868619" y="1063826"/>
                  </a:lnTo>
                  <a:lnTo>
                    <a:pt x="2869269" y="1091043"/>
                  </a:lnTo>
                  <a:lnTo>
                    <a:pt x="2869919" y="1118681"/>
                  </a:lnTo>
                  <a:lnTo>
                    <a:pt x="2870569" y="1146920"/>
                  </a:lnTo>
                  <a:lnTo>
                    <a:pt x="2871219" y="1175700"/>
                  </a:lnTo>
                  <a:lnTo>
                    <a:pt x="2871869" y="1204890"/>
                  </a:lnTo>
                  <a:lnTo>
                    <a:pt x="2872519" y="1234392"/>
                  </a:lnTo>
                  <a:lnTo>
                    <a:pt x="2873169" y="1263867"/>
                  </a:lnTo>
                  <a:lnTo>
                    <a:pt x="2873819" y="1292846"/>
                  </a:lnTo>
                  <a:lnTo>
                    <a:pt x="2874469" y="1320800"/>
                  </a:lnTo>
                  <a:lnTo>
                    <a:pt x="2875118" y="1346316"/>
                  </a:lnTo>
                  <a:lnTo>
                    <a:pt x="2875768" y="1367753"/>
                  </a:lnTo>
                  <a:lnTo>
                    <a:pt x="2876418" y="1383776"/>
                  </a:lnTo>
                  <a:lnTo>
                    <a:pt x="2877068" y="1393750"/>
                  </a:lnTo>
                  <a:lnTo>
                    <a:pt x="2877718" y="1396726"/>
                  </a:lnTo>
                  <a:lnTo>
                    <a:pt x="2878368" y="1392369"/>
                  </a:lnTo>
                  <a:lnTo>
                    <a:pt x="2879018" y="1382143"/>
                  </a:lnTo>
                  <a:lnTo>
                    <a:pt x="2879668" y="1366417"/>
                  </a:lnTo>
                  <a:lnTo>
                    <a:pt x="2880318" y="1345572"/>
                  </a:lnTo>
                  <a:lnTo>
                    <a:pt x="2880968" y="1320128"/>
                  </a:lnTo>
                  <a:lnTo>
                    <a:pt x="2881618" y="1290837"/>
                  </a:lnTo>
                  <a:lnTo>
                    <a:pt x="2882268" y="1258657"/>
                  </a:lnTo>
                  <a:lnTo>
                    <a:pt x="2882918" y="1225205"/>
                  </a:lnTo>
                  <a:lnTo>
                    <a:pt x="2883568" y="1191351"/>
                  </a:lnTo>
                  <a:lnTo>
                    <a:pt x="2884218" y="1157492"/>
                  </a:lnTo>
                  <a:lnTo>
                    <a:pt x="2884867" y="1124811"/>
                  </a:lnTo>
                  <a:lnTo>
                    <a:pt x="2885517" y="1093880"/>
                  </a:lnTo>
                  <a:lnTo>
                    <a:pt x="2886167" y="1064873"/>
                  </a:lnTo>
                  <a:lnTo>
                    <a:pt x="2886817" y="1037714"/>
                  </a:lnTo>
                  <a:lnTo>
                    <a:pt x="2887467" y="1012446"/>
                  </a:lnTo>
                  <a:lnTo>
                    <a:pt x="2888117" y="989205"/>
                  </a:lnTo>
                  <a:lnTo>
                    <a:pt x="2888767" y="967903"/>
                  </a:lnTo>
                  <a:lnTo>
                    <a:pt x="2889417" y="948895"/>
                  </a:lnTo>
                  <a:lnTo>
                    <a:pt x="2890067" y="931898"/>
                  </a:lnTo>
                  <a:lnTo>
                    <a:pt x="2890717" y="917006"/>
                  </a:lnTo>
                  <a:lnTo>
                    <a:pt x="2891367" y="903918"/>
                  </a:lnTo>
                  <a:lnTo>
                    <a:pt x="2892017" y="892257"/>
                  </a:lnTo>
                  <a:lnTo>
                    <a:pt x="2892667" y="881158"/>
                  </a:lnTo>
                  <a:lnTo>
                    <a:pt x="2893317" y="870016"/>
                  </a:lnTo>
                  <a:lnTo>
                    <a:pt x="2893967" y="858034"/>
                  </a:lnTo>
                  <a:lnTo>
                    <a:pt x="2894617" y="844460"/>
                  </a:lnTo>
                  <a:lnTo>
                    <a:pt x="2895266" y="828844"/>
                  </a:lnTo>
                  <a:lnTo>
                    <a:pt x="2895916" y="810990"/>
                  </a:lnTo>
                  <a:lnTo>
                    <a:pt x="2896566" y="791104"/>
                  </a:lnTo>
                  <a:lnTo>
                    <a:pt x="2897216" y="769915"/>
                  </a:lnTo>
                  <a:lnTo>
                    <a:pt x="2897866" y="748013"/>
                  </a:lnTo>
                  <a:lnTo>
                    <a:pt x="2898516" y="726187"/>
                  </a:lnTo>
                  <a:lnTo>
                    <a:pt x="2899166" y="704810"/>
                  </a:lnTo>
                  <a:lnTo>
                    <a:pt x="2899816" y="684331"/>
                  </a:lnTo>
                  <a:lnTo>
                    <a:pt x="2900466" y="664935"/>
                  </a:lnTo>
                  <a:lnTo>
                    <a:pt x="2901116" y="646696"/>
                  </a:lnTo>
                  <a:lnTo>
                    <a:pt x="2901766" y="629626"/>
                  </a:lnTo>
                  <a:lnTo>
                    <a:pt x="2902416" y="613902"/>
                  </a:lnTo>
                  <a:lnTo>
                    <a:pt x="2903066" y="599500"/>
                  </a:lnTo>
                  <a:lnTo>
                    <a:pt x="2903716" y="586411"/>
                  </a:lnTo>
                  <a:lnTo>
                    <a:pt x="2904366" y="574523"/>
                  </a:lnTo>
                  <a:lnTo>
                    <a:pt x="2905015" y="563846"/>
                  </a:lnTo>
                  <a:lnTo>
                    <a:pt x="2905665" y="554555"/>
                  </a:lnTo>
                  <a:lnTo>
                    <a:pt x="2906315" y="546583"/>
                  </a:lnTo>
                  <a:lnTo>
                    <a:pt x="2906965" y="539635"/>
                  </a:lnTo>
                  <a:lnTo>
                    <a:pt x="2907615" y="533430"/>
                  </a:lnTo>
                  <a:lnTo>
                    <a:pt x="2908265" y="527681"/>
                  </a:lnTo>
                  <a:lnTo>
                    <a:pt x="2908915" y="522201"/>
                  </a:lnTo>
                  <a:lnTo>
                    <a:pt x="2909565" y="516810"/>
                  </a:lnTo>
                  <a:lnTo>
                    <a:pt x="2910215" y="511503"/>
                  </a:lnTo>
                  <a:lnTo>
                    <a:pt x="2910865" y="506473"/>
                  </a:lnTo>
                  <a:lnTo>
                    <a:pt x="2911515" y="501937"/>
                  </a:lnTo>
                  <a:lnTo>
                    <a:pt x="2912165" y="498238"/>
                  </a:lnTo>
                  <a:lnTo>
                    <a:pt x="2912815" y="495641"/>
                  </a:lnTo>
                  <a:lnTo>
                    <a:pt x="2913465" y="494413"/>
                  </a:lnTo>
                  <a:lnTo>
                    <a:pt x="2914115" y="494827"/>
                  </a:lnTo>
                  <a:lnTo>
                    <a:pt x="2914765" y="496978"/>
                  </a:lnTo>
                  <a:lnTo>
                    <a:pt x="2915414" y="500740"/>
                  </a:lnTo>
                  <a:lnTo>
                    <a:pt x="2916064" y="506051"/>
                  </a:lnTo>
                  <a:lnTo>
                    <a:pt x="2916714" y="512698"/>
                  </a:lnTo>
                  <a:lnTo>
                    <a:pt x="2917364" y="520383"/>
                  </a:lnTo>
                  <a:lnTo>
                    <a:pt x="2918014" y="528812"/>
                  </a:lnTo>
                  <a:lnTo>
                    <a:pt x="2918664" y="537817"/>
                  </a:lnTo>
                  <a:lnTo>
                    <a:pt x="2919314" y="547424"/>
                  </a:lnTo>
                  <a:lnTo>
                    <a:pt x="2919964" y="557494"/>
                  </a:lnTo>
                  <a:lnTo>
                    <a:pt x="2920614" y="567795"/>
                  </a:lnTo>
                  <a:lnTo>
                    <a:pt x="2921264" y="578169"/>
                  </a:lnTo>
                  <a:lnTo>
                    <a:pt x="2921914" y="588076"/>
                  </a:lnTo>
                  <a:lnTo>
                    <a:pt x="2922564" y="597382"/>
                  </a:lnTo>
                  <a:lnTo>
                    <a:pt x="2923214" y="605674"/>
                  </a:lnTo>
                  <a:lnTo>
                    <a:pt x="2923864" y="612811"/>
                  </a:lnTo>
                  <a:lnTo>
                    <a:pt x="2924514" y="618610"/>
                  </a:lnTo>
                  <a:lnTo>
                    <a:pt x="2925163" y="623250"/>
                  </a:lnTo>
                  <a:lnTo>
                    <a:pt x="2925813" y="626809"/>
                  </a:lnTo>
                  <a:lnTo>
                    <a:pt x="2926463" y="629820"/>
                  </a:lnTo>
                  <a:lnTo>
                    <a:pt x="2927113" y="632774"/>
                  </a:lnTo>
                  <a:lnTo>
                    <a:pt x="2927763" y="636271"/>
                  </a:lnTo>
                  <a:lnTo>
                    <a:pt x="2928413" y="640812"/>
                  </a:lnTo>
                  <a:lnTo>
                    <a:pt x="2929063" y="646638"/>
                  </a:lnTo>
                  <a:lnTo>
                    <a:pt x="2929713" y="653452"/>
                  </a:lnTo>
                  <a:lnTo>
                    <a:pt x="2930363" y="660991"/>
                  </a:lnTo>
                  <a:lnTo>
                    <a:pt x="2931013" y="668585"/>
                  </a:lnTo>
                  <a:lnTo>
                    <a:pt x="2931663" y="676122"/>
                  </a:lnTo>
                  <a:lnTo>
                    <a:pt x="2932313" y="683372"/>
                  </a:lnTo>
                  <a:lnTo>
                    <a:pt x="2932963" y="690343"/>
                  </a:lnTo>
                  <a:lnTo>
                    <a:pt x="2933613" y="696977"/>
                  </a:lnTo>
                  <a:lnTo>
                    <a:pt x="2934263" y="703591"/>
                  </a:lnTo>
                  <a:lnTo>
                    <a:pt x="2934913" y="710234"/>
                  </a:lnTo>
                  <a:lnTo>
                    <a:pt x="2935562" y="717134"/>
                  </a:lnTo>
                  <a:lnTo>
                    <a:pt x="2936212" y="724184"/>
                  </a:lnTo>
                  <a:lnTo>
                    <a:pt x="2936862" y="731480"/>
                  </a:lnTo>
                  <a:lnTo>
                    <a:pt x="2937512" y="738777"/>
                  </a:lnTo>
                  <a:lnTo>
                    <a:pt x="2938162" y="745643"/>
                  </a:lnTo>
                  <a:lnTo>
                    <a:pt x="2938812" y="751988"/>
                  </a:lnTo>
                  <a:lnTo>
                    <a:pt x="2939462" y="757919"/>
                  </a:lnTo>
                  <a:lnTo>
                    <a:pt x="2940112" y="763865"/>
                  </a:lnTo>
                  <a:lnTo>
                    <a:pt x="2940762" y="770429"/>
                  </a:lnTo>
                  <a:lnTo>
                    <a:pt x="2941412" y="777913"/>
                  </a:lnTo>
                  <a:lnTo>
                    <a:pt x="2942062" y="786655"/>
                  </a:lnTo>
                  <a:lnTo>
                    <a:pt x="2942712" y="796678"/>
                  </a:lnTo>
                  <a:lnTo>
                    <a:pt x="2943362" y="807546"/>
                  </a:lnTo>
                  <a:lnTo>
                    <a:pt x="2944012" y="818661"/>
                  </a:lnTo>
                  <a:lnTo>
                    <a:pt x="2944662" y="829542"/>
                  </a:lnTo>
                  <a:lnTo>
                    <a:pt x="2945311" y="839531"/>
                  </a:lnTo>
                  <a:lnTo>
                    <a:pt x="2945961" y="847864"/>
                  </a:lnTo>
                  <a:lnTo>
                    <a:pt x="2946611" y="853390"/>
                  </a:lnTo>
                  <a:lnTo>
                    <a:pt x="2947261" y="855359"/>
                  </a:lnTo>
                  <a:lnTo>
                    <a:pt x="2947911" y="853608"/>
                  </a:lnTo>
                  <a:lnTo>
                    <a:pt x="2948561" y="848139"/>
                  </a:lnTo>
                  <a:lnTo>
                    <a:pt x="2949211" y="839064"/>
                  </a:lnTo>
                  <a:lnTo>
                    <a:pt x="2949861" y="826561"/>
                  </a:lnTo>
                  <a:lnTo>
                    <a:pt x="2950511" y="811138"/>
                  </a:lnTo>
                  <a:lnTo>
                    <a:pt x="2951161" y="793541"/>
                  </a:lnTo>
                  <a:lnTo>
                    <a:pt x="2951811" y="774029"/>
                  </a:lnTo>
                  <a:lnTo>
                    <a:pt x="2952461" y="753129"/>
                  </a:lnTo>
                  <a:lnTo>
                    <a:pt x="2953111" y="731506"/>
                  </a:lnTo>
                  <a:lnTo>
                    <a:pt x="2953761" y="709706"/>
                  </a:lnTo>
                  <a:lnTo>
                    <a:pt x="2954411" y="688225"/>
                  </a:lnTo>
                  <a:lnTo>
                    <a:pt x="2955061" y="667632"/>
                  </a:lnTo>
                  <a:lnTo>
                    <a:pt x="2955710" y="648361"/>
                  </a:lnTo>
                  <a:lnTo>
                    <a:pt x="2956360" y="630972"/>
                  </a:lnTo>
                  <a:lnTo>
                    <a:pt x="2957010" y="615936"/>
                  </a:lnTo>
                  <a:lnTo>
                    <a:pt x="2957660" y="603266"/>
                  </a:lnTo>
                  <a:lnTo>
                    <a:pt x="2958310" y="593075"/>
                  </a:lnTo>
                  <a:lnTo>
                    <a:pt x="2958960" y="585464"/>
                  </a:lnTo>
                  <a:lnTo>
                    <a:pt x="2959610" y="580228"/>
                  </a:lnTo>
                  <a:lnTo>
                    <a:pt x="2960260" y="576932"/>
                  </a:lnTo>
                  <a:lnTo>
                    <a:pt x="2960910" y="574954"/>
                  </a:lnTo>
                  <a:lnTo>
                    <a:pt x="2961560" y="573765"/>
                  </a:lnTo>
                  <a:lnTo>
                    <a:pt x="2962210" y="573128"/>
                  </a:lnTo>
                  <a:lnTo>
                    <a:pt x="2962860" y="572863"/>
                  </a:lnTo>
                  <a:lnTo>
                    <a:pt x="2963510" y="572779"/>
                  </a:lnTo>
                  <a:lnTo>
                    <a:pt x="2964160" y="572623"/>
                  </a:lnTo>
                  <a:lnTo>
                    <a:pt x="2964810" y="572209"/>
                  </a:lnTo>
                  <a:lnTo>
                    <a:pt x="2965459" y="571247"/>
                  </a:lnTo>
                  <a:lnTo>
                    <a:pt x="2966109" y="569549"/>
                  </a:lnTo>
                  <a:lnTo>
                    <a:pt x="2966759" y="566829"/>
                  </a:lnTo>
                  <a:lnTo>
                    <a:pt x="2967409" y="563036"/>
                  </a:lnTo>
                  <a:lnTo>
                    <a:pt x="2968059" y="557964"/>
                  </a:lnTo>
                  <a:lnTo>
                    <a:pt x="2968709" y="551725"/>
                  </a:lnTo>
                  <a:lnTo>
                    <a:pt x="2969359" y="544497"/>
                  </a:lnTo>
                  <a:lnTo>
                    <a:pt x="2970009" y="536587"/>
                  </a:lnTo>
                  <a:lnTo>
                    <a:pt x="2970659" y="528333"/>
                  </a:lnTo>
                  <a:lnTo>
                    <a:pt x="2971309" y="520235"/>
                  </a:lnTo>
                  <a:lnTo>
                    <a:pt x="2971959" y="512696"/>
                  </a:lnTo>
                  <a:lnTo>
                    <a:pt x="2972609" y="505903"/>
                  </a:lnTo>
                  <a:lnTo>
                    <a:pt x="2973259" y="500092"/>
                  </a:lnTo>
                  <a:lnTo>
                    <a:pt x="2973909" y="495334"/>
                  </a:lnTo>
                  <a:lnTo>
                    <a:pt x="2974559" y="491527"/>
                  </a:lnTo>
                  <a:lnTo>
                    <a:pt x="2975209" y="488816"/>
                  </a:lnTo>
                  <a:lnTo>
                    <a:pt x="2975858" y="487367"/>
                  </a:lnTo>
                  <a:lnTo>
                    <a:pt x="2976508" y="487206"/>
                  </a:lnTo>
                  <a:lnTo>
                    <a:pt x="2977158" y="488294"/>
                  </a:lnTo>
                  <a:lnTo>
                    <a:pt x="2977808" y="490640"/>
                  </a:lnTo>
                  <a:lnTo>
                    <a:pt x="2978458" y="494241"/>
                  </a:lnTo>
                  <a:lnTo>
                    <a:pt x="2979108" y="499286"/>
                  </a:lnTo>
                  <a:lnTo>
                    <a:pt x="2979758" y="505839"/>
                  </a:lnTo>
                  <a:lnTo>
                    <a:pt x="2980408" y="513765"/>
                  </a:lnTo>
                  <a:lnTo>
                    <a:pt x="2981058" y="522704"/>
                  </a:lnTo>
                  <a:lnTo>
                    <a:pt x="2981708" y="532585"/>
                  </a:lnTo>
                  <a:lnTo>
                    <a:pt x="2982358" y="543405"/>
                  </a:lnTo>
                  <a:lnTo>
                    <a:pt x="2983008" y="554965"/>
                  </a:lnTo>
                  <a:lnTo>
                    <a:pt x="2983658" y="566850"/>
                  </a:lnTo>
                  <a:lnTo>
                    <a:pt x="2984308" y="578885"/>
                  </a:lnTo>
                  <a:lnTo>
                    <a:pt x="2984958" y="590853"/>
                  </a:lnTo>
                  <a:lnTo>
                    <a:pt x="2985607" y="602595"/>
                  </a:lnTo>
                  <a:lnTo>
                    <a:pt x="2986257" y="613747"/>
                  </a:lnTo>
                  <a:lnTo>
                    <a:pt x="2986907" y="623865"/>
                  </a:lnTo>
                  <a:lnTo>
                    <a:pt x="2987557" y="632530"/>
                  </a:lnTo>
                  <a:lnTo>
                    <a:pt x="2988207" y="639643"/>
                  </a:lnTo>
                  <a:lnTo>
                    <a:pt x="2988857" y="644923"/>
                  </a:lnTo>
                  <a:lnTo>
                    <a:pt x="2989507" y="648253"/>
                  </a:lnTo>
                  <a:lnTo>
                    <a:pt x="2990157" y="649894"/>
                  </a:lnTo>
                  <a:lnTo>
                    <a:pt x="2990807" y="650009"/>
                  </a:lnTo>
                  <a:lnTo>
                    <a:pt x="2991457" y="648779"/>
                  </a:lnTo>
                  <a:lnTo>
                    <a:pt x="2992107" y="646472"/>
                  </a:lnTo>
                  <a:lnTo>
                    <a:pt x="2992757" y="643457"/>
                  </a:lnTo>
                  <a:lnTo>
                    <a:pt x="2993407" y="640451"/>
                  </a:lnTo>
                  <a:lnTo>
                    <a:pt x="2994057" y="637935"/>
                  </a:lnTo>
                  <a:lnTo>
                    <a:pt x="2994707" y="636337"/>
                  </a:lnTo>
                  <a:lnTo>
                    <a:pt x="2995356" y="635805"/>
                  </a:lnTo>
                  <a:lnTo>
                    <a:pt x="2996006" y="636829"/>
                  </a:lnTo>
                  <a:lnTo>
                    <a:pt x="2996656" y="639832"/>
                  </a:lnTo>
                  <a:lnTo>
                    <a:pt x="2997306" y="644876"/>
                  </a:lnTo>
                  <a:lnTo>
                    <a:pt x="2997956" y="651950"/>
                  </a:lnTo>
                  <a:lnTo>
                    <a:pt x="2998606" y="660958"/>
                  </a:lnTo>
                  <a:lnTo>
                    <a:pt x="2999256" y="671816"/>
                  </a:lnTo>
                  <a:lnTo>
                    <a:pt x="2999906" y="684459"/>
                  </a:lnTo>
                  <a:lnTo>
                    <a:pt x="3000556" y="698945"/>
                  </a:lnTo>
                  <a:lnTo>
                    <a:pt x="3001206" y="714717"/>
                  </a:lnTo>
                  <a:lnTo>
                    <a:pt x="3001856" y="731457"/>
                  </a:lnTo>
                  <a:lnTo>
                    <a:pt x="3002506" y="748960"/>
                  </a:lnTo>
                  <a:lnTo>
                    <a:pt x="3003156" y="767204"/>
                  </a:lnTo>
                  <a:lnTo>
                    <a:pt x="3003806" y="785680"/>
                  </a:lnTo>
                  <a:lnTo>
                    <a:pt x="3004456" y="803692"/>
                  </a:lnTo>
                  <a:lnTo>
                    <a:pt x="3005106" y="820312"/>
                  </a:lnTo>
                  <a:lnTo>
                    <a:pt x="3005755" y="834717"/>
                  </a:lnTo>
                  <a:lnTo>
                    <a:pt x="3006405" y="846339"/>
                  </a:lnTo>
                  <a:lnTo>
                    <a:pt x="3007055" y="854988"/>
                  </a:lnTo>
                  <a:lnTo>
                    <a:pt x="3007705" y="860172"/>
                  </a:lnTo>
                  <a:lnTo>
                    <a:pt x="3008355" y="861814"/>
                  </a:lnTo>
                  <a:lnTo>
                    <a:pt x="3009005" y="860032"/>
                  </a:lnTo>
                  <a:lnTo>
                    <a:pt x="3009655" y="854810"/>
                  </a:lnTo>
                  <a:lnTo>
                    <a:pt x="3010305" y="846537"/>
                  </a:lnTo>
                  <a:lnTo>
                    <a:pt x="3010955" y="835838"/>
                  </a:lnTo>
                  <a:lnTo>
                    <a:pt x="3011605" y="822872"/>
                  </a:lnTo>
                  <a:lnTo>
                    <a:pt x="3012255" y="807625"/>
                  </a:lnTo>
                  <a:lnTo>
                    <a:pt x="3012905" y="790118"/>
                  </a:lnTo>
                  <a:lnTo>
                    <a:pt x="3013555" y="771514"/>
                  </a:lnTo>
                  <a:lnTo>
                    <a:pt x="3014205" y="752544"/>
                  </a:lnTo>
                  <a:lnTo>
                    <a:pt x="3014855" y="733954"/>
                  </a:lnTo>
                  <a:lnTo>
                    <a:pt x="3015504" y="716186"/>
                  </a:lnTo>
                  <a:lnTo>
                    <a:pt x="3016154" y="699957"/>
                  </a:lnTo>
                  <a:lnTo>
                    <a:pt x="3016804" y="685737"/>
                  </a:lnTo>
                  <a:lnTo>
                    <a:pt x="3017454" y="673786"/>
                  </a:lnTo>
                  <a:lnTo>
                    <a:pt x="3018104" y="663871"/>
                  </a:lnTo>
                  <a:lnTo>
                    <a:pt x="3018754" y="656232"/>
                  </a:lnTo>
                  <a:lnTo>
                    <a:pt x="3019404" y="651166"/>
                  </a:lnTo>
                  <a:lnTo>
                    <a:pt x="3020054" y="648628"/>
                  </a:lnTo>
                  <a:lnTo>
                    <a:pt x="3020704" y="648381"/>
                  </a:lnTo>
                  <a:lnTo>
                    <a:pt x="3021354" y="650236"/>
                  </a:lnTo>
                  <a:lnTo>
                    <a:pt x="3022004" y="654184"/>
                  </a:lnTo>
                  <a:lnTo>
                    <a:pt x="3022654" y="660237"/>
                  </a:lnTo>
                  <a:lnTo>
                    <a:pt x="3023304" y="667926"/>
                  </a:lnTo>
                  <a:lnTo>
                    <a:pt x="3023954" y="676730"/>
                  </a:lnTo>
                  <a:lnTo>
                    <a:pt x="3024604" y="686421"/>
                  </a:lnTo>
                  <a:lnTo>
                    <a:pt x="3025254" y="696740"/>
                  </a:lnTo>
                  <a:lnTo>
                    <a:pt x="3025903" y="707081"/>
                  </a:lnTo>
                  <a:lnTo>
                    <a:pt x="3026553" y="716858"/>
                  </a:lnTo>
                  <a:lnTo>
                    <a:pt x="3027203" y="725631"/>
                  </a:lnTo>
                  <a:lnTo>
                    <a:pt x="3027853" y="733179"/>
                  </a:lnTo>
                  <a:lnTo>
                    <a:pt x="3028503" y="738767"/>
                  </a:lnTo>
                  <a:lnTo>
                    <a:pt x="3029153" y="741552"/>
                  </a:lnTo>
                  <a:lnTo>
                    <a:pt x="3029803" y="741418"/>
                  </a:lnTo>
                  <a:lnTo>
                    <a:pt x="3030453" y="738561"/>
                  </a:lnTo>
                  <a:lnTo>
                    <a:pt x="3031103" y="733481"/>
                  </a:lnTo>
                  <a:lnTo>
                    <a:pt x="3031753" y="726315"/>
                  </a:lnTo>
                  <a:lnTo>
                    <a:pt x="3032403" y="717012"/>
                  </a:lnTo>
                  <a:lnTo>
                    <a:pt x="3033053" y="705778"/>
                  </a:lnTo>
                  <a:lnTo>
                    <a:pt x="3033703" y="693720"/>
                  </a:lnTo>
                  <a:lnTo>
                    <a:pt x="3034353" y="681145"/>
                  </a:lnTo>
                  <a:lnTo>
                    <a:pt x="3035003" y="668362"/>
                  </a:lnTo>
                  <a:lnTo>
                    <a:pt x="3035652" y="655383"/>
                  </a:lnTo>
                  <a:lnTo>
                    <a:pt x="3036302" y="642381"/>
                  </a:lnTo>
                  <a:lnTo>
                    <a:pt x="3036952" y="629762"/>
                  </a:lnTo>
                  <a:lnTo>
                    <a:pt x="3037602" y="618095"/>
                  </a:lnTo>
                  <a:lnTo>
                    <a:pt x="3038252" y="607554"/>
                  </a:lnTo>
                  <a:lnTo>
                    <a:pt x="3038902" y="598536"/>
                  </a:lnTo>
                  <a:lnTo>
                    <a:pt x="3039552" y="591143"/>
                  </a:lnTo>
                  <a:lnTo>
                    <a:pt x="3040202" y="585397"/>
                  </a:lnTo>
                  <a:lnTo>
                    <a:pt x="3040852" y="581291"/>
                  </a:lnTo>
                  <a:lnTo>
                    <a:pt x="3041502" y="578975"/>
                  </a:lnTo>
                  <a:lnTo>
                    <a:pt x="3042152" y="578596"/>
                  </a:lnTo>
                  <a:lnTo>
                    <a:pt x="3042802" y="580057"/>
                  </a:lnTo>
                  <a:lnTo>
                    <a:pt x="3043452" y="582924"/>
                  </a:lnTo>
                  <a:lnTo>
                    <a:pt x="3044102" y="587268"/>
                  </a:lnTo>
                  <a:lnTo>
                    <a:pt x="3044752" y="593217"/>
                  </a:lnTo>
                  <a:lnTo>
                    <a:pt x="3045402" y="601115"/>
                  </a:lnTo>
                  <a:lnTo>
                    <a:pt x="3046051" y="610648"/>
                  </a:lnTo>
                  <a:lnTo>
                    <a:pt x="3046701" y="621401"/>
                  </a:lnTo>
                  <a:lnTo>
                    <a:pt x="3047351" y="632752"/>
                  </a:lnTo>
                  <a:lnTo>
                    <a:pt x="3048001" y="644629"/>
                  </a:lnTo>
                  <a:lnTo>
                    <a:pt x="3048651" y="656675"/>
                  </a:lnTo>
                  <a:lnTo>
                    <a:pt x="3049301" y="668519"/>
                  </a:lnTo>
                  <a:lnTo>
                    <a:pt x="3049951" y="680045"/>
                  </a:lnTo>
                  <a:lnTo>
                    <a:pt x="3050601" y="691197"/>
                  </a:lnTo>
                  <a:lnTo>
                    <a:pt x="3051251" y="701916"/>
                  </a:lnTo>
                  <a:lnTo>
                    <a:pt x="3051901" y="712261"/>
                  </a:lnTo>
                  <a:lnTo>
                    <a:pt x="3052551" y="722315"/>
                  </a:lnTo>
                  <a:lnTo>
                    <a:pt x="3053201" y="731868"/>
                  </a:lnTo>
                  <a:lnTo>
                    <a:pt x="3053851" y="740689"/>
                  </a:lnTo>
                  <a:lnTo>
                    <a:pt x="3054501" y="748219"/>
                  </a:lnTo>
                  <a:lnTo>
                    <a:pt x="3055151" y="753846"/>
                  </a:lnTo>
                  <a:lnTo>
                    <a:pt x="3055800" y="757717"/>
                  </a:lnTo>
                  <a:lnTo>
                    <a:pt x="3056450" y="759617"/>
                  </a:lnTo>
                  <a:lnTo>
                    <a:pt x="3057100" y="759679"/>
                  </a:lnTo>
                  <a:lnTo>
                    <a:pt x="3057750" y="757942"/>
                  </a:lnTo>
                  <a:lnTo>
                    <a:pt x="3058400" y="754691"/>
                  </a:lnTo>
                  <a:lnTo>
                    <a:pt x="3059050" y="750336"/>
                  </a:lnTo>
                  <a:lnTo>
                    <a:pt x="3059700" y="745103"/>
                  </a:lnTo>
                  <a:lnTo>
                    <a:pt x="3060350" y="739163"/>
                  </a:lnTo>
                  <a:lnTo>
                    <a:pt x="3061000" y="732986"/>
                  </a:lnTo>
                  <a:lnTo>
                    <a:pt x="3061650" y="726970"/>
                  </a:lnTo>
                  <a:lnTo>
                    <a:pt x="3062300" y="721212"/>
                  </a:lnTo>
                  <a:lnTo>
                    <a:pt x="3062950" y="716012"/>
                  </a:lnTo>
                  <a:lnTo>
                    <a:pt x="3063600" y="711494"/>
                  </a:lnTo>
                  <a:lnTo>
                    <a:pt x="3064250" y="708162"/>
                  </a:lnTo>
                  <a:lnTo>
                    <a:pt x="3064900" y="706547"/>
                  </a:lnTo>
                  <a:lnTo>
                    <a:pt x="3065550" y="706875"/>
                  </a:lnTo>
                  <a:lnTo>
                    <a:pt x="3066199" y="709087"/>
                  </a:lnTo>
                  <a:lnTo>
                    <a:pt x="3066849" y="713245"/>
                  </a:lnTo>
                  <a:lnTo>
                    <a:pt x="3067499" y="719263"/>
                  </a:lnTo>
                  <a:lnTo>
                    <a:pt x="3068149" y="727194"/>
                  </a:lnTo>
                  <a:lnTo>
                    <a:pt x="3068799" y="737025"/>
                  </a:lnTo>
                  <a:lnTo>
                    <a:pt x="3069449" y="748255"/>
                  </a:lnTo>
                  <a:lnTo>
                    <a:pt x="3070099" y="760473"/>
                  </a:lnTo>
                  <a:lnTo>
                    <a:pt x="3070749" y="773091"/>
                  </a:lnTo>
                  <a:lnTo>
                    <a:pt x="3071399" y="785292"/>
                  </a:lnTo>
                  <a:lnTo>
                    <a:pt x="3072049" y="796377"/>
                  </a:lnTo>
                  <a:lnTo>
                    <a:pt x="3072699" y="805960"/>
                  </a:lnTo>
                  <a:lnTo>
                    <a:pt x="3073349" y="813521"/>
                  </a:lnTo>
                  <a:lnTo>
                    <a:pt x="3073999" y="818690"/>
                  </a:lnTo>
                  <a:lnTo>
                    <a:pt x="3074649" y="821294"/>
                  </a:lnTo>
                  <a:lnTo>
                    <a:pt x="3075299" y="821632"/>
                  </a:lnTo>
                  <a:lnTo>
                    <a:pt x="3075948" y="820499"/>
                  </a:lnTo>
                  <a:lnTo>
                    <a:pt x="3076598" y="818317"/>
                  </a:lnTo>
                  <a:lnTo>
                    <a:pt x="3077248" y="815591"/>
                  </a:lnTo>
                  <a:lnTo>
                    <a:pt x="3077898" y="812270"/>
                  </a:lnTo>
                  <a:lnTo>
                    <a:pt x="3078548" y="808465"/>
                  </a:lnTo>
                  <a:lnTo>
                    <a:pt x="3079198" y="804629"/>
                  </a:lnTo>
                  <a:lnTo>
                    <a:pt x="3079848" y="800970"/>
                  </a:lnTo>
                  <a:lnTo>
                    <a:pt x="3080498" y="797554"/>
                  </a:lnTo>
                  <a:lnTo>
                    <a:pt x="3081148" y="794552"/>
                  </a:lnTo>
                  <a:lnTo>
                    <a:pt x="3081798" y="792137"/>
                  </a:lnTo>
                  <a:lnTo>
                    <a:pt x="3082448" y="790284"/>
                  </a:lnTo>
                  <a:lnTo>
                    <a:pt x="3083098" y="789152"/>
                  </a:lnTo>
                  <a:lnTo>
                    <a:pt x="3083748" y="788438"/>
                  </a:lnTo>
                  <a:lnTo>
                    <a:pt x="3084398" y="787649"/>
                  </a:lnTo>
                  <a:lnTo>
                    <a:pt x="3085048" y="786225"/>
                  </a:lnTo>
                  <a:lnTo>
                    <a:pt x="3085698" y="783358"/>
                  </a:lnTo>
                  <a:lnTo>
                    <a:pt x="3086347" y="778655"/>
                  </a:lnTo>
                  <a:lnTo>
                    <a:pt x="3086997" y="772007"/>
                  </a:lnTo>
                  <a:lnTo>
                    <a:pt x="3087647" y="763694"/>
                  </a:lnTo>
                  <a:lnTo>
                    <a:pt x="3088297" y="754005"/>
                  </a:lnTo>
                  <a:lnTo>
                    <a:pt x="3088947" y="743446"/>
                  </a:lnTo>
                  <a:lnTo>
                    <a:pt x="3089597" y="732449"/>
                  </a:lnTo>
                  <a:lnTo>
                    <a:pt x="3090247" y="721600"/>
                  </a:lnTo>
                  <a:lnTo>
                    <a:pt x="3090897" y="711434"/>
                  </a:lnTo>
                  <a:lnTo>
                    <a:pt x="3091547" y="702170"/>
                  </a:lnTo>
                  <a:lnTo>
                    <a:pt x="3092197" y="693492"/>
                  </a:lnTo>
                  <a:lnTo>
                    <a:pt x="3092847" y="685221"/>
                  </a:lnTo>
                  <a:lnTo>
                    <a:pt x="3093497" y="677247"/>
                  </a:lnTo>
                  <a:lnTo>
                    <a:pt x="3094147" y="669546"/>
                  </a:lnTo>
                  <a:lnTo>
                    <a:pt x="3094797" y="662210"/>
                  </a:lnTo>
                  <a:lnTo>
                    <a:pt x="3095447" y="655283"/>
                  </a:lnTo>
                  <a:lnTo>
                    <a:pt x="3096096" y="648708"/>
                  </a:lnTo>
                  <a:lnTo>
                    <a:pt x="3096746" y="642626"/>
                  </a:lnTo>
                  <a:lnTo>
                    <a:pt x="3097396" y="636926"/>
                  </a:lnTo>
                  <a:lnTo>
                    <a:pt x="3098046" y="631240"/>
                  </a:lnTo>
                  <a:lnTo>
                    <a:pt x="3098696" y="625158"/>
                  </a:lnTo>
                  <a:lnTo>
                    <a:pt x="3099346" y="618334"/>
                  </a:lnTo>
                  <a:lnTo>
                    <a:pt x="3099996" y="610796"/>
                  </a:lnTo>
                  <a:lnTo>
                    <a:pt x="3100646" y="602594"/>
                  </a:lnTo>
                  <a:lnTo>
                    <a:pt x="3101296" y="593860"/>
                  </a:lnTo>
                  <a:lnTo>
                    <a:pt x="3101946" y="585105"/>
                  </a:lnTo>
                  <a:lnTo>
                    <a:pt x="3102596" y="576657"/>
                  </a:lnTo>
                  <a:lnTo>
                    <a:pt x="3103246" y="568979"/>
                  </a:lnTo>
                  <a:lnTo>
                    <a:pt x="3103896" y="562498"/>
                  </a:lnTo>
                  <a:lnTo>
                    <a:pt x="3104546" y="557500"/>
                  </a:lnTo>
                  <a:lnTo>
                    <a:pt x="3105196" y="554298"/>
                  </a:lnTo>
                  <a:lnTo>
                    <a:pt x="3105846" y="553018"/>
                  </a:lnTo>
                  <a:lnTo>
                    <a:pt x="3106495" y="553274"/>
                  </a:lnTo>
                  <a:lnTo>
                    <a:pt x="3107145" y="554866"/>
                  </a:lnTo>
                  <a:lnTo>
                    <a:pt x="3107795" y="557550"/>
                  </a:lnTo>
                  <a:lnTo>
                    <a:pt x="3108445" y="560849"/>
                  </a:lnTo>
                  <a:lnTo>
                    <a:pt x="3109095" y="564409"/>
                  </a:lnTo>
                  <a:lnTo>
                    <a:pt x="3109745" y="567545"/>
                  </a:lnTo>
                  <a:lnTo>
                    <a:pt x="3110395" y="569910"/>
                  </a:lnTo>
                  <a:lnTo>
                    <a:pt x="3111045" y="571031"/>
                  </a:lnTo>
                  <a:lnTo>
                    <a:pt x="3111695" y="570559"/>
                  </a:lnTo>
                  <a:lnTo>
                    <a:pt x="3112345" y="568452"/>
                  </a:lnTo>
                  <a:lnTo>
                    <a:pt x="3112995" y="564894"/>
                  </a:lnTo>
                  <a:lnTo>
                    <a:pt x="3113645" y="560011"/>
                  </a:lnTo>
                  <a:lnTo>
                    <a:pt x="3114295" y="554012"/>
                  </a:lnTo>
                  <a:lnTo>
                    <a:pt x="3114945" y="547058"/>
                  </a:lnTo>
                  <a:lnTo>
                    <a:pt x="3115595" y="539516"/>
                  </a:lnTo>
                  <a:lnTo>
                    <a:pt x="3116244" y="531883"/>
                  </a:lnTo>
                  <a:lnTo>
                    <a:pt x="3116894" y="524483"/>
                  </a:lnTo>
                  <a:lnTo>
                    <a:pt x="3117544" y="517683"/>
                  </a:lnTo>
                  <a:lnTo>
                    <a:pt x="3118194" y="512343"/>
                  </a:lnTo>
                  <a:lnTo>
                    <a:pt x="3118844" y="508982"/>
                  </a:lnTo>
                  <a:lnTo>
                    <a:pt x="3119494" y="507971"/>
                  </a:lnTo>
                  <a:lnTo>
                    <a:pt x="3120144" y="509321"/>
                  </a:lnTo>
                  <a:lnTo>
                    <a:pt x="3120794" y="513198"/>
                  </a:lnTo>
                  <a:lnTo>
                    <a:pt x="3121444" y="519658"/>
                  </a:lnTo>
                  <a:lnTo>
                    <a:pt x="3122094" y="528543"/>
                  </a:lnTo>
                  <a:lnTo>
                    <a:pt x="3122744" y="539212"/>
                  </a:lnTo>
                  <a:lnTo>
                    <a:pt x="3123394" y="550983"/>
                  </a:lnTo>
                  <a:lnTo>
                    <a:pt x="3124044" y="563153"/>
                  </a:lnTo>
                  <a:lnTo>
                    <a:pt x="3124694" y="575495"/>
                  </a:lnTo>
                  <a:lnTo>
                    <a:pt x="3125344" y="587651"/>
                  </a:lnTo>
                  <a:lnTo>
                    <a:pt x="3125994" y="599354"/>
                  </a:lnTo>
                  <a:lnTo>
                    <a:pt x="3126643" y="610578"/>
                  </a:lnTo>
                  <a:lnTo>
                    <a:pt x="3127293" y="621433"/>
                  </a:lnTo>
                  <a:lnTo>
                    <a:pt x="3127943" y="631693"/>
                  </a:lnTo>
                  <a:lnTo>
                    <a:pt x="3128593" y="641572"/>
                  </a:lnTo>
                  <a:lnTo>
                    <a:pt x="3129243" y="650771"/>
                  </a:lnTo>
                  <a:lnTo>
                    <a:pt x="3129893" y="659217"/>
                  </a:lnTo>
                  <a:lnTo>
                    <a:pt x="3130543" y="666997"/>
                  </a:lnTo>
                  <a:lnTo>
                    <a:pt x="3131193" y="674162"/>
                  </a:lnTo>
                  <a:lnTo>
                    <a:pt x="3131843" y="680873"/>
                  </a:lnTo>
                  <a:lnTo>
                    <a:pt x="3132493" y="687137"/>
                  </a:lnTo>
                  <a:lnTo>
                    <a:pt x="3133143" y="692822"/>
                  </a:lnTo>
                  <a:lnTo>
                    <a:pt x="3133793" y="698088"/>
                  </a:lnTo>
                  <a:lnTo>
                    <a:pt x="3134443" y="702739"/>
                  </a:lnTo>
                  <a:lnTo>
                    <a:pt x="3135093" y="706711"/>
                  </a:lnTo>
                  <a:lnTo>
                    <a:pt x="3135743" y="709733"/>
                  </a:lnTo>
                  <a:lnTo>
                    <a:pt x="3136392" y="711192"/>
                  </a:lnTo>
                  <a:lnTo>
                    <a:pt x="3137042" y="710553"/>
                  </a:lnTo>
                  <a:lnTo>
                    <a:pt x="3137692" y="707597"/>
                  </a:lnTo>
                  <a:lnTo>
                    <a:pt x="3138342" y="702096"/>
                  </a:lnTo>
                  <a:lnTo>
                    <a:pt x="3138992" y="694473"/>
                  </a:lnTo>
                  <a:lnTo>
                    <a:pt x="3139642" y="684988"/>
                  </a:lnTo>
                  <a:lnTo>
                    <a:pt x="3140292" y="674048"/>
                  </a:lnTo>
                  <a:lnTo>
                    <a:pt x="3140942" y="662301"/>
                  </a:lnTo>
                  <a:lnTo>
                    <a:pt x="3141592" y="650327"/>
                  </a:lnTo>
                  <a:lnTo>
                    <a:pt x="3142242" y="638885"/>
                  </a:lnTo>
                  <a:lnTo>
                    <a:pt x="3142892" y="628668"/>
                  </a:lnTo>
                  <a:lnTo>
                    <a:pt x="3143542" y="620208"/>
                  </a:lnTo>
                  <a:lnTo>
                    <a:pt x="3144192" y="613999"/>
                  </a:lnTo>
                  <a:lnTo>
                    <a:pt x="3144842" y="610113"/>
                  </a:lnTo>
                  <a:lnTo>
                    <a:pt x="3145492" y="608431"/>
                  </a:lnTo>
                  <a:lnTo>
                    <a:pt x="3146141" y="609029"/>
                  </a:lnTo>
                  <a:lnTo>
                    <a:pt x="3146791" y="611888"/>
                  </a:lnTo>
                  <a:lnTo>
                    <a:pt x="3147441" y="616778"/>
                  </a:lnTo>
                  <a:lnTo>
                    <a:pt x="3148091" y="623230"/>
                  </a:lnTo>
                  <a:lnTo>
                    <a:pt x="3148741" y="630851"/>
                  </a:lnTo>
                  <a:lnTo>
                    <a:pt x="3149391" y="639399"/>
                  </a:lnTo>
                  <a:lnTo>
                    <a:pt x="3150041" y="648445"/>
                  </a:lnTo>
                  <a:lnTo>
                    <a:pt x="3150691" y="657413"/>
                  </a:lnTo>
                  <a:lnTo>
                    <a:pt x="3151341" y="665624"/>
                  </a:lnTo>
                  <a:lnTo>
                    <a:pt x="3151991" y="672571"/>
                  </a:lnTo>
                  <a:lnTo>
                    <a:pt x="3152641" y="678036"/>
                  </a:lnTo>
                  <a:lnTo>
                    <a:pt x="3153291" y="681523"/>
                  </a:lnTo>
                  <a:lnTo>
                    <a:pt x="3153941" y="682660"/>
                  </a:lnTo>
                  <a:lnTo>
                    <a:pt x="3154591" y="681488"/>
                  </a:lnTo>
                  <a:lnTo>
                    <a:pt x="3155241" y="678443"/>
                  </a:lnTo>
                  <a:lnTo>
                    <a:pt x="3155891" y="674001"/>
                  </a:lnTo>
                  <a:lnTo>
                    <a:pt x="3156540" y="668875"/>
                  </a:lnTo>
                  <a:lnTo>
                    <a:pt x="3157190" y="663589"/>
                  </a:lnTo>
                  <a:lnTo>
                    <a:pt x="3157840" y="658648"/>
                  </a:lnTo>
                  <a:lnTo>
                    <a:pt x="3158490" y="654154"/>
                  </a:lnTo>
                  <a:lnTo>
                    <a:pt x="3159140" y="650184"/>
                  </a:lnTo>
                  <a:lnTo>
                    <a:pt x="3159790" y="646669"/>
                  </a:lnTo>
                  <a:lnTo>
                    <a:pt x="3160440" y="643664"/>
                  </a:lnTo>
                  <a:lnTo>
                    <a:pt x="3161090" y="640869"/>
                  </a:lnTo>
                  <a:lnTo>
                    <a:pt x="3161740" y="638210"/>
                  </a:lnTo>
                  <a:lnTo>
                    <a:pt x="3162390" y="635598"/>
                  </a:lnTo>
                  <a:lnTo>
                    <a:pt x="3163040" y="633298"/>
                  </a:lnTo>
                  <a:lnTo>
                    <a:pt x="3163690" y="631398"/>
                  </a:lnTo>
                  <a:lnTo>
                    <a:pt x="3164340" y="629962"/>
                  </a:lnTo>
                  <a:lnTo>
                    <a:pt x="3164990" y="628937"/>
                  </a:lnTo>
                  <a:lnTo>
                    <a:pt x="3165640" y="628344"/>
                  </a:lnTo>
                  <a:lnTo>
                    <a:pt x="3166289" y="627771"/>
                  </a:lnTo>
                  <a:lnTo>
                    <a:pt x="3166939" y="627025"/>
                  </a:lnTo>
                  <a:lnTo>
                    <a:pt x="3167589" y="625799"/>
                  </a:lnTo>
                  <a:lnTo>
                    <a:pt x="3168239" y="624300"/>
                  </a:lnTo>
                  <a:lnTo>
                    <a:pt x="3168889" y="622797"/>
                  </a:lnTo>
                  <a:lnTo>
                    <a:pt x="3169539" y="621773"/>
                  </a:lnTo>
                  <a:lnTo>
                    <a:pt x="3170189" y="621256"/>
                  </a:lnTo>
                  <a:lnTo>
                    <a:pt x="3170839" y="621413"/>
                  </a:lnTo>
                  <a:lnTo>
                    <a:pt x="3171489" y="622083"/>
                  </a:lnTo>
                  <a:lnTo>
                    <a:pt x="3172139" y="623260"/>
                  </a:lnTo>
                  <a:lnTo>
                    <a:pt x="3172789" y="624437"/>
                  </a:lnTo>
                  <a:lnTo>
                    <a:pt x="3173439" y="625100"/>
                  </a:lnTo>
                  <a:lnTo>
                    <a:pt x="3174089" y="624695"/>
                  </a:lnTo>
                  <a:lnTo>
                    <a:pt x="3174739" y="622872"/>
                  </a:lnTo>
                  <a:lnTo>
                    <a:pt x="3175389" y="619433"/>
                  </a:lnTo>
                  <a:lnTo>
                    <a:pt x="3176039" y="614326"/>
                  </a:lnTo>
                  <a:lnTo>
                    <a:pt x="3176688" y="607553"/>
                  </a:lnTo>
                  <a:lnTo>
                    <a:pt x="3177338" y="599437"/>
                  </a:lnTo>
                  <a:lnTo>
                    <a:pt x="3177988" y="589729"/>
                  </a:lnTo>
                  <a:lnTo>
                    <a:pt x="3178638" y="578300"/>
                  </a:lnTo>
                  <a:lnTo>
                    <a:pt x="3179288" y="564726"/>
                  </a:lnTo>
                  <a:lnTo>
                    <a:pt x="3179938" y="549011"/>
                  </a:lnTo>
                  <a:lnTo>
                    <a:pt x="3180588" y="531673"/>
                  </a:lnTo>
                  <a:lnTo>
                    <a:pt x="3181238" y="513175"/>
                  </a:lnTo>
                  <a:lnTo>
                    <a:pt x="3181888" y="493595"/>
                  </a:lnTo>
                  <a:lnTo>
                    <a:pt x="3182538" y="473426"/>
                  </a:lnTo>
                  <a:lnTo>
                    <a:pt x="3183188" y="453142"/>
                  </a:lnTo>
                  <a:lnTo>
                    <a:pt x="3183838" y="433425"/>
                  </a:lnTo>
                  <a:lnTo>
                    <a:pt x="3184488" y="414752"/>
                  </a:lnTo>
                  <a:lnTo>
                    <a:pt x="3185138" y="397447"/>
                  </a:lnTo>
                  <a:lnTo>
                    <a:pt x="3185788" y="381716"/>
                  </a:lnTo>
                  <a:lnTo>
                    <a:pt x="3186437" y="367643"/>
                  </a:lnTo>
                  <a:lnTo>
                    <a:pt x="3187087" y="355172"/>
                  </a:lnTo>
                  <a:lnTo>
                    <a:pt x="3187737" y="344493"/>
                  </a:lnTo>
                  <a:lnTo>
                    <a:pt x="3188387" y="335525"/>
                  </a:lnTo>
                  <a:lnTo>
                    <a:pt x="3189037" y="328384"/>
                  </a:lnTo>
                  <a:lnTo>
                    <a:pt x="3189687" y="322984"/>
                  </a:lnTo>
                  <a:lnTo>
                    <a:pt x="3190337" y="319070"/>
                  </a:lnTo>
                  <a:lnTo>
                    <a:pt x="3190987" y="316453"/>
                  </a:lnTo>
                  <a:lnTo>
                    <a:pt x="3191637" y="314898"/>
                  </a:lnTo>
                  <a:lnTo>
                    <a:pt x="3192287" y="314083"/>
                  </a:lnTo>
                  <a:lnTo>
                    <a:pt x="3192937" y="313819"/>
                  </a:lnTo>
                  <a:lnTo>
                    <a:pt x="3193587" y="313782"/>
                  </a:lnTo>
                  <a:lnTo>
                    <a:pt x="3194237" y="313827"/>
                  </a:lnTo>
                  <a:lnTo>
                    <a:pt x="3194887" y="313664"/>
                  </a:lnTo>
                  <a:lnTo>
                    <a:pt x="3195537" y="313213"/>
                  </a:lnTo>
                  <a:lnTo>
                    <a:pt x="3196187" y="312576"/>
                  </a:lnTo>
                  <a:lnTo>
                    <a:pt x="3196836" y="311769"/>
                  </a:lnTo>
                  <a:lnTo>
                    <a:pt x="3197486" y="310712"/>
                  </a:lnTo>
                  <a:lnTo>
                    <a:pt x="3198136" y="309324"/>
                  </a:lnTo>
                  <a:lnTo>
                    <a:pt x="3198786" y="307624"/>
                  </a:lnTo>
                  <a:lnTo>
                    <a:pt x="3199436" y="305837"/>
                  </a:lnTo>
                  <a:lnTo>
                    <a:pt x="3200086" y="304157"/>
                  </a:lnTo>
                  <a:lnTo>
                    <a:pt x="3200736" y="302724"/>
                  </a:lnTo>
                  <a:lnTo>
                    <a:pt x="3201386" y="301788"/>
                  </a:lnTo>
                  <a:lnTo>
                    <a:pt x="3202036" y="301563"/>
                  </a:lnTo>
                  <a:lnTo>
                    <a:pt x="3202686" y="302266"/>
                  </a:lnTo>
                  <a:lnTo>
                    <a:pt x="3203336" y="304108"/>
                  </a:lnTo>
                  <a:lnTo>
                    <a:pt x="3203986" y="307160"/>
                  </a:lnTo>
                  <a:lnTo>
                    <a:pt x="3204636" y="311399"/>
                  </a:lnTo>
                  <a:lnTo>
                    <a:pt x="3205286" y="316798"/>
                  </a:lnTo>
                  <a:lnTo>
                    <a:pt x="3205936" y="323171"/>
                  </a:lnTo>
                  <a:lnTo>
                    <a:pt x="3206585" y="330452"/>
                  </a:lnTo>
                  <a:lnTo>
                    <a:pt x="3207235" y="338728"/>
                  </a:lnTo>
                  <a:lnTo>
                    <a:pt x="3207885" y="348019"/>
                  </a:lnTo>
                  <a:lnTo>
                    <a:pt x="3208535" y="358217"/>
                  </a:lnTo>
                  <a:lnTo>
                    <a:pt x="3209185" y="368922"/>
                  </a:lnTo>
                  <a:lnTo>
                    <a:pt x="3209835" y="379904"/>
                  </a:lnTo>
                  <a:lnTo>
                    <a:pt x="3210485" y="391277"/>
                  </a:lnTo>
                  <a:lnTo>
                    <a:pt x="3211135" y="402840"/>
                  </a:lnTo>
                  <a:lnTo>
                    <a:pt x="3211785" y="414604"/>
                  </a:lnTo>
                  <a:lnTo>
                    <a:pt x="3212435" y="426538"/>
                  </a:lnTo>
                  <a:lnTo>
                    <a:pt x="3213085" y="438297"/>
                  </a:lnTo>
                  <a:lnTo>
                    <a:pt x="3213735" y="449756"/>
                  </a:lnTo>
                  <a:lnTo>
                    <a:pt x="3214385" y="461109"/>
                  </a:lnTo>
                  <a:lnTo>
                    <a:pt x="3215035" y="472282"/>
                  </a:lnTo>
                  <a:lnTo>
                    <a:pt x="3215685" y="483320"/>
                  </a:lnTo>
                  <a:lnTo>
                    <a:pt x="3216335" y="493929"/>
                  </a:lnTo>
                  <a:lnTo>
                    <a:pt x="3216984" y="503602"/>
                  </a:lnTo>
                  <a:lnTo>
                    <a:pt x="3217634" y="511939"/>
                  </a:lnTo>
                  <a:lnTo>
                    <a:pt x="3218284" y="518970"/>
                  </a:lnTo>
                  <a:lnTo>
                    <a:pt x="3218934" y="525004"/>
                  </a:lnTo>
                  <a:lnTo>
                    <a:pt x="3219584" y="530022"/>
                  </a:lnTo>
                  <a:lnTo>
                    <a:pt x="3220234" y="533704"/>
                  </a:lnTo>
                  <a:lnTo>
                    <a:pt x="3220884" y="536372"/>
                  </a:lnTo>
                  <a:lnTo>
                    <a:pt x="3221534" y="537979"/>
                  </a:lnTo>
                  <a:lnTo>
                    <a:pt x="3222184" y="538574"/>
                  </a:lnTo>
                  <a:lnTo>
                    <a:pt x="3222834" y="538374"/>
                  </a:lnTo>
                  <a:lnTo>
                    <a:pt x="3223484" y="537365"/>
                  </a:lnTo>
                  <a:lnTo>
                    <a:pt x="3224134" y="535660"/>
                  </a:lnTo>
                  <a:lnTo>
                    <a:pt x="3224784" y="533506"/>
                  </a:lnTo>
                  <a:lnTo>
                    <a:pt x="3225434" y="530792"/>
                  </a:lnTo>
                  <a:lnTo>
                    <a:pt x="3226084" y="527706"/>
                  </a:lnTo>
                  <a:lnTo>
                    <a:pt x="3226733" y="524390"/>
                  </a:lnTo>
                  <a:lnTo>
                    <a:pt x="3227383" y="521076"/>
                  </a:lnTo>
                  <a:lnTo>
                    <a:pt x="3228033" y="517585"/>
                  </a:lnTo>
                  <a:lnTo>
                    <a:pt x="3228683" y="513531"/>
                  </a:lnTo>
                  <a:lnTo>
                    <a:pt x="3229333" y="508776"/>
                  </a:lnTo>
                  <a:lnTo>
                    <a:pt x="3229983" y="503467"/>
                  </a:lnTo>
                  <a:lnTo>
                    <a:pt x="3230633" y="497703"/>
                  </a:lnTo>
                  <a:lnTo>
                    <a:pt x="3231283" y="491757"/>
                  </a:lnTo>
                  <a:lnTo>
                    <a:pt x="3231933" y="485681"/>
                  </a:lnTo>
                  <a:lnTo>
                    <a:pt x="3232583" y="479464"/>
                  </a:lnTo>
                  <a:lnTo>
                    <a:pt x="3233233" y="473112"/>
                  </a:lnTo>
                  <a:lnTo>
                    <a:pt x="3233883" y="466448"/>
                  </a:lnTo>
                  <a:lnTo>
                    <a:pt x="3234533" y="459233"/>
                  </a:lnTo>
                  <a:lnTo>
                    <a:pt x="3235183" y="451326"/>
                  </a:lnTo>
                  <a:lnTo>
                    <a:pt x="3235833" y="442554"/>
                  </a:lnTo>
                  <a:lnTo>
                    <a:pt x="3236483" y="432837"/>
                  </a:lnTo>
                  <a:lnTo>
                    <a:pt x="3237132" y="422342"/>
                  </a:lnTo>
                  <a:lnTo>
                    <a:pt x="3237782" y="411360"/>
                  </a:lnTo>
                  <a:lnTo>
                    <a:pt x="3238432" y="400421"/>
                  </a:lnTo>
                  <a:lnTo>
                    <a:pt x="3239082" y="389841"/>
                  </a:lnTo>
                  <a:lnTo>
                    <a:pt x="3239732" y="379604"/>
                  </a:lnTo>
                  <a:lnTo>
                    <a:pt x="3240382" y="369788"/>
                  </a:lnTo>
                  <a:lnTo>
                    <a:pt x="3241032" y="360482"/>
                  </a:lnTo>
                  <a:lnTo>
                    <a:pt x="3241682" y="351672"/>
                  </a:lnTo>
                  <a:lnTo>
                    <a:pt x="3242332" y="343355"/>
                  </a:lnTo>
                  <a:lnTo>
                    <a:pt x="3242982" y="335412"/>
                  </a:lnTo>
                  <a:lnTo>
                    <a:pt x="3243632" y="327790"/>
                  </a:lnTo>
                  <a:lnTo>
                    <a:pt x="3244282" y="320628"/>
                  </a:lnTo>
                  <a:lnTo>
                    <a:pt x="3244932" y="313964"/>
                  </a:lnTo>
                  <a:lnTo>
                    <a:pt x="3245582" y="307929"/>
                  </a:lnTo>
                  <a:lnTo>
                    <a:pt x="3246232" y="302787"/>
                  </a:lnTo>
                  <a:lnTo>
                    <a:pt x="3246881" y="298583"/>
                  </a:lnTo>
                  <a:lnTo>
                    <a:pt x="3247531" y="295302"/>
                  </a:lnTo>
                  <a:lnTo>
                    <a:pt x="3248181" y="292759"/>
                  </a:lnTo>
                  <a:lnTo>
                    <a:pt x="3248831" y="290871"/>
                  </a:lnTo>
                  <a:lnTo>
                    <a:pt x="3249481" y="289667"/>
                  </a:lnTo>
                  <a:lnTo>
                    <a:pt x="3250131" y="289154"/>
                  </a:lnTo>
                  <a:lnTo>
                    <a:pt x="3250781" y="288990"/>
                  </a:lnTo>
                  <a:lnTo>
                    <a:pt x="3251431" y="288966"/>
                  </a:lnTo>
                  <a:lnTo>
                    <a:pt x="3252081" y="289110"/>
                  </a:lnTo>
                  <a:lnTo>
                    <a:pt x="3252731" y="289494"/>
                  </a:lnTo>
                  <a:lnTo>
                    <a:pt x="3253381" y="290156"/>
                  </a:lnTo>
                  <a:lnTo>
                    <a:pt x="3254031" y="291063"/>
                  </a:lnTo>
                  <a:lnTo>
                    <a:pt x="3254681" y="292251"/>
                  </a:lnTo>
                  <a:lnTo>
                    <a:pt x="3255331" y="293792"/>
                  </a:lnTo>
                  <a:lnTo>
                    <a:pt x="3255981" y="295700"/>
                  </a:lnTo>
                  <a:lnTo>
                    <a:pt x="3256631" y="297938"/>
                  </a:lnTo>
                  <a:lnTo>
                    <a:pt x="3257280" y="300397"/>
                  </a:lnTo>
                  <a:lnTo>
                    <a:pt x="3257930" y="303237"/>
                  </a:lnTo>
                  <a:lnTo>
                    <a:pt x="3258580" y="306503"/>
                  </a:lnTo>
                  <a:lnTo>
                    <a:pt x="3259230" y="310256"/>
                  </a:lnTo>
                  <a:lnTo>
                    <a:pt x="3259880" y="314535"/>
                  </a:lnTo>
                  <a:lnTo>
                    <a:pt x="3260530" y="319508"/>
                  </a:lnTo>
                  <a:lnTo>
                    <a:pt x="3261180" y="325329"/>
                  </a:lnTo>
                  <a:lnTo>
                    <a:pt x="3261830" y="332051"/>
                  </a:lnTo>
                  <a:lnTo>
                    <a:pt x="3262480" y="339590"/>
                  </a:lnTo>
                  <a:lnTo>
                    <a:pt x="3263130" y="347797"/>
                  </a:lnTo>
                  <a:lnTo>
                    <a:pt x="3263780" y="356429"/>
                  </a:lnTo>
                  <a:lnTo>
                    <a:pt x="3264430" y="365156"/>
                  </a:lnTo>
                  <a:lnTo>
                    <a:pt x="3265080" y="373812"/>
                  </a:lnTo>
                  <a:lnTo>
                    <a:pt x="3265730" y="382221"/>
                  </a:lnTo>
                  <a:lnTo>
                    <a:pt x="3266380" y="390346"/>
                  </a:lnTo>
                  <a:lnTo>
                    <a:pt x="3267029" y="398279"/>
                  </a:lnTo>
                  <a:lnTo>
                    <a:pt x="3267679" y="405942"/>
                  </a:lnTo>
                  <a:lnTo>
                    <a:pt x="3268329" y="413411"/>
                  </a:lnTo>
                  <a:lnTo>
                    <a:pt x="3268979" y="420912"/>
                  </a:lnTo>
                  <a:lnTo>
                    <a:pt x="3269629" y="428465"/>
                  </a:lnTo>
                  <a:lnTo>
                    <a:pt x="3270279" y="436107"/>
                  </a:lnTo>
                  <a:lnTo>
                    <a:pt x="3270929" y="443804"/>
                  </a:lnTo>
                  <a:lnTo>
                    <a:pt x="3271579" y="451413"/>
                  </a:lnTo>
                  <a:lnTo>
                    <a:pt x="3272229" y="458851"/>
                  </a:lnTo>
                  <a:lnTo>
                    <a:pt x="3272879" y="466064"/>
                  </a:lnTo>
                  <a:lnTo>
                    <a:pt x="3273529" y="473032"/>
                  </a:lnTo>
                  <a:lnTo>
                    <a:pt x="3274179" y="480230"/>
                  </a:lnTo>
                  <a:lnTo>
                    <a:pt x="3274829" y="487895"/>
                  </a:lnTo>
                  <a:lnTo>
                    <a:pt x="3275479" y="496184"/>
                  </a:lnTo>
                  <a:lnTo>
                    <a:pt x="3276129" y="505428"/>
                  </a:lnTo>
                  <a:lnTo>
                    <a:pt x="3276779" y="515858"/>
                  </a:lnTo>
                  <a:lnTo>
                    <a:pt x="3277428" y="527737"/>
                  </a:lnTo>
                  <a:lnTo>
                    <a:pt x="3278078" y="541155"/>
                  </a:lnTo>
                  <a:lnTo>
                    <a:pt x="3278728" y="555618"/>
                  </a:lnTo>
                  <a:lnTo>
                    <a:pt x="3279378" y="570781"/>
                  </a:lnTo>
                  <a:lnTo>
                    <a:pt x="3280028" y="586481"/>
                  </a:lnTo>
                  <a:lnTo>
                    <a:pt x="3280678" y="602569"/>
                  </a:lnTo>
                  <a:lnTo>
                    <a:pt x="3281328" y="618917"/>
                  </a:lnTo>
                  <a:lnTo>
                    <a:pt x="3281978" y="635545"/>
                  </a:lnTo>
                  <a:lnTo>
                    <a:pt x="3282628" y="652247"/>
                  </a:lnTo>
                  <a:lnTo>
                    <a:pt x="3283278" y="669186"/>
                  </a:lnTo>
                  <a:lnTo>
                    <a:pt x="3283928" y="686082"/>
                  </a:lnTo>
                  <a:lnTo>
                    <a:pt x="3284578" y="702648"/>
                  </a:lnTo>
                  <a:lnTo>
                    <a:pt x="3285228" y="718601"/>
                  </a:lnTo>
                  <a:lnTo>
                    <a:pt x="3285878" y="733240"/>
                  </a:lnTo>
                  <a:lnTo>
                    <a:pt x="3286528" y="746241"/>
                  </a:lnTo>
                  <a:lnTo>
                    <a:pt x="3287177" y="757126"/>
                  </a:lnTo>
                  <a:lnTo>
                    <a:pt x="3287827" y="765556"/>
                  </a:lnTo>
                  <a:lnTo>
                    <a:pt x="3288477" y="771790"/>
                  </a:lnTo>
                  <a:lnTo>
                    <a:pt x="3289127" y="776155"/>
                  </a:lnTo>
                  <a:lnTo>
                    <a:pt x="3289777" y="778847"/>
                  </a:lnTo>
                  <a:lnTo>
                    <a:pt x="3290427" y="780250"/>
                  </a:lnTo>
                  <a:lnTo>
                    <a:pt x="3291077" y="780670"/>
                  </a:lnTo>
                  <a:lnTo>
                    <a:pt x="3291727" y="780282"/>
                  </a:lnTo>
                  <a:lnTo>
                    <a:pt x="3292377" y="779487"/>
                  </a:lnTo>
                  <a:lnTo>
                    <a:pt x="3293027" y="778038"/>
                  </a:lnTo>
                  <a:lnTo>
                    <a:pt x="3293677" y="775780"/>
                  </a:lnTo>
                  <a:lnTo>
                    <a:pt x="3294327" y="772719"/>
                  </a:lnTo>
                  <a:lnTo>
                    <a:pt x="3294977" y="768937"/>
                  </a:lnTo>
                  <a:lnTo>
                    <a:pt x="3295627" y="764844"/>
                  </a:lnTo>
                  <a:lnTo>
                    <a:pt x="3296277" y="760508"/>
                  </a:lnTo>
                  <a:lnTo>
                    <a:pt x="3296926" y="756033"/>
                  </a:lnTo>
                  <a:lnTo>
                    <a:pt x="3297576" y="751452"/>
                  </a:lnTo>
                  <a:lnTo>
                    <a:pt x="3298226" y="746841"/>
                  </a:lnTo>
                  <a:lnTo>
                    <a:pt x="3298876" y="741997"/>
                  </a:lnTo>
                  <a:lnTo>
                    <a:pt x="3299526" y="736536"/>
                  </a:lnTo>
                  <a:lnTo>
                    <a:pt x="3300176" y="729787"/>
                  </a:lnTo>
                  <a:lnTo>
                    <a:pt x="3300826" y="721311"/>
                  </a:lnTo>
                  <a:lnTo>
                    <a:pt x="3301476" y="710935"/>
                  </a:lnTo>
                  <a:lnTo>
                    <a:pt x="3302126" y="698905"/>
                  </a:lnTo>
                  <a:lnTo>
                    <a:pt x="3302776" y="685537"/>
                  </a:lnTo>
                  <a:lnTo>
                    <a:pt x="3303426" y="671146"/>
                  </a:lnTo>
                  <a:lnTo>
                    <a:pt x="3304076" y="656462"/>
                  </a:lnTo>
                  <a:lnTo>
                    <a:pt x="3304726" y="642336"/>
                  </a:lnTo>
                  <a:lnTo>
                    <a:pt x="3305376" y="628721"/>
                  </a:lnTo>
                  <a:lnTo>
                    <a:pt x="3306026" y="615610"/>
                  </a:lnTo>
                  <a:lnTo>
                    <a:pt x="3306676" y="602769"/>
                  </a:lnTo>
                  <a:lnTo>
                    <a:pt x="3307325" y="590070"/>
                  </a:lnTo>
                  <a:lnTo>
                    <a:pt x="3307975" y="577367"/>
                  </a:lnTo>
                  <a:lnTo>
                    <a:pt x="3308625" y="564357"/>
                  </a:lnTo>
                  <a:lnTo>
                    <a:pt x="3309275" y="550758"/>
                  </a:lnTo>
                  <a:lnTo>
                    <a:pt x="3309925" y="536688"/>
                  </a:lnTo>
                  <a:lnTo>
                    <a:pt x="3310575" y="522510"/>
                  </a:lnTo>
                  <a:lnTo>
                    <a:pt x="3311225" y="508360"/>
                  </a:lnTo>
                  <a:lnTo>
                    <a:pt x="3311875" y="494146"/>
                  </a:lnTo>
                  <a:lnTo>
                    <a:pt x="3312525" y="480019"/>
                  </a:lnTo>
                  <a:lnTo>
                    <a:pt x="3313175" y="466224"/>
                  </a:lnTo>
                  <a:lnTo>
                    <a:pt x="3313825" y="452597"/>
                  </a:lnTo>
                  <a:lnTo>
                    <a:pt x="3314475" y="438944"/>
                  </a:lnTo>
                  <a:lnTo>
                    <a:pt x="3315125" y="425467"/>
                  </a:lnTo>
                  <a:lnTo>
                    <a:pt x="3315775" y="412354"/>
                  </a:lnTo>
                  <a:lnTo>
                    <a:pt x="3316425" y="399832"/>
                  </a:lnTo>
                  <a:lnTo>
                    <a:pt x="3317074" y="387893"/>
                  </a:lnTo>
                  <a:lnTo>
                    <a:pt x="3317724" y="376415"/>
                  </a:lnTo>
                  <a:lnTo>
                    <a:pt x="3318374" y="365627"/>
                  </a:lnTo>
                  <a:lnTo>
                    <a:pt x="3319024" y="355676"/>
                  </a:lnTo>
                  <a:lnTo>
                    <a:pt x="3319674" y="346593"/>
                  </a:lnTo>
                  <a:lnTo>
                    <a:pt x="3320324" y="338160"/>
                  </a:lnTo>
                  <a:lnTo>
                    <a:pt x="3320974" y="330316"/>
                  </a:lnTo>
                  <a:lnTo>
                    <a:pt x="3321624" y="323055"/>
                  </a:lnTo>
                  <a:lnTo>
                    <a:pt x="3322274" y="316322"/>
                  </a:lnTo>
                  <a:lnTo>
                    <a:pt x="3322924" y="309763"/>
                  </a:lnTo>
                  <a:lnTo>
                    <a:pt x="3323574" y="303124"/>
                  </a:lnTo>
                  <a:lnTo>
                    <a:pt x="3324224" y="296223"/>
                  </a:lnTo>
                  <a:lnTo>
                    <a:pt x="3324874" y="288912"/>
                  </a:lnTo>
                  <a:lnTo>
                    <a:pt x="3325524" y="281131"/>
                  </a:lnTo>
                  <a:lnTo>
                    <a:pt x="3326174" y="272886"/>
                  </a:lnTo>
                  <a:lnTo>
                    <a:pt x="3326824" y="264402"/>
                  </a:lnTo>
                  <a:lnTo>
                    <a:pt x="3327473" y="255897"/>
                  </a:lnTo>
                  <a:lnTo>
                    <a:pt x="3328123" y="247500"/>
                  </a:lnTo>
                  <a:lnTo>
                    <a:pt x="3328773" y="239456"/>
                  </a:lnTo>
                  <a:lnTo>
                    <a:pt x="3329423" y="232008"/>
                  </a:lnTo>
                  <a:lnTo>
                    <a:pt x="3330073" y="225367"/>
                  </a:lnTo>
                  <a:lnTo>
                    <a:pt x="3330723" y="219554"/>
                  </a:lnTo>
                  <a:lnTo>
                    <a:pt x="3331373" y="214554"/>
                  </a:lnTo>
                  <a:lnTo>
                    <a:pt x="3332023" y="210444"/>
                  </a:lnTo>
                  <a:lnTo>
                    <a:pt x="3332673" y="207517"/>
                  </a:lnTo>
                  <a:lnTo>
                    <a:pt x="3333323" y="205963"/>
                  </a:lnTo>
                  <a:lnTo>
                    <a:pt x="3333973" y="205701"/>
                  </a:lnTo>
                  <a:lnTo>
                    <a:pt x="3334623" y="206559"/>
                  </a:lnTo>
                  <a:lnTo>
                    <a:pt x="3335273" y="208452"/>
                  </a:lnTo>
                  <a:lnTo>
                    <a:pt x="3335923" y="211248"/>
                  </a:lnTo>
                  <a:lnTo>
                    <a:pt x="3336573" y="214609"/>
                  </a:lnTo>
                  <a:lnTo>
                    <a:pt x="3337222" y="218249"/>
                  </a:lnTo>
                  <a:lnTo>
                    <a:pt x="3337872" y="221952"/>
                  </a:lnTo>
                  <a:lnTo>
                    <a:pt x="3338522" y="225703"/>
                  </a:lnTo>
                  <a:lnTo>
                    <a:pt x="3339172" y="229435"/>
                  </a:lnTo>
                  <a:lnTo>
                    <a:pt x="3339822" y="232954"/>
                  </a:lnTo>
                  <a:lnTo>
                    <a:pt x="3340472" y="236284"/>
                  </a:lnTo>
                  <a:lnTo>
                    <a:pt x="3341122" y="239537"/>
                  </a:lnTo>
                  <a:lnTo>
                    <a:pt x="3341772" y="242758"/>
                  </a:lnTo>
                  <a:lnTo>
                    <a:pt x="3342422" y="245809"/>
                  </a:lnTo>
                  <a:lnTo>
                    <a:pt x="3343072" y="248394"/>
                  </a:lnTo>
                  <a:lnTo>
                    <a:pt x="3343722" y="250566"/>
                  </a:lnTo>
                  <a:lnTo>
                    <a:pt x="3344372" y="252573"/>
                  </a:lnTo>
                  <a:lnTo>
                    <a:pt x="3345022" y="254307"/>
                  </a:lnTo>
                  <a:lnTo>
                    <a:pt x="3345672" y="255801"/>
                  </a:lnTo>
                  <a:lnTo>
                    <a:pt x="3346322" y="257409"/>
                  </a:lnTo>
                  <a:lnTo>
                    <a:pt x="3346972" y="259325"/>
                  </a:lnTo>
                  <a:lnTo>
                    <a:pt x="3347621" y="261609"/>
                  </a:lnTo>
                  <a:lnTo>
                    <a:pt x="3348271" y="264050"/>
                  </a:lnTo>
                  <a:lnTo>
                    <a:pt x="3348921" y="266543"/>
                  </a:lnTo>
                  <a:lnTo>
                    <a:pt x="3349571" y="269282"/>
                  </a:lnTo>
                  <a:lnTo>
                    <a:pt x="3350221" y="272417"/>
                  </a:lnTo>
                  <a:lnTo>
                    <a:pt x="3350871" y="275785"/>
                  </a:lnTo>
                  <a:lnTo>
                    <a:pt x="3351521" y="279201"/>
                  </a:lnTo>
                  <a:lnTo>
                    <a:pt x="3352171" y="282685"/>
                  </a:lnTo>
                  <a:lnTo>
                    <a:pt x="3352821" y="286499"/>
                  </a:lnTo>
                  <a:lnTo>
                    <a:pt x="3353471" y="290626"/>
                  </a:lnTo>
                  <a:lnTo>
                    <a:pt x="3354121" y="294856"/>
                  </a:lnTo>
                  <a:lnTo>
                    <a:pt x="3354771" y="299196"/>
                  </a:lnTo>
                  <a:lnTo>
                    <a:pt x="3355421" y="303772"/>
                  </a:lnTo>
                  <a:lnTo>
                    <a:pt x="3356071" y="308537"/>
                  </a:lnTo>
                  <a:lnTo>
                    <a:pt x="3356721" y="313494"/>
                  </a:lnTo>
                  <a:lnTo>
                    <a:pt x="3357370" y="318702"/>
                  </a:lnTo>
                  <a:lnTo>
                    <a:pt x="3358020" y="324184"/>
                  </a:lnTo>
                  <a:lnTo>
                    <a:pt x="3358670" y="329972"/>
                  </a:lnTo>
                  <a:lnTo>
                    <a:pt x="3359320" y="335722"/>
                  </a:lnTo>
                  <a:lnTo>
                    <a:pt x="3359970" y="341095"/>
                  </a:lnTo>
                  <a:lnTo>
                    <a:pt x="3360620" y="345899"/>
                  </a:lnTo>
                  <a:lnTo>
                    <a:pt x="3361270" y="350070"/>
                  </a:lnTo>
                  <a:lnTo>
                    <a:pt x="3361920" y="353435"/>
                  </a:lnTo>
                  <a:lnTo>
                    <a:pt x="3362570" y="356010"/>
                  </a:lnTo>
                  <a:lnTo>
                    <a:pt x="3363220" y="357760"/>
                  </a:lnTo>
                  <a:lnTo>
                    <a:pt x="3363870" y="358972"/>
                  </a:lnTo>
                  <a:lnTo>
                    <a:pt x="3364520" y="359622"/>
                  </a:lnTo>
                  <a:lnTo>
                    <a:pt x="3365170" y="359330"/>
                  </a:lnTo>
                  <a:lnTo>
                    <a:pt x="3365820" y="358000"/>
                  </a:lnTo>
                  <a:lnTo>
                    <a:pt x="3366470" y="355810"/>
                  </a:lnTo>
                  <a:lnTo>
                    <a:pt x="3367120" y="352771"/>
                  </a:lnTo>
                  <a:lnTo>
                    <a:pt x="3367769" y="349202"/>
                  </a:lnTo>
                  <a:lnTo>
                    <a:pt x="3368419" y="345318"/>
                  </a:lnTo>
                  <a:lnTo>
                    <a:pt x="3369069" y="341409"/>
                  </a:lnTo>
                  <a:lnTo>
                    <a:pt x="3369719" y="337746"/>
                  </a:lnTo>
                  <a:lnTo>
                    <a:pt x="3370369" y="334640"/>
                  </a:lnTo>
                  <a:lnTo>
                    <a:pt x="3371019" y="332082"/>
                  </a:lnTo>
                  <a:lnTo>
                    <a:pt x="3371669" y="330137"/>
                  </a:lnTo>
                  <a:lnTo>
                    <a:pt x="3372319" y="328496"/>
                  </a:lnTo>
                  <a:lnTo>
                    <a:pt x="3372969" y="326838"/>
                  </a:lnTo>
                  <a:lnTo>
                    <a:pt x="3373619" y="324870"/>
                  </a:lnTo>
                  <a:lnTo>
                    <a:pt x="3374269" y="322677"/>
                  </a:lnTo>
                  <a:lnTo>
                    <a:pt x="3374919" y="320501"/>
                  </a:lnTo>
                  <a:lnTo>
                    <a:pt x="3375569" y="318301"/>
                  </a:lnTo>
                  <a:lnTo>
                    <a:pt x="3376219" y="315792"/>
                  </a:lnTo>
                  <a:lnTo>
                    <a:pt x="3376869" y="313166"/>
                  </a:lnTo>
                  <a:lnTo>
                    <a:pt x="3377518" y="310629"/>
                  </a:lnTo>
                  <a:lnTo>
                    <a:pt x="3378168" y="308026"/>
                  </a:lnTo>
                  <a:lnTo>
                    <a:pt x="3378818" y="305191"/>
                  </a:lnTo>
                  <a:lnTo>
                    <a:pt x="3379468" y="302081"/>
                  </a:lnTo>
                  <a:lnTo>
                    <a:pt x="3380118" y="298754"/>
                  </a:lnTo>
                  <a:lnTo>
                    <a:pt x="3380768" y="295341"/>
                  </a:lnTo>
                  <a:lnTo>
                    <a:pt x="3381418" y="291732"/>
                  </a:lnTo>
                  <a:lnTo>
                    <a:pt x="3382068" y="287866"/>
                  </a:lnTo>
                  <a:lnTo>
                    <a:pt x="3382718" y="284028"/>
                  </a:lnTo>
                  <a:lnTo>
                    <a:pt x="3383368" y="280459"/>
                  </a:lnTo>
                  <a:lnTo>
                    <a:pt x="3384018" y="277177"/>
                  </a:lnTo>
                  <a:lnTo>
                    <a:pt x="3384668" y="274127"/>
                  </a:lnTo>
                  <a:lnTo>
                    <a:pt x="3385318" y="271421"/>
                  </a:lnTo>
                  <a:lnTo>
                    <a:pt x="3385968" y="269445"/>
                  </a:lnTo>
                  <a:lnTo>
                    <a:pt x="3386618" y="268298"/>
                  </a:lnTo>
                  <a:lnTo>
                    <a:pt x="3387268" y="267795"/>
                  </a:lnTo>
                  <a:lnTo>
                    <a:pt x="3387917" y="267925"/>
                  </a:lnTo>
                  <a:lnTo>
                    <a:pt x="3388567" y="268811"/>
                  </a:lnTo>
                  <a:lnTo>
                    <a:pt x="3389217" y="270376"/>
                  </a:lnTo>
                  <a:lnTo>
                    <a:pt x="3389867" y="272476"/>
                  </a:lnTo>
                  <a:lnTo>
                    <a:pt x="3390517" y="275081"/>
                  </a:lnTo>
                  <a:lnTo>
                    <a:pt x="3391167" y="278362"/>
                  </a:lnTo>
                  <a:lnTo>
                    <a:pt x="3391817" y="282563"/>
                  </a:lnTo>
                  <a:lnTo>
                    <a:pt x="3392467" y="287681"/>
                  </a:lnTo>
                  <a:lnTo>
                    <a:pt x="3393117" y="293571"/>
                  </a:lnTo>
                  <a:lnTo>
                    <a:pt x="3393767" y="300075"/>
                  </a:lnTo>
                  <a:lnTo>
                    <a:pt x="3394417" y="307019"/>
                  </a:lnTo>
                  <a:lnTo>
                    <a:pt x="3395067" y="314079"/>
                  </a:lnTo>
                  <a:lnTo>
                    <a:pt x="3395717" y="320783"/>
                  </a:lnTo>
                  <a:lnTo>
                    <a:pt x="3396367" y="326494"/>
                  </a:lnTo>
                  <a:lnTo>
                    <a:pt x="3397017" y="331125"/>
                  </a:lnTo>
                  <a:lnTo>
                    <a:pt x="3397666" y="334919"/>
                  </a:lnTo>
                  <a:lnTo>
                    <a:pt x="3398316" y="337945"/>
                  </a:lnTo>
                  <a:lnTo>
                    <a:pt x="3398966" y="340289"/>
                  </a:lnTo>
                  <a:lnTo>
                    <a:pt x="3399616" y="341938"/>
                  </a:lnTo>
                  <a:lnTo>
                    <a:pt x="3400266" y="342663"/>
                  </a:lnTo>
                  <a:lnTo>
                    <a:pt x="3400916" y="342438"/>
                  </a:lnTo>
                  <a:lnTo>
                    <a:pt x="3401566" y="341188"/>
                  </a:lnTo>
                  <a:lnTo>
                    <a:pt x="3402216" y="339063"/>
                  </a:lnTo>
                  <a:lnTo>
                    <a:pt x="3402866" y="336077"/>
                  </a:lnTo>
                  <a:lnTo>
                    <a:pt x="3403516" y="332154"/>
                  </a:lnTo>
                  <a:lnTo>
                    <a:pt x="3404166" y="327561"/>
                  </a:lnTo>
                  <a:lnTo>
                    <a:pt x="3404816" y="322810"/>
                  </a:lnTo>
                  <a:lnTo>
                    <a:pt x="3405466" y="318211"/>
                  </a:lnTo>
                  <a:lnTo>
                    <a:pt x="3406116" y="314198"/>
                  </a:lnTo>
                  <a:lnTo>
                    <a:pt x="3406766" y="310599"/>
                  </a:lnTo>
                  <a:lnTo>
                    <a:pt x="3407416" y="307323"/>
                  </a:lnTo>
                  <a:lnTo>
                    <a:pt x="3408065" y="304587"/>
                  </a:lnTo>
                  <a:lnTo>
                    <a:pt x="3408715" y="302715"/>
                  </a:lnTo>
                  <a:lnTo>
                    <a:pt x="3409365" y="301669"/>
                  </a:lnTo>
                  <a:lnTo>
                    <a:pt x="3410015" y="301444"/>
                  </a:lnTo>
                  <a:lnTo>
                    <a:pt x="3410665" y="302065"/>
                  </a:lnTo>
                  <a:lnTo>
                    <a:pt x="3411315" y="303615"/>
                  </a:lnTo>
                  <a:lnTo>
                    <a:pt x="3411965" y="305906"/>
                  </a:lnTo>
                  <a:lnTo>
                    <a:pt x="3412615" y="308846"/>
                  </a:lnTo>
                  <a:lnTo>
                    <a:pt x="3413265" y="312660"/>
                  </a:lnTo>
                  <a:lnTo>
                    <a:pt x="3413915" y="317521"/>
                  </a:lnTo>
                  <a:lnTo>
                    <a:pt x="3414565" y="323384"/>
                  </a:lnTo>
                  <a:lnTo>
                    <a:pt x="3415215" y="330158"/>
                  </a:lnTo>
                  <a:lnTo>
                    <a:pt x="3415865" y="337641"/>
                  </a:lnTo>
                  <a:lnTo>
                    <a:pt x="3416515" y="345923"/>
                  </a:lnTo>
                  <a:lnTo>
                    <a:pt x="3417165" y="354931"/>
                  </a:lnTo>
                  <a:lnTo>
                    <a:pt x="3417814" y="364224"/>
                  </a:lnTo>
                  <a:lnTo>
                    <a:pt x="3418464" y="373091"/>
                  </a:lnTo>
                  <a:lnTo>
                    <a:pt x="3419114" y="381267"/>
                  </a:lnTo>
                  <a:lnTo>
                    <a:pt x="3419764" y="388709"/>
                  </a:lnTo>
                  <a:lnTo>
                    <a:pt x="3420414" y="395118"/>
                  </a:lnTo>
                  <a:lnTo>
                    <a:pt x="3421064" y="400373"/>
                  </a:lnTo>
                  <a:lnTo>
                    <a:pt x="3421714" y="404622"/>
                  </a:lnTo>
                  <a:lnTo>
                    <a:pt x="3422364" y="408004"/>
                  </a:lnTo>
                  <a:lnTo>
                    <a:pt x="3423014" y="410526"/>
                  </a:lnTo>
                  <a:lnTo>
                    <a:pt x="3423664" y="411962"/>
                  </a:lnTo>
                  <a:lnTo>
                    <a:pt x="3424314" y="412159"/>
                  </a:lnTo>
                  <a:lnTo>
                    <a:pt x="3424964" y="411343"/>
                  </a:lnTo>
                  <a:lnTo>
                    <a:pt x="3425614" y="409589"/>
                  </a:lnTo>
                  <a:lnTo>
                    <a:pt x="3426264" y="406817"/>
                  </a:lnTo>
                  <a:lnTo>
                    <a:pt x="3426914" y="403229"/>
                  </a:lnTo>
                  <a:lnTo>
                    <a:pt x="3427563" y="399162"/>
                  </a:lnTo>
                  <a:lnTo>
                    <a:pt x="3428213" y="395104"/>
                  </a:lnTo>
                  <a:lnTo>
                    <a:pt x="3428863" y="391454"/>
                  </a:lnTo>
                  <a:lnTo>
                    <a:pt x="3429513" y="388342"/>
                  </a:lnTo>
                  <a:lnTo>
                    <a:pt x="3430163" y="386012"/>
                  </a:lnTo>
                  <a:lnTo>
                    <a:pt x="3430813" y="384439"/>
                  </a:lnTo>
                  <a:lnTo>
                    <a:pt x="3431463" y="383330"/>
                  </a:lnTo>
                  <a:lnTo>
                    <a:pt x="3432113" y="382652"/>
                  </a:lnTo>
                  <a:lnTo>
                    <a:pt x="3432763" y="382304"/>
                  </a:lnTo>
                  <a:lnTo>
                    <a:pt x="3433413" y="382283"/>
                  </a:lnTo>
                  <a:lnTo>
                    <a:pt x="3434063" y="382494"/>
                  </a:lnTo>
                  <a:lnTo>
                    <a:pt x="3434713" y="382496"/>
                  </a:lnTo>
                  <a:lnTo>
                    <a:pt x="3435363" y="382433"/>
                  </a:lnTo>
                  <a:lnTo>
                    <a:pt x="3436013" y="382718"/>
                  </a:lnTo>
                  <a:lnTo>
                    <a:pt x="3436663" y="382978"/>
                  </a:lnTo>
                  <a:lnTo>
                    <a:pt x="3437313" y="383107"/>
                  </a:lnTo>
                  <a:lnTo>
                    <a:pt x="3437962" y="383153"/>
                  </a:lnTo>
                  <a:lnTo>
                    <a:pt x="3438612" y="383111"/>
                  </a:lnTo>
                  <a:lnTo>
                    <a:pt x="3439262" y="383041"/>
                  </a:lnTo>
                  <a:lnTo>
                    <a:pt x="3439912" y="382670"/>
                  </a:lnTo>
                  <a:lnTo>
                    <a:pt x="3440562" y="381810"/>
                  </a:lnTo>
                  <a:lnTo>
                    <a:pt x="3441212" y="380518"/>
                  </a:lnTo>
                  <a:lnTo>
                    <a:pt x="3441862" y="378606"/>
                  </a:lnTo>
                  <a:lnTo>
                    <a:pt x="3442512" y="375959"/>
                  </a:lnTo>
                  <a:lnTo>
                    <a:pt x="3443162" y="372409"/>
                  </a:lnTo>
                  <a:lnTo>
                    <a:pt x="3443812" y="368014"/>
                  </a:lnTo>
                  <a:lnTo>
                    <a:pt x="3444462" y="363115"/>
                  </a:lnTo>
                  <a:lnTo>
                    <a:pt x="3445112" y="357641"/>
                  </a:lnTo>
                  <a:lnTo>
                    <a:pt x="3445762" y="351356"/>
                  </a:lnTo>
                  <a:lnTo>
                    <a:pt x="3446412" y="344412"/>
                  </a:lnTo>
                  <a:lnTo>
                    <a:pt x="3447062" y="336828"/>
                  </a:lnTo>
                  <a:lnTo>
                    <a:pt x="3447711" y="328440"/>
                  </a:lnTo>
                  <a:lnTo>
                    <a:pt x="3448361" y="319105"/>
                  </a:lnTo>
                  <a:lnTo>
                    <a:pt x="3449011" y="308722"/>
                  </a:lnTo>
                  <a:lnTo>
                    <a:pt x="3449661" y="297391"/>
                  </a:lnTo>
                  <a:lnTo>
                    <a:pt x="3450311" y="285292"/>
                  </a:lnTo>
                  <a:lnTo>
                    <a:pt x="3450961" y="272697"/>
                  </a:lnTo>
                  <a:lnTo>
                    <a:pt x="3451611" y="259883"/>
                  </a:lnTo>
                  <a:lnTo>
                    <a:pt x="3452261" y="247277"/>
                  </a:lnTo>
                  <a:lnTo>
                    <a:pt x="3452911" y="235323"/>
                  </a:lnTo>
                  <a:lnTo>
                    <a:pt x="3453561" y="224181"/>
                  </a:lnTo>
                  <a:lnTo>
                    <a:pt x="3454211" y="213805"/>
                  </a:lnTo>
                  <a:lnTo>
                    <a:pt x="3454861" y="204200"/>
                  </a:lnTo>
                  <a:lnTo>
                    <a:pt x="3455511" y="195351"/>
                  </a:lnTo>
                  <a:lnTo>
                    <a:pt x="3456161" y="187248"/>
                  </a:lnTo>
                  <a:lnTo>
                    <a:pt x="3456811" y="179815"/>
                  </a:lnTo>
                  <a:lnTo>
                    <a:pt x="3457461" y="172980"/>
                  </a:lnTo>
                  <a:lnTo>
                    <a:pt x="3458110" y="166920"/>
                  </a:lnTo>
                  <a:lnTo>
                    <a:pt x="3458760" y="161850"/>
                  </a:lnTo>
                  <a:lnTo>
                    <a:pt x="3459410" y="157889"/>
                  </a:lnTo>
                  <a:lnTo>
                    <a:pt x="3460060" y="155048"/>
                  </a:lnTo>
                  <a:lnTo>
                    <a:pt x="3460710" y="153268"/>
                  </a:lnTo>
                  <a:lnTo>
                    <a:pt x="3461360" y="152582"/>
                  </a:lnTo>
                  <a:lnTo>
                    <a:pt x="3462010" y="152818"/>
                  </a:lnTo>
                  <a:lnTo>
                    <a:pt x="3462660" y="153588"/>
                  </a:lnTo>
                  <a:lnTo>
                    <a:pt x="3463310" y="154728"/>
                  </a:lnTo>
                  <a:lnTo>
                    <a:pt x="3463960" y="156210"/>
                  </a:lnTo>
                  <a:lnTo>
                    <a:pt x="3464610" y="158069"/>
                  </a:lnTo>
                  <a:lnTo>
                    <a:pt x="3465260" y="160400"/>
                  </a:lnTo>
                  <a:lnTo>
                    <a:pt x="3465910" y="163188"/>
                  </a:lnTo>
                  <a:lnTo>
                    <a:pt x="3466560" y="166576"/>
                  </a:lnTo>
                  <a:lnTo>
                    <a:pt x="3467210" y="170742"/>
                  </a:lnTo>
                  <a:lnTo>
                    <a:pt x="3467859" y="175591"/>
                  </a:lnTo>
                  <a:lnTo>
                    <a:pt x="3468509" y="180991"/>
                  </a:lnTo>
                  <a:lnTo>
                    <a:pt x="3469159" y="187069"/>
                  </a:lnTo>
                  <a:lnTo>
                    <a:pt x="3469809" y="193883"/>
                  </a:lnTo>
                  <a:lnTo>
                    <a:pt x="3470459" y="201468"/>
                  </a:lnTo>
                  <a:lnTo>
                    <a:pt x="3471109" y="209727"/>
                  </a:lnTo>
                  <a:lnTo>
                    <a:pt x="3471759" y="218767"/>
                  </a:lnTo>
                  <a:lnTo>
                    <a:pt x="3472409" y="228895"/>
                  </a:lnTo>
                  <a:lnTo>
                    <a:pt x="3473059" y="240189"/>
                  </a:lnTo>
                  <a:lnTo>
                    <a:pt x="3473709" y="252553"/>
                  </a:lnTo>
                  <a:lnTo>
                    <a:pt x="3474359" y="265824"/>
                  </a:lnTo>
                  <a:lnTo>
                    <a:pt x="3475009" y="279819"/>
                  </a:lnTo>
                  <a:lnTo>
                    <a:pt x="3475659" y="294428"/>
                  </a:lnTo>
                  <a:lnTo>
                    <a:pt x="3476309" y="309238"/>
                  </a:lnTo>
                  <a:lnTo>
                    <a:pt x="3476959" y="323894"/>
                  </a:lnTo>
                  <a:lnTo>
                    <a:pt x="3477609" y="338398"/>
                  </a:lnTo>
                  <a:lnTo>
                    <a:pt x="3478258" y="352710"/>
                  </a:lnTo>
                  <a:lnTo>
                    <a:pt x="3478908" y="366726"/>
                  </a:lnTo>
                  <a:lnTo>
                    <a:pt x="3479558" y="380504"/>
                  </a:lnTo>
                  <a:lnTo>
                    <a:pt x="3480208" y="394066"/>
                  </a:lnTo>
                  <a:lnTo>
                    <a:pt x="3480858" y="407643"/>
                  </a:lnTo>
                  <a:lnTo>
                    <a:pt x="3481508" y="421335"/>
                  </a:lnTo>
                  <a:lnTo>
                    <a:pt x="3482158" y="435266"/>
                  </a:lnTo>
                  <a:lnTo>
                    <a:pt x="3482808" y="449666"/>
                  </a:lnTo>
                  <a:lnTo>
                    <a:pt x="3483458" y="464732"/>
                  </a:lnTo>
                  <a:lnTo>
                    <a:pt x="3484108" y="480561"/>
                  </a:lnTo>
                  <a:lnTo>
                    <a:pt x="3484758" y="496919"/>
                  </a:lnTo>
                  <a:lnTo>
                    <a:pt x="3485408" y="513628"/>
                  </a:lnTo>
                  <a:lnTo>
                    <a:pt x="3486058" y="530764"/>
                  </a:lnTo>
                  <a:lnTo>
                    <a:pt x="3486708" y="548272"/>
                  </a:lnTo>
                  <a:lnTo>
                    <a:pt x="3487358" y="565867"/>
                  </a:lnTo>
                  <a:lnTo>
                    <a:pt x="3488007" y="583422"/>
                  </a:lnTo>
                  <a:lnTo>
                    <a:pt x="3488657" y="600808"/>
                  </a:lnTo>
                  <a:lnTo>
                    <a:pt x="3489307" y="617773"/>
                  </a:lnTo>
                  <a:lnTo>
                    <a:pt x="3489957" y="633949"/>
                  </a:lnTo>
                  <a:lnTo>
                    <a:pt x="3490607" y="648786"/>
                  </a:lnTo>
                  <a:lnTo>
                    <a:pt x="3491257" y="661806"/>
                  </a:lnTo>
                  <a:lnTo>
                    <a:pt x="3491907" y="672334"/>
                  </a:lnTo>
                  <a:lnTo>
                    <a:pt x="3492557" y="679801"/>
                  </a:lnTo>
                  <a:lnTo>
                    <a:pt x="3493207" y="683936"/>
                  </a:lnTo>
                  <a:lnTo>
                    <a:pt x="3493857" y="684731"/>
                  </a:lnTo>
                  <a:lnTo>
                    <a:pt x="3494507" y="682767"/>
                  </a:lnTo>
                  <a:lnTo>
                    <a:pt x="3495157" y="678887"/>
                  </a:lnTo>
                  <a:lnTo>
                    <a:pt x="3495807" y="673654"/>
                  </a:lnTo>
                  <a:lnTo>
                    <a:pt x="3496457" y="667727"/>
                  </a:lnTo>
                  <a:lnTo>
                    <a:pt x="3497107" y="661315"/>
                  </a:lnTo>
                  <a:lnTo>
                    <a:pt x="3497757" y="654488"/>
                  </a:lnTo>
                  <a:lnTo>
                    <a:pt x="3498406" y="647254"/>
                  </a:lnTo>
                  <a:lnTo>
                    <a:pt x="3499056" y="639685"/>
                  </a:lnTo>
                  <a:lnTo>
                    <a:pt x="3499706" y="631775"/>
                  </a:lnTo>
                  <a:lnTo>
                    <a:pt x="3500356" y="623637"/>
                  </a:lnTo>
                  <a:lnTo>
                    <a:pt x="3501006" y="615226"/>
                  </a:lnTo>
                  <a:lnTo>
                    <a:pt x="3501656" y="606592"/>
                  </a:lnTo>
                  <a:lnTo>
                    <a:pt x="3502306" y="597911"/>
                  </a:lnTo>
                  <a:lnTo>
                    <a:pt x="3502956" y="589217"/>
                  </a:lnTo>
                  <a:lnTo>
                    <a:pt x="3503606" y="580594"/>
                  </a:lnTo>
                  <a:lnTo>
                    <a:pt x="3504256" y="571762"/>
                  </a:lnTo>
                  <a:lnTo>
                    <a:pt x="3504906" y="562493"/>
                  </a:lnTo>
                  <a:lnTo>
                    <a:pt x="3505556" y="552881"/>
                  </a:lnTo>
                  <a:lnTo>
                    <a:pt x="3506206" y="542893"/>
                  </a:lnTo>
                  <a:lnTo>
                    <a:pt x="3506856" y="532924"/>
                  </a:lnTo>
                  <a:lnTo>
                    <a:pt x="3507506" y="523345"/>
                  </a:lnTo>
                  <a:lnTo>
                    <a:pt x="3508155" y="514428"/>
                  </a:lnTo>
                  <a:lnTo>
                    <a:pt x="3508805" y="506605"/>
                  </a:lnTo>
                  <a:lnTo>
                    <a:pt x="3509455" y="500231"/>
                  </a:lnTo>
                  <a:lnTo>
                    <a:pt x="3510105" y="495132"/>
                  </a:lnTo>
                  <a:lnTo>
                    <a:pt x="3510755" y="491294"/>
                  </a:lnTo>
                  <a:lnTo>
                    <a:pt x="3511405" y="488553"/>
                  </a:lnTo>
                  <a:lnTo>
                    <a:pt x="3512055" y="486511"/>
                  </a:lnTo>
                  <a:lnTo>
                    <a:pt x="3512705" y="484964"/>
                  </a:lnTo>
                  <a:lnTo>
                    <a:pt x="3513355" y="483605"/>
                  </a:lnTo>
                  <a:lnTo>
                    <a:pt x="3514005" y="482471"/>
                  </a:lnTo>
                  <a:lnTo>
                    <a:pt x="3514655" y="481388"/>
                  </a:lnTo>
                  <a:lnTo>
                    <a:pt x="3515305" y="480102"/>
                  </a:lnTo>
                  <a:lnTo>
                    <a:pt x="3515955" y="478453"/>
                  </a:lnTo>
                  <a:lnTo>
                    <a:pt x="3516605" y="476446"/>
                  </a:lnTo>
                  <a:lnTo>
                    <a:pt x="3517255" y="474126"/>
                  </a:lnTo>
                  <a:lnTo>
                    <a:pt x="3517905" y="471512"/>
                  </a:lnTo>
                  <a:lnTo>
                    <a:pt x="3518554" y="468224"/>
                  </a:lnTo>
                  <a:lnTo>
                    <a:pt x="3519204" y="464109"/>
                  </a:lnTo>
                  <a:lnTo>
                    <a:pt x="3519854" y="459280"/>
                  </a:lnTo>
                  <a:lnTo>
                    <a:pt x="3520504" y="453700"/>
                  </a:lnTo>
                  <a:lnTo>
                    <a:pt x="3521154" y="447430"/>
                  </a:lnTo>
                  <a:lnTo>
                    <a:pt x="3521804" y="440711"/>
                  </a:lnTo>
                  <a:lnTo>
                    <a:pt x="3522454" y="433704"/>
                  </a:lnTo>
                  <a:lnTo>
                    <a:pt x="3523104" y="426740"/>
                  </a:lnTo>
                  <a:lnTo>
                    <a:pt x="3523754" y="419919"/>
                  </a:lnTo>
                  <a:lnTo>
                    <a:pt x="3524404" y="413531"/>
                  </a:lnTo>
                  <a:lnTo>
                    <a:pt x="3525054" y="407908"/>
                  </a:lnTo>
                  <a:lnTo>
                    <a:pt x="3525704" y="403262"/>
                  </a:lnTo>
                  <a:lnTo>
                    <a:pt x="3526354" y="399459"/>
                  </a:lnTo>
                  <a:lnTo>
                    <a:pt x="3527004" y="396351"/>
                  </a:lnTo>
                  <a:lnTo>
                    <a:pt x="3527654" y="393622"/>
                  </a:lnTo>
                  <a:lnTo>
                    <a:pt x="3528303" y="391140"/>
                  </a:lnTo>
                  <a:lnTo>
                    <a:pt x="3528953" y="388843"/>
                  </a:lnTo>
                  <a:lnTo>
                    <a:pt x="3529603" y="386752"/>
                  </a:lnTo>
                  <a:lnTo>
                    <a:pt x="3530253" y="384731"/>
                  </a:lnTo>
                  <a:lnTo>
                    <a:pt x="3530903" y="382586"/>
                  </a:lnTo>
                  <a:lnTo>
                    <a:pt x="3531553" y="380077"/>
                  </a:lnTo>
                  <a:lnTo>
                    <a:pt x="3532203" y="377267"/>
                  </a:lnTo>
                  <a:lnTo>
                    <a:pt x="3532853" y="374130"/>
                  </a:lnTo>
                  <a:lnTo>
                    <a:pt x="3533503" y="370680"/>
                  </a:lnTo>
                  <a:lnTo>
                    <a:pt x="3534153" y="366959"/>
                  </a:lnTo>
                  <a:lnTo>
                    <a:pt x="3534803" y="362767"/>
                  </a:lnTo>
                  <a:lnTo>
                    <a:pt x="3535453" y="358198"/>
                  </a:lnTo>
                  <a:lnTo>
                    <a:pt x="3536103" y="353239"/>
                  </a:lnTo>
                  <a:lnTo>
                    <a:pt x="3536753" y="347950"/>
                  </a:lnTo>
                  <a:lnTo>
                    <a:pt x="3537403" y="342281"/>
                  </a:lnTo>
                  <a:lnTo>
                    <a:pt x="3538053" y="336343"/>
                  </a:lnTo>
                  <a:lnTo>
                    <a:pt x="3538702" y="329934"/>
                  </a:lnTo>
                  <a:lnTo>
                    <a:pt x="3539352" y="322865"/>
                  </a:lnTo>
                  <a:lnTo>
                    <a:pt x="3540002" y="315214"/>
                  </a:lnTo>
                  <a:lnTo>
                    <a:pt x="3540652" y="307156"/>
                  </a:lnTo>
                  <a:lnTo>
                    <a:pt x="3541302" y="298713"/>
                  </a:lnTo>
                  <a:lnTo>
                    <a:pt x="3541952" y="289706"/>
                  </a:lnTo>
                  <a:lnTo>
                    <a:pt x="3542602" y="280006"/>
                  </a:lnTo>
                  <a:lnTo>
                    <a:pt x="3543252" y="269469"/>
                  </a:lnTo>
                  <a:lnTo>
                    <a:pt x="3543902" y="258210"/>
                  </a:lnTo>
                  <a:lnTo>
                    <a:pt x="3544552" y="246503"/>
                  </a:lnTo>
                  <a:lnTo>
                    <a:pt x="3545202" y="234386"/>
                  </a:lnTo>
                  <a:lnTo>
                    <a:pt x="3545852" y="222044"/>
                  </a:lnTo>
                  <a:lnTo>
                    <a:pt x="3546502" y="209692"/>
                  </a:lnTo>
                  <a:lnTo>
                    <a:pt x="3547152" y="197535"/>
                  </a:lnTo>
                  <a:lnTo>
                    <a:pt x="3547802" y="185737"/>
                  </a:lnTo>
                  <a:lnTo>
                    <a:pt x="3548451" y="174611"/>
                  </a:lnTo>
                  <a:lnTo>
                    <a:pt x="3549101" y="164237"/>
                  </a:lnTo>
                  <a:lnTo>
                    <a:pt x="3549751" y="154660"/>
                  </a:lnTo>
                  <a:lnTo>
                    <a:pt x="3550401" y="145837"/>
                  </a:lnTo>
                  <a:lnTo>
                    <a:pt x="3551051" y="137855"/>
                  </a:lnTo>
                  <a:lnTo>
                    <a:pt x="3551701" y="130817"/>
                  </a:lnTo>
                  <a:lnTo>
                    <a:pt x="3552351" y="124807"/>
                  </a:lnTo>
                  <a:lnTo>
                    <a:pt x="3553001" y="119902"/>
                  </a:lnTo>
                  <a:lnTo>
                    <a:pt x="3553651" y="115864"/>
                  </a:lnTo>
                  <a:lnTo>
                    <a:pt x="3554301" y="112566"/>
                  </a:lnTo>
                  <a:lnTo>
                    <a:pt x="3554951" y="110024"/>
                  </a:lnTo>
                  <a:lnTo>
                    <a:pt x="3555601" y="108207"/>
                  </a:lnTo>
                  <a:lnTo>
                    <a:pt x="3556251" y="106944"/>
                  </a:lnTo>
                  <a:lnTo>
                    <a:pt x="3556901" y="106136"/>
                  </a:lnTo>
                  <a:lnTo>
                    <a:pt x="3557551" y="105555"/>
                  </a:lnTo>
                  <a:lnTo>
                    <a:pt x="3558201" y="105117"/>
                  </a:lnTo>
                  <a:lnTo>
                    <a:pt x="3558850" y="104773"/>
                  </a:lnTo>
                  <a:lnTo>
                    <a:pt x="3559500" y="104356"/>
                  </a:lnTo>
                  <a:lnTo>
                    <a:pt x="3560150" y="103997"/>
                  </a:lnTo>
                  <a:lnTo>
                    <a:pt x="3560800" y="103738"/>
                  </a:lnTo>
                  <a:lnTo>
                    <a:pt x="3561450" y="103664"/>
                  </a:lnTo>
                  <a:lnTo>
                    <a:pt x="3562100" y="103828"/>
                  </a:lnTo>
                  <a:lnTo>
                    <a:pt x="3562750" y="104434"/>
                  </a:lnTo>
                  <a:lnTo>
                    <a:pt x="3563400" y="105684"/>
                  </a:lnTo>
                  <a:lnTo>
                    <a:pt x="3564050" y="107706"/>
                  </a:lnTo>
                  <a:lnTo>
                    <a:pt x="3564700" y="110346"/>
                  </a:lnTo>
                  <a:lnTo>
                    <a:pt x="3565350" y="113445"/>
                  </a:lnTo>
                  <a:lnTo>
                    <a:pt x="3566000" y="116807"/>
                  </a:lnTo>
                  <a:lnTo>
                    <a:pt x="3566650" y="120290"/>
                  </a:lnTo>
                  <a:lnTo>
                    <a:pt x="3567300" y="123935"/>
                  </a:lnTo>
                  <a:lnTo>
                    <a:pt x="3567950" y="127614"/>
                  </a:lnTo>
                  <a:lnTo>
                    <a:pt x="3568599" y="131485"/>
                  </a:lnTo>
                  <a:lnTo>
                    <a:pt x="3569249" y="135778"/>
                  </a:lnTo>
                  <a:lnTo>
                    <a:pt x="3569899" y="140605"/>
                  </a:lnTo>
                  <a:lnTo>
                    <a:pt x="3570549" y="146043"/>
                  </a:lnTo>
                  <a:lnTo>
                    <a:pt x="3571199" y="152297"/>
                  </a:lnTo>
                  <a:lnTo>
                    <a:pt x="3571849" y="159356"/>
                  </a:lnTo>
                  <a:lnTo>
                    <a:pt x="3572499" y="167017"/>
                  </a:lnTo>
                  <a:lnTo>
                    <a:pt x="3573149" y="175088"/>
                  </a:lnTo>
                  <a:lnTo>
                    <a:pt x="3573799" y="183260"/>
                  </a:lnTo>
                  <a:lnTo>
                    <a:pt x="3574449" y="191352"/>
                  </a:lnTo>
                  <a:lnTo>
                    <a:pt x="3575099" y="199357"/>
                  </a:lnTo>
                  <a:lnTo>
                    <a:pt x="3575749" y="207320"/>
                  </a:lnTo>
                  <a:lnTo>
                    <a:pt x="3576399" y="215150"/>
                  </a:lnTo>
                  <a:lnTo>
                    <a:pt x="3577049" y="222764"/>
                  </a:lnTo>
                  <a:lnTo>
                    <a:pt x="3577699" y="229959"/>
                  </a:lnTo>
                  <a:lnTo>
                    <a:pt x="3578348" y="236515"/>
                  </a:lnTo>
                  <a:lnTo>
                    <a:pt x="3578998" y="242224"/>
                  </a:lnTo>
                  <a:lnTo>
                    <a:pt x="3579648" y="246847"/>
                  </a:lnTo>
                  <a:lnTo>
                    <a:pt x="3580298" y="250208"/>
                  </a:lnTo>
                  <a:lnTo>
                    <a:pt x="3580948" y="251850"/>
                  </a:lnTo>
                  <a:lnTo>
                    <a:pt x="3581598" y="251693"/>
                  </a:lnTo>
                  <a:lnTo>
                    <a:pt x="3582248" y="249949"/>
                  </a:lnTo>
                  <a:lnTo>
                    <a:pt x="3582898" y="246962"/>
                  </a:lnTo>
                  <a:lnTo>
                    <a:pt x="3583548" y="243164"/>
                  </a:lnTo>
                  <a:lnTo>
                    <a:pt x="3584198" y="239052"/>
                  </a:lnTo>
                  <a:lnTo>
                    <a:pt x="3584848" y="234940"/>
                  </a:lnTo>
                  <a:lnTo>
                    <a:pt x="3585498" y="231259"/>
                  </a:lnTo>
                  <a:lnTo>
                    <a:pt x="3586148" y="228521"/>
                  </a:lnTo>
                  <a:lnTo>
                    <a:pt x="3586798" y="226942"/>
                  </a:lnTo>
                  <a:lnTo>
                    <a:pt x="3587448" y="226795"/>
                  </a:lnTo>
                  <a:lnTo>
                    <a:pt x="3588098" y="228072"/>
                  </a:lnTo>
                  <a:lnTo>
                    <a:pt x="3588747" y="230801"/>
                  </a:lnTo>
                  <a:lnTo>
                    <a:pt x="3589397" y="234969"/>
                  </a:lnTo>
                  <a:lnTo>
                    <a:pt x="3590047" y="240632"/>
                  </a:lnTo>
                  <a:lnTo>
                    <a:pt x="3590697" y="247839"/>
                  </a:lnTo>
                  <a:lnTo>
                    <a:pt x="3591347" y="256668"/>
                  </a:lnTo>
                  <a:lnTo>
                    <a:pt x="3591997" y="267075"/>
                  </a:lnTo>
                  <a:lnTo>
                    <a:pt x="3592647" y="278806"/>
                  </a:lnTo>
                  <a:lnTo>
                    <a:pt x="3593297" y="291695"/>
                  </a:lnTo>
                  <a:lnTo>
                    <a:pt x="3593947" y="305319"/>
                  </a:lnTo>
                  <a:lnTo>
                    <a:pt x="3594597" y="319211"/>
                  </a:lnTo>
                  <a:lnTo>
                    <a:pt x="3595247" y="332700"/>
                  </a:lnTo>
                  <a:lnTo>
                    <a:pt x="3595897" y="345241"/>
                  </a:lnTo>
                  <a:lnTo>
                    <a:pt x="3596547" y="356297"/>
                  </a:lnTo>
                  <a:lnTo>
                    <a:pt x="3597197" y="365484"/>
                  </a:lnTo>
                  <a:lnTo>
                    <a:pt x="3597847" y="372509"/>
                  </a:lnTo>
                  <a:lnTo>
                    <a:pt x="3598496" y="377242"/>
                  </a:lnTo>
                  <a:lnTo>
                    <a:pt x="3599146" y="379815"/>
                  </a:lnTo>
                  <a:lnTo>
                    <a:pt x="3599796" y="380352"/>
                  </a:lnTo>
                  <a:lnTo>
                    <a:pt x="3600446" y="379019"/>
                  </a:lnTo>
                  <a:lnTo>
                    <a:pt x="3601096" y="375773"/>
                  </a:lnTo>
                  <a:lnTo>
                    <a:pt x="3601746" y="370695"/>
                  </a:lnTo>
                  <a:lnTo>
                    <a:pt x="3602396" y="363949"/>
                  </a:lnTo>
                  <a:lnTo>
                    <a:pt x="3603046" y="355452"/>
                  </a:lnTo>
                  <a:lnTo>
                    <a:pt x="3603696" y="345242"/>
                  </a:lnTo>
                  <a:lnTo>
                    <a:pt x="3604346" y="333750"/>
                  </a:lnTo>
                  <a:lnTo>
                    <a:pt x="3604996" y="321480"/>
                  </a:lnTo>
                  <a:lnTo>
                    <a:pt x="3605646" y="308906"/>
                  </a:lnTo>
                  <a:lnTo>
                    <a:pt x="3606296" y="296699"/>
                  </a:lnTo>
                  <a:lnTo>
                    <a:pt x="3606946" y="285529"/>
                  </a:lnTo>
                  <a:lnTo>
                    <a:pt x="3607596" y="275962"/>
                  </a:lnTo>
                  <a:lnTo>
                    <a:pt x="3608246" y="268520"/>
                  </a:lnTo>
                  <a:lnTo>
                    <a:pt x="3608895" y="263225"/>
                  </a:lnTo>
                  <a:lnTo>
                    <a:pt x="3609545" y="259954"/>
                  </a:lnTo>
                  <a:lnTo>
                    <a:pt x="3610195" y="258839"/>
                  </a:lnTo>
                  <a:lnTo>
                    <a:pt x="3610845" y="259921"/>
                  </a:lnTo>
                  <a:lnTo>
                    <a:pt x="3611495" y="262874"/>
                  </a:lnTo>
                  <a:lnTo>
                    <a:pt x="3612145" y="267467"/>
                  </a:lnTo>
                  <a:lnTo>
                    <a:pt x="3612795" y="273525"/>
                  </a:lnTo>
                  <a:lnTo>
                    <a:pt x="3613445" y="281072"/>
                  </a:lnTo>
                  <a:lnTo>
                    <a:pt x="3614095" y="289909"/>
                  </a:lnTo>
                  <a:lnTo>
                    <a:pt x="3614745" y="299648"/>
                  </a:lnTo>
                  <a:lnTo>
                    <a:pt x="3615395" y="309874"/>
                  </a:lnTo>
                  <a:lnTo>
                    <a:pt x="3616045" y="320285"/>
                  </a:lnTo>
                  <a:lnTo>
                    <a:pt x="3616695" y="330489"/>
                  </a:lnTo>
                  <a:lnTo>
                    <a:pt x="3617345" y="340120"/>
                  </a:lnTo>
                  <a:lnTo>
                    <a:pt x="3617995" y="348588"/>
                  </a:lnTo>
                  <a:lnTo>
                    <a:pt x="3618644" y="355550"/>
                  </a:lnTo>
                  <a:lnTo>
                    <a:pt x="3619294" y="360842"/>
                  </a:lnTo>
                  <a:lnTo>
                    <a:pt x="3619944" y="364096"/>
                  </a:lnTo>
                  <a:lnTo>
                    <a:pt x="3620594" y="365187"/>
                  </a:lnTo>
                  <a:lnTo>
                    <a:pt x="3621244" y="364222"/>
                  </a:lnTo>
                  <a:lnTo>
                    <a:pt x="3621894" y="361298"/>
                  </a:lnTo>
                  <a:lnTo>
                    <a:pt x="3622544" y="356667"/>
                  </a:lnTo>
                  <a:lnTo>
                    <a:pt x="3623194" y="350588"/>
                  </a:lnTo>
                  <a:lnTo>
                    <a:pt x="3623844" y="343332"/>
                  </a:lnTo>
                  <a:lnTo>
                    <a:pt x="3624494" y="335282"/>
                  </a:lnTo>
                  <a:lnTo>
                    <a:pt x="3625144" y="326718"/>
                  </a:lnTo>
                  <a:lnTo>
                    <a:pt x="3625794" y="317590"/>
                  </a:lnTo>
                  <a:lnTo>
                    <a:pt x="3626444" y="307913"/>
                  </a:lnTo>
                  <a:lnTo>
                    <a:pt x="3627094" y="297963"/>
                  </a:lnTo>
                  <a:lnTo>
                    <a:pt x="3627744" y="287949"/>
                  </a:lnTo>
                  <a:lnTo>
                    <a:pt x="3628394" y="278042"/>
                  </a:lnTo>
                  <a:lnTo>
                    <a:pt x="3629043" y="268402"/>
                  </a:lnTo>
                  <a:lnTo>
                    <a:pt x="3629693" y="259219"/>
                  </a:lnTo>
                  <a:lnTo>
                    <a:pt x="3630343" y="250783"/>
                  </a:lnTo>
                  <a:lnTo>
                    <a:pt x="3630993" y="243603"/>
                  </a:lnTo>
                  <a:lnTo>
                    <a:pt x="3631643" y="237800"/>
                  </a:lnTo>
                  <a:lnTo>
                    <a:pt x="3632293" y="233485"/>
                  </a:lnTo>
                  <a:lnTo>
                    <a:pt x="3632943" y="230732"/>
                  </a:lnTo>
                  <a:lnTo>
                    <a:pt x="3633593" y="229569"/>
                  </a:lnTo>
                  <a:lnTo>
                    <a:pt x="3634243" y="229954"/>
                  </a:lnTo>
                  <a:lnTo>
                    <a:pt x="3634893" y="231834"/>
                  </a:lnTo>
                  <a:lnTo>
                    <a:pt x="3635543" y="235267"/>
                  </a:lnTo>
                  <a:lnTo>
                    <a:pt x="3636193" y="240271"/>
                  </a:lnTo>
                  <a:lnTo>
                    <a:pt x="3636843" y="246629"/>
                  </a:lnTo>
                  <a:lnTo>
                    <a:pt x="3637493" y="254158"/>
                  </a:lnTo>
                  <a:lnTo>
                    <a:pt x="3638143" y="262550"/>
                  </a:lnTo>
                  <a:lnTo>
                    <a:pt x="3638792" y="271417"/>
                  </a:lnTo>
                  <a:lnTo>
                    <a:pt x="3639442" y="280255"/>
                  </a:lnTo>
                  <a:lnTo>
                    <a:pt x="3640092" y="288485"/>
                  </a:lnTo>
                  <a:lnTo>
                    <a:pt x="3640742" y="295162"/>
                  </a:lnTo>
                  <a:lnTo>
                    <a:pt x="3641392" y="299931"/>
                  </a:lnTo>
                  <a:lnTo>
                    <a:pt x="3642042" y="302592"/>
                  </a:lnTo>
                  <a:lnTo>
                    <a:pt x="3642692" y="303155"/>
                  </a:lnTo>
                  <a:lnTo>
                    <a:pt x="3643342" y="301746"/>
                  </a:lnTo>
                  <a:lnTo>
                    <a:pt x="3643992" y="298769"/>
                  </a:lnTo>
                  <a:lnTo>
                    <a:pt x="3644642" y="294591"/>
                  </a:lnTo>
                  <a:lnTo>
                    <a:pt x="3645292" y="289679"/>
                  </a:lnTo>
                  <a:lnTo>
                    <a:pt x="3645942" y="284379"/>
                  </a:lnTo>
                  <a:lnTo>
                    <a:pt x="3646592" y="278901"/>
                  </a:lnTo>
                  <a:lnTo>
                    <a:pt x="3647242" y="273416"/>
                  </a:lnTo>
                  <a:lnTo>
                    <a:pt x="3647892" y="268121"/>
                  </a:lnTo>
                  <a:lnTo>
                    <a:pt x="3648542" y="263151"/>
                  </a:lnTo>
                  <a:lnTo>
                    <a:pt x="3649191" y="258728"/>
                  </a:lnTo>
                  <a:lnTo>
                    <a:pt x="3649841" y="254905"/>
                  </a:lnTo>
                  <a:lnTo>
                    <a:pt x="3650491" y="251971"/>
                  </a:lnTo>
                  <a:lnTo>
                    <a:pt x="3651141" y="250049"/>
                  </a:lnTo>
                  <a:lnTo>
                    <a:pt x="3651791" y="249160"/>
                  </a:lnTo>
                  <a:lnTo>
                    <a:pt x="3652441" y="249163"/>
                  </a:lnTo>
                  <a:lnTo>
                    <a:pt x="3653091" y="249762"/>
                  </a:lnTo>
                  <a:lnTo>
                    <a:pt x="3653741" y="250590"/>
                  </a:lnTo>
                  <a:lnTo>
                    <a:pt x="3654391" y="251464"/>
                  </a:lnTo>
                  <a:lnTo>
                    <a:pt x="3655041" y="252088"/>
                  </a:lnTo>
                  <a:lnTo>
                    <a:pt x="3655691" y="251989"/>
                  </a:lnTo>
                  <a:lnTo>
                    <a:pt x="3656341" y="251001"/>
                  </a:lnTo>
                  <a:lnTo>
                    <a:pt x="3656991" y="249106"/>
                  </a:lnTo>
                  <a:lnTo>
                    <a:pt x="3657641" y="246581"/>
                  </a:lnTo>
                  <a:lnTo>
                    <a:pt x="3658291" y="243804"/>
                  </a:lnTo>
                  <a:lnTo>
                    <a:pt x="3658940" y="241031"/>
                  </a:lnTo>
                  <a:lnTo>
                    <a:pt x="3659590" y="238252"/>
                  </a:lnTo>
                  <a:lnTo>
                    <a:pt x="3660240" y="235902"/>
                  </a:lnTo>
                  <a:lnTo>
                    <a:pt x="3660890" y="234173"/>
                  </a:lnTo>
                  <a:lnTo>
                    <a:pt x="3661540" y="233167"/>
                  </a:lnTo>
                  <a:lnTo>
                    <a:pt x="3662190" y="232926"/>
                  </a:lnTo>
                  <a:lnTo>
                    <a:pt x="3662840" y="233174"/>
                  </a:lnTo>
                  <a:lnTo>
                    <a:pt x="3663490" y="233651"/>
                  </a:lnTo>
                  <a:lnTo>
                    <a:pt x="3664140" y="234107"/>
                  </a:lnTo>
                  <a:lnTo>
                    <a:pt x="3664790" y="234051"/>
                  </a:lnTo>
                  <a:lnTo>
                    <a:pt x="3665440" y="233285"/>
                  </a:lnTo>
                  <a:lnTo>
                    <a:pt x="3666090" y="231711"/>
                  </a:lnTo>
                  <a:lnTo>
                    <a:pt x="3666740" y="229136"/>
                  </a:lnTo>
                  <a:lnTo>
                    <a:pt x="3667390" y="225592"/>
                  </a:lnTo>
                  <a:lnTo>
                    <a:pt x="3668040" y="221104"/>
                  </a:lnTo>
                  <a:lnTo>
                    <a:pt x="3668690" y="215854"/>
                  </a:lnTo>
                  <a:lnTo>
                    <a:pt x="3669339" y="210229"/>
                  </a:lnTo>
                  <a:lnTo>
                    <a:pt x="3669989" y="204160"/>
                  </a:lnTo>
                  <a:lnTo>
                    <a:pt x="3670639" y="197779"/>
                  </a:lnTo>
                  <a:lnTo>
                    <a:pt x="3671289" y="191382"/>
                  </a:lnTo>
                  <a:lnTo>
                    <a:pt x="3671939" y="185204"/>
                  </a:lnTo>
                  <a:lnTo>
                    <a:pt x="3672589" y="179593"/>
                  </a:lnTo>
                  <a:lnTo>
                    <a:pt x="3673239" y="174940"/>
                  </a:lnTo>
                  <a:lnTo>
                    <a:pt x="3673889" y="171480"/>
                  </a:lnTo>
                  <a:lnTo>
                    <a:pt x="3674539" y="169556"/>
                  </a:lnTo>
                  <a:lnTo>
                    <a:pt x="3675189" y="169370"/>
                  </a:lnTo>
                  <a:lnTo>
                    <a:pt x="3675839" y="170831"/>
                  </a:lnTo>
                  <a:lnTo>
                    <a:pt x="3676489" y="173858"/>
                  </a:lnTo>
                  <a:lnTo>
                    <a:pt x="3677139" y="178312"/>
                  </a:lnTo>
                  <a:lnTo>
                    <a:pt x="3677789" y="183970"/>
                  </a:lnTo>
                  <a:lnTo>
                    <a:pt x="3678439" y="190553"/>
                  </a:lnTo>
                  <a:lnTo>
                    <a:pt x="3679088" y="197935"/>
                  </a:lnTo>
                  <a:lnTo>
                    <a:pt x="3679738" y="205911"/>
                  </a:lnTo>
                  <a:lnTo>
                    <a:pt x="3680388" y="214234"/>
                  </a:lnTo>
                  <a:lnTo>
                    <a:pt x="3681038" y="222511"/>
                  </a:lnTo>
                  <a:lnTo>
                    <a:pt x="3681688" y="230268"/>
                  </a:lnTo>
                  <a:lnTo>
                    <a:pt x="3682338" y="237382"/>
                  </a:lnTo>
                  <a:lnTo>
                    <a:pt x="3682988" y="243474"/>
                  </a:lnTo>
                  <a:lnTo>
                    <a:pt x="3683638" y="248333"/>
                  </a:lnTo>
                  <a:lnTo>
                    <a:pt x="3684288" y="251979"/>
                  </a:lnTo>
                  <a:lnTo>
                    <a:pt x="3684938" y="254566"/>
                  </a:lnTo>
                  <a:lnTo>
                    <a:pt x="3685588" y="256554"/>
                  </a:lnTo>
                  <a:lnTo>
                    <a:pt x="3686238" y="258466"/>
                  </a:lnTo>
                  <a:lnTo>
                    <a:pt x="3686888" y="260409"/>
                  </a:lnTo>
                  <a:lnTo>
                    <a:pt x="3687538" y="262677"/>
                  </a:lnTo>
                  <a:lnTo>
                    <a:pt x="3688188" y="265684"/>
                  </a:lnTo>
                  <a:lnTo>
                    <a:pt x="3688838" y="269497"/>
                  </a:lnTo>
                  <a:lnTo>
                    <a:pt x="3689487" y="274115"/>
                  </a:lnTo>
                  <a:lnTo>
                    <a:pt x="3690137" y="279341"/>
                  </a:lnTo>
                  <a:lnTo>
                    <a:pt x="3690787" y="285079"/>
                  </a:lnTo>
                  <a:lnTo>
                    <a:pt x="3691437" y="291506"/>
                  </a:lnTo>
                  <a:lnTo>
                    <a:pt x="3692087" y="298735"/>
                  </a:lnTo>
                  <a:lnTo>
                    <a:pt x="3692737" y="306615"/>
                  </a:lnTo>
                  <a:lnTo>
                    <a:pt x="3693387" y="315042"/>
                  </a:lnTo>
                  <a:lnTo>
                    <a:pt x="3694037" y="324016"/>
                  </a:lnTo>
                  <a:lnTo>
                    <a:pt x="3694687" y="333615"/>
                  </a:lnTo>
                  <a:lnTo>
                    <a:pt x="3695337" y="343984"/>
                  </a:lnTo>
                  <a:lnTo>
                    <a:pt x="3695987" y="355070"/>
                  </a:lnTo>
                  <a:lnTo>
                    <a:pt x="3696637" y="366988"/>
                  </a:lnTo>
                  <a:lnTo>
                    <a:pt x="3697287" y="379934"/>
                  </a:lnTo>
                  <a:lnTo>
                    <a:pt x="3697937" y="393886"/>
                  </a:lnTo>
                  <a:lnTo>
                    <a:pt x="3698587" y="408766"/>
                  </a:lnTo>
                  <a:lnTo>
                    <a:pt x="3699236" y="424747"/>
                  </a:lnTo>
                  <a:lnTo>
                    <a:pt x="3699886" y="441766"/>
                  </a:lnTo>
                  <a:lnTo>
                    <a:pt x="3700536" y="459693"/>
                  </a:lnTo>
                  <a:lnTo>
                    <a:pt x="3701186" y="478230"/>
                  </a:lnTo>
                  <a:lnTo>
                    <a:pt x="3701836" y="497038"/>
                  </a:lnTo>
                  <a:lnTo>
                    <a:pt x="3702486" y="516317"/>
                  </a:lnTo>
                  <a:lnTo>
                    <a:pt x="3703136" y="536156"/>
                  </a:lnTo>
                  <a:lnTo>
                    <a:pt x="3703786" y="556159"/>
                  </a:lnTo>
                  <a:lnTo>
                    <a:pt x="3704436" y="575992"/>
                  </a:lnTo>
                  <a:lnTo>
                    <a:pt x="3705086" y="595118"/>
                  </a:lnTo>
                  <a:lnTo>
                    <a:pt x="3705736" y="613164"/>
                  </a:lnTo>
                  <a:lnTo>
                    <a:pt x="3706386" y="629602"/>
                  </a:lnTo>
                  <a:lnTo>
                    <a:pt x="3707036" y="643587"/>
                  </a:lnTo>
                  <a:lnTo>
                    <a:pt x="3707686" y="654476"/>
                  </a:lnTo>
                  <a:lnTo>
                    <a:pt x="3708336" y="662054"/>
                  </a:lnTo>
                  <a:lnTo>
                    <a:pt x="3708986" y="666189"/>
                  </a:lnTo>
                  <a:lnTo>
                    <a:pt x="3709635" y="667131"/>
                  </a:lnTo>
                  <a:lnTo>
                    <a:pt x="3710285" y="665342"/>
                  </a:lnTo>
                  <a:lnTo>
                    <a:pt x="3710935" y="661326"/>
                  </a:lnTo>
                  <a:lnTo>
                    <a:pt x="3711585" y="655656"/>
                  </a:lnTo>
                  <a:lnTo>
                    <a:pt x="3712235" y="649034"/>
                  </a:lnTo>
                  <a:lnTo>
                    <a:pt x="3712885" y="641912"/>
                  </a:lnTo>
                  <a:lnTo>
                    <a:pt x="3713535" y="634870"/>
                  </a:lnTo>
                  <a:lnTo>
                    <a:pt x="3714185" y="628369"/>
                  </a:lnTo>
                  <a:lnTo>
                    <a:pt x="3714835" y="622638"/>
                  </a:lnTo>
                  <a:lnTo>
                    <a:pt x="3715485" y="618114"/>
                  </a:lnTo>
                  <a:lnTo>
                    <a:pt x="3716135" y="615128"/>
                  </a:lnTo>
                  <a:lnTo>
                    <a:pt x="3716785" y="613677"/>
                  </a:lnTo>
                  <a:lnTo>
                    <a:pt x="3717435" y="613787"/>
                  </a:lnTo>
                  <a:lnTo>
                    <a:pt x="3718085" y="615378"/>
                  </a:lnTo>
                  <a:lnTo>
                    <a:pt x="3718735" y="618081"/>
                  </a:lnTo>
                  <a:lnTo>
                    <a:pt x="3719384" y="621800"/>
                  </a:lnTo>
                  <a:lnTo>
                    <a:pt x="3720034" y="625920"/>
                  </a:lnTo>
                  <a:lnTo>
                    <a:pt x="3720684" y="629915"/>
                  </a:lnTo>
                  <a:lnTo>
                    <a:pt x="3721334" y="633400"/>
                  </a:lnTo>
                  <a:lnTo>
                    <a:pt x="3721984" y="636052"/>
                  </a:lnTo>
                  <a:lnTo>
                    <a:pt x="3722634" y="637725"/>
                  </a:lnTo>
                  <a:lnTo>
                    <a:pt x="3723284" y="638282"/>
                  </a:lnTo>
                  <a:lnTo>
                    <a:pt x="3723934" y="637443"/>
                  </a:lnTo>
                  <a:lnTo>
                    <a:pt x="3724584" y="635346"/>
                  </a:lnTo>
                  <a:lnTo>
                    <a:pt x="3725234" y="631736"/>
                  </a:lnTo>
                  <a:lnTo>
                    <a:pt x="3725884" y="626392"/>
                  </a:lnTo>
                  <a:lnTo>
                    <a:pt x="3726534" y="619451"/>
                  </a:lnTo>
                  <a:lnTo>
                    <a:pt x="3727184" y="610578"/>
                  </a:lnTo>
                  <a:lnTo>
                    <a:pt x="3727834" y="599979"/>
                  </a:lnTo>
                  <a:lnTo>
                    <a:pt x="3728484" y="587997"/>
                  </a:lnTo>
                  <a:lnTo>
                    <a:pt x="3729133" y="574868"/>
                  </a:lnTo>
                  <a:lnTo>
                    <a:pt x="3729783" y="561295"/>
                  </a:lnTo>
                  <a:lnTo>
                    <a:pt x="3730433" y="547713"/>
                  </a:lnTo>
                  <a:lnTo>
                    <a:pt x="3731083" y="534130"/>
                  </a:lnTo>
                  <a:lnTo>
                    <a:pt x="3731733" y="520655"/>
                  </a:lnTo>
                  <a:lnTo>
                    <a:pt x="3732383" y="507139"/>
                  </a:lnTo>
                  <a:lnTo>
                    <a:pt x="3733033" y="493465"/>
                  </a:lnTo>
                  <a:lnTo>
                    <a:pt x="3733683" y="479438"/>
                  </a:lnTo>
                  <a:lnTo>
                    <a:pt x="3734333" y="464551"/>
                  </a:lnTo>
                  <a:lnTo>
                    <a:pt x="3734983" y="448745"/>
                  </a:lnTo>
                  <a:lnTo>
                    <a:pt x="3735633" y="432215"/>
                  </a:lnTo>
                  <a:lnTo>
                    <a:pt x="3736283" y="415256"/>
                  </a:lnTo>
                  <a:lnTo>
                    <a:pt x="3736933" y="398438"/>
                  </a:lnTo>
                  <a:lnTo>
                    <a:pt x="3737583" y="381989"/>
                  </a:lnTo>
                  <a:lnTo>
                    <a:pt x="3738233" y="366139"/>
                  </a:lnTo>
                  <a:lnTo>
                    <a:pt x="3738883" y="351228"/>
                  </a:lnTo>
                  <a:lnTo>
                    <a:pt x="3739532" y="337375"/>
                  </a:lnTo>
                  <a:lnTo>
                    <a:pt x="3740182" y="324506"/>
                  </a:lnTo>
                  <a:lnTo>
                    <a:pt x="3740832" y="312750"/>
                  </a:lnTo>
                  <a:lnTo>
                    <a:pt x="3741482" y="302019"/>
                  </a:lnTo>
                  <a:lnTo>
                    <a:pt x="3742132" y="292372"/>
                  </a:lnTo>
                  <a:lnTo>
                    <a:pt x="3742782" y="283683"/>
                  </a:lnTo>
                  <a:lnTo>
                    <a:pt x="3743432" y="275774"/>
                  </a:lnTo>
                  <a:lnTo>
                    <a:pt x="3744082" y="268563"/>
                  </a:lnTo>
                  <a:lnTo>
                    <a:pt x="3744732" y="261899"/>
                  </a:lnTo>
                  <a:lnTo>
                    <a:pt x="3745382" y="255585"/>
                  </a:lnTo>
                  <a:lnTo>
                    <a:pt x="3746032" y="249406"/>
                  </a:lnTo>
                  <a:lnTo>
                    <a:pt x="3746682" y="243032"/>
                  </a:lnTo>
                  <a:lnTo>
                    <a:pt x="3747332" y="236344"/>
                  </a:lnTo>
                  <a:lnTo>
                    <a:pt x="3747982" y="229340"/>
                  </a:lnTo>
                  <a:lnTo>
                    <a:pt x="3748632" y="221692"/>
                  </a:lnTo>
                  <a:lnTo>
                    <a:pt x="3749281" y="213360"/>
                  </a:lnTo>
                  <a:lnTo>
                    <a:pt x="3749931" y="204548"/>
                  </a:lnTo>
                  <a:lnTo>
                    <a:pt x="3750581" y="195396"/>
                  </a:lnTo>
                  <a:lnTo>
                    <a:pt x="3751231" y="186182"/>
                  </a:lnTo>
                  <a:lnTo>
                    <a:pt x="3751881" y="177132"/>
                  </a:lnTo>
                  <a:lnTo>
                    <a:pt x="3752531" y="168526"/>
                  </a:lnTo>
                  <a:lnTo>
                    <a:pt x="3753181" y="160705"/>
                  </a:lnTo>
                  <a:lnTo>
                    <a:pt x="3753831" y="153814"/>
                  </a:lnTo>
                  <a:lnTo>
                    <a:pt x="3754481" y="147972"/>
                  </a:lnTo>
                  <a:lnTo>
                    <a:pt x="3755131" y="143073"/>
                  </a:lnTo>
                  <a:lnTo>
                    <a:pt x="3755781" y="139147"/>
                  </a:lnTo>
                  <a:lnTo>
                    <a:pt x="3756431" y="136155"/>
                  </a:lnTo>
                  <a:lnTo>
                    <a:pt x="3757081" y="133878"/>
                  </a:lnTo>
                  <a:lnTo>
                    <a:pt x="3757731" y="132222"/>
                  </a:lnTo>
                  <a:lnTo>
                    <a:pt x="3758381" y="131499"/>
                  </a:lnTo>
                  <a:lnTo>
                    <a:pt x="3759031" y="131653"/>
                  </a:lnTo>
                  <a:lnTo>
                    <a:pt x="3759680" y="132760"/>
                  </a:lnTo>
                  <a:lnTo>
                    <a:pt x="3760330" y="134624"/>
                  </a:lnTo>
                  <a:lnTo>
                    <a:pt x="3760980" y="137013"/>
                  </a:lnTo>
                  <a:lnTo>
                    <a:pt x="3761630" y="139685"/>
                  </a:lnTo>
                  <a:lnTo>
                    <a:pt x="3762280" y="142255"/>
                  </a:lnTo>
                  <a:lnTo>
                    <a:pt x="3762930" y="144424"/>
                  </a:lnTo>
                  <a:lnTo>
                    <a:pt x="3763580" y="146122"/>
                  </a:lnTo>
                  <a:lnTo>
                    <a:pt x="3764230" y="147222"/>
                  </a:lnTo>
                  <a:lnTo>
                    <a:pt x="3764880" y="147830"/>
                  </a:lnTo>
                  <a:lnTo>
                    <a:pt x="3765530" y="147983"/>
                  </a:lnTo>
                  <a:lnTo>
                    <a:pt x="3766180" y="147965"/>
                  </a:lnTo>
                  <a:lnTo>
                    <a:pt x="3766830" y="148317"/>
                  </a:lnTo>
                  <a:lnTo>
                    <a:pt x="3767480" y="149169"/>
                  </a:lnTo>
                  <a:lnTo>
                    <a:pt x="3768130" y="150389"/>
                  </a:lnTo>
                  <a:lnTo>
                    <a:pt x="3768780" y="151996"/>
                  </a:lnTo>
                  <a:lnTo>
                    <a:pt x="3769429" y="153797"/>
                  </a:lnTo>
                  <a:lnTo>
                    <a:pt x="3770079" y="155886"/>
                  </a:lnTo>
                  <a:lnTo>
                    <a:pt x="3770729" y="158266"/>
                  </a:lnTo>
                  <a:lnTo>
                    <a:pt x="3771379" y="160795"/>
                  </a:lnTo>
                  <a:lnTo>
                    <a:pt x="3772029" y="163570"/>
                  </a:lnTo>
                  <a:lnTo>
                    <a:pt x="3772679" y="166738"/>
                  </a:lnTo>
                  <a:lnTo>
                    <a:pt x="3773329" y="170314"/>
                  </a:lnTo>
                  <a:lnTo>
                    <a:pt x="3773979" y="174296"/>
                  </a:lnTo>
                  <a:lnTo>
                    <a:pt x="3774629" y="178655"/>
                  </a:lnTo>
                  <a:lnTo>
                    <a:pt x="3775279" y="183371"/>
                  </a:lnTo>
                  <a:lnTo>
                    <a:pt x="3775929" y="188443"/>
                  </a:lnTo>
                  <a:lnTo>
                    <a:pt x="3776579" y="193571"/>
                  </a:lnTo>
                  <a:lnTo>
                    <a:pt x="3777229" y="198539"/>
                  </a:lnTo>
                  <a:lnTo>
                    <a:pt x="3777879" y="203374"/>
                  </a:lnTo>
                  <a:lnTo>
                    <a:pt x="3778529" y="208233"/>
                  </a:lnTo>
                  <a:lnTo>
                    <a:pt x="3779179" y="213276"/>
                  </a:lnTo>
                  <a:lnTo>
                    <a:pt x="3779828" y="218332"/>
                  </a:lnTo>
                  <a:lnTo>
                    <a:pt x="3780478" y="223209"/>
                  </a:lnTo>
                  <a:lnTo>
                    <a:pt x="3781128" y="228261"/>
                  </a:lnTo>
                  <a:lnTo>
                    <a:pt x="3781778" y="233610"/>
                  </a:lnTo>
                  <a:lnTo>
                    <a:pt x="3782428" y="239215"/>
                  </a:lnTo>
                  <a:lnTo>
                    <a:pt x="3783078" y="244906"/>
                  </a:lnTo>
                  <a:lnTo>
                    <a:pt x="3783728" y="250434"/>
                  </a:lnTo>
                  <a:lnTo>
                    <a:pt x="3784378" y="255611"/>
                  </a:lnTo>
                  <a:lnTo>
                    <a:pt x="3785028" y="260304"/>
                  </a:lnTo>
                  <a:lnTo>
                    <a:pt x="3785678" y="264202"/>
                  </a:lnTo>
                  <a:lnTo>
                    <a:pt x="3786328" y="267239"/>
                  </a:lnTo>
                  <a:lnTo>
                    <a:pt x="3786978" y="269274"/>
                  </a:lnTo>
                  <a:lnTo>
                    <a:pt x="3787628" y="270219"/>
                  </a:lnTo>
                  <a:lnTo>
                    <a:pt x="3788278" y="269898"/>
                  </a:lnTo>
                  <a:lnTo>
                    <a:pt x="3788928" y="268385"/>
                  </a:lnTo>
                  <a:lnTo>
                    <a:pt x="3789577" y="266032"/>
                  </a:lnTo>
                  <a:lnTo>
                    <a:pt x="3790227" y="263046"/>
                  </a:lnTo>
                  <a:lnTo>
                    <a:pt x="3790877" y="259211"/>
                  </a:lnTo>
                  <a:lnTo>
                    <a:pt x="3791527" y="254693"/>
                  </a:lnTo>
                  <a:lnTo>
                    <a:pt x="3792177" y="249627"/>
                  </a:lnTo>
                  <a:lnTo>
                    <a:pt x="3792827" y="244505"/>
                  </a:lnTo>
                  <a:lnTo>
                    <a:pt x="3793477" y="239675"/>
                  </a:lnTo>
                  <a:lnTo>
                    <a:pt x="3794127" y="235511"/>
                  </a:lnTo>
                  <a:lnTo>
                    <a:pt x="3794777" y="232248"/>
                  </a:lnTo>
                  <a:lnTo>
                    <a:pt x="3795427" y="230157"/>
                  </a:lnTo>
                  <a:lnTo>
                    <a:pt x="3796077" y="229327"/>
                  </a:lnTo>
                  <a:lnTo>
                    <a:pt x="3796727" y="229979"/>
                  </a:lnTo>
                  <a:lnTo>
                    <a:pt x="3797377" y="232224"/>
                  </a:lnTo>
                  <a:lnTo>
                    <a:pt x="3798027" y="236031"/>
                  </a:lnTo>
                  <a:lnTo>
                    <a:pt x="3798677" y="241031"/>
                  </a:lnTo>
                  <a:lnTo>
                    <a:pt x="3799327" y="246738"/>
                  </a:lnTo>
                  <a:lnTo>
                    <a:pt x="3799976" y="252956"/>
                  </a:lnTo>
                  <a:lnTo>
                    <a:pt x="3800626" y="259601"/>
                  </a:lnTo>
                  <a:lnTo>
                    <a:pt x="3801276" y="266426"/>
                  </a:lnTo>
                  <a:lnTo>
                    <a:pt x="3801926" y="273058"/>
                  </a:lnTo>
                  <a:lnTo>
                    <a:pt x="3802576" y="279062"/>
                  </a:lnTo>
                  <a:lnTo>
                    <a:pt x="3803226" y="284259"/>
                  </a:lnTo>
                  <a:lnTo>
                    <a:pt x="3803876" y="288559"/>
                  </a:lnTo>
                  <a:lnTo>
                    <a:pt x="3804526" y="291912"/>
                  </a:lnTo>
                  <a:lnTo>
                    <a:pt x="3805176" y="294218"/>
                  </a:lnTo>
                  <a:lnTo>
                    <a:pt x="3805826" y="295347"/>
                  </a:lnTo>
                  <a:lnTo>
                    <a:pt x="3806476" y="295378"/>
                  </a:lnTo>
                  <a:lnTo>
                    <a:pt x="3807126" y="294291"/>
                  </a:lnTo>
                  <a:lnTo>
                    <a:pt x="3807776" y="292282"/>
                  </a:lnTo>
                  <a:lnTo>
                    <a:pt x="3808426" y="289670"/>
                  </a:lnTo>
                  <a:lnTo>
                    <a:pt x="3809076" y="286856"/>
                  </a:lnTo>
                  <a:lnTo>
                    <a:pt x="3809725" y="284259"/>
                  </a:lnTo>
                  <a:lnTo>
                    <a:pt x="3810375" y="282120"/>
                  </a:lnTo>
                  <a:lnTo>
                    <a:pt x="3811025" y="280451"/>
                  </a:lnTo>
                  <a:lnTo>
                    <a:pt x="3811675" y="279555"/>
                  </a:lnTo>
                  <a:lnTo>
                    <a:pt x="3812325" y="279642"/>
                  </a:lnTo>
                  <a:lnTo>
                    <a:pt x="3812975" y="280855"/>
                  </a:lnTo>
                  <a:lnTo>
                    <a:pt x="3813625" y="283125"/>
                  </a:lnTo>
                  <a:lnTo>
                    <a:pt x="3814275" y="286261"/>
                  </a:lnTo>
                  <a:lnTo>
                    <a:pt x="3814925" y="290042"/>
                  </a:lnTo>
                  <a:lnTo>
                    <a:pt x="3815575" y="294555"/>
                  </a:lnTo>
                  <a:lnTo>
                    <a:pt x="3816225" y="299833"/>
                  </a:lnTo>
                  <a:lnTo>
                    <a:pt x="3816875" y="305847"/>
                  </a:lnTo>
                  <a:lnTo>
                    <a:pt x="3817525" y="312472"/>
                  </a:lnTo>
                  <a:lnTo>
                    <a:pt x="3818175" y="319670"/>
                  </a:lnTo>
                  <a:lnTo>
                    <a:pt x="3818825" y="327492"/>
                  </a:lnTo>
                  <a:lnTo>
                    <a:pt x="3819475" y="336014"/>
                  </a:lnTo>
                  <a:lnTo>
                    <a:pt x="3820124" y="345260"/>
                  </a:lnTo>
                  <a:lnTo>
                    <a:pt x="3820774" y="355129"/>
                  </a:lnTo>
                  <a:lnTo>
                    <a:pt x="3821424" y="365460"/>
                  </a:lnTo>
                  <a:lnTo>
                    <a:pt x="3822074" y="376098"/>
                  </a:lnTo>
                  <a:lnTo>
                    <a:pt x="3822724" y="387039"/>
                  </a:lnTo>
                  <a:lnTo>
                    <a:pt x="3823374" y="398054"/>
                  </a:lnTo>
                  <a:lnTo>
                    <a:pt x="3824024" y="408975"/>
                  </a:lnTo>
                  <a:lnTo>
                    <a:pt x="3824674" y="419817"/>
                  </a:lnTo>
                  <a:lnTo>
                    <a:pt x="3825324" y="430434"/>
                  </a:lnTo>
                  <a:lnTo>
                    <a:pt x="3825974" y="440599"/>
                  </a:lnTo>
                  <a:lnTo>
                    <a:pt x="3826624" y="450015"/>
                  </a:lnTo>
                  <a:lnTo>
                    <a:pt x="3827274" y="458516"/>
                  </a:lnTo>
                  <a:lnTo>
                    <a:pt x="3827924" y="466046"/>
                  </a:lnTo>
                  <a:lnTo>
                    <a:pt x="3828574" y="472446"/>
                  </a:lnTo>
                  <a:lnTo>
                    <a:pt x="3829224" y="477203"/>
                  </a:lnTo>
                  <a:lnTo>
                    <a:pt x="3829873" y="480155"/>
                  </a:lnTo>
                  <a:lnTo>
                    <a:pt x="3830523" y="481663"/>
                  </a:lnTo>
                  <a:lnTo>
                    <a:pt x="3831173" y="482295"/>
                  </a:lnTo>
                  <a:lnTo>
                    <a:pt x="3831823" y="482402"/>
                  </a:lnTo>
                  <a:lnTo>
                    <a:pt x="3832473" y="482168"/>
                  </a:lnTo>
                  <a:lnTo>
                    <a:pt x="3833123" y="482056"/>
                  </a:lnTo>
                  <a:lnTo>
                    <a:pt x="3833773" y="482468"/>
                  </a:lnTo>
                  <a:lnTo>
                    <a:pt x="3834423" y="483840"/>
                  </a:lnTo>
                  <a:lnTo>
                    <a:pt x="3835073" y="486339"/>
                  </a:lnTo>
                  <a:lnTo>
                    <a:pt x="3835723" y="490048"/>
                  </a:lnTo>
                  <a:lnTo>
                    <a:pt x="3836373" y="495153"/>
                  </a:lnTo>
                  <a:lnTo>
                    <a:pt x="3837023" y="501665"/>
                  </a:lnTo>
                  <a:lnTo>
                    <a:pt x="3837673" y="509499"/>
                  </a:lnTo>
                  <a:lnTo>
                    <a:pt x="3838323" y="518893"/>
                  </a:lnTo>
                  <a:lnTo>
                    <a:pt x="3838973" y="529875"/>
                  </a:lnTo>
                  <a:lnTo>
                    <a:pt x="3839623" y="542421"/>
                  </a:lnTo>
                  <a:lnTo>
                    <a:pt x="3840272" y="556320"/>
                  </a:lnTo>
                  <a:lnTo>
                    <a:pt x="3840922" y="571040"/>
                  </a:lnTo>
                  <a:lnTo>
                    <a:pt x="3841572" y="586219"/>
                  </a:lnTo>
                  <a:lnTo>
                    <a:pt x="3842222" y="601383"/>
                  </a:lnTo>
                  <a:lnTo>
                    <a:pt x="3842872" y="615844"/>
                  </a:lnTo>
                  <a:lnTo>
                    <a:pt x="3843522" y="629240"/>
                  </a:lnTo>
                  <a:lnTo>
                    <a:pt x="3844172" y="641087"/>
                  </a:lnTo>
                  <a:lnTo>
                    <a:pt x="3844822" y="651197"/>
                  </a:lnTo>
                  <a:lnTo>
                    <a:pt x="3845472" y="659547"/>
                  </a:lnTo>
                  <a:lnTo>
                    <a:pt x="3846122" y="665982"/>
                  </a:lnTo>
                  <a:lnTo>
                    <a:pt x="3846772" y="670608"/>
                  </a:lnTo>
                  <a:lnTo>
                    <a:pt x="3847422" y="673531"/>
                  </a:lnTo>
                  <a:lnTo>
                    <a:pt x="3848072" y="674489"/>
                  </a:lnTo>
                  <a:lnTo>
                    <a:pt x="3848722" y="673634"/>
                  </a:lnTo>
                  <a:lnTo>
                    <a:pt x="3849372" y="670863"/>
                  </a:lnTo>
                  <a:lnTo>
                    <a:pt x="3850021" y="666226"/>
                  </a:lnTo>
                  <a:lnTo>
                    <a:pt x="3850671" y="660137"/>
                  </a:lnTo>
                  <a:lnTo>
                    <a:pt x="3851321" y="652718"/>
                  </a:lnTo>
                  <a:lnTo>
                    <a:pt x="3851971" y="644178"/>
                  </a:lnTo>
                  <a:lnTo>
                    <a:pt x="3852621" y="635310"/>
                  </a:lnTo>
                  <a:lnTo>
                    <a:pt x="3853271" y="626777"/>
                  </a:lnTo>
                  <a:lnTo>
                    <a:pt x="3853921" y="618808"/>
                  </a:lnTo>
                  <a:lnTo>
                    <a:pt x="3854571" y="611415"/>
                  </a:lnTo>
                  <a:lnTo>
                    <a:pt x="3855221" y="604070"/>
                  </a:lnTo>
                  <a:lnTo>
                    <a:pt x="3855871" y="596900"/>
                  </a:lnTo>
                  <a:lnTo>
                    <a:pt x="3856521" y="589937"/>
                  </a:lnTo>
                  <a:lnTo>
                    <a:pt x="3857171" y="582916"/>
                  </a:lnTo>
                  <a:lnTo>
                    <a:pt x="3857821" y="575173"/>
                  </a:lnTo>
                  <a:lnTo>
                    <a:pt x="3858471" y="566657"/>
                  </a:lnTo>
                  <a:lnTo>
                    <a:pt x="3859121" y="557517"/>
                  </a:lnTo>
                  <a:lnTo>
                    <a:pt x="3859771" y="548169"/>
                  </a:lnTo>
                  <a:lnTo>
                    <a:pt x="3860420" y="538457"/>
                  </a:lnTo>
                  <a:lnTo>
                    <a:pt x="3861070" y="528648"/>
                  </a:lnTo>
                  <a:lnTo>
                    <a:pt x="3861720" y="519080"/>
                  </a:lnTo>
                  <a:lnTo>
                    <a:pt x="3862370" y="509774"/>
                  </a:lnTo>
                  <a:lnTo>
                    <a:pt x="3863020" y="500248"/>
                  </a:lnTo>
                  <a:lnTo>
                    <a:pt x="3863670" y="490430"/>
                  </a:lnTo>
                  <a:lnTo>
                    <a:pt x="3864320" y="480409"/>
                  </a:lnTo>
                  <a:lnTo>
                    <a:pt x="3864970" y="470639"/>
                  </a:lnTo>
                  <a:lnTo>
                    <a:pt x="3865620" y="461021"/>
                  </a:lnTo>
                  <a:lnTo>
                    <a:pt x="3866270" y="451395"/>
                  </a:lnTo>
                  <a:lnTo>
                    <a:pt x="3866920" y="441996"/>
                  </a:lnTo>
                  <a:lnTo>
                    <a:pt x="3867570" y="433516"/>
                  </a:lnTo>
                  <a:lnTo>
                    <a:pt x="3868220" y="426127"/>
                  </a:lnTo>
                  <a:lnTo>
                    <a:pt x="3868870" y="419835"/>
                  </a:lnTo>
                  <a:lnTo>
                    <a:pt x="3869520" y="414424"/>
                  </a:lnTo>
                  <a:lnTo>
                    <a:pt x="3870169" y="409920"/>
                  </a:lnTo>
                  <a:lnTo>
                    <a:pt x="3870819" y="406079"/>
                  </a:lnTo>
                  <a:lnTo>
                    <a:pt x="3871469" y="402750"/>
                  </a:lnTo>
                  <a:lnTo>
                    <a:pt x="3872119" y="399642"/>
                  </a:lnTo>
                  <a:lnTo>
                    <a:pt x="3872769" y="396635"/>
                  </a:lnTo>
                  <a:lnTo>
                    <a:pt x="3873419" y="393593"/>
                  </a:lnTo>
                  <a:lnTo>
                    <a:pt x="3874069" y="390419"/>
                  </a:lnTo>
                  <a:lnTo>
                    <a:pt x="3874719" y="386939"/>
                  </a:lnTo>
                  <a:lnTo>
                    <a:pt x="3875369" y="383317"/>
                  </a:lnTo>
                  <a:lnTo>
                    <a:pt x="3876019" y="379552"/>
                  </a:lnTo>
                  <a:lnTo>
                    <a:pt x="3876669" y="375384"/>
                  </a:lnTo>
                  <a:lnTo>
                    <a:pt x="3877319" y="370807"/>
                  </a:lnTo>
                  <a:lnTo>
                    <a:pt x="3877969" y="365857"/>
                  </a:lnTo>
                  <a:lnTo>
                    <a:pt x="3878619" y="360727"/>
                  </a:lnTo>
                  <a:lnTo>
                    <a:pt x="3879269" y="355660"/>
                  </a:lnTo>
                  <a:lnTo>
                    <a:pt x="3879918" y="350778"/>
                  </a:lnTo>
                  <a:lnTo>
                    <a:pt x="3880568" y="346135"/>
                  </a:lnTo>
                  <a:lnTo>
                    <a:pt x="3881218" y="341897"/>
                  </a:lnTo>
                  <a:lnTo>
                    <a:pt x="3881868" y="338384"/>
                  </a:lnTo>
                  <a:lnTo>
                    <a:pt x="3882518" y="335958"/>
                  </a:lnTo>
                  <a:lnTo>
                    <a:pt x="3883168" y="334680"/>
                  </a:lnTo>
                  <a:lnTo>
                    <a:pt x="3883818" y="334595"/>
                  </a:lnTo>
                  <a:lnTo>
                    <a:pt x="3884468" y="335787"/>
                  </a:lnTo>
                  <a:lnTo>
                    <a:pt x="3885118" y="338110"/>
                  </a:lnTo>
                  <a:lnTo>
                    <a:pt x="3885768" y="341494"/>
                  </a:lnTo>
                  <a:lnTo>
                    <a:pt x="3886418" y="346022"/>
                  </a:lnTo>
                  <a:lnTo>
                    <a:pt x="3887068" y="351489"/>
                  </a:lnTo>
                  <a:lnTo>
                    <a:pt x="3887718" y="357901"/>
                  </a:lnTo>
                  <a:lnTo>
                    <a:pt x="3888368" y="365140"/>
                  </a:lnTo>
                  <a:lnTo>
                    <a:pt x="3889018" y="373044"/>
                  </a:lnTo>
                  <a:lnTo>
                    <a:pt x="3889668" y="381697"/>
                  </a:lnTo>
                  <a:lnTo>
                    <a:pt x="3890317" y="391594"/>
                  </a:lnTo>
                  <a:lnTo>
                    <a:pt x="3890967" y="402772"/>
                  </a:lnTo>
                  <a:lnTo>
                    <a:pt x="3891617" y="415171"/>
                  </a:lnTo>
                  <a:lnTo>
                    <a:pt x="3892267" y="428570"/>
                  </a:lnTo>
                  <a:lnTo>
                    <a:pt x="3892917" y="443048"/>
                  </a:lnTo>
                  <a:lnTo>
                    <a:pt x="3893567" y="458511"/>
                  </a:lnTo>
                  <a:lnTo>
                    <a:pt x="3894217" y="474868"/>
                  </a:lnTo>
                  <a:lnTo>
                    <a:pt x="3894867" y="491895"/>
                  </a:lnTo>
                  <a:lnTo>
                    <a:pt x="3895517" y="509820"/>
                  </a:lnTo>
                  <a:lnTo>
                    <a:pt x="3896167" y="528551"/>
                  </a:lnTo>
                  <a:lnTo>
                    <a:pt x="3896817" y="547945"/>
                  </a:lnTo>
                  <a:lnTo>
                    <a:pt x="3897467" y="567404"/>
                  </a:lnTo>
                  <a:lnTo>
                    <a:pt x="3898117" y="586623"/>
                  </a:lnTo>
                  <a:lnTo>
                    <a:pt x="3898767" y="605314"/>
                  </a:lnTo>
                  <a:lnTo>
                    <a:pt x="3899417" y="623062"/>
                  </a:lnTo>
                  <a:lnTo>
                    <a:pt x="3900066" y="638833"/>
                  </a:lnTo>
                  <a:lnTo>
                    <a:pt x="3900716" y="652089"/>
                  </a:lnTo>
                  <a:lnTo>
                    <a:pt x="3901366" y="662565"/>
                  </a:lnTo>
                  <a:lnTo>
                    <a:pt x="3902016" y="670560"/>
                  </a:lnTo>
                  <a:lnTo>
                    <a:pt x="3902666" y="676187"/>
                  </a:lnTo>
                  <a:lnTo>
                    <a:pt x="3903316" y="679742"/>
                  </a:lnTo>
                  <a:lnTo>
                    <a:pt x="3903966" y="681633"/>
                  </a:lnTo>
                  <a:lnTo>
                    <a:pt x="3904616" y="682715"/>
                  </a:lnTo>
                  <a:lnTo>
                    <a:pt x="3905266" y="683319"/>
                  </a:lnTo>
                  <a:lnTo>
                    <a:pt x="3905916" y="684257"/>
                  </a:lnTo>
                  <a:lnTo>
                    <a:pt x="3906566" y="686166"/>
                  </a:lnTo>
                  <a:lnTo>
                    <a:pt x="3907216" y="689889"/>
                  </a:lnTo>
                  <a:lnTo>
                    <a:pt x="3907866" y="695693"/>
                  </a:lnTo>
                  <a:lnTo>
                    <a:pt x="3908516" y="703732"/>
                  </a:lnTo>
                  <a:lnTo>
                    <a:pt x="3909166" y="714196"/>
                  </a:lnTo>
                  <a:lnTo>
                    <a:pt x="3909816" y="726980"/>
                  </a:lnTo>
                  <a:lnTo>
                    <a:pt x="3910465" y="741356"/>
                  </a:lnTo>
                  <a:lnTo>
                    <a:pt x="3911115" y="756167"/>
                  </a:lnTo>
                  <a:lnTo>
                    <a:pt x="3911765" y="770361"/>
                  </a:lnTo>
                  <a:lnTo>
                    <a:pt x="3912415" y="783586"/>
                  </a:lnTo>
                  <a:lnTo>
                    <a:pt x="3913065" y="795242"/>
                  </a:lnTo>
                  <a:lnTo>
                    <a:pt x="3913715" y="804514"/>
                  </a:lnTo>
                  <a:lnTo>
                    <a:pt x="3914365" y="810921"/>
                  </a:lnTo>
                  <a:lnTo>
                    <a:pt x="3915015" y="814267"/>
                  </a:lnTo>
                  <a:lnTo>
                    <a:pt x="3915665" y="814486"/>
                  </a:lnTo>
                  <a:lnTo>
                    <a:pt x="3916315" y="811179"/>
                  </a:lnTo>
                  <a:lnTo>
                    <a:pt x="3916965" y="804059"/>
                  </a:lnTo>
                  <a:lnTo>
                    <a:pt x="3917615" y="793340"/>
                  </a:lnTo>
                  <a:lnTo>
                    <a:pt x="3918265" y="779346"/>
                  </a:lnTo>
                  <a:lnTo>
                    <a:pt x="3918915" y="762099"/>
                  </a:lnTo>
                  <a:lnTo>
                    <a:pt x="3919565" y="742478"/>
                  </a:lnTo>
                  <a:lnTo>
                    <a:pt x="3920214" y="721977"/>
                  </a:lnTo>
                  <a:lnTo>
                    <a:pt x="3920864" y="701800"/>
                  </a:lnTo>
                  <a:lnTo>
                    <a:pt x="3921514" y="682164"/>
                  </a:lnTo>
                  <a:lnTo>
                    <a:pt x="3922164" y="662662"/>
                  </a:lnTo>
                  <a:lnTo>
                    <a:pt x="3922814" y="643199"/>
                  </a:lnTo>
                  <a:lnTo>
                    <a:pt x="3923464" y="624027"/>
                  </a:lnTo>
                  <a:lnTo>
                    <a:pt x="3924114" y="604944"/>
                  </a:lnTo>
                  <a:lnTo>
                    <a:pt x="3924764" y="585536"/>
                  </a:lnTo>
                  <a:lnTo>
                    <a:pt x="3925414" y="565439"/>
                  </a:lnTo>
                  <a:lnTo>
                    <a:pt x="3926064" y="544891"/>
                  </a:lnTo>
                  <a:lnTo>
                    <a:pt x="3926714" y="524152"/>
                  </a:lnTo>
                  <a:lnTo>
                    <a:pt x="3927364" y="503463"/>
                  </a:lnTo>
                  <a:lnTo>
                    <a:pt x="3928014" y="483006"/>
                  </a:lnTo>
                  <a:lnTo>
                    <a:pt x="3928664" y="462932"/>
                  </a:lnTo>
                  <a:lnTo>
                    <a:pt x="3929314" y="443313"/>
                  </a:lnTo>
                  <a:lnTo>
                    <a:pt x="3929964" y="424313"/>
                  </a:lnTo>
                  <a:lnTo>
                    <a:pt x="3930613" y="406185"/>
                  </a:lnTo>
                  <a:lnTo>
                    <a:pt x="3931263" y="389262"/>
                  </a:lnTo>
                  <a:lnTo>
                    <a:pt x="3931913" y="373781"/>
                  </a:lnTo>
                  <a:lnTo>
                    <a:pt x="3932563" y="359874"/>
                  </a:lnTo>
                  <a:lnTo>
                    <a:pt x="3933213" y="347564"/>
                  </a:lnTo>
                  <a:lnTo>
                    <a:pt x="3933863" y="336962"/>
                  </a:lnTo>
                  <a:lnTo>
                    <a:pt x="3934513" y="327931"/>
                  </a:lnTo>
                  <a:lnTo>
                    <a:pt x="3935163" y="320189"/>
                  </a:lnTo>
                  <a:lnTo>
                    <a:pt x="3935813" y="313492"/>
                  </a:lnTo>
                  <a:lnTo>
                    <a:pt x="3936463" y="307664"/>
                  </a:lnTo>
                  <a:lnTo>
                    <a:pt x="3937113" y="302448"/>
                  </a:lnTo>
                  <a:lnTo>
                    <a:pt x="3937763" y="297746"/>
                  </a:lnTo>
                  <a:lnTo>
                    <a:pt x="3938413" y="293410"/>
                  </a:lnTo>
                  <a:lnTo>
                    <a:pt x="3939063" y="289320"/>
                  </a:lnTo>
                  <a:lnTo>
                    <a:pt x="3939713" y="285254"/>
                  </a:lnTo>
                  <a:lnTo>
                    <a:pt x="3940362" y="281064"/>
                  </a:lnTo>
                  <a:lnTo>
                    <a:pt x="3941012" y="276681"/>
                  </a:lnTo>
                  <a:lnTo>
                    <a:pt x="3941662" y="272143"/>
                  </a:lnTo>
                  <a:lnTo>
                    <a:pt x="3942312" y="267486"/>
                  </a:lnTo>
                  <a:lnTo>
                    <a:pt x="3942962" y="262881"/>
                  </a:lnTo>
                  <a:lnTo>
                    <a:pt x="3943612" y="258552"/>
                  </a:lnTo>
                  <a:lnTo>
                    <a:pt x="3944262" y="254794"/>
                  </a:lnTo>
                  <a:lnTo>
                    <a:pt x="3944912" y="251811"/>
                  </a:lnTo>
                  <a:lnTo>
                    <a:pt x="3945562" y="249880"/>
                  </a:lnTo>
                  <a:lnTo>
                    <a:pt x="3946212" y="249107"/>
                  </a:lnTo>
                  <a:lnTo>
                    <a:pt x="3946862" y="249572"/>
                  </a:lnTo>
                  <a:lnTo>
                    <a:pt x="3947512" y="251191"/>
                  </a:lnTo>
                  <a:lnTo>
                    <a:pt x="3948162" y="253948"/>
                  </a:lnTo>
                  <a:lnTo>
                    <a:pt x="3948812" y="257977"/>
                  </a:lnTo>
                  <a:lnTo>
                    <a:pt x="3949462" y="263348"/>
                  </a:lnTo>
                  <a:lnTo>
                    <a:pt x="3950112" y="269973"/>
                  </a:lnTo>
                  <a:lnTo>
                    <a:pt x="3950761" y="277812"/>
                  </a:lnTo>
                  <a:lnTo>
                    <a:pt x="3951411" y="286893"/>
                  </a:lnTo>
                  <a:lnTo>
                    <a:pt x="3952061" y="297085"/>
                  </a:lnTo>
                  <a:lnTo>
                    <a:pt x="3952711" y="307861"/>
                  </a:lnTo>
                  <a:lnTo>
                    <a:pt x="3953361" y="318654"/>
                  </a:lnTo>
                  <a:lnTo>
                    <a:pt x="3954011" y="329287"/>
                  </a:lnTo>
                  <a:lnTo>
                    <a:pt x="3954661" y="339751"/>
                  </a:lnTo>
                  <a:lnTo>
                    <a:pt x="3955311" y="349838"/>
                  </a:lnTo>
                  <a:lnTo>
                    <a:pt x="3955961" y="359246"/>
                  </a:lnTo>
                  <a:lnTo>
                    <a:pt x="3956611" y="368068"/>
                  </a:lnTo>
                  <a:lnTo>
                    <a:pt x="3957261" y="376693"/>
                  </a:lnTo>
                  <a:lnTo>
                    <a:pt x="3957911" y="385478"/>
                  </a:lnTo>
                  <a:lnTo>
                    <a:pt x="3958561" y="394283"/>
                  </a:lnTo>
                  <a:lnTo>
                    <a:pt x="3959211" y="402931"/>
                  </a:lnTo>
                  <a:lnTo>
                    <a:pt x="3959861" y="411272"/>
                  </a:lnTo>
                  <a:lnTo>
                    <a:pt x="3960510" y="419282"/>
                  </a:lnTo>
                  <a:lnTo>
                    <a:pt x="3961160" y="426867"/>
                  </a:lnTo>
                  <a:lnTo>
                    <a:pt x="3961810" y="434030"/>
                  </a:lnTo>
                  <a:lnTo>
                    <a:pt x="3962460" y="440791"/>
                  </a:lnTo>
                  <a:lnTo>
                    <a:pt x="3963110" y="447171"/>
                  </a:lnTo>
                  <a:lnTo>
                    <a:pt x="3963760" y="453104"/>
                  </a:lnTo>
                  <a:lnTo>
                    <a:pt x="3964410" y="458358"/>
                  </a:lnTo>
                  <a:lnTo>
                    <a:pt x="3965060" y="462888"/>
                  </a:lnTo>
                  <a:lnTo>
                    <a:pt x="3965710" y="466947"/>
                  </a:lnTo>
                  <a:lnTo>
                    <a:pt x="3966360" y="470244"/>
                  </a:lnTo>
                  <a:lnTo>
                    <a:pt x="3967010" y="472479"/>
                  </a:lnTo>
                  <a:lnTo>
                    <a:pt x="3967660" y="473603"/>
                  </a:lnTo>
                  <a:lnTo>
                    <a:pt x="3968310" y="473725"/>
                  </a:lnTo>
                  <a:lnTo>
                    <a:pt x="3968960" y="472997"/>
                  </a:lnTo>
                  <a:lnTo>
                    <a:pt x="3969610" y="471735"/>
                  </a:lnTo>
                  <a:lnTo>
                    <a:pt x="3970260" y="469942"/>
                  </a:lnTo>
                  <a:lnTo>
                    <a:pt x="3970909" y="467706"/>
                  </a:lnTo>
                  <a:lnTo>
                    <a:pt x="3971559" y="465160"/>
                  </a:lnTo>
                  <a:lnTo>
                    <a:pt x="3972209" y="462658"/>
                  </a:lnTo>
                  <a:lnTo>
                    <a:pt x="3972859" y="460343"/>
                  </a:lnTo>
                  <a:lnTo>
                    <a:pt x="3973509" y="458301"/>
                  </a:lnTo>
                  <a:lnTo>
                    <a:pt x="3974159" y="456714"/>
                  </a:lnTo>
                  <a:lnTo>
                    <a:pt x="3974809" y="455574"/>
                  </a:lnTo>
                  <a:lnTo>
                    <a:pt x="3975459" y="454746"/>
                  </a:lnTo>
                  <a:lnTo>
                    <a:pt x="3976109" y="454479"/>
                  </a:lnTo>
                  <a:lnTo>
                    <a:pt x="3976759" y="454669"/>
                  </a:lnTo>
                  <a:lnTo>
                    <a:pt x="3977409" y="455199"/>
                  </a:lnTo>
                  <a:lnTo>
                    <a:pt x="3978059" y="455958"/>
                  </a:lnTo>
                  <a:lnTo>
                    <a:pt x="3978709" y="456698"/>
                  </a:lnTo>
                  <a:lnTo>
                    <a:pt x="3979359" y="457163"/>
                  </a:lnTo>
                  <a:lnTo>
                    <a:pt x="3980009" y="457302"/>
                  </a:lnTo>
                  <a:lnTo>
                    <a:pt x="3980658" y="456858"/>
                  </a:lnTo>
                  <a:lnTo>
                    <a:pt x="3981308" y="455671"/>
                  </a:lnTo>
                  <a:lnTo>
                    <a:pt x="3981958" y="453594"/>
                  </a:lnTo>
                  <a:lnTo>
                    <a:pt x="3982608" y="450738"/>
                  </a:lnTo>
                  <a:lnTo>
                    <a:pt x="3983258" y="447145"/>
                  </a:lnTo>
                  <a:lnTo>
                    <a:pt x="3983908" y="442958"/>
                  </a:lnTo>
                  <a:lnTo>
                    <a:pt x="3984558" y="438335"/>
                  </a:lnTo>
                  <a:lnTo>
                    <a:pt x="3985208" y="433622"/>
                  </a:lnTo>
                  <a:lnTo>
                    <a:pt x="3985858" y="428913"/>
                  </a:lnTo>
                  <a:lnTo>
                    <a:pt x="3986508" y="424326"/>
                  </a:lnTo>
                  <a:lnTo>
                    <a:pt x="3987158" y="419888"/>
                  </a:lnTo>
                  <a:lnTo>
                    <a:pt x="3987808" y="415647"/>
                  </a:lnTo>
                  <a:lnTo>
                    <a:pt x="3988458" y="411841"/>
                  </a:lnTo>
                  <a:lnTo>
                    <a:pt x="3989108" y="408405"/>
                  </a:lnTo>
                  <a:lnTo>
                    <a:pt x="3989758" y="405127"/>
                  </a:lnTo>
                  <a:lnTo>
                    <a:pt x="3990408" y="402006"/>
                  </a:lnTo>
                  <a:lnTo>
                    <a:pt x="3991057" y="399261"/>
                  </a:lnTo>
                  <a:lnTo>
                    <a:pt x="3991707" y="397024"/>
                  </a:lnTo>
                  <a:lnTo>
                    <a:pt x="3992357" y="395489"/>
                  </a:lnTo>
                  <a:lnTo>
                    <a:pt x="3993007" y="394726"/>
                  </a:lnTo>
                  <a:lnTo>
                    <a:pt x="3993657" y="394822"/>
                  </a:lnTo>
                  <a:lnTo>
                    <a:pt x="3994307" y="395959"/>
                  </a:lnTo>
                  <a:lnTo>
                    <a:pt x="3994957" y="398171"/>
                  </a:lnTo>
                  <a:lnTo>
                    <a:pt x="3995607" y="401203"/>
                  </a:lnTo>
                  <a:lnTo>
                    <a:pt x="3996257" y="404896"/>
                  </a:lnTo>
                  <a:lnTo>
                    <a:pt x="3996907" y="409226"/>
                  </a:lnTo>
                  <a:lnTo>
                    <a:pt x="3997557" y="414066"/>
                  </a:lnTo>
                  <a:lnTo>
                    <a:pt x="3998207" y="419136"/>
                  </a:lnTo>
                  <a:lnTo>
                    <a:pt x="3998857" y="424505"/>
                  </a:lnTo>
                  <a:lnTo>
                    <a:pt x="3999507" y="430268"/>
                  </a:lnTo>
                  <a:lnTo>
                    <a:pt x="4000157" y="436707"/>
                  </a:lnTo>
                  <a:lnTo>
                    <a:pt x="4000806" y="443791"/>
                  </a:lnTo>
                  <a:lnTo>
                    <a:pt x="4001456" y="451337"/>
                  </a:lnTo>
                  <a:lnTo>
                    <a:pt x="4002106" y="458937"/>
                  </a:lnTo>
                  <a:lnTo>
                    <a:pt x="4002756" y="466415"/>
                  </a:lnTo>
                  <a:lnTo>
                    <a:pt x="4003406" y="473396"/>
                  </a:lnTo>
                  <a:lnTo>
                    <a:pt x="4004056" y="479338"/>
                  </a:lnTo>
                  <a:lnTo>
                    <a:pt x="4004706" y="483817"/>
                  </a:lnTo>
                  <a:lnTo>
                    <a:pt x="4005356" y="486870"/>
                  </a:lnTo>
                  <a:lnTo>
                    <a:pt x="4006006" y="488423"/>
                  </a:lnTo>
                  <a:lnTo>
                    <a:pt x="4006656" y="488283"/>
                  </a:lnTo>
                  <a:lnTo>
                    <a:pt x="4007306" y="486498"/>
                  </a:lnTo>
                  <a:lnTo>
                    <a:pt x="4007956" y="483262"/>
                  </a:lnTo>
                  <a:lnTo>
                    <a:pt x="4008606" y="478695"/>
                  </a:lnTo>
                  <a:lnTo>
                    <a:pt x="4009256" y="472812"/>
                  </a:lnTo>
                  <a:lnTo>
                    <a:pt x="4009906" y="465146"/>
                  </a:lnTo>
                  <a:lnTo>
                    <a:pt x="4010555" y="455599"/>
                  </a:lnTo>
                  <a:lnTo>
                    <a:pt x="4011205" y="444614"/>
                  </a:lnTo>
                  <a:lnTo>
                    <a:pt x="4011855" y="432477"/>
                  </a:lnTo>
                  <a:lnTo>
                    <a:pt x="4012505" y="419177"/>
                  </a:lnTo>
                  <a:lnTo>
                    <a:pt x="4013155" y="405101"/>
                  </a:lnTo>
                  <a:lnTo>
                    <a:pt x="4013805" y="390718"/>
                  </a:lnTo>
                  <a:lnTo>
                    <a:pt x="4014455" y="376369"/>
                  </a:lnTo>
                  <a:lnTo>
                    <a:pt x="4015105" y="362303"/>
                  </a:lnTo>
                  <a:lnTo>
                    <a:pt x="4015755" y="348622"/>
                  </a:lnTo>
                  <a:lnTo>
                    <a:pt x="4016405" y="335351"/>
                  </a:lnTo>
                  <a:lnTo>
                    <a:pt x="4017055" y="322688"/>
                  </a:lnTo>
                  <a:lnTo>
                    <a:pt x="4017705" y="310913"/>
                  </a:lnTo>
                  <a:lnTo>
                    <a:pt x="4018355" y="300222"/>
                  </a:lnTo>
                  <a:lnTo>
                    <a:pt x="4019005" y="290848"/>
                  </a:lnTo>
                  <a:lnTo>
                    <a:pt x="4019655" y="283140"/>
                  </a:lnTo>
                  <a:lnTo>
                    <a:pt x="4020305" y="277329"/>
                  </a:lnTo>
                  <a:lnTo>
                    <a:pt x="4020954" y="273308"/>
                  </a:lnTo>
                  <a:lnTo>
                    <a:pt x="4021604" y="271049"/>
                  </a:lnTo>
                  <a:lnTo>
                    <a:pt x="4022254" y="270537"/>
                  </a:lnTo>
                  <a:lnTo>
                    <a:pt x="4022904" y="271532"/>
                  </a:lnTo>
                  <a:lnTo>
                    <a:pt x="4023554" y="273666"/>
                  </a:lnTo>
                  <a:lnTo>
                    <a:pt x="4024204" y="276693"/>
                  </a:lnTo>
                  <a:lnTo>
                    <a:pt x="4024854" y="280247"/>
                  </a:lnTo>
                  <a:lnTo>
                    <a:pt x="4025504" y="284076"/>
                  </a:lnTo>
                  <a:lnTo>
                    <a:pt x="4026154" y="287995"/>
                  </a:lnTo>
                  <a:lnTo>
                    <a:pt x="4026804" y="291810"/>
                  </a:lnTo>
                  <a:lnTo>
                    <a:pt x="4027454" y="295218"/>
                  </a:lnTo>
                  <a:lnTo>
                    <a:pt x="4028104" y="298081"/>
                  </a:lnTo>
                  <a:lnTo>
                    <a:pt x="4028754" y="300291"/>
                  </a:lnTo>
                  <a:lnTo>
                    <a:pt x="4029404" y="301781"/>
                  </a:lnTo>
                  <a:lnTo>
                    <a:pt x="4030054" y="302514"/>
                  </a:lnTo>
                  <a:lnTo>
                    <a:pt x="4030703" y="302490"/>
                  </a:lnTo>
                  <a:lnTo>
                    <a:pt x="4031353" y="301692"/>
                  </a:lnTo>
                  <a:lnTo>
                    <a:pt x="4032003" y="300400"/>
                  </a:lnTo>
                  <a:lnTo>
                    <a:pt x="4032653" y="298671"/>
                  </a:lnTo>
                  <a:lnTo>
                    <a:pt x="4033303" y="296657"/>
                  </a:lnTo>
                  <a:lnTo>
                    <a:pt x="4033953" y="294370"/>
                  </a:lnTo>
                  <a:lnTo>
                    <a:pt x="4034603" y="291959"/>
                  </a:lnTo>
                  <a:lnTo>
                    <a:pt x="4035253" y="289633"/>
                  </a:lnTo>
                  <a:lnTo>
                    <a:pt x="4035903" y="287793"/>
                  </a:lnTo>
                  <a:lnTo>
                    <a:pt x="4036553" y="286406"/>
                  </a:lnTo>
                  <a:lnTo>
                    <a:pt x="4037203" y="285332"/>
                  </a:lnTo>
                  <a:lnTo>
                    <a:pt x="4037853" y="284453"/>
                  </a:lnTo>
                  <a:lnTo>
                    <a:pt x="4038503" y="283781"/>
                  </a:lnTo>
                  <a:lnTo>
                    <a:pt x="4039153" y="283399"/>
                  </a:lnTo>
                  <a:lnTo>
                    <a:pt x="4039803" y="283378"/>
                  </a:lnTo>
                  <a:lnTo>
                    <a:pt x="4040453" y="283696"/>
                  </a:lnTo>
                  <a:lnTo>
                    <a:pt x="4041102" y="284333"/>
                  </a:lnTo>
                  <a:lnTo>
                    <a:pt x="4041752" y="285240"/>
                  </a:lnTo>
                  <a:lnTo>
                    <a:pt x="4042402" y="286731"/>
                  </a:lnTo>
                  <a:lnTo>
                    <a:pt x="4043052" y="289021"/>
                  </a:lnTo>
                  <a:lnTo>
                    <a:pt x="4043702" y="292250"/>
                  </a:lnTo>
                  <a:lnTo>
                    <a:pt x="4044352" y="296580"/>
                  </a:lnTo>
                  <a:lnTo>
                    <a:pt x="4045002" y="302299"/>
                  </a:lnTo>
                  <a:lnTo>
                    <a:pt x="4045652" y="309398"/>
                  </a:lnTo>
                  <a:lnTo>
                    <a:pt x="4046302" y="317981"/>
                  </a:lnTo>
                  <a:lnTo>
                    <a:pt x="4046952" y="328164"/>
                  </a:lnTo>
                  <a:lnTo>
                    <a:pt x="4047602" y="339789"/>
                  </a:lnTo>
                  <a:lnTo>
                    <a:pt x="4048252" y="352843"/>
                  </a:lnTo>
                  <a:lnTo>
                    <a:pt x="4048902" y="367275"/>
                  </a:lnTo>
                  <a:lnTo>
                    <a:pt x="4049552" y="382774"/>
                  </a:lnTo>
                  <a:lnTo>
                    <a:pt x="4050202" y="398988"/>
                  </a:lnTo>
                  <a:lnTo>
                    <a:pt x="4050851" y="415741"/>
                  </a:lnTo>
                  <a:lnTo>
                    <a:pt x="4051501" y="432807"/>
                  </a:lnTo>
                  <a:lnTo>
                    <a:pt x="4052151" y="449790"/>
                  </a:lnTo>
                  <a:lnTo>
                    <a:pt x="4052801" y="466255"/>
                  </a:lnTo>
                  <a:lnTo>
                    <a:pt x="4053451" y="481923"/>
                  </a:lnTo>
                  <a:lnTo>
                    <a:pt x="4054101" y="496556"/>
                  </a:lnTo>
                  <a:lnTo>
                    <a:pt x="4054751" y="509877"/>
                  </a:lnTo>
                  <a:lnTo>
                    <a:pt x="4055401" y="521573"/>
                  </a:lnTo>
                  <a:lnTo>
                    <a:pt x="4056051" y="531482"/>
                  </a:lnTo>
                  <a:lnTo>
                    <a:pt x="4056701" y="539293"/>
                  </a:lnTo>
                  <a:lnTo>
                    <a:pt x="4057351" y="544944"/>
                  </a:lnTo>
                  <a:lnTo>
                    <a:pt x="4058001" y="548392"/>
                  </a:lnTo>
                  <a:lnTo>
                    <a:pt x="4058651" y="549643"/>
                  </a:lnTo>
                  <a:lnTo>
                    <a:pt x="4059301" y="548512"/>
                  </a:lnTo>
                  <a:lnTo>
                    <a:pt x="4059951" y="545214"/>
                  </a:lnTo>
                  <a:lnTo>
                    <a:pt x="4060601" y="540050"/>
                  </a:lnTo>
                  <a:lnTo>
                    <a:pt x="4061250" y="533351"/>
                  </a:lnTo>
                  <a:lnTo>
                    <a:pt x="4061900" y="525445"/>
                  </a:lnTo>
                  <a:lnTo>
                    <a:pt x="4062550" y="516546"/>
                  </a:lnTo>
                  <a:lnTo>
                    <a:pt x="4063200" y="506967"/>
                  </a:lnTo>
                  <a:lnTo>
                    <a:pt x="4063850" y="496967"/>
                  </a:lnTo>
                  <a:lnTo>
                    <a:pt x="4064500" y="486519"/>
                  </a:lnTo>
                  <a:lnTo>
                    <a:pt x="4065150" y="475976"/>
                  </a:lnTo>
                  <a:lnTo>
                    <a:pt x="4065800" y="465666"/>
                  </a:lnTo>
                  <a:lnTo>
                    <a:pt x="4066450" y="456115"/>
                  </a:lnTo>
                  <a:lnTo>
                    <a:pt x="4067100" y="447734"/>
                  </a:lnTo>
                  <a:lnTo>
                    <a:pt x="4067750" y="440526"/>
                  </a:lnTo>
                  <a:lnTo>
                    <a:pt x="4068400" y="434195"/>
                  </a:lnTo>
                  <a:lnTo>
                    <a:pt x="4069050" y="429064"/>
                  </a:lnTo>
                  <a:lnTo>
                    <a:pt x="4069700" y="425299"/>
                  </a:lnTo>
                  <a:lnTo>
                    <a:pt x="4070350" y="422847"/>
                  </a:lnTo>
                  <a:lnTo>
                    <a:pt x="4070999" y="421677"/>
                  </a:lnTo>
                  <a:lnTo>
                    <a:pt x="4071649" y="421598"/>
                  </a:lnTo>
                  <a:lnTo>
                    <a:pt x="4072299" y="422510"/>
                  </a:lnTo>
                  <a:lnTo>
                    <a:pt x="4072949" y="424399"/>
                  </a:lnTo>
                  <a:lnTo>
                    <a:pt x="4073599" y="427074"/>
                  </a:lnTo>
                  <a:lnTo>
                    <a:pt x="4074249" y="430562"/>
                  </a:lnTo>
                  <a:lnTo>
                    <a:pt x="4074899" y="434562"/>
                  </a:lnTo>
                  <a:lnTo>
                    <a:pt x="4075549" y="438784"/>
                  </a:lnTo>
                  <a:lnTo>
                    <a:pt x="4076199" y="442682"/>
                  </a:lnTo>
                  <a:lnTo>
                    <a:pt x="4076849" y="445821"/>
                  </a:lnTo>
                  <a:lnTo>
                    <a:pt x="4077499" y="447993"/>
                  </a:lnTo>
                  <a:lnTo>
                    <a:pt x="4078149" y="449187"/>
                  </a:lnTo>
                  <a:lnTo>
                    <a:pt x="4078799" y="448986"/>
                  </a:lnTo>
                  <a:lnTo>
                    <a:pt x="4079449" y="447218"/>
                  </a:lnTo>
                  <a:lnTo>
                    <a:pt x="4080099" y="443981"/>
                  </a:lnTo>
                  <a:lnTo>
                    <a:pt x="4080749" y="439308"/>
                  </a:lnTo>
                  <a:lnTo>
                    <a:pt x="4081398" y="433305"/>
                  </a:lnTo>
                  <a:lnTo>
                    <a:pt x="4082048" y="426277"/>
                  </a:lnTo>
                  <a:lnTo>
                    <a:pt x="4082698" y="418060"/>
                  </a:lnTo>
                  <a:lnTo>
                    <a:pt x="4083348" y="408898"/>
                  </a:lnTo>
                  <a:lnTo>
                    <a:pt x="4083998" y="398899"/>
                  </a:lnTo>
                  <a:lnTo>
                    <a:pt x="4084648" y="388132"/>
                  </a:lnTo>
                  <a:lnTo>
                    <a:pt x="4085298" y="376876"/>
                  </a:lnTo>
                  <a:lnTo>
                    <a:pt x="4085948" y="365617"/>
                  </a:lnTo>
                  <a:lnTo>
                    <a:pt x="4086598" y="354691"/>
                  </a:lnTo>
                  <a:lnTo>
                    <a:pt x="4087248" y="344420"/>
                  </a:lnTo>
                  <a:lnTo>
                    <a:pt x="4087898" y="335113"/>
                  </a:lnTo>
                  <a:lnTo>
                    <a:pt x="4088548" y="327198"/>
                  </a:lnTo>
                  <a:lnTo>
                    <a:pt x="4089198" y="321099"/>
                  </a:lnTo>
                  <a:lnTo>
                    <a:pt x="4089848" y="316964"/>
                  </a:lnTo>
                  <a:lnTo>
                    <a:pt x="4090498" y="314659"/>
                  </a:lnTo>
                  <a:lnTo>
                    <a:pt x="4091147" y="314087"/>
                  </a:lnTo>
                  <a:lnTo>
                    <a:pt x="4091797" y="315203"/>
                  </a:lnTo>
                  <a:lnTo>
                    <a:pt x="4092447" y="318054"/>
                  </a:lnTo>
                  <a:lnTo>
                    <a:pt x="4093097" y="322319"/>
                  </a:lnTo>
                  <a:lnTo>
                    <a:pt x="4093747" y="327607"/>
                  </a:lnTo>
                  <a:lnTo>
                    <a:pt x="4094397" y="333789"/>
                  </a:lnTo>
                  <a:lnTo>
                    <a:pt x="4095047" y="340747"/>
                  </a:lnTo>
                  <a:lnTo>
                    <a:pt x="4095697" y="348020"/>
                  </a:lnTo>
                  <a:lnTo>
                    <a:pt x="4096347" y="355292"/>
                  </a:lnTo>
                  <a:lnTo>
                    <a:pt x="4096997" y="362218"/>
                  </a:lnTo>
                  <a:lnTo>
                    <a:pt x="4097647" y="368427"/>
                  </a:lnTo>
                  <a:lnTo>
                    <a:pt x="4098297" y="373646"/>
                  </a:lnTo>
                  <a:lnTo>
                    <a:pt x="4098947" y="377345"/>
                  </a:lnTo>
                  <a:lnTo>
                    <a:pt x="4099597" y="379133"/>
                  </a:lnTo>
                  <a:lnTo>
                    <a:pt x="4100247" y="379093"/>
                  </a:lnTo>
                  <a:lnTo>
                    <a:pt x="4100897" y="377505"/>
                  </a:lnTo>
                  <a:lnTo>
                    <a:pt x="4101546" y="374560"/>
                  </a:lnTo>
                  <a:lnTo>
                    <a:pt x="4102196" y="370492"/>
                  </a:lnTo>
                  <a:lnTo>
                    <a:pt x="4102846" y="365704"/>
                  </a:lnTo>
                  <a:lnTo>
                    <a:pt x="4103496" y="360590"/>
                  </a:lnTo>
                  <a:lnTo>
                    <a:pt x="4104146" y="355358"/>
                  </a:lnTo>
                  <a:lnTo>
                    <a:pt x="4104796" y="350152"/>
                  </a:lnTo>
                  <a:lnTo>
                    <a:pt x="4105446" y="345257"/>
                  </a:lnTo>
                  <a:lnTo>
                    <a:pt x="4106096" y="340881"/>
                  </a:lnTo>
                  <a:lnTo>
                    <a:pt x="4106746" y="337179"/>
                  </a:lnTo>
                  <a:lnTo>
                    <a:pt x="4107396" y="334286"/>
                  </a:lnTo>
                  <a:lnTo>
                    <a:pt x="4108046" y="332205"/>
                  </a:lnTo>
                  <a:lnTo>
                    <a:pt x="4108696" y="331123"/>
                  </a:lnTo>
                  <a:lnTo>
                    <a:pt x="4109346" y="331202"/>
                  </a:lnTo>
                  <a:lnTo>
                    <a:pt x="4109996" y="332264"/>
                  </a:lnTo>
                  <a:lnTo>
                    <a:pt x="4110646" y="333899"/>
                  </a:lnTo>
                  <a:lnTo>
                    <a:pt x="4111295" y="335958"/>
                  </a:lnTo>
                  <a:lnTo>
                    <a:pt x="4111945" y="338303"/>
                  </a:lnTo>
                  <a:lnTo>
                    <a:pt x="4112595" y="340706"/>
                  </a:lnTo>
                  <a:lnTo>
                    <a:pt x="4113245" y="343115"/>
                  </a:lnTo>
                  <a:lnTo>
                    <a:pt x="4113895" y="345591"/>
                  </a:lnTo>
                  <a:lnTo>
                    <a:pt x="4114545" y="347991"/>
                  </a:lnTo>
                  <a:lnTo>
                    <a:pt x="4115195" y="350650"/>
                  </a:lnTo>
                  <a:lnTo>
                    <a:pt x="4115845" y="353517"/>
                  </a:lnTo>
                  <a:lnTo>
                    <a:pt x="4116495" y="356490"/>
                  </a:lnTo>
                  <a:lnTo>
                    <a:pt x="4117145" y="359680"/>
                  </a:lnTo>
                  <a:lnTo>
                    <a:pt x="4117795" y="363057"/>
                  </a:lnTo>
                  <a:lnTo>
                    <a:pt x="4118445" y="366426"/>
                  </a:lnTo>
                  <a:lnTo>
                    <a:pt x="4119095" y="369668"/>
                  </a:lnTo>
                  <a:lnTo>
                    <a:pt x="4119745" y="372745"/>
                  </a:lnTo>
                  <a:lnTo>
                    <a:pt x="4120395" y="375812"/>
                  </a:lnTo>
                  <a:lnTo>
                    <a:pt x="4121045" y="378860"/>
                  </a:lnTo>
                  <a:lnTo>
                    <a:pt x="4121694" y="381897"/>
                  </a:lnTo>
                  <a:lnTo>
                    <a:pt x="4122344" y="385041"/>
                  </a:lnTo>
                  <a:lnTo>
                    <a:pt x="4122994" y="388445"/>
                  </a:lnTo>
                  <a:lnTo>
                    <a:pt x="4123644" y="392135"/>
                  </a:lnTo>
                  <a:lnTo>
                    <a:pt x="4124294" y="396223"/>
                  </a:lnTo>
                  <a:lnTo>
                    <a:pt x="4124944" y="400580"/>
                  </a:lnTo>
                  <a:lnTo>
                    <a:pt x="4125594" y="405342"/>
                  </a:lnTo>
                  <a:lnTo>
                    <a:pt x="4126244" y="410747"/>
                  </a:lnTo>
                  <a:lnTo>
                    <a:pt x="4126894" y="416564"/>
                  </a:lnTo>
                  <a:lnTo>
                    <a:pt x="4127544" y="422637"/>
                  </a:lnTo>
                  <a:lnTo>
                    <a:pt x="4128194" y="429196"/>
                  </a:lnTo>
                  <a:lnTo>
                    <a:pt x="4128844" y="436186"/>
                  </a:lnTo>
                  <a:lnTo>
                    <a:pt x="4129494" y="443678"/>
                  </a:lnTo>
                  <a:lnTo>
                    <a:pt x="4130144" y="451557"/>
                  </a:lnTo>
                  <a:lnTo>
                    <a:pt x="4130794" y="459750"/>
                  </a:lnTo>
                  <a:lnTo>
                    <a:pt x="4131443" y="468378"/>
                  </a:lnTo>
                  <a:lnTo>
                    <a:pt x="4132093" y="477499"/>
                  </a:lnTo>
                  <a:lnTo>
                    <a:pt x="4132743" y="486909"/>
                  </a:lnTo>
                  <a:lnTo>
                    <a:pt x="4133393" y="496430"/>
                  </a:lnTo>
                  <a:lnTo>
                    <a:pt x="4134043" y="505959"/>
                  </a:lnTo>
                  <a:lnTo>
                    <a:pt x="4134693" y="515223"/>
                  </a:lnTo>
                  <a:lnTo>
                    <a:pt x="4135343" y="523745"/>
                  </a:lnTo>
                  <a:lnTo>
                    <a:pt x="4135993" y="531082"/>
                  </a:lnTo>
                  <a:lnTo>
                    <a:pt x="4136643" y="537400"/>
                  </a:lnTo>
                  <a:lnTo>
                    <a:pt x="4137293" y="543027"/>
                  </a:lnTo>
                  <a:lnTo>
                    <a:pt x="4137943" y="547927"/>
                  </a:lnTo>
                  <a:lnTo>
                    <a:pt x="4138593" y="552019"/>
                  </a:lnTo>
                  <a:lnTo>
                    <a:pt x="4139243" y="555380"/>
                  </a:lnTo>
                  <a:lnTo>
                    <a:pt x="4139893" y="558288"/>
                  </a:lnTo>
                  <a:lnTo>
                    <a:pt x="4140543" y="561003"/>
                  </a:lnTo>
                  <a:lnTo>
                    <a:pt x="4141193" y="563546"/>
                  </a:lnTo>
                  <a:lnTo>
                    <a:pt x="4141842" y="565918"/>
                  </a:lnTo>
                  <a:lnTo>
                    <a:pt x="4142492" y="568391"/>
                  </a:lnTo>
                  <a:lnTo>
                    <a:pt x="4143142" y="571397"/>
                  </a:lnTo>
                  <a:lnTo>
                    <a:pt x="4143792" y="575128"/>
                  </a:lnTo>
                  <a:lnTo>
                    <a:pt x="4144442" y="579806"/>
                  </a:lnTo>
                  <a:lnTo>
                    <a:pt x="4145092" y="585901"/>
                  </a:lnTo>
                  <a:lnTo>
                    <a:pt x="4145742" y="593579"/>
                  </a:lnTo>
                  <a:lnTo>
                    <a:pt x="4146392" y="602657"/>
                  </a:lnTo>
                  <a:lnTo>
                    <a:pt x="4147042" y="612935"/>
                  </a:lnTo>
                  <a:lnTo>
                    <a:pt x="4147692" y="624072"/>
                  </a:lnTo>
                  <a:lnTo>
                    <a:pt x="4148342" y="636173"/>
                  </a:lnTo>
                  <a:lnTo>
                    <a:pt x="4148992" y="649264"/>
                  </a:lnTo>
                  <a:lnTo>
                    <a:pt x="4149642" y="663109"/>
                  </a:lnTo>
                  <a:lnTo>
                    <a:pt x="4150292" y="677183"/>
                  </a:lnTo>
                  <a:lnTo>
                    <a:pt x="4150942" y="691271"/>
                  </a:lnTo>
                  <a:lnTo>
                    <a:pt x="4151591" y="705214"/>
                  </a:lnTo>
                  <a:lnTo>
                    <a:pt x="4152241" y="718692"/>
                  </a:lnTo>
                  <a:lnTo>
                    <a:pt x="4152891" y="731230"/>
                  </a:lnTo>
                  <a:lnTo>
                    <a:pt x="4153541" y="742342"/>
                  </a:lnTo>
                  <a:lnTo>
                    <a:pt x="4154191" y="751806"/>
                  </a:lnTo>
                  <a:lnTo>
                    <a:pt x="4154841" y="759688"/>
                  </a:lnTo>
                  <a:lnTo>
                    <a:pt x="4155491" y="766142"/>
                  </a:lnTo>
                  <a:lnTo>
                    <a:pt x="4156141" y="771367"/>
                  </a:lnTo>
                  <a:lnTo>
                    <a:pt x="4156791" y="775467"/>
                  </a:lnTo>
                  <a:lnTo>
                    <a:pt x="4157441" y="778654"/>
                  </a:lnTo>
                  <a:lnTo>
                    <a:pt x="4158091" y="780969"/>
                  </a:lnTo>
                  <a:lnTo>
                    <a:pt x="4158741" y="782289"/>
                  </a:lnTo>
                  <a:lnTo>
                    <a:pt x="4159391" y="782835"/>
                  </a:lnTo>
                  <a:lnTo>
                    <a:pt x="4160041" y="782946"/>
                  </a:lnTo>
                  <a:lnTo>
                    <a:pt x="4160691" y="782669"/>
                  </a:lnTo>
                  <a:lnTo>
                    <a:pt x="4161340" y="782601"/>
                  </a:lnTo>
                  <a:lnTo>
                    <a:pt x="4161990" y="783089"/>
                  </a:lnTo>
                  <a:lnTo>
                    <a:pt x="4162640" y="784599"/>
                  </a:lnTo>
                  <a:lnTo>
                    <a:pt x="4163290" y="787257"/>
                  </a:lnTo>
                  <a:lnTo>
                    <a:pt x="4163940" y="790964"/>
                  </a:lnTo>
                  <a:lnTo>
                    <a:pt x="4164590" y="795497"/>
                  </a:lnTo>
                  <a:lnTo>
                    <a:pt x="4165240" y="800802"/>
                  </a:lnTo>
                  <a:lnTo>
                    <a:pt x="4165890" y="806597"/>
                  </a:lnTo>
                  <a:lnTo>
                    <a:pt x="4166540" y="812590"/>
                  </a:lnTo>
                  <a:lnTo>
                    <a:pt x="4167190" y="818715"/>
                  </a:lnTo>
                  <a:lnTo>
                    <a:pt x="4167840" y="825235"/>
                  </a:lnTo>
                  <a:lnTo>
                    <a:pt x="4168490" y="832673"/>
                  </a:lnTo>
                  <a:lnTo>
                    <a:pt x="4169140" y="840697"/>
                  </a:lnTo>
                  <a:lnTo>
                    <a:pt x="4169790" y="848594"/>
                  </a:lnTo>
                  <a:lnTo>
                    <a:pt x="4170440" y="855968"/>
                  </a:lnTo>
                  <a:lnTo>
                    <a:pt x="4171090" y="862304"/>
                  </a:lnTo>
                  <a:lnTo>
                    <a:pt x="4171739" y="867249"/>
                  </a:lnTo>
                  <a:lnTo>
                    <a:pt x="4172389" y="870113"/>
                  </a:lnTo>
                  <a:lnTo>
                    <a:pt x="4173039" y="870383"/>
                  </a:lnTo>
                  <a:lnTo>
                    <a:pt x="4173689" y="868166"/>
                  </a:lnTo>
                  <a:lnTo>
                    <a:pt x="4174339" y="863639"/>
                  </a:lnTo>
                  <a:lnTo>
                    <a:pt x="4174989" y="856944"/>
                  </a:lnTo>
                  <a:lnTo>
                    <a:pt x="4175639" y="848124"/>
                  </a:lnTo>
                  <a:lnTo>
                    <a:pt x="4176289" y="837477"/>
                  </a:lnTo>
                  <a:lnTo>
                    <a:pt x="4176939" y="825539"/>
                  </a:lnTo>
                  <a:lnTo>
                    <a:pt x="4177589" y="812304"/>
                  </a:lnTo>
                  <a:lnTo>
                    <a:pt x="4178239" y="797519"/>
                  </a:lnTo>
                  <a:lnTo>
                    <a:pt x="4178889" y="781417"/>
                  </a:lnTo>
                  <a:lnTo>
                    <a:pt x="4179539" y="764331"/>
                  </a:lnTo>
                  <a:lnTo>
                    <a:pt x="4180189" y="746594"/>
                  </a:lnTo>
                  <a:lnTo>
                    <a:pt x="4180839" y="728093"/>
                  </a:lnTo>
                  <a:lnTo>
                    <a:pt x="4181488" y="708774"/>
                  </a:lnTo>
                  <a:lnTo>
                    <a:pt x="4182138" y="689027"/>
                  </a:lnTo>
                  <a:lnTo>
                    <a:pt x="4182788" y="669509"/>
                  </a:lnTo>
                  <a:lnTo>
                    <a:pt x="4183438" y="650425"/>
                  </a:lnTo>
                  <a:lnTo>
                    <a:pt x="4184088" y="632014"/>
                  </a:lnTo>
                  <a:lnTo>
                    <a:pt x="4184738" y="614509"/>
                  </a:lnTo>
                  <a:lnTo>
                    <a:pt x="4185388" y="598151"/>
                  </a:lnTo>
                  <a:lnTo>
                    <a:pt x="4186038" y="583112"/>
                  </a:lnTo>
                  <a:lnTo>
                    <a:pt x="4186688" y="569031"/>
                  </a:lnTo>
                  <a:lnTo>
                    <a:pt x="4187338" y="555740"/>
                  </a:lnTo>
                  <a:lnTo>
                    <a:pt x="4187988" y="543223"/>
                  </a:lnTo>
                  <a:lnTo>
                    <a:pt x="4188638" y="531579"/>
                  </a:lnTo>
                  <a:lnTo>
                    <a:pt x="4189288" y="521040"/>
                  </a:lnTo>
                  <a:lnTo>
                    <a:pt x="4189938" y="511572"/>
                  </a:lnTo>
                  <a:lnTo>
                    <a:pt x="4190588" y="503245"/>
                  </a:lnTo>
                  <a:lnTo>
                    <a:pt x="4191238" y="496106"/>
                  </a:lnTo>
                  <a:lnTo>
                    <a:pt x="4191887" y="490160"/>
                  </a:lnTo>
                  <a:lnTo>
                    <a:pt x="4192537" y="485328"/>
                  </a:lnTo>
                  <a:lnTo>
                    <a:pt x="4193187" y="481455"/>
                  </a:lnTo>
                  <a:lnTo>
                    <a:pt x="4193837" y="477980"/>
                  </a:lnTo>
                  <a:lnTo>
                    <a:pt x="4194487" y="474540"/>
                  </a:lnTo>
                  <a:lnTo>
                    <a:pt x="4195137" y="470901"/>
                  </a:lnTo>
                  <a:lnTo>
                    <a:pt x="4195787" y="466953"/>
                  </a:lnTo>
                  <a:lnTo>
                    <a:pt x="4196437" y="462769"/>
                  </a:lnTo>
                  <a:lnTo>
                    <a:pt x="4197087" y="458452"/>
                  </a:lnTo>
                  <a:lnTo>
                    <a:pt x="4197737" y="454094"/>
                  </a:lnTo>
                  <a:lnTo>
                    <a:pt x="4198387" y="449779"/>
                  </a:lnTo>
                  <a:lnTo>
                    <a:pt x="4199037" y="445633"/>
                  </a:lnTo>
                  <a:lnTo>
                    <a:pt x="4199687" y="441877"/>
                  </a:lnTo>
                  <a:lnTo>
                    <a:pt x="4200337" y="438569"/>
                  </a:lnTo>
                  <a:lnTo>
                    <a:pt x="4200987" y="435591"/>
                  </a:lnTo>
                  <a:lnTo>
                    <a:pt x="4201636" y="432821"/>
                  </a:lnTo>
                  <a:lnTo>
                    <a:pt x="4202286" y="430200"/>
                  </a:lnTo>
                  <a:lnTo>
                    <a:pt x="4202936" y="427741"/>
                  </a:lnTo>
                  <a:lnTo>
                    <a:pt x="4203586" y="425600"/>
                  </a:lnTo>
                  <a:lnTo>
                    <a:pt x="4204236" y="423703"/>
                  </a:lnTo>
                  <a:lnTo>
                    <a:pt x="4204886" y="421940"/>
                  </a:lnTo>
                  <a:lnTo>
                    <a:pt x="4205536" y="420229"/>
                  </a:lnTo>
                  <a:lnTo>
                    <a:pt x="4206186" y="418361"/>
                  </a:lnTo>
                  <a:lnTo>
                    <a:pt x="4206836" y="416107"/>
                  </a:lnTo>
                  <a:lnTo>
                    <a:pt x="4207486" y="413200"/>
                  </a:lnTo>
                  <a:lnTo>
                    <a:pt x="4208136" y="409616"/>
                  </a:lnTo>
                  <a:lnTo>
                    <a:pt x="4208786" y="405423"/>
                  </a:lnTo>
                  <a:lnTo>
                    <a:pt x="4209436" y="400307"/>
                  </a:lnTo>
                  <a:lnTo>
                    <a:pt x="4210086" y="394300"/>
                  </a:lnTo>
                  <a:lnTo>
                    <a:pt x="4210736" y="387694"/>
                  </a:lnTo>
                  <a:lnTo>
                    <a:pt x="4211386" y="380701"/>
                  </a:lnTo>
                  <a:lnTo>
                    <a:pt x="4212035" y="373629"/>
                  </a:lnTo>
                  <a:lnTo>
                    <a:pt x="4212685" y="366512"/>
                  </a:lnTo>
                  <a:lnTo>
                    <a:pt x="4213335" y="359350"/>
                  </a:lnTo>
                  <a:lnTo>
                    <a:pt x="4213985" y="352566"/>
                  </a:lnTo>
                  <a:lnTo>
                    <a:pt x="4214635" y="346433"/>
                  </a:lnTo>
                  <a:lnTo>
                    <a:pt x="4215285" y="340969"/>
                  </a:lnTo>
                  <a:lnTo>
                    <a:pt x="4215935" y="336264"/>
                  </a:lnTo>
                  <a:lnTo>
                    <a:pt x="4216585" y="332304"/>
                  </a:lnTo>
                  <a:lnTo>
                    <a:pt x="4217235" y="329072"/>
                  </a:lnTo>
                  <a:lnTo>
                    <a:pt x="4217885" y="326426"/>
                  </a:lnTo>
                  <a:lnTo>
                    <a:pt x="4218535" y="323981"/>
                  </a:lnTo>
                  <a:lnTo>
                    <a:pt x="4219185" y="321634"/>
                  </a:lnTo>
                  <a:lnTo>
                    <a:pt x="4219835" y="319202"/>
                  </a:lnTo>
                  <a:lnTo>
                    <a:pt x="4220485" y="316370"/>
                  </a:lnTo>
                  <a:lnTo>
                    <a:pt x="4221135" y="312845"/>
                  </a:lnTo>
                  <a:lnTo>
                    <a:pt x="4221784" y="308149"/>
                  </a:lnTo>
                  <a:lnTo>
                    <a:pt x="4222434" y="302262"/>
                  </a:lnTo>
                  <a:lnTo>
                    <a:pt x="4223084" y="295363"/>
                  </a:lnTo>
                  <a:lnTo>
                    <a:pt x="4223734" y="287530"/>
                  </a:lnTo>
                  <a:lnTo>
                    <a:pt x="4224384" y="278797"/>
                  </a:lnTo>
                  <a:lnTo>
                    <a:pt x="4225034" y="269397"/>
                  </a:lnTo>
                  <a:lnTo>
                    <a:pt x="4225684" y="259474"/>
                  </a:lnTo>
                  <a:lnTo>
                    <a:pt x="4226334" y="249274"/>
                  </a:lnTo>
                  <a:lnTo>
                    <a:pt x="4226984" y="238998"/>
                  </a:lnTo>
                  <a:lnTo>
                    <a:pt x="4227634" y="228695"/>
                  </a:lnTo>
                  <a:lnTo>
                    <a:pt x="4228284" y="218513"/>
                  </a:lnTo>
                  <a:lnTo>
                    <a:pt x="4228934" y="208684"/>
                  </a:lnTo>
                  <a:lnTo>
                    <a:pt x="4229584" y="199234"/>
                  </a:lnTo>
                  <a:lnTo>
                    <a:pt x="4230234" y="190271"/>
                  </a:lnTo>
                  <a:lnTo>
                    <a:pt x="4230884" y="181998"/>
                  </a:lnTo>
                  <a:lnTo>
                    <a:pt x="4231534" y="174623"/>
                  </a:lnTo>
                  <a:lnTo>
                    <a:pt x="4232183" y="168169"/>
                  </a:lnTo>
                  <a:lnTo>
                    <a:pt x="4232833" y="162630"/>
                  </a:lnTo>
                  <a:lnTo>
                    <a:pt x="4233483" y="157824"/>
                  </a:lnTo>
                  <a:lnTo>
                    <a:pt x="4234133" y="153686"/>
                  </a:lnTo>
                  <a:lnTo>
                    <a:pt x="4234783" y="150056"/>
                  </a:lnTo>
                  <a:lnTo>
                    <a:pt x="4235433" y="146950"/>
                  </a:lnTo>
                  <a:lnTo>
                    <a:pt x="4236083" y="144287"/>
                  </a:lnTo>
                  <a:lnTo>
                    <a:pt x="4236733" y="142132"/>
                  </a:lnTo>
                  <a:lnTo>
                    <a:pt x="4237383" y="140669"/>
                  </a:lnTo>
                  <a:lnTo>
                    <a:pt x="4238033" y="140014"/>
                  </a:lnTo>
                  <a:lnTo>
                    <a:pt x="4238683" y="140301"/>
                  </a:lnTo>
                  <a:lnTo>
                    <a:pt x="4239333" y="141616"/>
                  </a:lnTo>
                  <a:lnTo>
                    <a:pt x="4239983" y="143976"/>
                  </a:lnTo>
                  <a:lnTo>
                    <a:pt x="4240633" y="147344"/>
                  </a:lnTo>
                  <a:lnTo>
                    <a:pt x="4241283" y="151577"/>
                  </a:lnTo>
                  <a:lnTo>
                    <a:pt x="4241932" y="156641"/>
                  </a:lnTo>
                  <a:lnTo>
                    <a:pt x="4242582" y="162359"/>
                  </a:lnTo>
                  <a:lnTo>
                    <a:pt x="4243232" y="168518"/>
                  </a:lnTo>
                  <a:lnTo>
                    <a:pt x="4243882" y="175077"/>
                  </a:lnTo>
                  <a:lnTo>
                    <a:pt x="4244532" y="182000"/>
                  </a:lnTo>
                  <a:lnTo>
                    <a:pt x="4245182" y="189241"/>
                  </a:lnTo>
                  <a:lnTo>
                    <a:pt x="4245832" y="196939"/>
                  </a:lnTo>
                  <a:lnTo>
                    <a:pt x="4246482" y="204845"/>
                  </a:lnTo>
                  <a:lnTo>
                    <a:pt x="4247132" y="212776"/>
                  </a:lnTo>
                  <a:lnTo>
                    <a:pt x="4247782" y="220668"/>
                  </a:lnTo>
                  <a:lnTo>
                    <a:pt x="4248432" y="228336"/>
                  </a:lnTo>
                  <a:lnTo>
                    <a:pt x="4249082" y="235737"/>
                  </a:lnTo>
                  <a:lnTo>
                    <a:pt x="4249732" y="242922"/>
                  </a:lnTo>
                  <a:lnTo>
                    <a:pt x="4250382" y="249826"/>
                  </a:lnTo>
                  <a:lnTo>
                    <a:pt x="4251032" y="256650"/>
                  </a:lnTo>
                  <a:lnTo>
                    <a:pt x="4251682" y="263579"/>
                  </a:lnTo>
                  <a:lnTo>
                    <a:pt x="4252331" y="270766"/>
                  </a:lnTo>
                  <a:lnTo>
                    <a:pt x="4252981" y="278521"/>
                  </a:lnTo>
                  <a:lnTo>
                    <a:pt x="4253631" y="286953"/>
                  </a:lnTo>
                  <a:lnTo>
                    <a:pt x="4254281" y="296216"/>
                  </a:lnTo>
                  <a:lnTo>
                    <a:pt x="4254931" y="306339"/>
                  </a:lnTo>
                  <a:lnTo>
                    <a:pt x="4255581" y="317214"/>
                  </a:lnTo>
                  <a:lnTo>
                    <a:pt x="4256231" y="328803"/>
                  </a:lnTo>
                  <a:lnTo>
                    <a:pt x="4256881" y="340993"/>
                  </a:lnTo>
                  <a:lnTo>
                    <a:pt x="4257531" y="353548"/>
                  </a:lnTo>
                  <a:lnTo>
                    <a:pt x="4258181" y="366376"/>
                  </a:lnTo>
                  <a:lnTo>
                    <a:pt x="4258831" y="379468"/>
                  </a:lnTo>
                  <a:lnTo>
                    <a:pt x="4259481" y="392639"/>
                  </a:lnTo>
                  <a:lnTo>
                    <a:pt x="4260131" y="405627"/>
                  </a:lnTo>
                  <a:lnTo>
                    <a:pt x="4260781" y="418092"/>
                  </a:lnTo>
                  <a:lnTo>
                    <a:pt x="4261431" y="429686"/>
                  </a:lnTo>
                  <a:lnTo>
                    <a:pt x="4262080" y="440638"/>
                  </a:lnTo>
                  <a:lnTo>
                    <a:pt x="4262730" y="450895"/>
                  </a:lnTo>
                  <a:lnTo>
                    <a:pt x="4263380" y="460218"/>
                  </a:lnTo>
                  <a:lnTo>
                    <a:pt x="4264030" y="468305"/>
                  </a:lnTo>
                  <a:lnTo>
                    <a:pt x="4264680" y="475161"/>
                  </a:lnTo>
                  <a:lnTo>
                    <a:pt x="4265330" y="480932"/>
                  </a:lnTo>
                  <a:lnTo>
                    <a:pt x="4265980" y="485831"/>
                  </a:lnTo>
                  <a:lnTo>
                    <a:pt x="4266630" y="489899"/>
                  </a:lnTo>
                  <a:lnTo>
                    <a:pt x="4267280" y="493468"/>
                  </a:lnTo>
                  <a:lnTo>
                    <a:pt x="4267930" y="496532"/>
                  </a:lnTo>
                  <a:lnTo>
                    <a:pt x="4268580" y="499109"/>
                  </a:lnTo>
                  <a:lnTo>
                    <a:pt x="4269230" y="501305"/>
                  </a:lnTo>
                  <a:lnTo>
                    <a:pt x="4269880" y="503206"/>
                  </a:lnTo>
                  <a:lnTo>
                    <a:pt x="4270530" y="504950"/>
                  </a:lnTo>
                  <a:lnTo>
                    <a:pt x="4271180" y="506276"/>
                  </a:lnTo>
                  <a:lnTo>
                    <a:pt x="4271830" y="506552"/>
                  </a:lnTo>
                  <a:lnTo>
                    <a:pt x="4272479" y="505771"/>
                  </a:lnTo>
                  <a:lnTo>
                    <a:pt x="4273129" y="504054"/>
                  </a:lnTo>
                  <a:lnTo>
                    <a:pt x="4273779" y="501543"/>
                  </a:lnTo>
                  <a:lnTo>
                    <a:pt x="4274429" y="497950"/>
                  </a:lnTo>
                  <a:lnTo>
                    <a:pt x="4275079" y="493042"/>
                  </a:lnTo>
                  <a:lnTo>
                    <a:pt x="4275729" y="487094"/>
                  </a:lnTo>
                  <a:lnTo>
                    <a:pt x="4276379" y="480451"/>
                  </a:lnTo>
                  <a:lnTo>
                    <a:pt x="4277029" y="472881"/>
                  </a:lnTo>
                  <a:lnTo>
                    <a:pt x="4277679" y="464370"/>
                  </a:lnTo>
                  <a:lnTo>
                    <a:pt x="4278329" y="454839"/>
                  </a:lnTo>
                  <a:lnTo>
                    <a:pt x="4278979" y="444372"/>
                  </a:lnTo>
                  <a:lnTo>
                    <a:pt x="4279629" y="433045"/>
                  </a:lnTo>
                  <a:lnTo>
                    <a:pt x="4280279" y="420946"/>
                  </a:lnTo>
                  <a:lnTo>
                    <a:pt x="4280929" y="408434"/>
                  </a:lnTo>
                  <a:lnTo>
                    <a:pt x="4281579" y="395813"/>
                  </a:lnTo>
                  <a:lnTo>
                    <a:pt x="4282228" y="383038"/>
                  </a:lnTo>
                  <a:lnTo>
                    <a:pt x="4282878" y="370169"/>
                  </a:lnTo>
                  <a:lnTo>
                    <a:pt x="4283528" y="357313"/>
                  </a:lnTo>
                  <a:lnTo>
                    <a:pt x="4284178" y="344738"/>
                  </a:lnTo>
                  <a:lnTo>
                    <a:pt x="4284828" y="332574"/>
                  </a:lnTo>
                  <a:lnTo>
                    <a:pt x="4285478" y="320735"/>
                  </a:lnTo>
                  <a:lnTo>
                    <a:pt x="4286128" y="309177"/>
                  </a:lnTo>
                  <a:lnTo>
                    <a:pt x="4286778" y="298232"/>
                  </a:lnTo>
                  <a:lnTo>
                    <a:pt x="4287428" y="288115"/>
                  </a:lnTo>
                  <a:lnTo>
                    <a:pt x="4288078" y="278840"/>
                  </a:lnTo>
                  <a:lnTo>
                    <a:pt x="4288728" y="270445"/>
                  </a:lnTo>
                  <a:lnTo>
                    <a:pt x="4289378" y="263045"/>
                  </a:lnTo>
                  <a:lnTo>
                    <a:pt x="4290028" y="256703"/>
                  </a:lnTo>
                  <a:lnTo>
                    <a:pt x="4290678" y="251333"/>
                  </a:lnTo>
                  <a:lnTo>
                    <a:pt x="4291328" y="246608"/>
                  </a:lnTo>
                  <a:lnTo>
                    <a:pt x="4291978" y="242443"/>
                  </a:lnTo>
                  <a:lnTo>
                    <a:pt x="4292627" y="238986"/>
                  </a:lnTo>
                  <a:lnTo>
                    <a:pt x="4293277" y="236283"/>
                  </a:lnTo>
                  <a:lnTo>
                    <a:pt x="4293927" y="234213"/>
                  </a:lnTo>
                  <a:lnTo>
                    <a:pt x="4294577" y="232566"/>
                  </a:lnTo>
                  <a:lnTo>
                    <a:pt x="4295227" y="231110"/>
                  </a:lnTo>
                  <a:lnTo>
                    <a:pt x="4295877" y="229688"/>
                  </a:lnTo>
                  <a:lnTo>
                    <a:pt x="4296527" y="228081"/>
                  </a:lnTo>
                  <a:lnTo>
                    <a:pt x="4297177" y="226039"/>
                  </a:lnTo>
                  <a:lnTo>
                    <a:pt x="4297827" y="223422"/>
                  </a:lnTo>
                  <a:lnTo>
                    <a:pt x="4298477" y="220229"/>
                  </a:lnTo>
                  <a:lnTo>
                    <a:pt x="4299127" y="216453"/>
                  </a:lnTo>
                  <a:lnTo>
                    <a:pt x="4299777" y="211906"/>
                  </a:lnTo>
                  <a:lnTo>
                    <a:pt x="4300427" y="206686"/>
                  </a:lnTo>
                  <a:lnTo>
                    <a:pt x="4301077" y="201106"/>
                  </a:lnTo>
                  <a:lnTo>
                    <a:pt x="4301727" y="195127"/>
                  </a:lnTo>
                  <a:lnTo>
                    <a:pt x="4302376" y="188584"/>
                  </a:lnTo>
                  <a:lnTo>
                    <a:pt x="4303026" y="181406"/>
                  </a:lnTo>
                  <a:lnTo>
                    <a:pt x="4303676" y="173719"/>
                  </a:lnTo>
                  <a:lnTo>
                    <a:pt x="4304326" y="165909"/>
                  </a:lnTo>
                  <a:lnTo>
                    <a:pt x="4304976" y="158211"/>
                  </a:lnTo>
                  <a:lnTo>
                    <a:pt x="4305626" y="150770"/>
                  </a:lnTo>
                  <a:lnTo>
                    <a:pt x="4306276" y="143642"/>
                  </a:lnTo>
                  <a:lnTo>
                    <a:pt x="4306926" y="137031"/>
                  </a:lnTo>
                  <a:lnTo>
                    <a:pt x="4307576" y="131076"/>
                  </a:lnTo>
                  <a:lnTo>
                    <a:pt x="4308226" y="125617"/>
                  </a:lnTo>
                  <a:lnTo>
                    <a:pt x="4308876" y="120410"/>
                  </a:lnTo>
                  <a:lnTo>
                    <a:pt x="4309526" y="115557"/>
                  </a:lnTo>
                  <a:lnTo>
                    <a:pt x="4310176" y="111058"/>
                  </a:lnTo>
                  <a:lnTo>
                    <a:pt x="4310826" y="106865"/>
                  </a:lnTo>
                  <a:lnTo>
                    <a:pt x="4311476" y="102924"/>
                  </a:lnTo>
                  <a:lnTo>
                    <a:pt x="4312125" y="99152"/>
                  </a:lnTo>
                  <a:lnTo>
                    <a:pt x="4312775" y="95548"/>
                  </a:lnTo>
                  <a:lnTo>
                    <a:pt x="4313425" y="92101"/>
                  </a:lnTo>
                  <a:lnTo>
                    <a:pt x="4314075" y="88482"/>
                  </a:lnTo>
                  <a:lnTo>
                    <a:pt x="4314725" y="84496"/>
                  </a:lnTo>
                  <a:lnTo>
                    <a:pt x="4315375" y="80192"/>
                  </a:lnTo>
                  <a:lnTo>
                    <a:pt x="4316025" y="75635"/>
                  </a:lnTo>
                  <a:lnTo>
                    <a:pt x="4316675" y="70802"/>
                  </a:lnTo>
                  <a:lnTo>
                    <a:pt x="4317325" y="65715"/>
                  </a:lnTo>
                  <a:lnTo>
                    <a:pt x="4317975" y="60399"/>
                  </a:lnTo>
                  <a:lnTo>
                    <a:pt x="4318625" y="55046"/>
                  </a:lnTo>
                  <a:lnTo>
                    <a:pt x="4319275" y="49596"/>
                  </a:lnTo>
                  <a:lnTo>
                    <a:pt x="4319925" y="44006"/>
                  </a:lnTo>
                  <a:lnTo>
                    <a:pt x="4320575" y="38350"/>
                  </a:lnTo>
                  <a:lnTo>
                    <a:pt x="4321225" y="32851"/>
                  </a:lnTo>
                  <a:lnTo>
                    <a:pt x="4321875" y="27637"/>
                  </a:lnTo>
                  <a:lnTo>
                    <a:pt x="4322524" y="22723"/>
                  </a:lnTo>
                  <a:lnTo>
                    <a:pt x="4323174" y="18190"/>
                  </a:lnTo>
                  <a:lnTo>
                    <a:pt x="4323824" y="14355"/>
                  </a:lnTo>
                  <a:lnTo>
                    <a:pt x="4324474" y="11364"/>
                  </a:lnTo>
                  <a:lnTo>
                    <a:pt x="4325124" y="9121"/>
                  </a:lnTo>
                  <a:lnTo>
                    <a:pt x="4325774" y="7511"/>
                  </a:lnTo>
                  <a:lnTo>
                    <a:pt x="4326424" y="6387"/>
                  </a:lnTo>
                  <a:lnTo>
                    <a:pt x="4327074" y="5569"/>
                  </a:lnTo>
                  <a:lnTo>
                    <a:pt x="4327724" y="5024"/>
                  </a:lnTo>
                  <a:lnTo>
                    <a:pt x="4328374" y="4677"/>
                  </a:lnTo>
                  <a:lnTo>
                    <a:pt x="4329024" y="4573"/>
                  </a:lnTo>
                  <a:lnTo>
                    <a:pt x="4329674" y="4639"/>
                  </a:lnTo>
                  <a:lnTo>
                    <a:pt x="4330324" y="4775"/>
                  </a:lnTo>
                  <a:lnTo>
                    <a:pt x="4330974" y="4872"/>
                  </a:lnTo>
                  <a:lnTo>
                    <a:pt x="4331624" y="5003"/>
                  </a:lnTo>
                  <a:lnTo>
                    <a:pt x="4332273" y="5264"/>
                  </a:lnTo>
                  <a:lnTo>
                    <a:pt x="4332923" y="5618"/>
                  </a:lnTo>
                  <a:lnTo>
                    <a:pt x="4333573" y="5833"/>
                  </a:lnTo>
                  <a:lnTo>
                    <a:pt x="4334223" y="5827"/>
                  </a:lnTo>
                  <a:lnTo>
                    <a:pt x="4334873" y="5628"/>
                  </a:lnTo>
                  <a:lnTo>
                    <a:pt x="4335523" y="5317"/>
                  </a:lnTo>
                  <a:lnTo>
                    <a:pt x="4336173" y="5066"/>
                  </a:lnTo>
                  <a:lnTo>
                    <a:pt x="4336823" y="5061"/>
                  </a:lnTo>
                  <a:lnTo>
                    <a:pt x="4337473" y="5405"/>
                  </a:lnTo>
                  <a:lnTo>
                    <a:pt x="4338123" y="6110"/>
                  </a:lnTo>
                  <a:lnTo>
                    <a:pt x="4338773" y="7223"/>
                  </a:lnTo>
                  <a:lnTo>
                    <a:pt x="4339423" y="8936"/>
                  </a:lnTo>
                  <a:lnTo>
                    <a:pt x="4340073" y="11393"/>
                  </a:lnTo>
                  <a:lnTo>
                    <a:pt x="4340723" y="14724"/>
                  </a:lnTo>
                  <a:lnTo>
                    <a:pt x="4341373" y="18929"/>
                  </a:lnTo>
                  <a:lnTo>
                    <a:pt x="4342023" y="23900"/>
                  </a:lnTo>
                  <a:lnTo>
                    <a:pt x="4342672" y="29504"/>
                  </a:lnTo>
                  <a:lnTo>
                    <a:pt x="4343322" y="35802"/>
                  </a:lnTo>
                  <a:lnTo>
                    <a:pt x="4343972" y="42925"/>
                  </a:lnTo>
                  <a:lnTo>
                    <a:pt x="4344622" y="50850"/>
                  </a:lnTo>
                  <a:lnTo>
                    <a:pt x="4345272" y="59468"/>
                  </a:lnTo>
                  <a:lnTo>
                    <a:pt x="4345922" y="68510"/>
                  </a:lnTo>
                  <a:lnTo>
                    <a:pt x="4346572" y="77905"/>
                  </a:lnTo>
                  <a:lnTo>
                    <a:pt x="4347222" y="87735"/>
                  </a:lnTo>
                  <a:lnTo>
                    <a:pt x="4347872" y="97921"/>
                  </a:lnTo>
                  <a:lnTo>
                    <a:pt x="4348522" y="108194"/>
                  </a:lnTo>
                  <a:lnTo>
                    <a:pt x="4349172" y="118309"/>
                  </a:lnTo>
                  <a:lnTo>
                    <a:pt x="4349822" y="128001"/>
                  </a:lnTo>
                  <a:lnTo>
                    <a:pt x="4350472" y="137197"/>
                  </a:lnTo>
                  <a:lnTo>
                    <a:pt x="4351122" y="145798"/>
                  </a:lnTo>
                  <a:lnTo>
                    <a:pt x="4351772" y="153762"/>
                  </a:lnTo>
                  <a:lnTo>
                    <a:pt x="4352421" y="160942"/>
                  </a:lnTo>
                  <a:lnTo>
                    <a:pt x="4353071" y="167337"/>
                  </a:lnTo>
                  <a:lnTo>
                    <a:pt x="4353721" y="172685"/>
                  </a:lnTo>
                  <a:lnTo>
                    <a:pt x="4354371" y="176892"/>
                  </a:lnTo>
                  <a:lnTo>
                    <a:pt x="4355021" y="180082"/>
                  </a:lnTo>
                  <a:lnTo>
                    <a:pt x="4355671" y="182247"/>
                  </a:lnTo>
                  <a:lnTo>
                    <a:pt x="4356321" y="183462"/>
                  </a:lnTo>
                  <a:lnTo>
                    <a:pt x="4356971" y="183750"/>
                  </a:lnTo>
                  <a:lnTo>
                    <a:pt x="4357621" y="183150"/>
                  </a:lnTo>
                  <a:lnTo>
                    <a:pt x="4358271" y="181836"/>
                  </a:lnTo>
                  <a:lnTo>
                    <a:pt x="4358921" y="180093"/>
                  </a:lnTo>
                  <a:lnTo>
                    <a:pt x="4359571" y="178114"/>
                  </a:lnTo>
                  <a:lnTo>
                    <a:pt x="4360221" y="176072"/>
                  </a:lnTo>
                  <a:lnTo>
                    <a:pt x="4360871" y="174071"/>
                  </a:lnTo>
                  <a:lnTo>
                    <a:pt x="4361521" y="172149"/>
                  </a:lnTo>
                  <a:lnTo>
                    <a:pt x="4362171" y="170600"/>
                  </a:lnTo>
                  <a:lnTo>
                    <a:pt x="4362820" y="169449"/>
                  </a:lnTo>
                  <a:lnTo>
                    <a:pt x="4363470" y="168943"/>
                  </a:lnTo>
                  <a:lnTo>
                    <a:pt x="4364120" y="169038"/>
                  </a:lnTo>
                  <a:lnTo>
                    <a:pt x="4364770" y="169718"/>
                  </a:lnTo>
                  <a:lnTo>
                    <a:pt x="4365420" y="171046"/>
                  </a:lnTo>
                  <a:lnTo>
                    <a:pt x="4366070" y="172963"/>
                  </a:lnTo>
                  <a:lnTo>
                    <a:pt x="4366720" y="175549"/>
                  </a:lnTo>
                  <a:lnTo>
                    <a:pt x="4367370" y="179079"/>
                  </a:lnTo>
                  <a:lnTo>
                    <a:pt x="4368020" y="183565"/>
                  </a:lnTo>
                  <a:lnTo>
                    <a:pt x="4368670" y="188829"/>
                  </a:lnTo>
                  <a:lnTo>
                    <a:pt x="4369320" y="194567"/>
                  </a:lnTo>
                  <a:lnTo>
                    <a:pt x="4369970" y="200191"/>
                  </a:lnTo>
                  <a:lnTo>
                    <a:pt x="4370620" y="205460"/>
                  </a:lnTo>
                  <a:lnTo>
                    <a:pt x="4371270" y="210178"/>
                  </a:lnTo>
                  <a:lnTo>
                    <a:pt x="4371920" y="213873"/>
                  </a:lnTo>
                  <a:lnTo>
                    <a:pt x="4372569" y="216233"/>
                  </a:lnTo>
                  <a:lnTo>
                    <a:pt x="4373219" y="216932"/>
                  </a:lnTo>
                  <a:lnTo>
                    <a:pt x="4373869" y="216124"/>
                  </a:lnTo>
                  <a:lnTo>
                    <a:pt x="4374519" y="213963"/>
                  </a:lnTo>
                  <a:lnTo>
                    <a:pt x="4375169" y="210735"/>
                  </a:lnTo>
                  <a:lnTo>
                    <a:pt x="4375819" y="206549"/>
                  </a:lnTo>
                  <a:lnTo>
                    <a:pt x="4376469" y="201442"/>
                  </a:lnTo>
                  <a:lnTo>
                    <a:pt x="4377119" y="195595"/>
                  </a:lnTo>
                  <a:lnTo>
                    <a:pt x="4377769" y="189336"/>
                  </a:lnTo>
                  <a:lnTo>
                    <a:pt x="4378419" y="182918"/>
                  </a:lnTo>
                  <a:lnTo>
                    <a:pt x="4379069" y="176780"/>
                  </a:lnTo>
                  <a:lnTo>
                    <a:pt x="4379719" y="171324"/>
                  </a:lnTo>
                  <a:lnTo>
                    <a:pt x="4380369" y="166670"/>
                  </a:lnTo>
                  <a:lnTo>
                    <a:pt x="4381019" y="163114"/>
                  </a:lnTo>
                  <a:lnTo>
                    <a:pt x="4381669" y="160975"/>
                  </a:lnTo>
                  <a:lnTo>
                    <a:pt x="4382319" y="160524"/>
                  </a:lnTo>
                  <a:lnTo>
                    <a:pt x="4382968" y="161918"/>
                  </a:lnTo>
                  <a:lnTo>
                    <a:pt x="4383618" y="165035"/>
                  </a:lnTo>
                  <a:lnTo>
                    <a:pt x="4384268" y="169720"/>
                  </a:lnTo>
                  <a:lnTo>
                    <a:pt x="4384918" y="175943"/>
                  </a:lnTo>
                  <a:lnTo>
                    <a:pt x="4385568" y="183403"/>
                  </a:lnTo>
                  <a:lnTo>
                    <a:pt x="4386218" y="191759"/>
                  </a:lnTo>
                  <a:lnTo>
                    <a:pt x="4386868" y="200634"/>
                  </a:lnTo>
                  <a:lnTo>
                    <a:pt x="4387518" y="209701"/>
                  </a:lnTo>
                  <a:lnTo>
                    <a:pt x="4388168" y="218916"/>
                  </a:lnTo>
                  <a:lnTo>
                    <a:pt x="4388818" y="228141"/>
                  </a:lnTo>
                  <a:lnTo>
                    <a:pt x="4389468" y="237287"/>
                  </a:lnTo>
                  <a:lnTo>
                    <a:pt x="4390118" y="246564"/>
                  </a:lnTo>
                  <a:lnTo>
                    <a:pt x="4390768" y="256094"/>
                  </a:lnTo>
                  <a:lnTo>
                    <a:pt x="4391418" y="265899"/>
                  </a:lnTo>
                  <a:lnTo>
                    <a:pt x="4392068" y="275995"/>
                  </a:lnTo>
                  <a:lnTo>
                    <a:pt x="4392717" y="286331"/>
                  </a:lnTo>
                  <a:lnTo>
                    <a:pt x="4393367" y="296994"/>
                  </a:lnTo>
                  <a:lnTo>
                    <a:pt x="4394017" y="308093"/>
                  </a:lnTo>
                  <a:lnTo>
                    <a:pt x="4394667" y="319598"/>
                  </a:lnTo>
                  <a:lnTo>
                    <a:pt x="4395317" y="331767"/>
                  </a:lnTo>
                  <a:lnTo>
                    <a:pt x="4395967" y="344639"/>
                  </a:lnTo>
                  <a:lnTo>
                    <a:pt x="4396617" y="358357"/>
                  </a:lnTo>
                  <a:lnTo>
                    <a:pt x="4397267" y="372953"/>
                  </a:lnTo>
                  <a:lnTo>
                    <a:pt x="4397917" y="388150"/>
                  </a:lnTo>
                  <a:lnTo>
                    <a:pt x="4398567" y="403840"/>
                  </a:lnTo>
                  <a:lnTo>
                    <a:pt x="4399217" y="419621"/>
                  </a:lnTo>
                  <a:lnTo>
                    <a:pt x="4399867" y="434632"/>
                  </a:lnTo>
                  <a:lnTo>
                    <a:pt x="4400517" y="448199"/>
                  </a:lnTo>
                  <a:lnTo>
                    <a:pt x="4401167" y="459787"/>
                  </a:lnTo>
                  <a:lnTo>
                    <a:pt x="4401817" y="469174"/>
                  </a:lnTo>
                  <a:lnTo>
                    <a:pt x="4402467" y="476641"/>
                  </a:lnTo>
                  <a:lnTo>
                    <a:pt x="4403116" y="482137"/>
                  </a:lnTo>
                  <a:lnTo>
                    <a:pt x="4403766" y="485746"/>
                  </a:lnTo>
                  <a:lnTo>
                    <a:pt x="4404416" y="488046"/>
                  </a:lnTo>
                  <a:lnTo>
                    <a:pt x="4405066" y="489769"/>
                  </a:lnTo>
                  <a:lnTo>
                    <a:pt x="4405716" y="491713"/>
                  </a:lnTo>
                  <a:lnTo>
                    <a:pt x="4406366" y="493969"/>
                  </a:lnTo>
                  <a:lnTo>
                    <a:pt x="4407016" y="496745"/>
                  </a:lnTo>
                  <a:lnTo>
                    <a:pt x="4407666" y="500319"/>
                  </a:lnTo>
                  <a:lnTo>
                    <a:pt x="4408316" y="504777"/>
                  </a:lnTo>
                  <a:lnTo>
                    <a:pt x="4408966" y="510390"/>
                  </a:lnTo>
                  <a:lnTo>
                    <a:pt x="4409616" y="517397"/>
                  </a:lnTo>
                  <a:lnTo>
                    <a:pt x="4410266" y="525873"/>
                  </a:lnTo>
                  <a:lnTo>
                    <a:pt x="4410916" y="536147"/>
                  </a:lnTo>
                  <a:lnTo>
                    <a:pt x="4411566" y="548079"/>
                  </a:lnTo>
                  <a:lnTo>
                    <a:pt x="4412216" y="561121"/>
                  </a:lnTo>
                  <a:lnTo>
                    <a:pt x="4412865" y="575202"/>
                  </a:lnTo>
                  <a:lnTo>
                    <a:pt x="4413515" y="589980"/>
                  </a:lnTo>
                  <a:lnTo>
                    <a:pt x="4414165" y="604524"/>
                  </a:lnTo>
                  <a:lnTo>
                    <a:pt x="4414815" y="617721"/>
                  </a:lnTo>
                  <a:lnTo>
                    <a:pt x="4415465" y="628566"/>
                  </a:lnTo>
                  <a:lnTo>
                    <a:pt x="4416115" y="636602"/>
                  </a:lnTo>
                  <a:lnTo>
                    <a:pt x="4416765" y="641509"/>
                  </a:lnTo>
                  <a:lnTo>
                    <a:pt x="4417415" y="643031"/>
                  </a:lnTo>
                  <a:lnTo>
                    <a:pt x="4418065" y="641475"/>
                  </a:lnTo>
                  <a:lnTo>
                    <a:pt x="4418715" y="637558"/>
                  </a:lnTo>
                  <a:lnTo>
                    <a:pt x="4419365" y="632080"/>
                  </a:lnTo>
                  <a:lnTo>
                    <a:pt x="4420015" y="625099"/>
                  </a:lnTo>
                  <a:lnTo>
                    <a:pt x="4420665" y="616865"/>
                  </a:lnTo>
                  <a:lnTo>
                    <a:pt x="4421315" y="607145"/>
                  </a:lnTo>
                  <a:lnTo>
                    <a:pt x="4421965" y="596136"/>
                  </a:lnTo>
                  <a:lnTo>
                    <a:pt x="4422615" y="583709"/>
                  </a:lnTo>
                  <a:lnTo>
                    <a:pt x="4423264" y="569755"/>
                  </a:lnTo>
                  <a:lnTo>
                    <a:pt x="4423914" y="554522"/>
                  </a:lnTo>
                  <a:lnTo>
                    <a:pt x="4424564" y="538542"/>
                  </a:lnTo>
                  <a:lnTo>
                    <a:pt x="4425214" y="522286"/>
                  </a:lnTo>
                  <a:lnTo>
                    <a:pt x="4425864" y="506133"/>
                  </a:lnTo>
                  <a:lnTo>
                    <a:pt x="4426514" y="490389"/>
                  </a:lnTo>
                  <a:lnTo>
                    <a:pt x="4427164" y="475271"/>
                  </a:lnTo>
                  <a:lnTo>
                    <a:pt x="4427814" y="460574"/>
                  </a:lnTo>
                  <a:lnTo>
                    <a:pt x="4428464" y="445860"/>
                  </a:lnTo>
                  <a:lnTo>
                    <a:pt x="4429114" y="430876"/>
                  </a:lnTo>
                  <a:lnTo>
                    <a:pt x="4429764" y="415870"/>
                  </a:lnTo>
                  <a:lnTo>
                    <a:pt x="4430414" y="400912"/>
                  </a:lnTo>
                  <a:lnTo>
                    <a:pt x="4431064" y="386404"/>
                  </a:lnTo>
                  <a:lnTo>
                    <a:pt x="4431714" y="372666"/>
                  </a:lnTo>
                  <a:lnTo>
                    <a:pt x="4432364" y="360054"/>
                  </a:lnTo>
                  <a:lnTo>
                    <a:pt x="4433013" y="348992"/>
                  </a:lnTo>
                  <a:lnTo>
                    <a:pt x="4433663" y="339727"/>
                  </a:lnTo>
                  <a:lnTo>
                    <a:pt x="4434313" y="332176"/>
                  </a:lnTo>
                  <a:lnTo>
                    <a:pt x="4434963" y="326357"/>
                  </a:lnTo>
                  <a:lnTo>
                    <a:pt x="4435613" y="322158"/>
                  </a:lnTo>
                  <a:lnTo>
                    <a:pt x="4436263" y="319239"/>
                  </a:lnTo>
                  <a:lnTo>
                    <a:pt x="4436913" y="317208"/>
                  </a:lnTo>
                  <a:lnTo>
                    <a:pt x="4437563" y="315694"/>
                  </a:lnTo>
                  <a:lnTo>
                    <a:pt x="4438213" y="314452"/>
                  </a:lnTo>
                  <a:lnTo>
                    <a:pt x="4438863" y="313330"/>
                  </a:lnTo>
                  <a:lnTo>
                    <a:pt x="4439513" y="312116"/>
                  </a:lnTo>
                  <a:lnTo>
                    <a:pt x="4440163" y="310714"/>
                  </a:lnTo>
                  <a:lnTo>
                    <a:pt x="4440813" y="309160"/>
                  </a:lnTo>
                  <a:lnTo>
                    <a:pt x="4441463" y="307365"/>
                  </a:lnTo>
                  <a:lnTo>
                    <a:pt x="4442113" y="305329"/>
                  </a:lnTo>
                  <a:lnTo>
                    <a:pt x="4442762" y="302971"/>
                  </a:lnTo>
                  <a:lnTo>
                    <a:pt x="4443412" y="300229"/>
                  </a:lnTo>
                  <a:lnTo>
                    <a:pt x="4444062" y="297088"/>
                  </a:lnTo>
                  <a:lnTo>
                    <a:pt x="4444712" y="293441"/>
                  </a:lnTo>
                  <a:lnTo>
                    <a:pt x="4445362" y="289360"/>
                  </a:lnTo>
                  <a:lnTo>
                    <a:pt x="4446012" y="285123"/>
                  </a:lnTo>
                  <a:lnTo>
                    <a:pt x="4446662" y="281027"/>
                  </a:lnTo>
                  <a:lnTo>
                    <a:pt x="4447312" y="277501"/>
                  </a:lnTo>
                  <a:lnTo>
                    <a:pt x="4447962" y="274898"/>
                  </a:lnTo>
                  <a:lnTo>
                    <a:pt x="4448612" y="273442"/>
                  </a:lnTo>
                  <a:lnTo>
                    <a:pt x="4449262" y="273392"/>
                  </a:lnTo>
                  <a:lnTo>
                    <a:pt x="4449912" y="274748"/>
                  </a:lnTo>
                  <a:lnTo>
                    <a:pt x="4450562" y="277284"/>
                  </a:lnTo>
                  <a:lnTo>
                    <a:pt x="4451212" y="280828"/>
                  </a:lnTo>
                  <a:lnTo>
                    <a:pt x="4451862" y="285156"/>
                  </a:lnTo>
                  <a:lnTo>
                    <a:pt x="4452512" y="290329"/>
                  </a:lnTo>
                  <a:lnTo>
                    <a:pt x="4453161" y="296163"/>
                  </a:lnTo>
                  <a:lnTo>
                    <a:pt x="4453811" y="302741"/>
                  </a:lnTo>
                  <a:lnTo>
                    <a:pt x="4454461" y="310123"/>
                  </a:lnTo>
                  <a:lnTo>
                    <a:pt x="4455111" y="318412"/>
                  </a:lnTo>
                  <a:lnTo>
                    <a:pt x="4455761" y="327559"/>
                  </a:lnTo>
                  <a:lnTo>
                    <a:pt x="4456411" y="337375"/>
                  </a:lnTo>
                  <a:lnTo>
                    <a:pt x="4457061" y="347594"/>
                  </a:lnTo>
                  <a:lnTo>
                    <a:pt x="4457711" y="357939"/>
                  </a:lnTo>
                  <a:lnTo>
                    <a:pt x="4458361" y="367976"/>
                  </a:lnTo>
                  <a:lnTo>
                    <a:pt x="4459011" y="377267"/>
                  </a:lnTo>
                  <a:lnTo>
                    <a:pt x="4459661" y="385460"/>
                  </a:lnTo>
                  <a:lnTo>
                    <a:pt x="4460311" y="392702"/>
                  </a:lnTo>
                  <a:lnTo>
                    <a:pt x="4460961" y="399423"/>
                  </a:lnTo>
                  <a:lnTo>
                    <a:pt x="4461611" y="405655"/>
                  </a:lnTo>
                  <a:lnTo>
                    <a:pt x="4462261" y="410994"/>
                  </a:lnTo>
                  <a:lnTo>
                    <a:pt x="4462910" y="415675"/>
                  </a:lnTo>
                  <a:lnTo>
                    <a:pt x="4463560" y="419543"/>
                  </a:lnTo>
                  <a:lnTo>
                    <a:pt x="4464210" y="422452"/>
                  </a:lnTo>
                  <a:lnTo>
                    <a:pt x="4464860" y="424277"/>
                  </a:lnTo>
                  <a:lnTo>
                    <a:pt x="4465510" y="424772"/>
                  </a:lnTo>
                  <a:lnTo>
                    <a:pt x="4466160" y="423945"/>
                  </a:lnTo>
                  <a:lnTo>
                    <a:pt x="4466810" y="421849"/>
                  </a:lnTo>
                  <a:lnTo>
                    <a:pt x="4467460" y="418344"/>
                  </a:lnTo>
                  <a:lnTo>
                    <a:pt x="4468110" y="413630"/>
                  </a:lnTo>
                  <a:lnTo>
                    <a:pt x="4468760" y="408364"/>
                  </a:lnTo>
                  <a:lnTo>
                    <a:pt x="4469410" y="403008"/>
                  </a:lnTo>
                  <a:lnTo>
                    <a:pt x="4470060" y="397605"/>
                  </a:lnTo>
                  <a:lnTo>
                    <a:pt x="4470710" y="391880"/>
                  </a:lnTo>
                  <a:lnTo>
                    <a:pt x="4471360" y="385986"/>
                  </a:lnTo>
                  <a:lnTo>
                    <a:pt x="4472010" y="380221"/>
                  </a:lnTo>
                  <a:lnTo>
                    <a:pt x="4472660" y="374385"/>
                  </a:lnTo>
                  <a:lnTo>
                    <a:pt x="4473309" y="368303"/>
                  </a:lnTo>
                  <a:lnTo>
                    <a:pt x="4473959" y="361709"/>
                  </a:lnTo>
                  <a:lnTo>
                    <a:pt x="4474609" y="354505"/>
                  </a:lnTo>
                  <a:lnTo>
                    <a:pt x="4475259" y="346815"/>
                  </a:lnTo>
                  <a:lnTo>
                    <a:pt x="4475909" y="338664"/>
                  </a:lnTo>
                  <a:lnTo>
                    <a:pt x="4476559" y="330088"/>
                  </a:lnTo>
                  <a:lnTo>
                    <a:pt x="4477209" y="321428"/>
                  </a:lnTo>
                  <a:lnTo>
                    <a:pt x="4477859" y="312734"/>
                  </a:lnTo>
                  <a:lnTo>
                    <a:pt x="4478509" y="303690"/>
                  </a:lnTo>
                  <a:lnTo>
                    <a:pt x="4479159" y="294193"/>
                  </a:lnTo>
                  <a:lnTo>
                    <a:pt x="4479809" y="284155"/>
                  </a:lnTo>
                  <a:lnTo>
                    <a:pt x="4480459" y="273567"/>
                  </a:lnTo>
                  <a:lnTo>
                    <a:pt x="4481109" y="262556"/>
                  </a:lnTo>
                  <a:lnTo>
                    <a:pt x="4481759" y="251065"/>
                  </a:lnTo>
                  <a:lnTo>
                    <a:pt x="4482409" y="239298"/>
                  </a:lnTo>
                  <a:lnTo>
                    <a:pt x="4483058" y="227528"/>
                  </a:lnTo>
                  <a:lnTo>
                    <a:pt x="4483708" y="216089"/>
                  </a:lnTo>
                  <a:lnTo>
                    <a:pt x="4484358" y="205115"/>
                  </a:lnTo>
                  <a:lnTo>
                    <a:pt x="4485008" y="194867"/>
                  </a:lnTo>
                  <a:lnTo>
                    <a:pt x="4485658" y="185392"/>
                  </a:lnTo>
                  <a:lnTo>
                    <a:pt x="4486308" y="176795"/>
                  </a:lnTo>
                  <a:lnTo>
                    <a:pt x="4486958" y="168813"/>
                  </a:lnTo>
                  <a:lnTo>
                    <a:pt x="4487608" y="161375"/>
                  </a:lnTo>
                  <a:lnTo>
                    <a:pt x="4488258" y="154600"/>
                  </a:lnTo>
                  <a:lnTo>
                    <a:pt x="4488908" y="148587"/>
                  </a:lnTo>
                  <a:lnTo>
                    <a:pt x="4489558" y="143345"/>
                  </a:lnTo>
                  <a:lnTo>
                    <a:pt x="4490208" y="138865"/>
                  </a:lnTo>
                  <a:lnTo>
                    <a:pt x="4490858" y="135170"/>
                  </a:lnTo>
                  <a:lnTo>
                    <a:pt x="4491508" y="132402"/>
                  </a:lnTo>
                  <a:lnTo>
                    <a:pt x="4492158" y="130513"/>
                  </a:lnTo>
                  <a:lnTo>
                    <a:pt x="4492808" y="129362"/>
                  </a:lnTo>
                  <a:lnTo>
                    <a:pt x="4493457" y="128792"/>
                  </a:lnTo>
                  <a:lnTo>
                    <a:pt x="4494107" y="128900"/>
                  </a:lnTo>
                  <a:lnTo>
                    <a:pt x="4494757" y="129774"/>
                  </a:lnTo>
                  <a:lnTo>
                    <a:pt x="4495407" y="131305"/>
                  </a:lnTo>
                  <a:lnTo>
                    <a:pt x="4496057" y="133455"/>
                  </a:lnTo>
                  <a:lnTo>
                    <a:pt x="4496707" y="136494"/>
                  </a:lnTo>
                  <a:lnTo>
                    <a:pt x="4497357" y="140630"/>
                  </a:lnTo>
                  <a:lnTo>
                    <a:pt x="4498007" y="145930"/>
                  </a:lnTo>
                  <a:lnTo>
                    <a:pt x="4498657" y="152406"/>
                  </a:lnTo>
                  <a:lnTo>
                    <a:pt x="4499307" y="160086"/>
                  </a:lnTo>
                  <a:lnTo>
                    <a:pt x="4499957" y="169149"/>
                  </a:lnTo>
                  <a:lnTo>
                    <a:pt x="4500607" y="179646"/>
                  </a:lnTo>
                  <a:lnTo>
                    <a:pt x="4501257" y="191361"/>
                  </a:lnTo>
                  <a:lnTo>
                    <a:pt x="4501907" y="204201"/>
                  </a:lnTo>
                  <a:lnTo>
                    <a:pt x="4502557" y="218199"/>
                  </a:lnTo>
                  <a:lnTo>
                    <a:pt x="4503206" y="233459"/>
                  </a:lnTo>
                  <a:lnTo>
                    <a:pt x="4503856" y="249801"/>
                  </a:lnTo>
                  <a:lnTo>
                    <a:pt x="4504506" y="266821"/>
                  </a:lnTo>
                  <a:lnTo>
                    <a:pt x="4505156" y="284447"/>
                  </a:lnTo>
                  <a:lnTo>
                    <a:pt x="4505806" y="302501"/>
                  </a:lnTo>
                  <a:lnTo>
                    <a:pt x="4506456" y="320787"/>
                  </a:lnTo>
                  <a:lnTo>
                    <a:pt x="4507106" y="338883"/>
                  </a:lnTo>
                  <a:lnTo>
                    <a:pt x="4507756" y="356369"/>
                  </a:lnTo>
                  <a:lnTo>
                    <a:pt x="4508406" y="372910"/>
                  </a:lnTo>
                  <a:lnTo>
                    <a:pt x="4509056" y="388413"/>
                  </a:lnTo>
                  <a:lnTo>
                    <a:pt x="4509706" y="402534"/>
                  </a:lnTo>
                  <a:lnTo>
                    <a:pt x="4510356" y="415066"/>
                  </a:lnTo>
                  <a:lnTo>
                    <a:pt x="4511006" y="426109"/>
                  </a:lnTo>
                  <a:lnTo>
                    <a:pt x="4511656" y="435663"/>
                  </a:lnTo>
                  <a:lnTo>
                    <a:pt x="4512306" y="443737"/>
                  </a:lnTo>
                  <a:lnTo>
                    <a:pt x="4512956" y="450427"/>
                  </a:lnTo>
                  <a:lnTo>
                    <a:pt x="4513605" y="455827"/>
                  </a:lnTo>
                  <a:lnTo>
                    <a:pt x="4514255" y="460259"/>
                  </a:lnTo>
                  <a:lnTo>
                    <a:pt x="4514905" y="463933"/>
                  </a:lnTo>
                  <a:lnTo>
                    <a:pt x="4515555" y="467148"/>
                  </a:lnTo>
                  <a:lnTo>
                    <a:pt x="4516205" y="470143"/>
                  </a:lnTo>
                  <a:lnTo>
                    <a:pt x="4516855" y="473358"/>
                  </a:lnTo>
                  <a:lnTo>
                    <a:pt x="4517505" y="476693"/>
                  </a:lnTo>
                  <a:lnTo>
                    <a:pt x="4518155" y="480250"/>
                  </a:lnTo>
                  <a:lnTo>
                    <a:pt x="4518805" y="483787"/>
                  </a:lnTo>
                  <a:lnTo>
                    <a:pt x="4519455" y="487598"/>
                  </a:lnTo>
                  <a:lnTo>
                    <a:pt x="4520105" y="491543"/>
                  </a:lnTo>
                  <a:lnTo>
                    <a:pt x="4520755" y="495491"/>
                  </a:lnTo>
                  <a:lnTo>
                    <a:pt x="4521405" y="499342"/>
                  </a:lnTo>
                  <a:lnTo>
                    <a:pt x="4522055" y="503111"/>
                  </a:lnTo>
                  <a:lnTo>
                    <a:pt x="4522705" y="506664"/>
                  </a:lnTo>
                  <a:lnTo>
                    <a:pt x="4523354" y="509797"/>
                  </a:lnTo>
                  <a:lnTo>
                    <a:pt x="4524004" y="512050"/>
                  </a:lnTo>
                  <a:lnTo>
                    <a:pt x="4524654" y="513606"/>
                  </a:lnTo>
                  <a:lnTo>
                    <a:pt x="4525304" y="514214"/>
                  </a:lnTo>
                  <a:lnTo>
                    <a:pt x="4525954" y="513517"/>
                  </a:lnTo>
                  <a:lnTo>
                    <a:pt x="4526604" y="511324"/>
                  </a:lnTo>
                  <a:lnTo>
                    <a:pt x="4527254" y="507782"/>
                  </a:lnTo>
                  <a:lnTo>
                    <a:pt x="4527904" y="503357"/>
                  </a:lnTo>
                  <a:lnTo>
                    <a:pt x="4528554" y="498438"/>
                  </a:lnTo>
                  <a:lnTo>
                    <a:pt x="4529204" y="492789"/>
                  </a:lnTo>
                  <a:lnTo>
                    <a:pt x="4529854" y="486507"/>
                  </a:lnTo>
                  <a:lnTo>
                    <a:pt x="4530504" y="479807"/>
                  </a:lnTo>
                  <a:lnTo>
                    <a:pt x="4531154" y="472742"/>
                  </a:lnTo>
                  <a:lnTo>
                    <a:pt x="4531804" y="465479"/>
                  </a:lnTo>
                  <a:lnTo>
                    <a:pt x="4532454" y="457886"/>
                  </a:lnTo>
                  <a:lnTo>
                    <a:pt x="4533104" y="449912"/>
                  </a:lnTo>
                  <a:lnTo>
                    <a:pt x="4533753" y="441680"/>
                  </a:lnTo>
                  <a:lnTo>
                    <a:pt x="4534403" y="433069"/>
                  </a:lnTo>
                  <a:lnTo>
                    <a:pt x="4535053" y="424124"/>
                  </a:lnTo>
                  <a:lnTo>
                    <a:pt x="4535703" y="415098"/>
                  </a:lnTo>
                  <a:lnTo>
                    <a:pt x="4536353" y="405995"/>
                  </a:lnTo>
                  <a:lnTo>
                    <a:pt x="4537003" y="397122"/>
                  </a:lnTo>
                  <a:lnTo>
                    <a:pt x="4537653" y="388530"/>
                  </a:lnTo>
                  <a:lnTo>
                    <a:pt x="4538303" y="380383"/>
                  </a:lnTo>
                  <a:lnTo>
                    <a:pt x="4538953" y="373026"/>
                  </a:lnTo>
                  <a:lnTo>
                    <a:pt x="4539603" y="366523"/>
                  </a:lnTo>
                  <a:lnTo>
                    <a:pt x="4540253" y="360826"/>
                  </a:lnTo>
                  <a:lnTo>
                    <a:pt x="4540903" y="356073"/>
                  </a:lnTo>
                  <a:lnTo>
                    <a:pt x="4541553" y="352135"/>
                  </a:lnTo>
                  <a:lnTo>
                    <a:pt x="4542203" y="349016"/>
                  </a:lnTo>
                  <a:lnTo>
                    <a:pt x="4542853" y="346647"/>
                  </a:lnTo>
                  <a:lnTo>
                    <a:pt x="4543502" y="344864"/>
                  </a:lnTo>
                  <a:lnTo>
                    <a:pt x="4544152" y="343588"/>
                  </a:lnTo>
                  <a:lnTo>
                    <a:pt x="4544802" y="342809"/>
                  </a:lnTo>
                  <a:lnTo>
                    <a:pt x="4545452" y="342362"/>
                  </a:lnTo>
                  <a:lnTo>
                    <a:pt x="4546102" y="342121"/>
                  </a:lnTo>
                  <a:lnTo>
                    <a:pt x="4546752" y="341950"/>
                  </a:lnTo>
                  <a:lnTo>
                    <a:pt x="4547402" y="341607"/>
                  </a:lnTo>
                  <a:lnTo>
                    <a:pt x="4548052" y="340910"/>
                  </a:lnTo>
                  <a:lnTo>
                    <a:pt x="4548702" y="339604"/>
                  </a:lnTo>
                  <a:lnTo>
                    <a:pt x="4549352" y="337527"/>
                  </a:lnTo>
                  <a:lnTo>
                    <a:pt x="4550002" y="334474"/>
                  </a:lnTo>
                  <a:lnTo>
                    <a:pt x="4550652" y="330413"/>
                  </a:lnTo>
                  <a:lnTo>
                    <a:pt x="4551302" y="325365"/>
                  </a:lnTo>
                  <a:lnTo>
                    <a:pt x="4551952" y="319378"/>
                  </a:lnTo>
                  <a:lnTo>
                    <a:pt x="4552602" y="312759"/>
                  </a:lnTo>
                  <a:lnTo>
                    <a:pt x="4553252" y="305816"/>
                  </a:lnTo>
                  <a:lnTo>
                    <a:pt x="4553901" y="298740"/>
                  </a:lnTo>
                  <a:lnTo>
                    <a:pt x="4554551" y="291785"/>
                  </a:lnTo>
                  <a:lnTo>
                    <a:pt x="4555201" y="285132"/>
                  </a:lnTo>
                  <a:lnTo>
                    <a:pt x="4555851" y="279115"/>
                  </a:lnTo>
                  <a:lnTo>
                    <a:pt x="4556501" y="273862"/>
                  </a:lnTo>
                  <a:lnTo>
                    <a:pt x="4557151" y="269158"/>
                  </a:lnTo>
                  <a:lnTo>
                    <a:pt x="4557801" y="264954"/>
                  </a:lnTo>
                  <a:lnTo>
                    <a:pt x="4558451" y="261358"/>
                  </a:lnTo>
                  <a:lnTo>
                    <a:pt x="4559101" y="258392"/>
                  </a:lnTo>
                  <a:lnTo>
                    <a:pt x="4559751" y="256055"/>
                  </a:lnTo>
                  <a:lnTo>
                    <a:pt x="4560401" y="253957"/>
                  </a:lnTo>
                  <a:lnTo>
                    <a:pt x="4561051" y="251875"/>
                  </a:lnTo>
                  <a:lnTo>
                    <a:pt x="4561701" y="249996"/>
                  </a:lnTo>
                  <a:lnTo>
                    <a:pt x="4562351" y="248234"/>
                  </a:lnTo>
                  <a:lnTo>
                    <a:pt x="4563001" y="246240"/>
                  </a:lnTo>
                  <a:lnTo>
                    <a:pt x="4563650" y="243751"/>
                  </a:lnTo>
                  <a:lnTo>
                    <a:pt x="4564300" y="240687"/>
                  </a:lnTo>
                  <a:lnTo>
                    <a:pt x="4564950" y="237197"/>
                  </a:lnTo>
                  <a:lnTo>
                    <a:pt x="4565600" y="233397"/>
                  </a:lnTo>
                  <a:lnTo>
                    <a:pt x="4566250" y="229319"/>
                  </a:lnTo>
                  <a:lnTo>
                    <a:pt x="4566900" y="225213"/>
                  </a:lnTo>
                  <a:lnTo>
                    <a:pt x="4567550" y="221344"/>
                  </a:lnTo>
                  <a:lnTo>
                    <a:pt x="4568200" y="217797"/>
                  </a:lnTo>
                  <a:lnTo>
                    <a:pt x="4568850" y="214740"/>
                  </a:lnTo>
                  <a:lnTo>
                    <a:pt x="4569500" y="212296"/>
                  </a:lnTo>
                  <a:lnTo>
                    <a:pt x="4570150" y="210681"/>
                  </a:lnTo>
                  <a:lnTo>
                    <a:pt x="4570800" y="209977"/>
                  </a:lnTo>
                  <a:lnTo>
                    <a:pt x="4571450" y="209987"/>
                  </a:lnTo>
                  <a:lnTo>
                    <a:pt x="4572100" y="210715"/>
                  </a:lnTo>
                  <a:lnTo>
                    <a:pt x="4572750" y="212411"/>
                  </a:lnTo>
                  <a:lnTo>
                    <a:pt x="4573400" y="215174"/>
                  </a:lnTo>
                  <a:lnTo>
                    <a:pt x="4574049" y="218925"/>
                  </a:lnTo>
                  <a:lnTo>
                    <a:pt x="4574699" y="223467"/>
                  </a:lnTo>
                  <a:lnTo>
                    <a:pt x="4575349" y="228596"/>
                  </a:lnTo>
                  <a:lnTo>
                    <a:pt x="4575999" y="234211"/>
                  </a:lnTo>
                  <a:lnTo>
                    <a:pt x="4576649" y="240209"/>
                  </a:lnTo>
                  <a:lnTo>
                    <a:pt x="4577299" y="246410"/>
                  </a:lnTo>
                  <a:lnTo>
                    <a:pt x="4577949" y="252605"/>
                  </a:lnTo>
                  <a:lnTo>
                    <a:pt x="4578599" y="258477"/>
                  </a:lnTo>
                  <a:lnTo>
                    <a:pt x="4579249" y="263733"/>
                  </a:lnTo>
                  <a:lnTo>
                    <a:pt x="4579899" y="268431"/>
                  </a:lnTo>
                  <a:lnTo>
                    <a:pt x="4580549" y="272649"/>
                  </a:lnTo>
                  <a:lnTo>
                    <a:pt x="4581199" y="276393"/>
                  </a:lnTo>
                  <a:lnTo>
                    <a:pt x="4581849" y="279499"/>
                  </a:lnTo>
                  <a:lnTo>
                    <a:pt x="4582499" y="282160"/>
                  </a:lnTo>
                  <a:lnTo>
                    <a:pt x="4583149" y="284654"/>
                  </a:lnTo>
                  <a:lnTo>
                    <a:pt x="4583798" y="287288"/>
                  </a:lnTo>
                  <a:lnTo>
                    <a:pt x="4584448" y="290300"/>
                  </a:lnTo>
                  <a:lnTo>
                    <a:pt x="4585098" y="293582"/>
                  </a:lnTo>
                  <a:lnTo>
                    <a:pt x="4585748" y="297077"/>
                  </a:lnTo>
                  <a:lnTo>
                    <a:pt x="4586398" y="300859"/>
                  </a:lnTo>
                  <a:lnTo>
                    <a:pt x="4587048" y="304789"/>
                  </a:lnTo>
                  <a:lnTo>
                    <a:pt x="4587698" y="308812"/>
                  </a:lnTo>
                  <a:lnTo>
                    <a:pt x="4588348" y="312928"/>
                  </a:lnTo>
                  <a:lnTo>
                    <a:pt x="4588998" y="317276"/>
                  </a:lnTo>
                  <a:lnTo>
                    <a:pt x="4589648" y="321980"/>
                  </a:lnTo>
                  <a:lnTo>
                    <a:pt x="4590298" y="327158"/>
                  </a:lnTo>
                  <a:lnTo>
                    <a:pt x="4590948" y="332795"/>
                  </a:lnTo>
                  <a:lnTo>
                    <a:pt x="4591598" y="338978"/>
                  </a:lnTo>
                  <a:lnTo>
                    <a:pt x="4592248" y="345648"/>
                  </a:lnTo>
                  <a:lnTo>
                    <a:pt x="4592898" y="352905"/>
                  </a:lnTo>
                  <a:lnTo>
                    <a:pt x="4593547" y="360717"/>
                  </a:lnTo>
                  <a:lnTo>
                    <a:pt x="4594197" y="368881"/>
                  </a:lnTo>
                  <a:lnTo>
                    <a:pt x="4594847" y="377386"/>
                  </a:lnTo>
                  <a:lnTo>
                    <a:pt x="4595497" y="386525"/>
                  </a:lnTo>
                  <a:lnTo>
                    <a:pt x="4596147" y="396600"/>
                  </a:lnTo>
                  <a:lnTo>
                    <a:pt x="4596797" y="407580"/>
                  </a:lnTo>
                  <a:lnTo>
                    <a:pt x="4597447" y="419297"/>
                  </a:lnTo>
                  <a:lnTo>
                    <a:pt x="4598097" y="431642"/>
                  </a:lnTo>
                  <a:lnTo>
                    <a:pt x="4598747" y="444564"/>
                  </a:lnTo>
                  <a:lnTo>
                    <a:pt x="4599397" y="457731"/>
                  </a:lnTo>
                  <a:lnTo>
                    <a:pt x="4600047" y="470593"/>
                  </a:lnTo>
                  <a:lnTo>
                    <a:pt x="4600697" y="482767"/>
                  </a:lnTo>
                  <a:lnTo>
                    <a:pt x="4601347" y="494028"/>
                  </a:lnTo>
                  <a:lnTo>
                    <a:pt x="4601997" y="504197"/>
                  </a:lnTo>
                  <a:lnTo>
                    <a:pt x="4602647" y="512862"/>
                  </a:lnTo>
                  <a:lnTo>
                    <a:pt x="4603297" y="519741"/>
                  </a:lnTo>
                  <a:lnTo>
                    <a:pt x="4603946" y="524738"/>
                  </a:lnTo>
                  <a:lnTo>
                    <a:pt x="4604596" y="528150"/>
                  </a:lnTo>
                  <a:lnTo>
                    <a:pt x="4605246" y="529793"/>
                  </a:lnTo>
                  <a:lnTo>
                    <a:pt x="4605896" y="529293"/>
                  </a:lnTo>
                  <a:lnTo>
                    <a:pt x="4606546" y="526796"/>
                  </a:lnTo>
                  <a:lnTo>
                    <a:pt x="4607196" y="522692"/>
                  </a:lnTo>
                  <a:lnTo>
                    <a:pt x="4607846" y="517493"/>
                  </a:lnTo>
                  <a:lnTo>
                    <a:pt x="4608496" y="511549"/>
                  </a:lnTo>
                  <a:lnTo>
                    <a:pt x="4609146" y="505225"/>
                  </a:lnTo>
                  <a:lnTo>
                    <a:pt x="4609796" y="499000"/>
                  </a:lnTo>
                  <a:lnTo>
                    <a:pt x="4610446" y="493475"/>
                  </a:lnTo>
                  <a:lnTo>
                    <a:pt x="4611096" y="489283"/>
                  </a:lnTo>
                  <a:lnTo>
                    <a:pt x="4611746" y="486688"/>
                  </a:lnTo>
                  <a:lnTo>
                    <a:pt x="4612396" y="485600"/>
                  </a:lnTo>
                  <a:lnTo>
                    <a:pt x="4613046" y="485954"/>
                  </a:lnTo>
                  <a:lnTo>
                    <a:pt x="4613695" y="487682"/>
                  </a:lnTo>
                  <a:lnTo>
                    <a:pt x="4614345" y="490772"/>
                  </a:lnTo>
                  <a:lnTo>
                    <a:pt x="4614995" y="495006"/>
                  </a:lnTo>
                  <a:lnTo>
                    <a:pt x="4615645" y="500048"/>
                  </a:lnTo>
                  <a:lnTo>
                    <a:pt x="4616295" y="505551"/>
                  </a:lnTo>
                  <a:lnTo>
                    <a:pt x="4616945" y="511154"/>
                  </a:lnTo>
                  <a:lnTo>
                    <a:pt x="4617595" y="516913"/>
                  </a:lnTo>
                  <a:lnTo>
                    <a:pt x="4618245" y="522871"/>
                  </a:lnTo>
                  <a:lnTo>
                    <a:pt x="4618895" y="528849"/>
                  </a:lnTo>
                  <a:lnTo>
                    <a:pt x="4619545" y="534703"/>
                  </a:lnTo>
                  <a:lnTo>
                    <a:pt x="4620195" y="540386"/>
                  </a:lnTo>
                  <a:lnTo>
                    <a:pt x="4620845" y="545609"/>
                  </a:lnTo>
                  <a:lnTo>
                    <a:pt x="4621495" y="550300"/>
                  </a:lnTo>
                  <a:lnTo>
                    <a:pt x="4622145" y="554386"/>
                  </a:lnTo>
                  <a:lnTo>
                    <a:pt x="4622795" y="557728"/>
                  </a:lnTo>
                  <a:lnTo>
                    <a:pt x="4623445" y="560501"/>
                  </a:lnTo>
                  <a:lnTo>
                    <a:pt x="4624094" y="562525"/>
                  </a:lnTo>
                  <a:lnTo>
                    <a:pt x="4624744" y="563702"/>
                  </a:lnTo>
                  <a:lnTo>
                    <a:pt x="4625394" y="564011"/>
                  </a:lnTo>
                  <a:lnTo>
                    <a:pt x="4626044" y="563412"/>
                  </a:lnTo>
                  <a:lnTo>
                    <a:pt x="4626694" y="561683"/>
                  </a:lnTo>
                  <a:lnTo>
                    <a:pt x="4627344" y="558437"/>
                  </a:lnTo>
                  <a:lnTo>
                    <a:pt x="4627994" y="553630"/>
                  </a:lnTo>
                  <a:lnTo>
                    <a:pt x="4628644" y="547220"/>
                  </a:lnTo>
                  <a:lnTo>
                    <a:pt x="4629294" y="539345"/>
                  </a:lnTo>
                  <a:lnTo>
                    <a:pt x="4629944" y="530155"/>
                  </a:lnTo>
                  <a:lnTo>
                    <a:pt x="4630594" y="519769"/>
                  </a:lnTo>
                  <a:lnTo>
                    <a:pt x="4631244" y="508321"/>
                  </a:lnTo>
                  <a:lnTo>
                    <a:pt x="4631894" y="496015"/>
                  </a:lnTo>
                  <a:lnTo>
                    <a:pt x="4632544" y="483103"/>
                  </a:lnTo>
                  <a:lnTo>
                    <a:pt x="4633194" y="469750"/>
                  </a:lnTo>
                  <a:lnTo>
                    <a:pt x="4633843" y="456236"/>
                  </a:lnTo>
                  <a:lnTo>
                    <a:pt x="4634493" y="442472"/>
                  </a:lnTo>
                  <a:lnTo>
                    <a:pt x="4635143" y="428748"/>
                  </a:lnTo>
                  <a:lnTo>
                    <a:pt x="4635793" y="415365"/>
                  </a:lnTo>
                  <a:lnTo>
                    <a:pt x="4636443" y="402944"/>
                  </a:lnTo>
                  <a:lnTo>
                    <a:pt x="4637093" y="391643"/>
                  </a:lnTo>
                  <a:lnTo>
                    <a:pt x="4637743" y="381304"/>
                  </a:lnTo>
                  <a:lnTo>
                    <a:pt x="4638393" y="371962"/>
                  </a:lnTo>
                  <a:lnTo>
                    <a:pt x="4639043" y="363650"/>
                  </a:lnTo>
                  <a:lnTo>
                    <a:pt x="4639693" y="356356"/>
                  </a:lnTo>
                  <a:lnTo>
                    <a:pt x="4640343" y="349917"/>
                  </a:lnTo>
                  <a:lnTo>
                    <a:pt x="4640993" y="344150"/>
                  </a:lnTo>
                  <a:lnTo>
                    <a:pt x="4641643" y="339161"/>
                  </a:lnTo>
                  <a:lnTo>
                    <a:pt x="4642293" y="334861"/>
                  </a:lnTo>
                  <a:lnTo>
                    <a:pt x="4642943" y="331125"/>
                  </a:lnTo>
                  <a:lnTo>
                    <a:pt x="4643593" y="327665"/>
                  </a:lnTo>
                  <a:lnTo>
                    <a:pt x="4644242" y="324501"/>
                  </a:lnTo>
                  <a:lnTo>
                    <a:pt x="4644892" y="321634"/>
                  </a:lnTo>
                  <a:lnTo>
                    <a:pt x="4645542" y="318953"/>
                  </a:lnTo>
                  <a:lnTo>
                    <a:pt x="4646192" y="315965"/>
                  </a:lnTo>
                  <a:lnTo>
                    <a:pt x="4646842" y="312473"/>
                  </a:lnTo>
                  <a:lnTo>
                    <a:pt x="4647492" y="308366"/>
                  </a:lnTo>
                  <a:lnTo>
                    <a:pt x="4648142" y="303731"/>
                  </a:lnTo>
                  <a:lnTo>
                    <a:pt x="4648792" y="298816"/>
                  </a:lnTo>
                  <a:lnTo>
                    <a:pt x="4649442" y="293535"/>
                  </a:lnTo>
                  <a:lnTo>
                    <a:pt x="4650092" y="287792"/>
                  </a:lnTo>
                  <a:lnTo>
                    <a:pt x="4650742" y="281628"/>
                  </a:lnTo>
                  <a:lnTo>
                    <a:pt x="4651392" y="274997"/>
                  </a:lnTo>
                  <a:lnTo>
                    <a:pt x="4652042" y="268054"/>
                  </a:lnTo>
                  <a:lnTo>
                    <a:pt x="4652692" y="260807"/>
                  </a:lnTo>
                  <a:lnTo>
                    <a:pt x="4653342" y="253320"/>
                  </a:lnTo>
                  <a:lnTo>
                    <a:pt x="4653991" y="245737"/>
                  </a:lnTo>
                  <a:lnTo>
                    <a:pt x="4654641" y="238151"/>
                  </a:lnTo>
                  <a:lnTo>
                    <a:pt x="4655291" y="230635"/>
                  </a:lnTo>
                  <a:lnTo>
                    <a:pt x="4655941" y="223255"/>
                  </a:lnTo>
                  <a:lnTo>
                    <a:pt x="4656591" y="216151"/>
                  </a:lnTo>
                  <a:lnTo>
                    <a:pt x="4657241" y="209451"/>
                  </a:lnTo>
                  <a:lnTo>
                    <a:pt x="4657891" y="202967"/>
                  </a:lnTo>
                  <a:lnTo>
                    <a:pt x="4658541" y="196413"/>
                  </a:lnTo>
                  <a:lnTo>
                    <a:pt x="4659191" y="189876"/>
                  </a:lnTo>
                  <a:lnTo>
                    <a:pt x="4659841" y="183600"/>
                  </a:lnTo>
                  <a:lnTo>
                    <a:pt x="4660491" y="177638"/>
                  </a:lnTo>
                  <a:lnTo>
                    <a:pt x="4661141" y="171907"/>
                  </a:lnTo>
                  <a:lnTo>
                    <a:pt x="4661791" y="166237"/>
                  </a:lnTo>
                  <a:lnTo>
                    <a:pt x="4662441" y="160750"/>
                  </a:lnTo>
                  <a:lnTo>
                    <a:pt x="4663091" y="155602"/>
                  </a:lnTo>
                  <a:lnTo>
                    <a:pt x="4663741" y="150709"/>
                  </a:lnTo>
                  <a:lnTo>
                    <a:pt x="4664390" y="145965"/>
                  </a:lnTo>
                  <a:lnTo>
                    <a:pt x="4665040" y="141411"/>
                  </a:lnTo>
                  <a:lnTo>
                    <a:pt x="4665690" y="137235"/>
                  </a:lnTo>
                  <a:lnTo>
                    <a:pt x="4666340" y="133427"/>
                  </a:lnTo>
                  <a:lnTo>
                    <a:pt x="4666990" y="130173"/>
                  </a:lnTo>
                  <a:lnTo>
                    <a:pt x="4667640" y="127715"/>
                  </a:lnTo>
                  <a:lnTo>
                    <a:pt x="4668290" y="126226"/>
                  </a:lnTo>
                  <a:lnTo>
                    <a:pt x="4668940" y="125678"/>
                  </a:lnTo>
                  <a:lnTo>
                    <a:pt x="4669590" y="125909"/>
                  </a:lnTo>
                  <a:lnTo>
                    <a:pt x="4670240" y="126852"/>
                  </a:lnTo>
                  <a:lnTo>
                    <a:pt x="4670890" y="128616"/>
                  </a:lnTo>
                  <a:lnTo>
                    <a:pt x="4671540" y="131264"/>
                  </a:lnTo>
                  <a:lnTo>
                    <a:pt x="4672190" y="134609"/>
                  </a:lnTo>
                  <a:lnTo>
                    <a:pt x="4672840" y="138557"/>
                  </a:lnTo>
                  <a:lnTo>
                    <a:pt x="4673490" y="143252"/>
                  </a:lnTo>
                  <a:lnTo>
                    <a:pt x="4674139" y="148698"/>
                  </a:lnTo>
                  <a:lnTo>
                    <a:pt x="4674789" y="154955"/>
                  </a:lnTo>
                  <a:lnTo>
                    <a:pt x="4675439" y="161970"/>
                  </a:lnTo>
                  <a:lnTo>
                    <a:pt x="4676089" y="169754"/>
                  </a:lnTo>
                  <a:lnTo>
                    <a:pt x="4676739" y="178271"/>
                  </a:lnTo>
                  <a:lnTo>
                    <a:pt x="4677389" y="187467"/>
                  </a:lnTo>
                  <a:lnTo>
                    <a:pt x="4678039" y="197190"/>
                  </a:lnTo>
                  <a:lnTo>
                    <a:pt x="4678689" y="207510"/>
                  </a:lnTo>
                  <a:lnTo>
                    <a:pt x="4679339" y="218494"/>
                  </a:lnTo>
                  <a:lnTo>
                    <a:pt x="4679989" y="230143"/>
                  </a:lnTo>
                  <a:lnTo>
                    <a:pt x="4680639" y="242195"/>
                  </a:lnTo>
                  <a:lnTo>
                    <a:pt x="4681289" y="254145"/>
                  </a:lnTo>
                  <a:lnTo>
                    <a:pt x="4681939" y="265852"/>
                  </a:lnTo>
                  <a:lnTo>
                    <a:pt x="4682589" y="277205"/>
                  </a:lnTo>
                  <a:lnTo>
                    <a:pt x="4683239" y="287944"/>
                  </a:lnTo>
                  <a:lnTo>
                    <a:pt x="4683889" y="297921"/>
                  </a:lnTo>
                  <a:lnTo>
                    <a:pt x="4684538" y="306791"/>
                  </a:lnTo>
                  <a:lnTo>
                    <a:pt x="4685188" y="314673"/>
                  </a:lnTo>
                  <a:lnTo>
                    <a:pt x="4685838" y="321611"/>
                  </a:lnTo>
                  <a:lnTo>
                    <a:pt x="4686488" y="327460"/>
                  </a:lnTo>
                  <a:lnTo>
                    <a:pt x="4687138" y="332172"/>
                  </a:lnTo>
                  <a:lnTo>
                    <a:pt x="4687788" y="335995"/>
                  </a:lnTo>
                  <a:lnTo>
                    <a:pt x="4688438" y="338903"/>
                  </a:lnTo>
                  <a:lnTo>
                    <a:pt x="4689088" y="340917"/>
                  </a:lnTo>
                  <a:lnTo>
                    <a:pt x="4689738" y="342133"/>
                  </a:lnTo>
                  <a:lnTo>
                    <a:pt x="4690388" y="343048"/>
                  </a:lnTo>
                  <a:lnTo>
                    <a:pt x="4691038" y="344489"/>
                  </a:lnTo>
                  <a:lnTo>
                    <a:pt x="4691688" y="346581"/>
                  </a:lnTo>
                  <a:lnTo>
                    <a:pt x="4692338" y="349258"/>
                  </a:lnTo>
                  <a:lnTo>
                    <a:pt x="4692988" y="352448"/>
                  </a:lnTo>
                  <a:lnTo>
                    <a:pt x="4693638" y="356514"/>
                  </a:lnTo>
                  <a:lnTo>
                    <a:pt x="4694287" y="361703"/>
                  </a:lnTo>
                  <a:lnTo>
                    <a:pt x="4694937" y="367592"/>
                  </a:lnTo>
                  <a:lnTo>
                    <a:pt x="4695587" y="373815"/>
                  </a:lnTo>
                  <a:lnTo>
                    <a:pt x="4696237" y="380318"/>
                  </a:lnTo>
                  <a:lnTo>
                    <a:pt x="4696887" y="387131"/>
                  </a:lnTo>
                  <a:lnTo>
                    <a:pt x="4697537" y="394058"/>
                  </a:lnTo>
                  <a:lnTo>
                    <a:pt x="4698187" y="400803"/>
                  </a:lnTo>
                  <a:lnTo>
                    <a:pt x="4698837" y="407288"/>
                  </a:lnTo>
                  <a:lnTo>
                    <a:pt x="4699487" y="413385"/>
                  </a:lnTo>
                  <a:lnTo>
                    <a:pt x="4700137" y="418585"/>
                  </a:lnTo>
                  <a:lnTo>
                    <a:pt x="4700787" y="422398"/>
                  </a:lnTo>
                  <a:lnTo>
                    <a:pt x="4701437" y="424721"/>
                  </a:lnTo>
                  <a:lnTo>
                    <a:pt x="4702087" y="425586"/>
                  </a:lnTo>
                  <a:lnTo>
                    <a:pt x="4702737" y="425306"/>
                  </a:lnTo>
                  <a:lnTo>
                    <a:pt x="4703387" y="423567"/>
                  </a:lnTo>
                  <a:lnTo>
                    <a:pt x="4704037" y="420318"/>
                  </a:lnTo>
                  <a:lnTo>
                    <a:pt x="4704686" y="415802"/>
                  </a:lnTo>
                  <a:lnTo>
                    <a:pt x="4705336" y="410307"/>
                  </a:lnTo>
                  <a:lnTo>
                    <a:pt x="4705986" y="403723"/>
                  </a:lnTo>
                  <a:lnTo>
                    <a:pt x="4706636" y="395990"/>
                  </a:lnTo>
                  <a:lnTo>
                    <a:pt x="4707286" y="387033"/>
                  </a:lnTo>
                  <a:lnTo>
                    <a:pt x="4707936" y="376955"/>
                  </a:lnTo>
                  <a:lnTo>
                    <a:pt x="4708586" y="365838"/>
                  </a:lnTo>
                  <a:lnTo>
                    <a:pt x="4709236" y="353631"/>
                  </a:lnTo>
                  <a:lnTo>
                    <a:pt x="4709886" y="340506"/>
                  </a:lnTo>
                  <a:lnTo>
                    <a:pt x="4710536" y="326741"/>
                  </a:lnTo>
                  <a:lnTo>
                    <a:pt x="4711186" y="312733"/>
                  </a:lnTo>
                  <a:lnTo>
                    <a:pt x="4711836" y="298673"/>
                  </a:lnTo>
                  <a:lnTo>
                    <a:pt x="4712486" y="284690"/>
                  </a:lnTo>
                  <a:lnTo>
                    <a:pt x="4713136" y="271155"/>
                  </a:lnTo>
                  <a:lnTo>
                    <a:pt x="4713786" y="258553"/>
                  </a:lnTo>
                  <a:lnTo>
                    <a:pt x="4714435" y="247212"/>
                  </a:lnTo>
                  <a:lnTo>
                    <a:pt x="4715085" y="237361"/>
                  </a:lnTo>
                  <a:lnTo>
                    <a:pt x="4715735" y="229017"/>
                  </a:lnTo>
                  <a:lnTo>
                    <a:pt x="4716385" y="222128"/>
                  </a:lnTo>
                  <a:lnTo>
                    <a:pt x="4717035" y="216720"/>
                  </a:lnTo>
                  <a:lnTo>
                    <a:pt x="4717685" y="212536"/>
                  </a:lnTo>
                  <a:lnTo>
                    <a:pt x="4718335" y="209346"/>
                  </a:lnTo>
                  <a:lnTo>
                    <a:pt x="4718985" y="207035"/>
                  </a:lnTo>
                  <a:lnTo>
                    <a:pt x="4719635" y="205503"/>
                  </a:lnTo>
                  <a:lnTo>
                    <a:pt x="4720285" y="204537"/>
                  </a:lnTo>
                  <a:lnTo>
                    <a:pt x="4720935" y="204021"/>
                  </a:lnTo>
                  <a:lnTo>
                    <a:pt x="4721585" y="203893"/>
                  </a:lnTo>
                  <a:lnTo>
                    <a:pt x="4722235" y="204005"/>
                  </a:lnTo>
                  <a:lnTo>
                    <a:pt x="4722885" y="204027"/>
                  </a:lnTo>
                  <a:lnTo>
                    <a:pt x="4723535" y="203527"/>
                  </a:lnTo>
                  <a:lnTo>
                    <a:pt x="4724185" y="202303"/>
                  </a:lnTo>
                  <a:lnTo>
                    <a:pt x="4724834" y="200190"/>
                  </a:lnTo>
                  <a:lnTo>
                    <a:pt x="4725484" y="197255"/>
                  </a:lnTo>
                  <a:lnTo>
                    <a:pt x="4726134" y="193485"/>
                  </a:lnTo>
                  <a:lnTo>
                    <a:pt x="4726784" y="189048"/>
                  </a:lnTo>
                  <a:lnTo>
                    <a:pt x="4727434" y="184476"/>
                  </a:lnTo>
                  <a:lnTo>
                    <a:pt x="4728084" y="180159"/>
                  </a:lnTo>
                  <a:lnTo>
                    <a:pt x="4728734" y="176336"/>
                  </a:lnTo>
                  <a:lnTo>
                    <a:pt x="4729384" y="173168"/>
                  </a:lnTo>
                  <a:lnTo>
                    <a:pt x="4730034" y="170789"/>
                  </a:lnTo>
                  <a:lnTo>
                    <a:pt x="4730684" y="169246"/>
                  </a:lnTo>
                  <a:lnTo>
                    <a:pt x="4731334" y="168491"/>
                  </a:lnTo>
                  <a:lnTo>
                    <a:pt x="4731984" y="168422"/>
                  </a:lnTo>
                  <a:lnTo>
                    <a:pt x="4732634" y="169046"/>
                  </a:lnTo>
                  <a:lnTo>
                    <a:pt x="4733284" y="170401"/>
                  </a:lnTo>
                  <a:lnTo>
                    <a:pt x="4733934" y="172371"/>
                  </a:lnTo>
                  <a:lnTo>
                    <a:pt x="4734583" y="174940"/>
                  </a:lnTo>
                  <a:lnTo>
                    <a:pt x="4735233" y="178003"/>
                  </a:lnTo>
                  <a:lnTo>
                    <a:pt x="4735883" y="181556"/>
                  </a:lnTo>
                  <a:lnTo>
                    <a:pt x="4736533" y="185451"/>
                  </a:lnTo>
                  <a:lnTo>
                    <a:pt x="4737183" y="189491"/>
                  </a:lnTo>
                  <a:lnTo>
                    <a:pt x="4737833" y="193471"/>
                  </a:lnTo>
                  <a:lnTo>
                    <a:pt x="4738483" y="197388"/>
                  </a:lnTo>
                  <a:lnTo>
                    <a:pt x="4739133" y="201192"/>
                  </a:lnTo>
                  <a:lnTo>
                    <a:pt x="4739783" y="204825"/>
                  </a:lnTo>
                  <a:lnTo>
                    <a:pt x="4740433" y="208211"/>
                  </a:lnTo>
                  <a:lnTo>
                    <a:pt x="4741083" y="211471"/>
                  </a:lnTo>
                  <a:lnTo>
                    <a:pt x="4741733" y="214766"/>
                  </a:lnTo>
                  <a:lnTo>
                    <a:pt x="4742383" y="218153"/>
                  </a:lnTo>
                  <a:lnTo>
                    <a:pt x="4743033" y="221656"/>
                  </a:lnTo>
                  <a:lnTo>
                    <a:pt x="4743683" y="225252"/>
                  </a:lnTo>
                  <a:lnTo>
                    <a:pt x="4744332" y="228979"/>
                  </a:lnTo>
                  <a:lnTo>
                    <a:pt x="4744982" y="232930"/>
                  </a:lnTo>
                  <a:lnTo>
                    <a:pt x="4745632" y="237032"/>
                  </a:lnTo>
                  <a:lnTo>
                    <a:pt x="4746282" y="241106"/>
                  </a:lnTo>
                  <a:lnTo>
                    <a:pt x="4746932" y="245023"/>
                  </a:lnTo>
                  <a:lnTo>
                    <a:pt x="4747582" y="248572"/>
                  </a:lnTo>
                  <a:lnTo>
                    <a:pt x="4748232" y="251705"/>
                  </a:lnTo>
                  <a:lnTo>
                    <a:pt x="4748882" y="254459"/>
                  </a:lnTo>
                  <a:lnTo>
                    <a:pt x="4749532" y="256908"/>
                  </a:lnTo>
                  <a:lnTo>
                    <a:pt x="4750182" y="259079"/>
                  </a:lnTo>
                  <a:lnTo>
                    <a:pt x="4750832" y="260978"/>
                  </a:lnTo>
                  <a:lnTo>
                    <a:pt x="4751482" y="262625"/>
                  </a:lnTo>
                  <a:lnTo>
                    <a:pt x="4752132" y="264005"/>
                  </a:lnTo>
                  <a:lnTo>
                    <a:pt x="4752782" y="265090"/>
                  </a:lnTo>
                  <a:lnTo>
                    <a:pt x="4753432" y="265901"/>
                  </a:lnTo>
                  <a:lnTo>
                    <a:pt x="4754082" y="266228"/>
                  </a:lnTo>
                  <a:lnTo>
                    <a:pt x="4754731" y="266031"/>
                  </a:lnTo>
                  <a:lnTo>
                    <a:pt x="4755381" y="265518"/>
                  </a:lnTo>
                  <a:lnTo>
                    <a:pt x="4756031" y="264953"/>
                  </a:lnTo>
                  <a:lnTo>
                    <a:pt x="4756681" y="264617"/>
                  </a:lnTo>
                  <a:lnTo>
                    <a:pt x="4757331" y="264716"/>
                  </a:lnTo>
                  <a:lnTo>
                    <a:pt x="4757981" y="265383"/>
                  </a:lnTo>
                  <a:lnTo>
                    <a:pt x="4758631" y="266580"/>
                  </a:lnTo>
                  <a:lnTo>
                    <a:pt x="4759281" y="268250"/>
                  </a:lnTo>
                  <a:lnTo>
                    <a:pt x="4759931" y="270134"/>
                  </a:lnTo>
                  <a:lnTo>
                    <a:pt x="4760581" y="271934"/>
                  </a:lnTo>
                  <a:lnTo>
                    <a:pt x="4761231" y="273447"/>
                  </a:lnTo>
                  <a:lnTo>
                    <a:pt x="4761881" y="274564"/>
                  </a:lnTo>
                  <a:lnTo>
                    <a:pt x="4762531" y="275106"/>
                  </a:lnTo>
                  <a:lnTo>
                    <a:pt x="4763181" y="275000"/>
                  </a:lnTo>
                  <a:lnTo>
                    <a:pt x="4763831" y="274443"/>
                  </a:lnTo>
                  <a:lnTo>
                    <a:pt x="4764480" y="273546"/>
                  </a:lnTo>
                  <a:lnTo>
                    <a:pt x="4765130" y="272292"/>
                  </a:lnTo>
                  <a:lnTo>
                    <a:pt x="4765780" y="270623"/>
                  </a:lnTo>
                  <a:lnTo>
                    <a:pt x="4766430" y="268526"/>
                  </a:lnTo>
                  <a:lnTo>
                    <a:pt x="4767080" y="266148"/>
                  </a:lnTo>
                  <a:lnTo>
                    <a:pt x="4767730" y="263451"/>
                  </a:lnTo>
                  <a:lnTo>
                    <a:pt x="4768380" y="260575"/>
                  </a:lnTo>
                  <a:lnTo>
                    <a:pt x="4769030" y="257734"/>
                  </a:lnTo>
                  <a:lnTo>
                    <a:pt x="4769680" y="255210"/>
                  </a:lnTo>
                  <a:lnTo>
                    <a:pt x="4770330" y="253269"/>
                  </a:lnTo>
                  <a:lnTo>
                    <a:pt x="4770980" y="252017"/>
                  </a:lnTo>
                  <a:lnTo>
                    <a:pt x="4771630" y="251510"/>
                  </a:lnTo>
                  <a:lnTo>
                    <a:pt x="4772280" y="251943"/>
                  </a:lnTo>
                  <a:lnTo>
                    <a:pt x="4772930" y="253323"/>
                  </a:lnTo>
                  <a:lnTo>
                    <a:pt x="4773580" y="255238"/>
                  </a:lnTo>
                  <a:lnTo>
                    <a:pt x="4774230" y="257482"/>
                  </a:lnTo>
                  <a:lnTo>
                    <a:pt x="4774879" y="259913"/>
                  </a:lnTo>
                  <a:lnTo>
                    <a:pt x="4775529" y="262280"/>
                  </a:lnTo>
                  <a:lnTo>
                    <a:pt x="4776179" y="264429"/>
                  </a:lnTo>
                  <a:lnTo>
                    <a:pt x="4776829" y="266163"/>
                  </a:lnTo>
                  <a:lnTo>
                    <a:pt x="4777479" y="267448"/>
                  </a:lnTo>
                  <a:lnTo>
                    <a:pt x="4778129" y="268339"/>
                  </a:lnTo>
                  <a:lnTo>
                    <a:pt x="4778779" y="268774"/>
                  </a:lnTo>
                  <a:lnTo>
                    <a:pt x="4779429" y="268803"/>
                  </a:lnTo>
                  <a:lnTo>
                    <a:pt x="4780079" y="268450"/>
                  </a:lnTo>
                  <a:lnTo>
                    <a:pt x="4780729" y="267662"/>
                  </a:lnTo>
                  <a:lnTo>
                    <a:pt x="4781379" y="266582"/>
                  </a:lnTo>
                  <a:lnTo>
                    <a:pt x="4782029" y="265132"/>
                  </a:lnTo>
                  <a:lnTo>
                    <a:pt x="4782679" y="263436"/>
                  </a:lnTo>
                  <a:lnTo>
                    <a:pt x="4783329" y="261897"/>
                  </a:lnTo>
                  <a:lnTo>
                    <a:pt x="4783979" y="260560"/>
                  </a:lnTo>
                  <a:lnTo>
                    <a:pt x="4784628" y="259629"/>
                  </a:lnTo>
                  <a:lnTo>
                    <a:pt x="4785278" y="259366"/>
                  </a:lnTo>
                  <a:lnTo>
                    <a:pt x="4785928" y="259690"/>
                  </a:lnTo>
                  <a:lnTo>
                    <a:pt x="4786578" y="260769"/>
                  </a:lnTo>
                  <a:lnTo>
                    <a:pt x="4787228" y="262748"/>
                  </a:lnTo>
                  <a:lnTo>
                    <a:pt x="4787878" y="265470"/>
                  </a:lnTo>
                  <a:lnTo>
                    <a:pt x="4788528" y="268954"/>
                  </a:lnTo>
                  <a:lnTo>
                    <a:pt x="4789178" y="273041"/>
                  </a:lnTo>
                  <a:lnTo>
                    <a:pt x="4789828" y="277778"/>
                  </a:lnTo>
                  <a:lnTo>
                    <a:pt x="4790478" y="283161"/>
                  </a:lnTo>
                  <a:lnTo>
                    <a:pt x="4791128" y="289109"/>
                  </a:lnTo>
                  <a:lnTo>
                    <a:pt x="4791778" y="295664"/>
                  </a:lnTo>
                  <a:lnTo>
                    <a:pt x="4792428" y="302786"/>
                  </a:lnTo>
                  <a:lnTo>
                    <a:pt x="4793078" y="310323"/>
                  </a:lnTo>
                  <a:lnTo>
                    <a:pt x="4793728" y="318357"/>
                  </a:lnTo>
                  <a:lnTo>
                    <a:pt x="4794378" y="326698"/>
                  </a:lnTo>
                  <a:lnTo>
                    <a:pt x="4795027" y="335277"/>
                  </a:lnTo>
                  <a:lnTo>
                    <a:pt x="4795677" y="344085"/>
                  </a:lnTo>
                  <a:lnTo>
                    <a:pt x="4796327" y="352754"/>
                  </a:lnTo>
                  <a:lnTo>
                    <a:pt x="4796977" y="360621"/>
                  </a:lnTo>
                  <a:lnTo>
                    <a:pt x="4797627" y="367583"/>
                  </a:lnTo>
                  <a:lnTo>
                    <a:pt x="4798277" y="373262"/>
                  </a:lnTo>
                  <a:lnTo>
                    <a:pt x="4798927" y="377502"/>
                  </a:lnTo>
                  <a:lnTo>
                    <a:pt x="4799577" y="380081"/>
                  </a:lnTo>
                  <a:lnTo>
                    <a:pt x="4800227" y="381104"/>
                  </a:lnTo>
                  <a:lnTo>
                    <a:pt x="4800877" y="380702"/>
                  </a:lnTo>
                  <a:lnTo>
                    <a:pt x="4801527" y="379119"/>
                  </a:lnTo>
                  <a:lnTo>
                    <a:pt x="4802177" y="376531"/>
                  </a:lnTo>
                  <a:lnTo>
                    <a:pt x="4802827" y="373203"/>
                  </a:lnTo>
                  <a:lnTo>
                    <a:pt x="4803477" y="369344"/>
                  </a:lnTo>
                  <a:lnTo>
                    <a:pt x="4804127" y="365163"/>
                  </a:lnTo>
                  <a:lnTo>
                    <a:pt x="4804776" y="360772"/>
                  </a:lnTo>
                  <a:lnTo>
                    <a:pt x="4805426" y="356402"/>
                  </a:lnTo>
                  <a:lnTo>
                    <a:pt x="4806076" y="352530"/>
                  </a:lnTo>
                  <a:lnTo>
                    <a:pt x="4806726" y="349589"/>
                  </a:lnTo>
                  <a:lnTo>
                    <a:pt x="4807376" y="347685"/>
                  </a:lnTo>
                  <a:lnTo>
                    <a:pt x="4808026" y="347164"/>
                  </a:lnTo>
                  <a:lnTo>
                    <a:pt x="4808676" y="348137"/>
                  </a:lnTo>
                  <a:lnTo>
                    <a:pt x="4809326" y="350613"/>
                  </a:lnTo>
                  <a:lnTo>
                    <a:pt x="4809976" y="354349"/>
                  </a:lnTo>
                  <a:lnTo>
                    <a:pt x="4810626" y="358893"/>
                  </a:lnTo>
                  <a:lnTo>
                    <a:pt x="4811276" y="363922"/>
                  </a:lnTo>
                  <a:lnTo>
                    <a:pt x="4811926" y="369056"/>
                  </a:lnTo>
                  <a:lnTo>
                    <a:pt x="4812576" y="374122"/>
                  </a:lnTo>
                  <a:lnTo>
                    <a:pt x="4813226" y="378992"/>
                  </a:lnTo>
                  <a:lnTo>
                    <a:pt x="4813876" y="383361"/>
                  </a:lnTo>
                  <a:lnTo>
                    <a:pt x="4814526" y="387214"/>
                  </a:lnTo>
                  <a:lnTo>
                    <a:pt x="4815175" y="390454"/>
                  </a:lnTo>
                  <a:lnTo>
                    <a:pt x="4815825" y="392710"/>
                  </a:lnTo>
                  <a:lnTo>
                    <a:pt x="4816475" y="394046"/>
                  </a:lnTo>
                  <a:lnTo>
                    <a:pt x="4817125" y="394247"/>
                  </a:lnTo>
                  <a:lnTo>
                    <a:pt x="4817775" y="392954"/>
                  </a:lnTo>
                  <a:lnTo>
                    <a:pt x="4818425" y="390218"/>
                  </a:lnTo>
                  <a:lnTo>
                    <a:pt x="4819075" y="386141"/>
                  </a:lnTo>
                  <a:lnTo>
                    <a:pt x="4819725" y="380843"/>
                  </a:lnTo>
                  <a:lnTo>
                    <a:pt x="4820375" y="375007"/>
                  </a:lnTo>
                  <a:lnTo>
                    <a:pt x="4821025" y="368804"/>
                  </a:lnTo>
                  <a:lnTo>
                    <a:pt x="4821675" y="362440"/>
                  </a:lnTo>
                  <a:lnTo>
                    <a:pt x="4822325" y="355824"/>
                  </a:lnTo>
                  <a:lnTo>
                    <a:pt x="4822975" y="348821"/>
                  </a:lnTo>
                  <a:lnTo>
                    <a:pt x="4823625" y="341487"/>
                  </a:lnTo>
                  <a:lnTo>
                    <a:pt x="4824275" y="333692"/>
                  </a:lnTo>
                  <a:lnTo>
                    <a:pt x="4824924" y="325266"/>
                  </a:lnTo>
                  <a:lnTo>
                    <a:pt x="4825574" y="316505"/>
                  </a:lnTo>
                  <a:lnTo>
                    <a:pt x="4826224" y="307396"/>
                  </a:lnTo>
                  <a:lnTo>
                    <a:pt x="4826874" y="298307"/>
                  </a:lnTo>
                  <a:lnTo>
                    <a:pt x="4827524" y="289796"/>
                  </a:lnTo>
                  <a:lnTo>
                    <a:pt x="4828174" y="282122"/>
                  </a:lnTo>
                  <a:lnTo>
                    <a:pt x="4828824" y="275440"/>
                  </a:lnTo>
                  <a:lnTo>
                    <a:pt x="4829474" y="270172"/>
                  </a:lnTo>
                  <a:lnTo>
                    <a:pt x="4830124" y="266125"/>
                  </a:lnTo>
                  <a:lnTo>
                    <a:pt x="4830774" y="263424"/>
                  </a:lnTo>
                  <a:lnTo>
                    <a:pt x="4831424" y="262054"/>
                  </a:lnTo>
                  <a:lnTo>
                    <a:pt x="4832074" y="261918"/>
                  </a:lnTo>
                  <a:lnTo>
                    <a:pt x="4832724" y="262914"/>
                  </a:lnTo>
                  <a:lnTo>
                    <a:pt x="4833374" y="265037"/>
                  </a:lnTo>
                  <a:lnTo>
                    <a:pt x="4834024" y="268124"/>
                  </a:lnTo>
                  <a:lnTo>
                    <a:pt x="4834674" y="272009"/>
                  </a:lnTo>
                  <a:lnTo>
                    <a:pt x="4835323" y="276362"/>
                  </a:lnTo>
                  <a:lnTo>
                    <a:pt x="4835973" y="280969"/>
                  </a:lnTo>
                  <a:lnTo>
                    <a:pt x="4836623" y="285494"/>
                  </a:lnTo>
                  <a:lnTo>
                    <a:pt x="4837273" y="289514"/>
                  </a:lnTo>
                  <a:lnTo>
                    <a:pt x="4837923" y="292751"/>
                  </a:lnTo>
                  <a:lnTo>
                    <a:pt x="4838573" y="294875"/>
                  </a:lnTo>
                  <a:lnTo>
                    <a:pt x="4839223" y="295734"/>
                  </a:lnTo>
                  <a:lnTo>
                    <a:pt x="4839873" y="295226"/>
                  </a:lnTo>
                  <a:lnTo>
                    <a:pt x="4840523" y="293137"/>
                  </a:lnTo>
                  <a:lnTo>
                    <a:pt x="4841173" y="289467"/>
                  </a:lnTo>
                  <a:lnTo>
                    <a:pt x="4841823" y="284510"/>
                  </a:lnTo>
                  <a:lnTo>
                    <a:pt x="4842473" y="278597"/>
                  </a:lnTo>
                  <a:lnTo>
                    <a:pt x="4843123" y="272040"/>
                  </a:lnTo>
                  <a:lnTo>
                    <a:pt x="4843773" y="265112"/>
                  </a:lnTo>
                  <a:lnTo>
                    <a:pt x="4844423" y="258264"/>
                  </a:lnTo>
                  <a:lnTo>
                    <a:pt x="4845072" y="251756"/>
                  </a:lnTo>
                  <a:lnTo>
                    <a:pt x="4845722" y="245747"/>
                  </a:lnTo>
                  <a:lnTo>
                    <a:pt x="4846372" y="240376"/>
                  </a:lnTo>
                  <a:lnTo>
                    <a:pt x="4847022" y="235544"/>
                  </a:lnTo>
                  <a:lnTo>
                    <a:pt x="4847672" y="231201"/>
                  </a:lnTo>
                  <a:lnTo>
                    <a:pt x="4848322" y="227510"/>
                  </a:lnTo>
                  <a:lnTo>
                    <a:pt x="4848972" y="224227"/>
                  </a:lnTo>
                  <a:lnTo>
                    <a:pt x="4849622" y="221499"/>
                  </a:lnTo>
                  <a:lnTo>
                    <a:pt x="4850272" y="219666"/>
                  </a:lnTo>
                  <a:lnTo>
                    <a:pt x="4850922" y="218941"/>
                  </a:lnTo>
                  <a:lnTo>
                    <a:pt x="4851572" y="219335"/>
                  </a:lnTo>
                  <a:lnTo>
                    <a:pt x="4852222" y="220747"/>
                  </a:lnTo>
                  <a:lnTo>
                    <a:pt x="4852872" y="222877"/>
                  </a:lnTo>
                  <a:lnTo>
                    <a:pt x="4853522" y="225634"/>
                  </a:lnTo>
                  <a:lnTo>
                    <a:pt x="4854172" y="228896"/>
                  </a:lnTo>
                  <a:lnTo>
                    <a:pt x="4854822" y="232571"/>
                  </a:lnTo>
                  <a:lnTo>
                    <a:pt x="4855471" y="236622"/>
                  </a:lnTo>
                  <a:lnTo>
                    <a:pt x="4856121" y="241039"/>
                  </a:lnTo>
                  <a:lnTo>
                    <a:pt x="4856771" y="245977"/>
                  </a:lnTo>
                  <a:lnTo>
                    <a:pt x="4857421" y="251412"/>
                  </a:lnTo>
                  <a:lnTo>
                    <a:pt x="4858071" y="257108"/>
                  </a:lnTo>
                  <a:lnTo>
                    <a:pt x="4858721" y="263001"/>
                  </a:lnTo>
                  <a:lnTo>
                    <a:pt x="4859371" y="268864"/>
                  </a:lnTo>
                  <a:lnTo>
                    <a:pt x="4860021" y="274095"/>
                  </a:lnTo>
                  <a:lnTo>
                    <a:pt x="4860671" y="278422"/>
                  </a:lnTo>
                  <a:lnTo>
                    <a:pt x="4861321" y="281688"/>
                  </a:lnTo>
                  <a:lnTo>
                    <a:pt x="4861971" y="283880"/>
                  </a:lnTo>
                  <a:lnTo>
                    <a:pt x="4862621" y="285153"/>
                  </a:lnTo>
                  <a:lnTo>
                    <a:pt x="4863271" y="285535"/>
                  </a:lnTo>
                  <a:lnTo>
                    <a:pt x="4863921" y="285034"/>
                  </a:lnTo>
                  <a:lnTo>
                    <a:pt x="4864571" y="283735"/>
                  </a:lnTo>
                  <a:lnTo>
                    <a:pt x="4865220" y="281635"/>
                  </a:lnTo>
                  <a:lnTo>
                    <a:pt x="4865870" y="278693"/>
                  </a:lnTo>
                  <a:lnTo>
                    <a:pt x="4866520" y="274967"/>
                  </a:lnTo>
                  <a:lnTo>
                    <a:pt x="4867170" y="270769"/>
                  </a:lnTo>
                  <a:lnTo>
                    <a:pt x="4867820" y="266396"/>
                  </a:lnTo>
                  <a:lnTo>
                    <a:pt x="4868470" y="262003"/>
                  </a:lnTo>
                  <a:lnTo>
                    <a:pt x="4869120" y="257820"/>
                  </a:lnTo>
                  <a:lnTo>
                    <a:pt x="4869770" y="254315"/>
                  </a:lnTo>
                  <a:lnTo>
                    <a:pt x="4870420" y="251642"/>
                  </a:lnTo>
                  <a:lnTo>
                    <a:pt x="4871070" y="250013"/>
                  </a:lnTo>
                  <a:lnTo>
                    <a:pt x="4871720" y="249277"/>
                  </a:lnTo>
                  <a:lnTo>
                    <a:pt x="4872370" y="249435"/>
                  </a:lnTo>
                  <a:lnTo>
                    <a:pt x="4873020" y="250491"/>
                  </a:lnTo>
                  <a:lnTo>
                    <a:pt x="4873670" y="252443"/>
                  </a:lnTo>
                  <a:lnTo>
                    <a:pt x="4874320" y="255015"/>
                  </a:lnTo>
                  <a:lnTo>
                    <a:pt x="4874970" y="258089"/>
                  </a:lnTo>
                  <a:lnTo>
                    <a:pt x="4875619" y="261530"/>
                  </a:lnTo>
                  <a:lnTo>
                    <a:pt x="4876269" y="265297"/>
                  </a:lnTo>
                  <a:lnTo>
                    <a:pt x="4876919" y="269235"/>
                  </a:lnTo>
                  <a:lnTo>
                    <a:pt x="4877569" y="273236"/>
                  </a:lnTo>
                  <a:lnTo>
                    <a:pt x="4878219" y="277293"/>
                  </a:lnTo>
                  <a:lnTo>
                    <a:pt x="4878869" y="281336"/>
                  </a:lnTo>
                  <a:lnTo>
                    <a:pt x="4879519" y="285267"/>
                  </a:lnTo>
                  <a:lnTo>
                    <a:pt x="4880169" y="289098"/>
                  </a:lnTo>
                  <a:lnTo>
                    <a:pt x="4880819" y="292715"/>
                  </a:lnTo>
                  <a:lnTo>
                    <a:pt x="4881469" y="296414"/>
                  </a:lnTo>
                  <a:lnTo>
                    <a:pt x="4882119" y="300169"/>
                  </a:lnTo>
                  <a:lnTo>
                    <a:pt x="4882769" y="303969"/>
                  </a:lnTo>
                  <a:lnTo>
                    <a:pt x="4883419" y="307735"/>
                  </a:lnTo>
                  <a:lnTo>
                    <a:pt x="4884069" y="311673"/>
                  </a:lnTo>
                  <a:lnTo>
                    <a:pt x="4884719" y="315901"/>
                  </a:lnTo>
                  <a:lnTo>
                    <a:pt x="4885368" y="320487"/>
                  </a:lnTo>
                  <a:lnTo>
                    <a:pt x="4886018" y="325250"/>
                  </a:lnTo>
                  <a:lnTo>
                    <a:pt x="4886668" y="330008"/>
                  </a:lnTo>
                  <a:lnTo>
                    <a:pt x="4887318" y="334767"/>
                  </a:lnTo>
                  <a:lnTo>
                    <a:pt x="4887968" y="339512"/>
                  </a:lnTo>
                  <a:lnTo>
                    <a:pt x="4888618" y="344162"/>
                  </a:lnTo>
                  <a:lnTo>
                    <a:pt x="4889268" y="348612"/>
                  </a:lnTo>
                  <a:lnTo>
                    <a:pt x="4889918" y="352795"/>
                  </a:lnTo>
                  <a:lnTo>
                    <a:pt x="4890568" y="356638"/>
                  </a:lnTo>
                  <a:lnTo>
                    <a:pt x="4891218" y="359978"/>
                  </a:lnTo>
                  <a:lnTo>
                    <a:pt x="4891868" y="362657"/>
                  </a:lnTo>
                  <a:lnTo>
                    <a:pt x="4892518" y="364707"/>
                  </a:lnTo>
                  <a:lnTo>
                    <a:pt x="4893168" y="365924"/>
                  </a:lnTo>
                  <a:lnTo>
                    <a:pt x="4893818" y="366369"/>
                  </a:lnTo>
                  <a:lnTo>
                    <a:pt x="4894468" y="365970"/>
                  </a:lnTo>
                  <a:lnTo>
                    <a:pt x="4895117" y="364836"/>
                  </a:lnTo>
                  <a:lnTo>
                    <a:pt x="4895767" y="362953"/>
                  </a:lnTo>
                  <a:lnTo>
                    <a:pt x="4896417" y="360404"/>
                  </a:lnTo>
                  <a:lnTo>
                    <a:pt x="4897067" y="357214"/>
                  </a:lnTo>
                  <a:lnTo>
                    <a:pt x="4897717" y="353481"/>
                  </a:lnTo>
                  <a:lnTo>
                    <a:pt x="4898367" y="349266"/>
                  </a:lnTo>
                  <a:lnTo>
                    <a:pt x="4899017" y="344651"/>
                  </a:lnTo>
                  <a:lnTo>
                    <a:pt x="4899667" y="339817"/>
                  </a:lnTo>
                  <a:lnTo>
                    <a:pt x="4900317" y="335024"/>
                  </a:lnTo>
                  <a:lnTo>
                    <a:pt x="4900967" y="330395"/>
                  </a:lnTo>
                  <a:lnTo>
                    <a:pt x="4901617" y="326194"/>
                  </a:lnTo>
                  <a:lnTo>
                    <a:pt x="4902267" y="322406"/>
                  </a:lnTo>
                  <a:lnTo>
                    <a:pt x="4902917" y="319252"/>
                  </a:lnTo>
                  <a:lnTo>
                    <a:pt x="4903567" y="316708"/>
                  </a:lnTo>
                  <a:lnTo>
                    <a:pt x="4904217" y="314905"/>
                  </a:lnTo>
                  <a:lnTo>
                    <a:pt x="4904867" y="313907"/>
                  </a:lnTo>
                  <a:lnTo>
                    <a:pt x="4905516" y="313966"/>
                  </a:lnTo>
                  <a:lnTo>
                    <a:pt x="4906166" y="315097"/>
                  </a:lnTo>
                  <a:lnTo>
                    <a:pt x="4906816" y="317395"/>
                  </a:lnTo>
                  <a:lnTo>
                    <a:pt x="4907466" y="320898"/>
                  </a:lnTo>
                  <a:lnTo>
                    <a:pt x="4908116" y="325795"/>
                  </a:lnTo>
                  <a:lnTo>
                    <a:pt x="4908766" y="332064"/>
                  </a:lnTo>
                  <a:lnTo>
                    <a:pt x="4909416" y="339433"/>
                  </a:lnTo>
                  <a:lnTo>
                    <a:pt x="4910066" y="347660"/>
                  </a:lnTo>
                  <a:lnTo>
                    <a:pt x="4910716" y="356619"/>
                  </a:lnTo>
                  <a:lnTo>
                    <a:pt x="4911366" y="366231"/>
                  </a:lnTo>
                  <a:lnTo>
                    <a:pt x="4912016" y="376615"/>
                  </a:lnTo>
                  <a:lnTo>
                    <a:pt x="4912666" y="387728"/>
                  </a:lnTo>
                  <a:lnTo>
                    <a:pt x="4913316" y="399510"/>
                  </a:lnTo>
                  <a:lnTo>
                    <a:pt x="4913966" y="411799"/>
                  </a:lnTo>
                  <a:lnTo>
                    <a:pt x="4914616" y="424449"/>
                  </a:lnTo>
                  <a:lnTo>
                    <a:pt x="4915265" y="437194"/>
                  </a:lnTo>
                  <a:lnTo>
                    <a:pt x="4915915" y="449987"/>
                  </a:lnTo>
                  <a:lnTo>
                    <a:pt x="4916565" y="462504"/>
                  </a:lnTo>
                  <a:lnTo>
                    <a:pt x="4917215" y="474457"/>
                  </a:lnTo>
                  <a:lnTo>
                    <a:pt x="4917865" y="485448"/>
                  </a:lnTo>
                  <a:lnTo>
                    <a:pt x="4918515" y="495239"/>
                  </a:lnTo>
                  <a:lnTo>
                    <a:pt x="4919165" y="503910"/>
                  </a:lnTo>
                  <a:lnTo>
                    <a:pt x="4919815" y="511582"/>
                  </a:lnTo>
                  <a:lnTo>
                    <a:pt x="4920465" y="518434"/>
                  </a:lnTo>
                  <a:lnTo>
                    <a:pt x="4921115" y="524639"/>
                  </a:lnTo>
                  <a:lnTo>
                    <a:pt x="4921765" y="530292"/>
                  </a:lnTo>
                  <a:lnTo>
                    <a:pt x="4922415" y="535830"/>
                  </a:lnTo>
                  <a:lnTo>
                    <a:pt x="4923065" y="541602"/>
                  </a:lnTo>
                  <a:lnTo>
                    <a:pt x="4923715" y="547954"/>
                  </a:lnTo>
                  <a:lnTo>
                    <a:pt x="4924365" y="555258"/>
                  </a:lnTo>
                  <a:lnTo>
                    <a:pt x="4925015" y="563890"/>
                  </a:lnTo>
                  <a:lnTo>
                    <a:pt x="4925664" y="574235"/>
                  </a:lnTo>
                  <a:lnTo>
                    <a:pt x="4926314" y="586499"/>
                  </a:lnTo>
                  <a:lnTo>
                    <a:pt x="4926964" y="601029"/>
                  </a:lnTo>
                  <a:lnTo>
                    <a:pt x="4927614" y="618016"/>
                  </a:lnTo>
                  <a:lnTo>
                    <a:pt x="4928264" y="638137"/>
                  </a:lnTo>
                  <a:lnTo>
                    <a:pt x="4928914" y="661739"/>
                  </a:lnTo>
                  <a:lnTo>
                    <a:pt x="4929564" y="688983"/>
                  </a:lnTo>
                  <a:lnTo>
                    <a:pt x="4930214" y="720035"/>
                  </a:lnTo>
                  <a:lnTo>
                    <a:pt x="4930864" y="754960"/>
                  </a:lnTo>
                  <a:lnTo>
                    <a:pt x="4931514" y="793520"/>
                  </a:lnTo>
                  <a:lnTo>
                    <a:pt x="4932164" y="834955"/>
                  </a:lnTo>
                  <a:lnTo>
                    <a:pt x="4932814" y="878199"/>
                  </a:lnTo>
                  <a:lnTo>
                    <a:pt x="4933464" y="922365"/>
                  </a:lnTo>
                  <a:lnTo>
                    <a:pt x="4934114" y="966059"/>
                  </a:lnTo>
                  <a:lnTo>
                    <a:pt x="4934764" y="1007996"/>
                  </a:lnTo>
                  <a:lnTo>
                    <a:pt x="4935413" y="1046749"/>
                  </a:lnTo>
                  <a:lnTo>
                    <a:pt x="4936063" y="1081485"/>
                  </a:lnTo>
                  <a:lnTo>
                    <a:pt x="4936713" y="1111104"/>
                  </a:lnTo>
                  <a:lnTo>
                    <a:pt x="4937363" y="1135459"/>
                  </a:lnTo>
                  <a:lnTo>
                    <a:pt x="4938013" y="1153807"/>
                  </a:lnTo>
                  <a:lnTo>
                    <a:pt x="4938663" y="1165844"/>
                  </a:lnTo>
                  <a:lnTo>
                    <a:pt x="4939313" y="1171578"/>
                  </a:lnTo>
                  <a:lnTo>
                    <a:pt x="4939963" y="1170786"/>
                  </a:lnTo>
                  <a:lnTo>
                    <a:pt x="4940613" y="1163897"/>
                  </a:lnTo>
                  <a:lnTo>
                    <a:pt x="4941263" y="1152151"/>
                  </a:lnTo>
                  <a:lnTo>
                    <a:pt x="4941913" y="1137055"/>
                  </a:lnTo>
                  <a:lnTo>
                    <a:pt x="4942563" y="1120394"/>
                  </a:lnTo>
                  <a:lnTo>
                    <a:pt x="4943213" y="1103476"/>
                  </a:lnTo>
                  <a:lnTo>
                    <a:pt x="4943863" y="1087605"/>
                  </a:lnTo>
                  <a:lnTo>
                    <a:pt x="4944513" y="1073529"/>
                  </a:lnTo>
                  <a:lnTo>
                    <a:pt x="4945163" y="1061531"/>
                  </a:lnTo>
                  <a:lnTo>
                    <a:pt x="4945812" y="1051683"/>
                  </a:lnTo>
                  <a:lnTo>
                    <a:pt x="4946462" y="1043930"/>
                  </a:lnTo>
                  <a:lnTo>
                    <a:pt x="4947112" y="1037861"/>
                  </a:lnTo>
                  <a:lnTo>
                    <a:pt x="4947762" y="1032983"/>
                  </a:lnTo>
                  <a:lnTo>
                    <a:pt x="4948412" y="1029111"/>
                  </a:lnTo>
                  <a:lnTo>
                    <a:pt x="4949062" y="1026222"/>
                  </a:lnTo>
                  <a:lnTo>
                    <a:pt x="4949712" y="1024650"/>
                  </a:lnTo>
                  <a:lnTo>
                    <a:pt x="4950362" y="1024618"/>
                  </a:lnTo>
                  <a:lnTo>
                    <a:pt x="4951012" y="1026575"/>
                  </a:lnTo>
                  <a:lnTo>
                    <a:pt x="4951662" y="1030731"/>
                  </a:lnTo>
                  <a:lnTo>
                    <a:pt x="4952312" y="1036619"/>
                  </a:lnTo>
                  <a:lnTo>
                    <a:pt x="4952962" y="1043702"/>
                  </a:lnTo>
                  <a:lnTo>
                    <a:pt x="4953612" y="1051591"/>
                  </a:lnTo>
                  <a:lnTo>
                    <a:pt x="4954262" y="1059845"/>
                  </a:lnTo>
                  <a:lnTo>
                    <a:pt x="4954912" y="1068223"/>
                  </a:lnTo>
                  <a:lnTo>
                    <a:pt x="4955561" y="1076546"/>
                  </a:lnTo>
                  <a:lnTo>
                    <a:pt x="4956211" y="1084907"/>
                  </a:lnTo>
                  <a:lnTo>
                    <a:pt x="4956861" y="1093362"/>
                  </a:lnTo>
                  <a:lnTo>
                    <a:pt x="4957511" y="1101906"/>
                  </a:lnTo>
                  <a:lnTo>
                    <a:pt x="4958161" y="1110482"/>
                  </a:lnTo>
                  <a:lnTo>
                    <a:pt x="4958811" y="1118864"/>
                  </a:lnTo>
                  <a:lnTo>
                    <a:pt x="4959461" y="1126741"/>
                  </a:lnTo>
                  <a:lnTo>
                    <a:pt x="4960111" y="1133754"/>
                  </a:lnTo>
                  <a:lnTo>
                    <a:pt x="4960761" y="1139175"/>
                  </a:lnTo>
                  <a:lnTo>
                    <a:pt x="4961411" y="1142676"/>
                  </a:lnTo>
                  <a:lnTo>
                    <a:pt x="4962061" y="1144862"/>
                  </a:lnTo>
                  <a:lnTo>
                    <a:pt x="4962711" y="1146096"/>
                  </a:lnTo>
                  <a:lnTo>
                    <a:pt x="4963361" y="1146584"/>
                  </a:lnTo>
                  <a:lnTo>
                    <a:pt x="4964011" y="1146802"/>
                  </a:lnTo>
                  <a:lnTo>
                    <a:pt x="4964661" y="1146975"/>
                  </a:lnTo>
                  <a:lnTo>
                    <a:pt x="4965311" y="1147655"/>
                  </a:lnTo>
                  <a:lnTo>
                    <a:pt x="4965960" y="1149313"/>
                  </a:lnTo>
                  <a:lnTo>
                    <a:pt x="4966610" y="1152104"/>
                  </a:lnTo>
                  <a:lnTo>
                    <a:pt x="4967260" y="1156002"/>
                  </a:lnTo>
                  <a:lnTo>
                    <a:pt x="4967910" y="1161211"/>
                  </a:lnTo>
                  <a:lnTo>
                    <a:pt x="4968560" y="1168046"/>
                  </a:lnTo>
                  <a:lnTo>
                    <a:pt x="4969210" y="1176753"/>
                  </a:lnTo>
                  <a:lnTo>
                    <a:pt x="4969860" y="1186713"/>
                  </a:lnTo>
                  <a:lnTo>
                    <a:pt x="4970510" y="1197337"/>
                  </a:lnTo>
                  <a:lnTo>
                    <a:pt x="4971160" y="1208514"/>
                  </a:lnTo>
                  <a:lnTo>
                    <a:pt x="4971810" y="1220398"/>
                  </a:lnTo>
                  <a:lnTo>
                    <a:pt x="4972460" y="1233200"/>
                  </a:lnTo>
                  <a:lnTo>
                    <a:pt x="4973110" y="1246704"/>
                  </a:lnTo>
                  <a:lnTo>
                    <a:pt x="4973760" y="1260503"/>
                  </a:lnTo>
                  <a:lnTo>
                    <a:pt x="4974410" y="1274372"/>
                  </a:lnTo>
                  <a:lnTo>
                    <a:pt x="4975060" y="1287520"/>
                  </a:lnTo>
                  <a:lnTo>
                    <a:pt x="4975709" y="1299459"/>
                  </a:lnTo>
                  <a:lnTo>
                    <a:pt x="4976359" y="1309617"/>
                  </a:lnTo>
                  <a:lnTo>
                    <a:pt x="4977009" y="1317948"/>
                  </a:lnTo>
                  <a:lnTo>
                    <a:pt x="4977659" y="1324253"/>
                  </a:lnTo>
                  <a:lnTo>
                    <a:pt x="4978309" y="1328244"/>
                  </a:lnTo>
                  <a:lnTo>
                    <a:pt x="4978959" y="1329900"/>
                  </a:lnTo>
                  <a:lnTo>
                    <a:pt x="4979609" y="1330221"/>
                  </a:lnTo>
                  <a:lnTo>
                    <a:pt x="4980259" y="1330220"/>
                  </a:lnTo>
                  <a:lnTo>
                    <a:pt x="4980909" y="1330258"/>
                  </a:lnTo>
                  <a:lnTo>
                    <a:pt x="4981559" y="1330290"/>
                  </a:lnTo>
                  <a:lnTo>
                    <a:pt x="4982209" y="1330293"/>
                  </a:lnTo>
                  <a:lnTo>
                    <a:pt x="4982859" y="1330666"/>
                  </a:lnTo>
                  <a:lnTo>
                    <a:pt x="4983509" y="1331976"/>
                  </a:lnTo>
                  <a:lnTo>
                    <a:pt x="4984159" y="1334421"/>
                  </a:lnTo>
                  <a:lnTo>
                    <a:pt x="4984809" y="1338628"/>
                  </a:lnTo>
                  <a:lnTo>
                    <a:pt x="4985459" y="1344345"/>
                  </a:lnTo>
                  <a:lnTo>
                    <a:pt x="4986108" y="1351457"/>
                  </a:lnTo>
                  <a:lnTo>
                    <a:pt x="4986758" y="1359637"/>
                  </a:lnTo>
                  <a:lnTo>
                    <a:pt x="4987408" y="1368495"/>
                  </a:lnTo>
                  <a:lnTo>
                    <a:pt x="4988058" y="1377846"/>
                  </a:lnTo>
                  <a:lnTo>
                    <a:pt x="4988708" y="1387244"/>
                  </a:lnTo>
                  <a:lnTo>
                    <a:pt x="4989358" y="1396462"/>
                  </a:lnTo>
                  <a:lnTo>
                    <a:pt x="4990008" y="1405232"/>
                  </a:lnTo>
                  <a:lnTo>
                    <a:pt x="4990658" y="1413247"/>
                  </a:lnTo>
                  <a:lnTo>
                    <a:pt x="4991308" y="1420263"/>
                  </a:lnTo>
                  <a:lnTo>
                    <a:pt x="4991958" y="1425660"/>
                  </a:lnTo>
                  <a:lnTo>
                    <a:pt x="4992608" y="1429078"/>
                  </a:lnTo>
                  <a:lnTo>
                    <a:pt x="4993258" y="1430015"/>
                  </a:lnTo>
                  <a:lnTo>
                    <a:pt x="4993908" y="1428477"/>
                  </a:lnTo>
                  <a:lnTo>
                    <a:pt x="4994558" y="1424139"/>
                  </a:lnTo>
                  <a:lnTo>
                    <a:pt x="4995208" y="1417591"/>
                  </a:lnTo>
                  <a:lnTo>
                    <a:pt x="4995857" y="1409599"/>
                  </a:lnTo>
                  <a:lnTo>
                    <a:pt x="4996507" y="1400830"/>
                  </a:lnTo>
                  <a:lnTo>
                    <a:pt x="4997157" y="1392059"/>
                  </a:lnTo>
                  <a:lnTo>
                    <a:pt x="4997807" y="1383617"/>
                  </a:lnTo>
                  <a:lnTo>
                    <a:pt x="4998457" y="1375640"/>
                  </a:lnTo>
                  <a:lnTo>
                    <a:pt x="4999107" y="1368248"/>
                  </a:lnTo>
                  <a:lnTo>
                    <a:pt x="4999757" y="1361668"/>
                  </a:lnTo>
                  <a:lnTo>
                    <a:pt x="5000407" y="1355972"/>
                  </a:lnTo>
                  <a:lnTo>
                    <a:pt x="5001057" y="1351163"/>
                  </a:lnTo>
                  <a:lnTo>
                    <a:pt x="5001707" y="1347698"/>
                  </a:lnTo>
                  <a:lnTo>
                    <a:pt x="5002357" y="1346189"/>
                  </a:lnTo>
                  <a:lnTo>
                    <a:pt x="5003007" y="1347508"/>
                  </a:lnTo>
                  <a:lnTo>
                    <a:pt x="5003657" y="1352275"/>
                  </a:lnTo>
                  <a:lnTo>
                    <a:pt x="5004307" y="1360428"/>
                  </a:lnTo>
                  <a:lnTo>
                    <a:pt x="5004957" y="1371814"/>
                  </a:lnTo>
                  <a:lnTo>
                    <a:pt x="5005607" y="1385701"/>
                  </a:lnTo>
                  <a:lnTo>
                    <a:pt x="5006256" y="1401651"/>
                  </a:lnTo>
                  <a:lnTo>
                    <a:pt x="5006906" y="1419144"/>
                  </a:lnTo>
                  <a:lnTo>
                    <a:pt x="5007556" y="1438101"/>
                  </a:lnTo>
                  <a:lnTo>
                    <a:pt x="5008206" y="1457707"/>
                  </a:lnTo>
                  <a:lnTo>
                    <a:pt x="5008856" y="1477729"/>
                  </a:lnTo>
                  <a:lnTo>
                    <a:pt x="5009506" y="1497888"/>
                  </a:lnTo>
                  <a:lnTo>
                    <a:pt x="5010156" y="1518418"/>
                  </a:lnTo>
                  <a:lnTo>
                    <a:pt x="5010806" y="1539533"/>
                  </a:lnTo>
                  <a:lnTo>
                    <a:pt x="5011456" y="1561037"/>
                  </a:lnTo>
                  <a:lnTo>
                    <a:pt x="5012106" y="1582139"/>
                  </a:lnTo>
                  <a:lnTo>
                    <a:pt x="5012756" y="1601725"/>
                  </a:lnTo>
                  <a:lnTo>
                    <a:pt x="5013406" y="1618574"/>
                  </a:lnTo>
                  <a:lnTo>
                    <a:pt x="5014056" y="1632659"/>
                  </a:lnTo>
                  <a:lnTo>
                    <a:pt x="5014706" y="1643577"/>
                  </a:lnTo>
                  <a:lnTo>
                    <a:pt x="5015356" y="1651944"/>
                  </a:lnTo>
                  <a:lnTo>
                    <a:pt x="5016005" y="1658115"/>
                  </a:lnTo>
                  <a:lnTo>
                    <a:pt x="5016655" y="1662188"/>
                  </a:lnTo>
                  <a:lnTo>
                    <a:pt x="5017305" y="1664023"/>
                  </a:lnTo>
                  <a:lnTo>
                    <a:pt x="5017955" y="1665133"/>
                  </a:lnTo>
                  <a:lnTo>
                    <a:pt x="5018605" y="1665246"/>
                  </a:lnTo>
                  <a:lnTo>
                    <a:pt x="5019255" y="1663514"/>
                  </a:lnTo>
                  <a:lnTo>
                    <a:pt x="5019905" y="1658931"/>
                  </a:lnTo>
                  <a:lnTo>
                    <a:pt x="5020555" y="1650892"/>
                  </a:lnTo>
                  <a:lnTo>
                    <a:pt x="5021205" y="1639278"/>
                  </a:lnTo>
                  <a:lnTo>
                    <a:pt x="5021855" y="1624040"/>
                  </a:lnTo>
                  <a:lnTo>
                    <a:pt x="5022505" y="1605404"/>
                  </a:lnTo>
                  <a:lnTo>
                    <a:pt x="5023155" y="1583533"/>
                  </a:lnTo>
                  <a:lnTo>
                    <a:pt x="5023805" y="1558891"/>
                  </a:lnTo>
                  <a:lnTo>
                    <a:pt x="5024455" y="1532964"/>
                  </a:lnTo>
                  <a:lnTo>
                    <a:pt x="5025105" y="1505619"/>
                  </a:lnTo>
                  <a:lnTo>
                    <a:pt x="5025754" y="1477388"/>
                  </a:lnTo>
                  <a:lnTo>
                    <a:pt x="5026404" y="1448472"/>
                  </a:lnTo>
                  <a:lnTo>
                    <a:pt x="5027054" y="1417768"/>
                  </a:lnTo>
                  <a:lnTo>
                    <a:pt x="5027704" y="1385532"/>
                  </a:lnTo>
                  <a:lnTo>
                    <a:pt x="5028354" y="1352279"/>
                  </a:lnTo>
                  <a:lnTo>
                    <a:pt x="5029004" y="1318198"/>
                  </a:lnTo>
                  <a:lnTo>
                    <a:pt x="5029654" y="1284116"/>
                  </a:lnTo>
                  <a:lnTo>
                    <a:pt x="5030304" y="1250949"/>
                  </a:lnTo>
                  <a:lnTo>
                    <a:pt x="5030954" y="1219348"/>
                  </a:lnTo>
                  <a:lnTo>
                    <a:pt x="5031604" y="1190061"/>
                  </a:lnTo>
                  <a:lnTo>
                    <a:pt x="5032254" y="1163010"/>
                  </a:lnTo>
                  <a:lnTo>
                    <a:pt x="5032904" y="1137646"/>
                  </a:lnTo>
                  <a:lnTo>
                    <a:pt x="5033554" y="1113957"/>
                  </a:lnTo>
                  <a:lnTo>
                    <a:pt x="5034204" y="1091109"/>
                  </a:lnTo>
                  <a:lnTo>
                    <a:pt x="5034854" y="1069004"/>
                  </a:lnTo>
                  <a:lnTo>
                    <a:pt x="5035504" y="1047315"/>
                  </a:lnTo>
                  <a:lnTo>
                    <a:pt x="5036153" y="1026067"/>
                  </a:lnTo>
                  <a:lnTo>
                    <a:pt x="5036803" y="1006177"/>
                  </a:lnTo>
                  <a:lnTo>
                    <a:pt x="5037453" y="987787"/>
                  </a:lnTo>
                  <a:lnTo>
                    <a:pt x="5038103" y="971182"/>
                  </a:lnTo>
                  <a:lnTo>
                    <a:pt x="5038753" y="956587"/>
                  </a:lnTo>
                  <a:lnTo>
                    <a:pt x="5039403" y="943931"/>
                  </a:lnTo>
                  <a:lnTo>
                    <a:pt x="5040053" y="932734"/>
                  </a:lnTo>
                  <a:lnTo>
                    <a:pt x="5040703" y="922626"/>
                  </a:lnTo>
                  <a:lnTo>
                    <a:pt x="5041353" y="912764"/>
                  </a:lnTo>
                  <a:lnTo>
                    <a:pt x="5042003" y="902880"/>
                  </a:lnTo>
                  <a:lnTo>
                    <a:pt x="5042653" y="893122"/>
                  </a:lnTo>
                  <a:lnTo>
                    <a:pt x="5043303" y="883167"/>
                  </a:lnTo>
                  <a:lnTo>
                    <a:pt x="5043953" y="872983"/>
                  </a:lnTo>
                  <a:lnTo>
                    <a:pt x="5044603" y="862434"/>
                  </a:lnTo>
                  <a:lnTo>
                    <a:pt x="5045253" y="851252"/>
                  </a:lnTo>
                  <a:lnTo>
                    <a:pt x="5045902" y="839412"/>
                  </a:lnTo>
                  <a:lnTo>
                    <a:pt x="5046552" y="826801"/>
                  </a:lnTo>
                  <a:lnTo>
                    <a:pt x="5047202" y="813132"/>
                  </a:lnTo>
                  <a:lnTo>
                    <a:pt x="5047852" y="798334"/>
                  </a:lnTo>
                  <a:lnTo>
                    <a:pt x="5048502" y="782683"/>
                  </a:lnTo>
                  <a:lnTo>
                    <a:pt x="5049152" y="766207"/>
                  </a:lnTo>
                  <a:lnTo>
                    <a:pt x="5049802" y="749009"/>
                  </a:lnTo>
                  <a:lnTo>
                    <a:pt x="5050452" y="731278"/>
                  </a:lnTo>
                  <a:lnTo>
                    <a:pt x="5051102" y="713536"/>
                  </a:lnTo>
                  <a:lnTo>
                    <a:pt x="5051752" y="696138"/>
                  </a:lnTo>
                  <a:lnTo>
                    <a:pt x="5052402" y="679059"/>
                  </a:lnTo>
                  <a:lnTo>
                    <a:pt x="5053052" y="662429"/>
                  </a:lnTo>
                  <a:lnTo>
                    <a:pt x="5053702" y="646351"/>
                  </a:lnTo>
                  <a:lnTo>
                    <a:pt x="5054352" y="630996"/>
                  </a:lnTo>
                  <a:lnTo>
                    <a:pt x="5055002" y="616581"/>
                  </a:lnTo>
                  <a:lnTo>
                    <a:pt x="5055652" y="603060"/>
                  </a:lnTo>
                  <a:lnTo>
                    <a:pt x="5056301" y="590548"/>
                  </a:lnTo>
                  <a:lnTo>
                    <a:pt x="5056951" y="579166"/>
                  </a:lnTo>
                  <a:lnTo>
                    <a:pt x="5057601" y="568862"/>
                  </a:lnTo>
                  <a:lnTo>
                    <a:pt x="5058251" y="559360"/>
                  </a:lnTo>
                  <a:lnTo>
                    <a:pt x="5058901" y="550532"/>
                  </a:lnTo>
                  <a:lnTo>
                    <a:pt x="5059551" y="542676"/>
                  </a:lnTo>
                  <a:lnTo>
                    <a:pt x="5060201" y="535612"/>
                  </a:lnTo>
                  <a:lnTo>
                    <a:pt x="5060851" y="528934"/>
                  </a:lnTo>
                  <a:lnTo>
                    <a:pt x="5061501" y="522575"/>
                  </a:lnTo>
                  <a:lnTo>
                    <a:pt x="5062151" y="516654"/>
                  </a:lnTo>
                  <a:lnTo>
                    <a:pt x="5062801" y="511046"/>
                  </a:lnTo>
                  <a:lnTo>
                    <a:pt x="5063451" y="505808"/>
                  </a:lnTo>
                  <a:lnTo>
                    <a:pt x="5064101" y="500708"/>
                  </a:lnTo>
                  <a:lnTo>
                    <a:pt x="5064751" y="495650"/>
                  </a:lnTo>
                  <a:lnTo>
                    <a:pt x="5065401" y="490855"/>
                  </a:lnTo>
                  <a:lnTo>
                    <a:pt x="5066050" y="485937"/>
                  </a:lnTo>
                  <a:lnTo>
                    <a:pt x="5066700" y="480697"/>
                  </a:lnTo>
                  <a:lnTo>
                    <a:pt x="5067350" y="475318"/>
                  </a:lnTo>
                  <a:lnTo>
                    <a:pt x="5068000" y="469984"/>
                  </a:lnTo>
                  <a:lnTo>
                    <a:pt x="5068650" y="464857"/>
                  </a:lnTo>
                  <a:lnTo>
                    <a:pt x="5069300" y="459731"/>
                  </a:lnTo>
                  <a:lnTo>
                    <a:pt x="5069950" y="454673"/>
                  </a:lnTo>
                  <a:lnTo>
                    <a:pt x="5070600" y="449930"/>
                  </a:lnTo>
                  <a:lnTo>
                    <a:pt x="5071250" y="445618"/>
                  </a:lnTo>
                  <a:lnTo>
                    <a:pt x="5071900" y="441608"/>
                  </a:lnTo>
                  <a:lnTo>
                    <a:pt x="5072550" y="437885"/>
                  </a:lnTo>
                  <a:lnTo>
                    <a:pt x="5073200" y="434157"/>
                  </a:lnTo>
                  <a:lnTo>
                    <a:pt x="5073850" y="430506"/>
                  </a:lnTo>
                  <a:lnTo>
                    <a:pt x="5074500" y="426884"/>
                  </a:lnTo>
                  <a:lnTo>
                    <a:pt x="5075150" y="422930"/>
                  </a:lnTo>
                  <a:lnTo>
                    <a:pt x="5075800" y="418665"/>
                  </a:lnTo>
                  <a:lnTo>
                    <a:pt x="5076449" y="414248"/>
                  </a:lnTo>
                  <a:lnTo>
                    <a:pt x="5077099" y="409565"/>
                  </a:lnTo>
                  <a:lnTo>
                    <a:pt x="5077749" y="404827"/>
                  </a:lnTo>
                  <a:lnTo>
                    <a:pt x="5078399" y="400105"/>
                  </a:lnTo>
                  <a:lnTo>
                    <a:pt x="5079049" y="395360"/>
                  </a:lnTo>
                  <a:lnTo>
                    <a:pt x="5079699" y="390671"/>
                  </a:lnTo>
                  <a:lnTo>
                    <a:pt x="5080349" y="386141"/>
                  </a:lnTo>
                  <a:lnTo>
                    <a:pt x="5080999" y="381490"/>
                  </a:lnTo>
                  <a:lnTo>
                    <a:pt x="5081649" y="376766"/>
                  </a:lnTo>
                  <a:lnTo>
                    <a:pt x="5082299" y="372199"/>
                  </a:lnTo>
                  <a:lnTo>
                    <a:pt x="5082949" y="367996"/>
                  </a:lnTo>
                  <a:lnTo>
                    <a:pt x="5083599" y="364321"/>
                  </a:lnTo>
                  <a:lnTo>
                    <a:pt x="5084249" y="361436"/>
                  </a:lnTo>
                  <a:lnTo>
                    <a:pt x="5084899" y="359704"/>
                  </a:lnTo>
                  <a:lnTo>
                    <a:pt x="5085549" y="359349"/>
                  </a:lnTo>
                  <a:lnTo>
                    <a:pt x="5086198" y="360499"/>
                  </a:lnTo>
                  <a:lnTo>
                    <a:pt x="5086848" y="363153"/>
                  </a:lnTo>
                  <a:lnTo>
                    <a:pt x="5087498" y="367107"/>
                  </a:lnTo>
                  <a:lnTo>
                    <a:pt x="5088148" y="372310"/>
                  </a:lnTo>
                  <a:lnTo>
                    <a:pt x="5088798" y="378650"/>
                  </a:lnTo>
                  <a:lnTo>
                    <a:pt x="5089448" y="385939"/>
                  </a:lnTo>
                  <a:lnTo>
                    <a:pt x="5090098" y="394109"/>
                  </a:lnTo>
                  <a:lnTo>
                    <a:pt x="5090748" y="403364"/>
                  </a:lnTo>
                  <a:lnTo>
                    <a:pt x="5091398" y="413827"/>
                  </a:lnTo>
                  <a:lnTo>
                    <a:pt x="5092048" y="425396"/>
                  </a:lnTo>
                  <a:lnTo>
                    <a:pt x="5092698" y="438082"/>
                  </a:lnTo>
                  <a:lnTo>
                    <a:pt x="5093348" y="452036"/>
                  </a:lnTo>
                  <a:lnTo>
                    <a:pt x="5093998" y="467158"/>
                  </a:lnTo>
                  <a:lnTo>
                    <a:pt x="5094648" y="483125"/>
                  </a:lnTo>
                  <a:lnTo>
                    <a:pt x="5095298" y="499820"/>
                  </a:lnTo>
                  <a:lnTo>
                    <a:pt x="5095948" y="516888"/>
                  </a:lnTo>
                  <a:lnTo>
                    <a:pt x="5096597" y="534297"/>
                  </a:lnTo>
                  <a:lnTo>
                    <a:pt x="5097247" y="552066"/>
                  </a:lnTo>
                  <a:lnTo>
                    <a:pt x="5097897" y="570013"/>
                  </a:lnTo>
                  <a:lnTo>
                    <a:pt x="5098547" y="588461"/>
                  </a:lnTo>
                  <a:lnTo>
                    <a:pt x="5099197" y="607848"/>
                  </a:lnTo>
                  <a:lnTo>
                    <a:pt x="5099847" y="627940"/>
                  </a:lnTo>
                  <a:lnTo>
                    <a:pt x="5100497" y="648476"/>
                  </a:lnTo>
                  <a:lnTo>
                    <a:pt x="5101147" y="669010"/>
                  </a:lnTo>
                  <a:lnTo>
                    <a:pt x="5101797" y="689061"/>
                  </a:lnTo>
                  <a:lnTo>
                    <a:pt x="5102447" y="708341"/>
                  </a:lnTo>
                  <a:lnTo>
                    <a:pt x="5103097" y="726251"/>
                  </a:lnTo>
                  <a:lnTo>
                    <a:pt x="5103747" y="742431"/>
                  </a:lnTo>
                  <a:lnTo>
                    <a:pt x="5104397" y="757088"/>
                  </a:lnTo>
                  <a:lnTo>
                    <a:pt x="5105047" y="770628"/>
                  </a:lnTo>
                  <a:lnTo>
                    <a:pt x="5105697" y="783876"/>
                  </a:lnTo>
                  <a:lnTo>
                    <a:pt x="5106346" y="797312"/>
                  </a:lnTo>
                  <a:lnTo>
                    <a:pt x="5106996" y="811158"/>
                  </a:lnTo>
                  <a:lnTo>
                    <a:pt x="5107646" y="825888"/>
                  </a:lnTo>
                  <a:lnTo>
                    <a:pt x="5108296" y="841779"/>
                  </a:lnTo>
                  <a:lnTo>
                    <a:pt x="5108946" y="858654"/>
                  </a:lnTo>
                  <a:lnTo>
                    <a:pt x="5109596" y="877027"/>
                  </a:lnTo>
                  <a:lnTo>
                    <a:pt x="5110246" y="897072"/>
                  </a:lnTo>
                  <a:lnTo>
                    <a:pt x="5110896" y="919163"/>
                  </a:lnTo>
                  <a:lnTo>
                    <a:pt x="5111546" y="944105"/>
                  </a:lnTo>
                  <a:lnTo>
                    <a:pt x="5112196" y="972564"/>
                  </a:lnTo>
                  <a:lnTo>
                    <a:pt x="5112846" y="1004851"/>
                  </a:lnTo>
                  <a:lnTo>
                    <a:pt x="5113496" y="1041841"/>
                  </a:lnTo>
                  <a:lnTo>
                    <a:pt x="5114146" y="1084125"/>
                  </a:lnTo>
                  <a:lnTo>
                    <a:pt x="5114796" y="1131560"/>
                  </a:lnTo>
                  <a:lnTo>
                    <a:pt x="5115446" y="1183604"/>
                  </a:lnTo>
                  <a:lnTo>
                    <a:pt x="5116096" y="1239173"/>
                  </a:lnTo>
                  <a:lnTo>
                    <a:pt x="5116745" y="1296860"/>
                  </a:lnTo>
                  <a:lnTo>
                    <a:pt x="5117395" y="1354804"/>
                  </a:lnTo>
                  <a:lnTo>
                    <a:pt x="5118045" y="1410176"/>
                  </a:lnTo>
                  <a:lnTo>
                    <a:pt x="5118695" y="1459825"/>
                  </a:lnTo>
                  <a:lnTo>
                    <a:pt x="5119345" y="1500405"/>
                  </a:lnTo>
                  <a:lnTo>
                    <a:pt x="5119995" y="1529517"/>
                  </a:lnTo>
                  <a:lnTo>
                    <a:pt x="5120645" y="1545806"/>
                  </a:lnTo>
                  <a:lnTo>
                    <a:pt x="5121295" y="1547696"/>
                  </a:lnTo>
                  <a:lnTo>
                    <a:pt x="5121945" y="1534613"/>
                  </a:lnTo>
                  <a:lnTo>
                    <a:pt x="5122595" y="1508432"/>
                  </a:lnTo>
                  <a:lnTo>
                    <a:pt x="5123245" y="1470186"/>
                  </a:lnTo>
                  <a:lnTo>
                    <a:pt x="5123895" y="1421299"/>
                  </a:lnTo>
                  <a:lnTo>
                    <a:pt x="5124545" y="1364044"/>
                  </a:lnTo>
                  <a:lnTo>
                    <a:pt x="5125195" y="1301485"/>
                  </a:lnTo>
                  <a:lnTo>
                    <a:pt x="5125845" y="1236456"/>
                  </a:lnTo>
                  <a:lnTo>
                    <a:pt x="5126494" y="1172136"/>
                  </a:lnTo>
                  <a:lnTo>
                    <a:pt x="5127144" y="1110303"/>
                  </a:lnTo>
                  <a:lnTo>
                    <a:pt x="5127794" y="1052290"/>
                  </a:lnTo>
                  <a:lnTo>
                    <a:pt x="5128444" y="999086"/>
                  </a:lnTo>
                  <a:lnTo>
                    <a:pt x="5129094" y="951058"/>
                  </a:lnTo>
                  <a:lnTo>
                    <a:pt x="5129744" y="908073"/>
                  </a:lnTo>
                  <a:lnTo>
                    <a:pt x="5130394" y="869672"/>
                  </a:lnTo>
                  <a:lnTo>
                    <a:pt x="5131044" y="835637"/>
                  </a:lnTo>
                  <a:lnTo>
                    <a:pt x="5131694" y="805643"/>
                  </a:lnTo>
                  <a:lnTo>
                    <a:pt x="5132344" y="779260"/>
                  </a:lnTo>
                  <a:lnTo>
                    <a:pt x="5132994" y="756369"/>
                  </a:lnTo>
                  <a:lnTo>
                    <a:pt x="5133644" y="737006"/>
                  </a:lnTo>
                  <a:lnTo>
                    <a:pt x="5134294" y="721356"/>
                  </a:lnTo>
                  <a:lnTo>
                    <a:pt x="5134944" y="709168"/>
                  </a:lnTo>
                  <a:lnTo>
                    <a:pt x="5135594" y="700085"/>
                  </a:lnTo>
                  <a:lnTo>
                    <a:pt x="5136244" y="693374"/>
                  </a:lnTo>
                  <a:lnTo>
                    <a:pt x="5136893" y="688561"/>
                  </a:lnTo>
                  <a:lnTo>
                    <a:pt x="5137543" y="684882"/>
                  </a:lnTo>
                  <a:lnTo>
                    <a:pt x="5138193" y="681641"/>
                  </a:lnTo>
                  <a:lnTo>
                    <a:pt x="5138843" y="678102"/>
                  </a:lnTo>
                  <a:lnTo>
                    <a:pt x="5139493" y="673984"/>
                  </a:lnTo>
                  <a:lnTo>
                    <a:pt x="5140143" y="669172"/>
                  </a:lnTo>
                  <a:lnTo>
                    <a:pt x="5140793" y="663186"/>
                  </a:lnTo>
                  <a:lnTo>
                    <a:pt x="5141443" y="655821"/>
                  </a:lnTo>
                  <a:lnTo>
                    <a:pt x="5142093" y="647098"/>
                  </a:lnTo>
                  <a:lnTo>
                    <a:pt x="5142743" y="636975"/>
                  </a:lnTo>
                  <a:lnTo>
                    <a:pt x="5143393" y="625541"/>
                  </a:lnTo>
                  <a:lnTo>
                    <a:pt x="5144043" y="612620"/>
                  </a:lnTo>
                  <a:lnTo>
                    <a:pt x="5144693" y="598176"/>
                  </a:lnTo>
                  <a:lnTo>
                    <a:pt x="5145343" y="582641"/>
                  </a:lnTo>
                  <a:lnTo>
                    <a:pt x="5145993" y="566292"/>
                  </a:lnTo>
                  <a:lnTo>
                    <a:pt x="5146642" y="549510"/>
                  </a:lnTo>
                  <a:lnTo>
                    <a:pt x="5147292" y="532257"/>
                  </a:lnTo>
                  <a:lnTo>
                    <a:pt x="5147942" y="514746"/>
                  </a:lnTo>
                  <a:lnTo>
                    <a:pt x="5148592" y="497265"/>
                  </a:lnTo>
                  <a:lnTo>
                    <a:pt x="5149242" y="480053"/>
                  </a:lnTo>
                  <a:lnTo>
                    <a:pt x="5149892" y="463328"/>
                  </a:lnTo>
                  <a:lnTo>
                    <a:pt x="5150542" y="447607"/>
                  </a:lnTo>
                  <a:lnTo>
                    <a:pt x="5151192" y="432918"/>
                  </a:lnTo>
                  <a:lnTo>
                    <a:pt x="5151842" y="419578"/>
                  </a:lnTo>
                  <a:lnTo>
                    <a:pt x="5152492" y="407741"/>
                  </a:lnTo>
                  <a:lnTo>
                    <a:pt x="5153142" y="397226"/>
                  </a:lnTo>
                  <a:lnTo>
                    <a:pt x="5153792" y="388124"/>
                  </a:lnTo>
                  <a:lnTo>
                    <a:pt x="5154442" y="380339"/>
                  </a:lnTo>
                  <a:lnTo>
                    <a:pt x="5155092" y="373571"/>
                  </a:lnTo>
                  <a:lnTo>
                    <a:pt x="5155742" y="367881"/>
                  </a:lnTo>
                  <a:lnTo>
                    <a:pt x="5156392" y="363213"/>
                  </a:lnTo>
                  <a:lnTo>
                    <a:pt x="5157041" y="359871"/>
                  </a:lnTo>
                  <a:lnTo>
                    <a:pt x="5157691" y="357871"/>
                  </a:lnTo>
                  <a:lnTo>
                    <a:pt x="5158341" y="357179"/>
                  </a:lnTo>
                  <a:lnTo>
                    <a:pt x="5158991" y="357532"/>
                  </a:lnTo>
                  <a:lnTo>
                    <a:pt x="5159641" y="358540"/>
                  </a:lnTo>
                  <a:lnTo>
                    <a:pt x="5160291" y="359731"/>
                  </a:lnTo>
                  <a:lnTo>
                    <a:pt x="5160941" y="360904"/>
                  </a:lnTo>
                  <a:lnTo>
                    <a:pt x="5161591" y="361559"/>
                  </a:lnTo>
                  <a:lnTo>
                    <a:pt x="5162241" y="361395"/>
                  </a:lnTo>
                  <a:lnTo>
                    <a:pt x="5162891" y="360304"/>
                  </a:lnTo>
                  <a:lnTo>
                    <a:pt x="5163541" y="358173"/>
                  </a:lnTo>
                  <a:lnTo>
                    <a:pt x="5164191" y="355208"/>
                  </a:lnTo>
                  <a:lnTo>
                    <a:pt x="5164841" y="351546"/>
                  </a:lnTo>
                  <a:lnTo>
                    <a:pt x="5165491" y="347099"/>
                  </a:lnTo>
                  <a:lnTo>
                    <a:pt x="5166141" y="341827"/>
                  </a:lnTo>
                  <a:lnTo>
                    <a:pt x="5166790" y="335680"/>
                  </a:lnTo>
                  <a:lnTo>
                    <a:pt x="5167440" y="328742"/>
                  </a:lnTo>
                  <a:lnTo>
                    <a:pt x="5168090" y="321167"/>
                  </a:lnTo>
                  <a:lnTo>
                    <a:pt x="5168740" y="313166"/>
                  </a:lnTo>
                  <a:lnTo>
                    <a:pt x="5169390" y="304990"/>
                  </a:lnTo>
                  <a:lnTo>
                    <a:pt x="5170040" y="296902"/>
                  </a:lnTo>
                  <a:lnTo>
                    <a:pt x="5170690" y="289187"/>
                  </a:lnTo>
                  <a:lnTo>
                    <a:pt x="5171340" y="282131"/>
                  </a:lnTo>
                  <a:lnTo>
                    <a:pt x="5171990" y="275863"/>
                  </a:lnTo>
                  <a:lnTo>
                    <a:pt x="5172640" y="270488"/>
                  </a:lnTo>
                  <a:lnTo>
                    <a:pt x="5173290" y="266175"/>
                  </a:lnTo>
                  <a:lnTo>
                    <a:pt x="5173940" y="262903"/>
                  </a:lnTo>
                  <a:lnTo>
                    <a:pt x="5174590" y="260718"/>
                  </a:lnTo>
                  <a:lnTo>
                    <a:pt x="5175240" y="259645"/>
                  </a:lnTo>
                  <a:lnTo>
                    <a:pt x="5175890" y="259587"/>
                  </a:lnTo>
                  <a:lnTo>
                    <a:pt x="5176539" y="260542"/>
                  </a:lnTo>
                  <a:lnTo>
                    <a:pt x="5177189" y="262507"/>
                  </a:lnTo>
                  <a:lnTo>
                    <a:pt x="5177839" y="265144"/>
                  </a:lnTo>
                  <a:lnTo>
                    <a:pt x="5178489" y="268268"/>
                  </a:lnTo>
                  <a:lnTo>
                    <a:pt x="5179139" y="271715"/>
                  </a:lnTo>
                  <a:lnTo>
                    <a:pt x="5179789" y="275672"/>
                  </a:lnTo>
                  <a:lnTo>
                    <a:pt x="5180439" y="280076"/>
                  </a:lnTo>
                  <a:lnTo>
                    <a:pt x="5181089" y="284781"/>
                  </a:lnTo>
                  <a:lnTo>
                    <a:pt x="5181739" y="289678"/>
                  </a:lnTo>
                  <a:lnTo>
                    <a:pt x="5182389" y="294728"/>
                  </a:lnTo>
                  <a:lnTo>
                    <a:pt x="5183039" y="299712"/>
                  </a:lnTo>
                  <a:lnTo>
                    <a:pt x="5183689" y="304614"/>
                  </a:lnTo>
                  <a:lnTo>
                    <a:pt x="5184339" y="309035"/>
                  </a:lnTo>
                  <a:lnTo>
                    <a:pt x="5184989" y="312751"/>
                  </a:lnTo>
                  <a:lnTo>
                    <a:pt x="5185639" y="315821"/>
                  </a:lnTo>
                  <a:lnTo>
                    <a:pt x="5186289" y="318071"/>
                  </a:lnTo>
                  <a:lnTo>
                    <a:pt x="5186938" y="319614"/>
                  </a:lnTo>
                  <a:lnTo>
                    <a:pt x="5187588" y="320813"/>
                  </a:lnTo>
                  <a:lnTo>
                    <a:pt x="5188238" y="321800"/>
                  </a:lnTo>
                  <a:lnTo>
                    <a:pt x="5188888" y="322657"/>
                  </a:lnTo>
                  <a:lnTo>
                    <a:pt x="5189538" y="323238"/>
                  </a:lnTo>
                  <a:lnTo>
                    <a:pt x="5190188" y="323635"/>
                  </a:lnTo>
                  <a:lnTo>
                    <a:pt x="5190838" y="324115"/>
                  </a:lnTo>
                  <a:lnTo>
                    <a:pt x="5191488" y="324841"/>
                  </a:lnTo>
                  <a:lnTo>
                    <a:pt x="5192138" y="326055"/>
                  </a:lnTo>
                  <a:lnTo>
                    <a:pt x="5192788" y="327824"/>
                  </a:lnTo>
                  <a:lnTo>
                    <a:pt x="5193438" y="330125"/>
                  </a:lnTo>
                  <a:lnTo>
                    <a:pt x="5194088" y="333262"/>
                  </a:lnTo>
                  <a:lnTo>
                    <a:pt x="5194738" y="337437"/>
                  </a:lnTo>
                  <a:lnTo>
                    <a:pt x="5195388" y="342588"/>
                  </a:lnTo>
                  <a:lnTo>
                    <a:pt x="5196038" y="348736"/>
                  </a:lnTo>
                  <a:lnTo>
                    <a:pt x="5196687" y="355545"/>
                  </a:lnTo>
                  <a:lnTo>
                    <a:pt x="5197337" y="362803"/>
                  </a:lnTo>
                  <a:lnTo>
                    <a:pt x="5197987" y="370385"/>
                  </a:lnTo>
                  <a:lnTo>
                    <a:pt x="5198637" y="378306"/>
                  </a:lnTo>
                  <a:lnTo>
                    <a:pt x="5199287" y="386449"/>
                  </a:lnTo>
                  <a:lnTo>
                    <a:pt x="5199937" y="394796"/>
                  </a:lnTo>
                  <a:lnTo>
                    <a:pt x="5200587" y="403060"/>
                  </a:lnTo>
                  <a:lnTo>
                    <a:pt x="5201237" y="411083"/>
                  </a:lnTo>
                  <a:lnTo>
                    <a:pt x="5201887" y="418645"/>
                  </a:lnTo>
                  <a:lnTo>
                    <a:pt x="5202537" y="425882"/>
                  </a:lnTo>
                  <a:lnTo>
                    <a:pt x="5203187" y="432641"/>
                  </a:lnTo>
                  <a:lnTo>
                    <a:pt x="5203837" y="438781"/>
                  </a:lnTo>
                  <a:lnTo>
                    <a:pt x="5204487" y="444041"/>
                  </a:lnTo>
                  <a:lnTo>
                    <a:pt x="5205137" y="448372"/>
                  </a:lnTo>
                  <a:lnTo>
                    <a:pt x="5205787" y="451756"/>
                  </a:lnTo>
                  <a:lnTo>
                    <a:pt x="5206437" y="454165"/>
                  </a:lnTo>
                  <a:lnTo>
                    <a:pt x="5207086" y="455394"/>
                  </a:lnTo>
                  <a:lnTo>
                    <a:pt x="5207736" y="455432"/>
                  </a:lnTo>
                  <a:lnTo>
                    <a:pt x="5208386" y="454136"/>
                  </a:lnTo>
                  <a:lnTo>
                    <a:pt x="5209036" y="451521"/>
                  </a:lnTo>
                  <a:lnTo>
                    <a:pt x="5209686" y="447360"/>
                  </a:lnTo>
                  <a:lnTo>
                    <a:pt x="5210336" y="441960"/>
                  </a:lnTo>
                  <a:lnTo>
                    <a:pt x="5210986" y="435554"/>
                  </a:lnTo>
                  <a:lnTo>
                    <a:pt x="5211636" y="428060"/>
                  </a:lnTo>
                  <a:lnTo>
                    <a:pt x="5212286" y="419408"/>
                  </a:lnTo>
                  <a:lnTo>
                    <a:pt x="5212936" y="409722"/>
                  </a:lnTo>
                  <a:lnTo>
                    <a:pt x="5213586" y="399064"/>
                  </a:lnTo>
                  <a:lnTo>
                    <a:pt x="5214236" y="387488"/>
                  </a:lnTo>
                  <a:lnTo>
                    <a:pt x="5214886" y="375236"/>
                  </a:lnTo>
                  <a:lnTo>
                    <a:pt x="5215536" y="362415"/>
                  </a:lnTo>
                  <a:lnTo>
                    <a:pt x="5216186" y="349148"/>
                  </a:lnTo>
                  <a:lnTo>
                    <a:pt x="5216835" y="335751"/>
                  </a:lnTo>
                  <a:lnTo>
                    <a:pt x="5217485" y="322520"/>
                  </a:lnTo>
                  <a:lnTo>
                    <a:pt x="5218135" y="309725"/>
                  </a:lnTo>
                  <a:lnTo>
                    <a:pt x="5218785" y="297652"/>
                  </a:lnTo>
                  <a:lnTo>
                    <a:pt x="5219435" y="286544"/>
                  </a:lnTo>
                  <a:lnTo>
                    <a:pt x="5220085" y="276338"/>
                  </a:lnTo>
                  <a:lnTo>
                    <a:pt x="5220735" y="266981"/>
                  </a:lnTo>
                  <a:lnTo>
                    <a:pt x="5221385" y="258762"/>
                  </a:lnTo>
                  <a:lnTo>
                    <a:pt x="5222035" y="251611"/>
                  </a:lnTo>
                  <a:lnTo>
                    <a:pt x="5222685" y="245467"/>
                  </a:lnTo>
                  <a:lnTo>
                    <a:pt x="5223335" y="240300"/>
                  </a:lnTo>
                  <a:lnTo>
                    <a:pt x="5223985" y="235987"/>
                  </a:lnTo>
                  <a:lnTo>
                    <a:pt x="5224635" y="232210"/>
                  </a:lnTo>
                  <a:lnTo>
                    <a:pt x="5225285" y="228954"/>
                  </a:lnTo>
                  <a:lnTo>
                    <a:pt x="5225935" y="226097"/>
                  </a:lnTo>
                  <a:lnTo>
                    <a:pt x="5226585" y="223540"/>
                  </a:lnTo>
                  <a:lnTo>
                    <a:pt x="5227234" y="221150"/>
                  </a:lnTo>
                  <a:lnTo>
                    <a:pt x="5227884" y="218899"/>
                  </a:lnTo>
                  <a:lnTo>
                    <a:pt x="5228534" y="216592"/>
                  </a:lnTo>
                  <a:lnTo>
                    <a:pt x="5229184" y="214060"/>
                  </a:lnTo>
                  <a:lnTo>
                    <a:pt x="5229834" y="211349"/>
                  </a:lnTo>
                  <a:lnTo>
                    <a:pt x="5230484" y="208422"/>
                  </a:lnTo>
                  <a:lnTo>
                    <a:pt x="5231134" y="204943"/>
                  </a:lnTo>
                  <a:lnTo>
                    <a:pt x="5231784" y="200788"/>
                  </a:lnTo>
                  <a:lnTo>
                    <a:pt x="5232434" y="195606"/>
                  </a:lnTo>
                  <a:lnTo>
                    <a:pt x="5233084" y="189317"/>
                  </a:lnTo>
                  <a:lnTo>
                    <a:pt x="5233734" y="182230"/>
                  </a:lnTo>
                  <a:lnTo>
                    <a:pt x="5234384" y="174328"/>
                  </a:lnTo>
                  <a:lnTo>
                    <a:pt x="5235034" y="165580"/>
                  </a:lnTo>
                  <a:lnTo>
                    <a:pt x="5235684" y="156404"/>
                  </a:lnTo>
                  <a:lnTo>
                    <a:pt x="5236334" y="147126"/>
                  </a:lnTo>
                  <a:lnTo>
                    <a:pt x="5236983" y="138000"/>
                  </a:lnTo>
                  <a:lnTo>
                    <a:pt x="5237633" y="129207"/>
                  </a:lnTo>
                  <a:lnTo>
                    <a:pt x="5238283" y="120878"/>
                  </a:lnTo>
                  <a:lnTo>
                    <a:pt x="5238933" y="113263"/>
                  </a:lnTo>
                  <a:lnTo>
                    <a:pt x="5239583" y="106345"/>
                  </a:lnTo>
                  <a:lnTo>
                    <a:pt x="5240233" y="100102"/>
                  </a:lnTo>
                  <a:lnTo>
                    <a:pt x="5240883" y="94666"/>
                  </a:lnTo>
                  <a:lnTo>
                    <a:pt x="5241533" y="90175"/>
                  </a:lnTo>
                  <a:lnTo>
                    <a:pt x="5242183" y="87070"/>
                  </a:lnTo>
                  <a:lnTo>
                    <a:pt x="5242833" y="85432"/>
                  </a:lnTo>
                  <a:lnTo>
                    <a:pt x="5243483" y="85185"/>
                  </a:lnTo>
                  <a:lnTo>
                    <a:pt x="5244133" y="86511"/>
                  </a:lnTo>
                  <a:lnTo>
                    <a:pt x="5244783" y="89539"/>
                  </a:lnTo>
                  <a:lnTo>
                    <a:pt x="5245433" y="94128"/>
                  </a:lnTo>
                  <a:lnTo>
                    <a:pt x="5246083" y="100250"/>
                  </a:lnTo>
                  <a:lnTo>
                    <a:pt x="5246733" y="107813"/>
                  </a:lnTo>
                  <a:lnTo>
                    <a:pt x="5247382" y="116496"/>
                  </a:lnTo>
                  <a:lnTo>
                    <a:pt x="5248032" y="126171"/>
                  </a:lnTo>
                  <a:lnTo>
                    <a:pt x="5248682" y="136719"/>
                  </a:lnTo>
                  <a:lnTo>
                    <a:pt x="5249332" y="148057"/>
                  </a:lnTo>
                  <a:lnTo>
                    <a:pt x="5249982" y="160100"/>
                  </a:lnTo>
                  <a:lnTo>
                    <a:pt x="5250632" y="172647"/>
                  </a:lnTo>
                  <a:lnTo>
                    <a:pt x="5251282" y="185502"/>
                  </a:lnTo>
                  <a:lnTo>
                    <a:pt x="5251932" y="198354"/>
                  </a:lnTo>
                  <a:lnTo>
                    <a:pt x="5252582" y="211137"/>
                  </a:lnTo>
                  <a:lnTo>
                    <a:pt x="5253232" y="223820"/>
                  </a:lnTo>
                  <a:lnTo>
                    <a:pt x="5253882" y="236226"/>
                  </a:lnTo>
                  <a:lnTo>
                    <a:pt x="5254532" y="248247"/>
                  </a:lnTo>
                  <a:lnTo>
                    <a:pt x="5255182" y="259850"/>
                  </a:lnTo>
                  <a:lnTo>
                    <a:pt x="5255832" y="270588"/>
                  </a:lnTo>
                  <a:lnTo>
                    <a:pt x="5256482" y="280333"/>
                  </a:lnTo>
                  <a:lnTo>
                    <a:pt x="5257131" y="289242"/>
                  </a:lnTo>
                  <a:lnTo>
                    <a:pt x="5257781" y="297223"/>
                  </a:lnTo>
                  <a:lnTo>
                    <a:pt x="5258431" y="304162"/>
                  </a:lnTo>
                  <a:lnTo>
                    <a:pt x="5259081" y="309989"/>
                  </a:lnTo>
                  <a:lnTo>
                    <a:pt x="5259731" y="314583"/>
                  </a:lnTo>
                  <a:lnTo>
                    <a:pt x="5260381" y="318087"/>
                  </a:lnTo>
                  <a:lnTo>
                    <a:pt x="5261031" y="320735"/>
                  </a:lnTo>
                  <a:lnTo>
                    <a:pt x="5261681" y="322783"/>
                  </a:lnTo>
                  <a:lnTo>
                    <a:pt x="5262331" y="324288"/>
                  </a:lnTo>
                  <a:lnTo>
                    <a:pt x="5262981" y="325273"/>
                  </a:lnTo>
                  <a:lnTo>
                    <a:pt x="5263631" y="326025"/>
                  </a:lnTo>
                  <a:lnTo>
                    <a:pt x="5264281" y="326878"/>
                  </a:lnTo>
                  <a:lnTo>
                    <a:pt x="5264931" y="328246"/>
                  </a:lnTo>
                  <a:lnTo>
                    <a:pt x="5265581" y="330650"/>
                  </a:lnTo>
                  <a:lnTo>
                    <a:pt x="5266231" y="333957"/>
                  </a:lnTo>
                  <a:lnTo>
                    <a:pt x="5266881" y="338283"/>
                  </a:lnTo>
                  <a:lnTo>
                    <a:pt x="5267530" y="343718"/>
                  </a:lnTo>
                  <a:lnTo>
                    <a:pt x="5268180" y="349952"/>
                  </a:lnTo>
                  <a:lnTo>
                    <a:pt x="5268830" y="356630"/>
                  </a:lnTo>
                  <a:lnTo>
                    <a:pt x="5269480" y="363672"/>
                  </a:lnTo>
                  <a:lnTo>
                    <a:pt x="5270130" y="370794"/>
                  </a:lnTo>
                  <a:lnTo>
                    <a:pt x="5270780" y="377912"/>
                  </a:lnTo>
                  <a:lnTo>
                    <a:pt x="5271430" y="384848"/>
                  </a:lnTo>
                  <a:lnTo>
                    <a:pt x="5272080" y="391635"/>
                  </a:lnTo>
                  <a:lnTo>
                    <a:pt x="5272730" y="398313"/>
                  </a:lnTo>
                  <a:lnTo>
                    <a:pt x="5273380" y="404694"/>
                  </a:lnTo>
                  <a:lnTo>
                    <a:pt x="5274030" y="410378"/>
                  </a:lnTo>
                  <a:lnTo>
                    <a:pt x="5274680" y="414683"/>
                  </a:lnTo>
                  <a:lnTo>
                    <a:pt x="5275330" y="417192"/>
                  </a:lnTo>
                  <a:lnTo>
                    <a:pt x="5275980" y="418082"/>
                  </a:lnTo>
                  <a:lnTo>
                    <a:pt x="5276630" y="417314"/>
                  </a:lnTo>
                  <a:lnTo>
                    <a:pt x="5277279" y="414843"/>
                  </a:lnTo>
                  <a:lnTo>
                    <a:pt x="5277929" y="411151"/>
                  </a:lnTo>
                  <a:lnTo>
                    <a:pt x="5278579" y="406464"/>
                  </a:lnTo>
                  <a:lnTo>
                    <a:pt x="5279229" y="401238"/>
                  </a:lnTo>
                  <a:lnTo>
                    <a:pt x="5279879" y="395919"/>
                  </a:lnTo>
                  <a:lnTo>
                    <a:pt x="5280529" y="390463"/>
                  </a:lnTo>
                  <a:lnTo>
                    <a:pt x="5281179" y="384960"/>
                  </a:lnTo>
                  <a:lnTo>
                    <a:pt x="5281829" y="379508"/>
                  </a:lnTo>
                  <a:lnTo>
                    <a:pt x="5282479" y="374020"/>
                  </a:lnTo>
                  <a:lnTo>
                    <a:pt x="5283129" y="368683"/>
                  </a:lnTo>
                  <a:lnTo>
                    <a:pt x="5283779" y="363613"/>
                  </a:lnTo>
                  <a:lnTo>
                    <a:pt x="5284429" y="358815"/>
                  </a:lnTo>
                  <a:lnTo>
                    <a:pt x="5285079" y="354208"/>
                  </a:lnTo>
                  <a:lnTo>
                    <a:pt x="5285729" y="349710"/>
                  </a:lnTo>
                  <a:lnTo>
                    <a:pt x="5286379" y="345170"/>
                  </a:lnTo>
                  <a:lnTo>
                    <a:pt x="5287029" y="340651"/>
                  </a:lnTo>
                  <a:lnTo>
                    <a:pt x="5287678" y="335935"/>
                  </a:lnTo>
                  <a:lnTo>
                    <a:pt x="5288328" y="331154"/>
                  </a:lnTo>
                  <a:lnTo>
                    <a:pt x="5288978" y="326352"/>
                  </a:lnTo>
                  <a:lnTo>
                    <a:pt x="5289628" y="321462"/>
                  </a:lnTo>
                  <a:lnTo>
                    <a:pt x="5290278" y="316575"/>
                  </a:lnTo>
                  <a:lnTo>
                    <a:pt x="5290928" y="311813"/>
                  </a:lnTo>
                  <a:lnTo>
                    <a:pt x="5291578" y="307187"/>
                  </a:lnTo>
                  <a:lnTo>
                    <a:pt x="5292228" y="302923"/>
                  </a:lnTo>
                  <a:lnTo>
                    <a:pt x="5292878" y="299059"/>
                  </a:lnTo>
                  <a:lnTo>
                    <a:pt x="5293528" y="295609"/>
                  </a:lnTo>
                  <a:lnTo>
                    <a:pt x="5294178" y="292767"/>
                  </a:lnTo>
                  <a:lnTo>
                    <a:pt x="5294828" y="290712"/>
                  </a:lnTo>
                  <a:lnTo>
                    <a:pt x="5295478" y="289531"/>
                  </a:lnTo>
                  <a:lnTo>
                    <a:pt x="5296128" y="289292"/>
                  </a:lnTo>
                  <a:lnTo>
                    <a:pt x="5296778" y="289864"/>
                  </a:lnTo>
                  <a:lnTo>
                    <a:pt x="5297427" y="291225"/>
                  </a:lnTo>
                  <a:lnTo>
                    <a:pt x="5298077" y="293270"/>
                  </a:lnTo>
                  <a:lnTo>
                    <a:pt x="5298727" y="295929"/>
                  </a:lnTo>
                  <a:lnTo>
                    <a:pt x="5299377" y="299260"/>
                  </a:lnTo>
                  <a:lnTo>
                    <a:pt x="5300027" y="303233"/>
                  </a:lnTo>
                  <a:lnTo>
                    <a:pt x="5300677" y="307740"/>
                  </a:lnTo>
                  <a:lnTo>
                    <a:pt x="5301327" y="312750"/>
                  </a:lnTo>
                  <a:lnTo>
                    <a:pt x="5301977" y="318206"/>
                  </a:lnTo>
                  <a:lnTo>
                    <a:pt x="5302627" y="323948"/>
                  </a:lnTo>
                  <a:lnTo>
                    <a:pt x="5303277" y="329900"/>
                  </a:lnTo>
                  <a:lnTo>
                    <a:pt x="5303927" y="336052"/>
                  </a:lnTo>
                  <a:lnTo>
                    <a:pt x="5304577" y="342371"/>
                  </a:lnTo>
                  <a:lnTo>
                    <a:pt x="5305227" y="348802"/>
                  </a:lnTo>
                  <a:lnTo>
                    <a:pt x="5305877" y="355497"/>
                  </a:lnTo>
                  <a:lnTo>
                    <a:pt x="5306527" y="362624"/>
                  </a:lnTo>
                  <a:lnTo>
                    <a:pt x="5307177" y="370466"/>
                  </a:lnTo>
                  <a:lnTo>
                    <a:pt x="5307826" y="379182"/>
                  </a:lnTo>
                  <a:lnTo>
                    <a:pt x="5308476" y="388642"/>
                  </a:lnTo>
                  <a:lnTo>
                    <a:pt x="5309126" y="398692"/>
                  </a:lnTo>
                  <a:lnTo>
                    <a:pt x="5309776" y="409241"/>
                  </a:lnTo>
                  <a:lnTo>
                    <a:pt x="5310426" y="420217"/>
                  </a:lnTo>
                  <a:lnTo>
                    <a:pt x="5311076" y="431671"/>
                  </a:lnTo>
                  <a:lnTo>
                    <a:pt x="5311726" y="443363"/>
                  </a:lnTo>
                  <a:lnTo>
                    <a:pt x="5312376" y="455269"/>
                  </a:lnTo>
                  <a:lnTo>
                    <a:pt x="5313026" y="467580"/>
                  </a:lnTo>
                  <a:lnTo>
                    <a:pt x="5313676" y="480351"/>
                  </a:lnTo>
                  <a:lnTo>
                    <a:pt x="5314326" y="493509"/>
                  </a:lnTo>
                  <a:lnTo>
                    <a:pt x="5314976" y="507102"/>
                  </a:lnTo>
                  <a:lnTo>
                    <a:pt x="5315626" y="520888"/>
                  </a:lnTo>
                  <a:lnTo>
                    <a:pt x="5316276" y="534815"/>
                  </a:lnTo>
                  <a:lnTo>
                    <a:pt x="5316926" y="548917"/>
                  </a:lnTo>
                  <a:lnTo>
                    <a:pt x="5317575" y="563302"/>
                  </a:lnTo>
                  <a:lnTo>
                    <a:pt x="5318225" y="578011"/>
                  </a:lnTo>
                  <a:lnTo>
                    <a:pt x="5318875" y="593344"/>
                  </a:lnTo>
                  <a:lnTo>
                    <a:pt x="5319525" y="609523"/>
                  </a:lnTo>
                  <a:lnTo>
                    <a:pt x="5320175" y="626794"/>
                  </a:lnTo>
                  <a:lnTo>
                    <a:pt x="5320825" y="645251"/>
                  </a:lnTo>
                  <a:lnTo>
                    <a:pt x="5321475" y="665037"/>
                  </a:lnTo>
                  <a:lnTo>
                    <a:pt x="5322125" y="686370"/>
                  </a:lnTo>
                  <a:lnTo>
                    <a:pt x="5322775" y="709277"/>
                  </a:lnTo>
                  <a:lnTo>
                    <a:pt x="5323425" y="733723"/>
                  </a:lnTo>
                  <a:lnTo>
                    <a:pt x="5324075" y="759761"/>
                  </a:lnTo>
                  <a:lnTo>
                    <a:pt x="5324725" y="787324"/>
                  </a:lnTo>
                  <a:lnTo>
                    <a:pt x="5325375" y="816361"/>
                  </a:lnTo>
                  <a:lnTo>
                    <a:pt x="5326025" y="846710"/>
                  </a:lnTo>
                  <a:lnTo>
                    <a:pt x="5326675" y="877904"/>
                  </a:lnTo>
                  <a:lnTo>
                    <a:pt x="5327324" y="909338"/>
                  </a:lnTo>
                  <a:lnTo>
                    <a:pt x="5327974" y="940950"/>
                  </a:lnTo>
                  <a:lnTo>
                    <a:pt x="5328624" y="972176"/>
                  </a:lnTo>
                  <a:lnTo>
                    <a:pt x="5329274" y="1002579"/>
                  </a:lnTo>
                  <a:lnTo>
                    <a:pt x="5329924" y="1031848"/>
                  </a:lnTo>
                  <a:lnTo>
                    <a:pt x="5330574" y="1059393"/>
                  </a:lnTo>
                  <a:lnTo>
                    <a:pt x="5331224" y="1085115"/>
                  </a:lnTo>
                  <a:lnTo>
                    <a:pt x="5331874" y="1108569"/>
                  </a:lnTo>
                  <a:lnTo>
                    <a:pt x="5332524" y="1129333"/>
                  </a:lnTo>
                  <a:lnTo>
                    <a:pt x="5333174" y="1147789"/>
                  </a:lnTo>
                  <a:lnTo>
                    <a:pt x="5333824" y="1164223"/>
                  </a:lnTo>
                  <a:lnTo>
                    <a:pt x="5334474" y="1178710"/>
                  </a:lnTo>
                  <a:lnTo>
                    <a:pt x="5335124" y="1191861"/>
                  </a:lnTo>
                  <a:lnTo>
                    <a:pt x="5335774" y="1203697"/>
                  </a:lnTo>
                  <a:lnTo>
                    <a:pt x="5336424" y="1213931"/>
                  </a:lnTo>
                  <a:lnTo>
                    <a:pt x="5337074" y="1222795"/>
                  </a:lnTo>
                  <a:lnTo>
                    <a:pt x="5337723" y="1229769"/>
                  </a:lnTo>
                  <a:lnTo>
                    <a:pt x="5338373" y="1234135"/>
                  </a:lnTo>
                  <a:lnTo>
                    <a:pt x="5339023" y="1235730"/>
                  </a:lnTo>
                  <a:lnTo>
                    <a:pt x="5339673" y="1233218"/>
                  </a:lnTo>
                  <a:lnTo>
                    <a:pt x="5340323" y="1226117"/>
                  </a:lnTo>
                  <a:lnTo>
                    <a:pt x="5340973" y="1214494"/>
                  </a:lnTo>
                  <a:lnTo>
                    <a:pt x="5341623" y="1198172"/>
                  </a:lnTo>
                  <a:lnTo>
                    <a:pt x="5342273" y="1177595"/>
                  </a:lnTo>
                  <a:lnTo>
                    <a:pt x="5342923" y="1152750"/>
                  </a:lnTo>
                  <a:lnTo>
                    <a:pt x="5343573" y="1123774"/>
                  </a:lnTo>
                  <a:lnTo>
                    <a:pt x="5344223" y="1091729"/>
                  </a:lnTo>
                  <a:lnTo>
                    <a:pt x="5344873" y="1058137"/>
                  </a:lnTo>
                  <a:lnTo>
                    <a:pt x="5345523" y="1023640"/>
                  </a:lnTo>
                  <a:lnTo>
                    <a:pt x="5346173" y="989202"/>
                  </a:lnTo>
                  <a:lnTo>
                    <a:pt x="5346823" y="955433"/>
                  </a:lnTo>
                  <a:lnTo>
                    <a:pt x="5347472" y="922924"/>
                  </a:lnTo>
                  <a:lnTo>
                    <a:pt x="5348122" y="892597"/>
                  </a:lnTo>
                  <a:lnTo>
                    <a:pt x="5348772" y="864490"/>
                  </a:lnTo>
                  <a:lnTo>
                    <a:pt x="5349422" y="839021"/>
                  </a:lnTo>
                  <a:lnTo>
                    <a:pt x="5350072" y="816109"/>
                  </a:lnTo>
                  <a:lnTo>
                    <a:pt x="5350722" y="795376"/>
                  </a:lnTo>
                  <a:lnTo>
                    <a:pt x="5351372" y="776455"/>
                  </a:lnTo>
                  <a:lnTo>
                    <a:pt x="5352022" y="759047"/>
                  </a:lnTo>
                  <a:lnTo>
                    <a:pt x="5352672" y="742604"/>
                  </a:lnTo>
                  <a:lnTo>
                    <a:pt x="5353322" y="727317"/>
                  </a:lnTo>
                  <a:lnTo>
                    <a:pt x="5353972" y="712862"/>
                  </a:lnTo>
                  <a:lnTo>
                    <a:pt x="5354622" y="698609"/>
                  </a:lnTo>
                  <a:lnTo>
                    <a:pt x="5355272" y="684542"/>
                  </a:lnTo>
                  <a:lnTo>
                    <a:pt x="5355922" y="670685"/>
                  </a:lnTo>
                  <a:lnTo>
                    <a:pt x="5356572" y="656943"/>
                  </a:lnTo>
                  <a:lnTo>
                    <a:pt x="5357222" y="643331"/>
                  </a:lnTo>
                  <a:lnTo>
                    <a:pt x="5357871" y="629566"/>
                  </a:lnTo>
                  <a:lnTo>
                    <a:pt x="5358521" y="615568"/>
                  </a:lnTo>
                  <a:lnTo>
                    <a:pt x="5359171" y="601437"/>
                  </a:lnTo>
                  <a:lnTo>
                    <a:pt x="5359821" y="587399"/>
                  </a:lnTo>
                  <a:lnTo>
                    <a:pt x="5360471" y="573708"/>
                  </a:lnTo>
                  <a:lnTo>
                    <a:pt x="5361121" y="560882"/>
                  </a:lnTo>
                  <a:lnTo>
                    <a:pt x="5361771" y="549103"/>
                  </a:lnTo>
                  <a:lnTo>
                    <a:pt x="5362421" y="538670"/>
                  </a:lnTo>
                  <a:lnTo>
                    <a:pt x="5363071" y="529546"/>
                  </a:lnTo>
                  <a:lnTo>
                    <a:pt x="5363721" y="521597"/>
                  </a:lnTo>
                  <a:lnTo>
                    <a:pt x="5364371" y="514717"/>
                  </a:lnTo>
                  <a:lnTo>
                    <a:pt x="5365021" y="508788"/>
                  </a:lnTo>
                  <a:lnTo>
                    <a:pt x="5365671" y="503316"/>
                  </a:lnTo>
                  <a:lnTo>
                    <a:pt x="5366321" y="497966"/>
                  </a:lnTo>
                  <a:lnTo>
                    <a:pt x="5366971" y="492561"/>
                  </a:lnTo>
                  <a:lnTo>
                    <a:pt x="5367620" y="486974"/>
                  </a:lnTo>
                  <a:lnTo>
                    <a:pt x="5368270" y="481215"/>
                  </a:lnTo>
                  <a:lnTo>
                    <a:pt x="5368920" y="475260"/>
                  </a:lnTo>
                  <a:lnTo>
                    <a:pt x="5369570" y="468961"/>
                  </a:lnTo>
                  <a:lnTo>
                    <a:pt x="5370220" y="462504"/>
                  </a:lnTo>
                  <a:lnTo>
                    <a:pt x="5370870" y="456005"/>
                  </a:lnTo>
                  <a:lnTo>
                    <a:pt x="5371520" y="449415"/>
                  </a:lnTo>
                  <a:lnTo>
                    <a:pt x="5372170" y="442975"/>
                  </a:lnTo>
                  <a:lnTo>
                    <a:pt x="5372820" y="436887"/>
                  </a:lnTo>
                  <a:lnTo>
                    <a:pt x="5373470" y="431280"/>
                  </a:lnTo>
                  <a:lnTo>
                    <a:pt x="5374120" y="426309"/>
                  </a:lnTo>
                  <a:lnTo>
                    <a:pt x="5374770" y="421950"/>
                  </a:lnTo>
                  <a:lnTo>
                    <a:pt x="5375420" y="418436"/>
                  </a:lnTo>
                  <a:lnTo>
                    <a:pt x="5376070" y="416206"/>
                  </a:lnTo>
                  <a:lnTo>
                    <a:pt x="5376720" y="415272"/>
                  </a:lnTo>
                  <a:lnTo>
                    <a:pt x="5377370" y="415327"/>
                  </a:lnTo>
                  <a:lnTo>
                    <a:pt x="5378019" y="416403"/>
                  </a:lnTo>
                  <a:lnTo>
                    <a:pt x="5378669" y="418481"/>
                  </a:lnTo>
                  <a:lnTo>
                    <a:pt x="5379319" y="421630"/>
                  </a:lnTo>
                  <a:lnTo>
                    <a:pt x="5379969" y="425797"/>
                  </a:lnTo>
                  <a:lnTo>
                    <a:pt x="5380619" y="430670"/>
                  </a:lnTo>
                  <a:lnTo>
                    <a:pt x="5381269" y="436248"/>
                  </a:lnTo>
                  <a:lnTo>
                    <a:pt x="5381919" y="442334"/>
                  </a:lnTo>
                  <a:lnTo>
                    <a:pt x="5382569" y="448756"/>
                  </a:lnTo>
                  <a:lnTo>
                    <a:pt x="5383219" y="455513"/>
                  </a:lnTo>
                  <a:lnTo>
                    <a:pt x="5383869" y="462557"/>
                  </a:lnTo>
                  <a:lnTo>
                    <a:pt x="5384519" y="469847"/>
                  </a:lnTo>
                  <a:lnTo>
                    <a:pt x="5385169" y="477455"/>
                  </a:lnTo>
                  <a:lnTo>
                    <a:pt x="5385819" y="484949"/>
                  </a:lnTo>
                  <a:lnTo>
                    <a:pt x="5386469" y="492230"/>
                  </a:lnTo>
                  <a:lnTo>
                    <a:pt x="5387119" y="499476"/>
                  </a:lnTo>
                  <a:lnTo>
                    <a:pt x="5387768" y="506581"/>
                  </a:lnTo>
                  <a:lnTo>
                    <a:pt x="5388418" y="513433"/>
                  </a:lnTo>
                  <a:lnTo>
                    <a:pt x="5389068" y="519888"/>
                  </a:lnTo>
                  <a:lnTo>
                    <a:pt x="5389718" y="525557"/>
                  </a:lnTo>
                  <a:lnTo>
                    <a:pt x="5390368" y="530455"/>
                  </a:lnTo>
                  <a:lnTo>
                    <a:pt x="5391018" y="534527"/>
                  </a:lnTo>
                  <a:lnTo>
                    <a:pt x="5391668" y="537789"/>
                  </a:lnTo>
                  <a:lnTo>
                    <a:pt x="5392318" y="540278"/>
                  </a:lnTo>
                  <a:lnTo>
                    <a:pt x="5392968" y="542013"/>
                  </a:lnTo>
                  <a:lnTo>
                    <a:pt x="5393618" y="543024"/>
                  </a:lnTo>
                  <a:lnTo>
                    <a:pt x="5394268" y="543548"/>
                  </a:lnTo>
                  <a:lnTo>
                    <a:pt x="5394918" y="543625"/>
                  </a:lnTo>
                  <a:lnTo>
                    <a:pt x="5395568" y="543514"/>
                  </a:lnTo>
                  <a:lnTo>
                    <a:pt x="5396218" y="543409"/>
                  </a:lnTo>
                  <a:lnTo>
                    <a:pt x="5396868" y="543673"/>
                  </a:lnTo>
                  <a:lnTo>
                    <a:pt x="5397518" y="544436"/>
                  </a:lnTo>
                  <a:lnTo>
                    <a:pt x="5398167" y="545974"/>
                  </a:lnTo>
                  <a:lnTo>
                    <a:pt x="5398817" y="548661"/>
                  </a:lnTo>
                  <a:lnTo>
                    <a:pt x="5399467" y="552674"/>
                  </a:lnTo>
                  <a:lnTo>
                    <a:pt x="5400117" y="558076"/>
                  </a:lnTo>
                  <a:lnTo>
                    <a:pt x="5400767" y="564920"/>
                  </a:lnTo>
                  <a:lnTo>
                    <a:pt x="5401417" y="572968"/>
                  </a:lnTo>
                  <a:lnTo>
                    <a:pt x="5402067" y="582113"/>
                  </a:lnTo>
                  <a:lnTo>
                    <a:pt x="5402717" y="591922"/>
                  </a:lnTo>
                  <a:lnTo>
                    <a:pt x="5403367" y="601841"/>
                  </a:lnTo>
                  <a:lnTo>
                    <a:pt x="5404017" y="611741"/>
                  </a:lnTo>
                  <a:lnTo>
                    <a:pt x="5404667" y="621449"/>
                  </a:lnTo>
                  <a:lnTo>
                    <a:pt x="5405317" y="630748"/>
                  </a:lnTo>
                  <a:lnTo>
                    <a:pt x="5405967" y="639456"/>
                  </a:lnTo>
                  <a:lnTo>
                    <a:pt x="5406617" y="647421"/>
                  </a:lnTo>
                  <a:lnTo>
                    <a:pt x="5407267" y="654914"/>
                  </a:lnTo>
                  <a:lnTo>
                    <a:pt x="5407916" y="662018"/>
                  </a:lnTo>
                  <a:lnTo>
                    <a:pt x="5408566" y="668468"/>
                  </a:lnTo>
                  <a:lnTo>
                    <a:pt x="5409216" y="674260"/>
                  </a:lnTo>
                  <a:lnTo>
                    <a:pt x="5409866" y="679519"/>
                  </a:lnTo>
                  <a:lnTo>
                    <a:pt x="5410516" y="684237"/>
                  </a:lnTo>
                  <a:lnTo>
                    <a:pt x="5411166" y="688348"/>
                  </a:lnTo>
                  <a:lnTo>
                    <a:pt x="5411816" y="691537"/>
                  </a:lnTo>
                  <a:lnTo>
                    <a:pt x="5412466" y="693758"/>
                  </a:lnTo>
                  <a:lnTo>
                    <a:pt x="5413116" y="694961"/>
                  </a:lnTo>
                  <a:lnTo>
                    <a:pt x="5413766" y="694673"/>
                  </a:lnTo>
                  <a:lnTo>
                    <a:pt x="5414416" y="692842"/>
                  </a:lnTo>
                  <a:lnTo>
                    <a:pt x="5415066" y="689756"/>
                  </a:lnTo>
                  <a:lnTo>
                    <a:pt x="5415716" y="685676"/>
                  </a:lnTo>
                  <a:lnTo>
                    <a:pt x="5416366" y="680884"/>
                  </a:lnTo>
                  <a:lnTo>
                    <a:pt x="5417016" y="675353"/>
                  </a:lnTo>
                  <a:lnTo>
                    <a:pt x="5417666" y="669220"/>
                  </a:lnTo>
                  <a:lnTo>
                    <a:pt x="5418315" y="662850"/>
                  </a:lnTo>
                  <a:lnTo>
                    <a:pt x="5418965" y="656537"/>
                  </a:lnTo>
                  <a:lnTo>
                    <a:pt x="5419615" y="650201"/>
                  </a:lnTo>
                  <a:lnTo>
                    <a:pt x="5420265" y="643982"/>
                  </a:lnTo>
                  <a:lnTo>
                    <a:pt x="5420915" y="637915"/>
                  </a:lnTo>
                  <a:lnTo>
                    <a:pt x="5421565" y="632396"/>
                  </a:lnTo>
                  <a:lnTo>
                    <a:pt x="5422215" y="627946"/>
                  </a:lnTo>
                  <a:lnTo>
                    <a:pt x="5422865" y="625047"/>
                  </a:lnTo>
                  <a:lnTo>
                    <a:pt x="5423515" y="624146"/>
                  </a:lnTo>
                  <a:lnTo>
                    <a:pt x="5424165" y="625258"/>
                  </a:lnTo>
                  <a:lnTo>
                    <a:pt x="5424815" y="628148"/>
                  </a:lnTo>
                  <a:lnTo>
                    <a:pt x="5425465" y="632641"/>
                  </a:lnTo>
                  <a:lnTo>
                    <a:pt x="5426115" y="638297"/>
                  </a:lnTo>
                  <a:lnTo>
                    <a:pt x="5426765" y="644631"/>
                  </a:lnTo>
                  <a:lnTo>
                    <a:pt x="5427415" y="651160"/>
                  </a:lnTo>
                  <a:lnTo>
                    <a:pt x="5428064" y="657524"/>
                  </a:lnTo>
                  <a:lnTo>
                    <a:pt x="5428714" y="663499"/>
                  </a:lnTo>
                  <a:lnTo>
                    <a:pt x="5429364" y="668979"/>
                  </a:lnTo>
                  <a:lnTo>
                    <a:pt x="5430014" y="673823"/>
                  </a:lnTo>
                  <a:lnTo>
                    <a:pt x="5430664" y="678116"/>
                  </a:lnTo>
                  <a:lnTo>
                    <a:pt x="5431314" y="681727"/>
                  </a:lnTo>
                  <a:lnTo>
                    <a:pt x="5431964" y="684557"/>
                  </a:lnTo>
                  <a:lnTo>
                    <a:pt x="5432614" y="686624"/>
                  </a:lnTo>
                  <a:lnTo>
                    <a:pt x="5433264" y="687887"/>
                  </a:lnTo>
                  <a:lnTo>
                    <a:pt x="5433914" y="688445"/>
                  </a:lnTo>
                  <a:lnTo>
                    <a:pt x="5434564" y="688202"/>
                  </a:lnTo>
                  <a:lnTo>
                    <a:pt x="5435214" y="687498"/>
                  </a:lnTo>
                  <a:lnTo>
                    <a:pt x="5435864" y="686919"/>
                  </a:lnTo>
                  <a:lnTo>
                    <a:pt x="5436514" y="686648"/>
                  </a:lnTo>
                  <a:lnTo>
                    <a:pt x="5437164" y="686475"/>
                  </a:lnTo>
                  <a:lnTo>
                    <a:pt x="5437814" y="686311"/>
                  </a:lnTo>
                  <a:lnTo>
                    <a:pt x="5438463" y="686295"/>
                  </a:lnTo>
                  <a:lnTo>
                    <a:pt x="5439113" y="686830"/>
                  </a:lnTo>
                  <a:lnTo>
                    <a:pt x="5439763" y="687675"/>
                  </a:lnTo>
                  <a:lnTo>
                    <a:pt x="5440413" y="688544"/>
                  </a:lnTo>
                  <a:lnTo>
                    <a:pt x="5441063" y="689338"/>
                  </a:lnTo>
                  <a:lnTo>
                    <a:pt x="5441713" y="690165"/>
                  </a:lnTo>
                  <a:lnTo>
                    <a:pt x="5442363" y="691137"/>
                  </a:lnTo>
                  <a:lnTo>
                    <a:pt x="5443013" y="692223"/>
                  </a:lnTo>
                  <a:lnTo>
                    <a:pt x="5443663" y="693446"/>
                  </a:lnTo>
                  <a:lnTo>
                    <a:pt x="5444313" y="695216"/>
                  </a:lnTo>
                  <a:lnTo>
                    <a:pt x="5444963" y="697425"/>
                  </a:lnTo>
                  <a:lnTo>
                    <a:pt x="5445613" y="699888"/>
                  </a:lnTo>
                  <a:lnTo>
                    <a:pt x="5446263" y="702878"/>
                  </a:lnTo>
                  <a:lnTo>
                    <a:pt x="5446913" y="706569"/>
                  </a:lnTo>
                  <a:lnTo>
                    <a:pt x="5447563" y="710953"/>
                  </a:lnTo>
                  <a:lnTo>
                    <a:pt x="5448212" y="715764"/>
                  </a:lnTo>
                  <a:lnTo>
                    <a:pt x="5448862" y="720409"/>
                  </a:lnTo>
                  <a:lnTo>
                    <a:pt x="5449512" y="724961"/>
                  </a:lnTo>
                  <a:lnTo>
                    <a:pt x="5450162" y="729780"/>
                  </a:lnTo>
                  <a:lnTo>
                    <a:pt x="5450812" y="734925"/>
                  </a:lnTo>
                  <a:lnTo>
                    <a:pt x="5451462" y="740194"/>
                  </a:lnTo>
                  <a:lnTo>
                    <a:pt x="5452112" y="745549"/>
                  </a:lnTo>
                  <a:lnTo>
                    <a:pt x="5452762" y="750804"/>
                  </a:lnTo>
                  <a:lnTo>
                    <a:pt x="5453412" y="755963"/>
                  </a:lnTo>
                  <a:lnTo>
                    <a:pt x="5454062" y="760709"/>
                  </a:lnTo>
                  <a:lnTo>
                    <a:pt x="5454712" y="764842"/>
                  </a:lnTo>
                  <a:lnTo>
                    <a:pt x="5455362" y="768190"/>
                  </a:lnTo>
                  <a:lnTo>
                    <a:pt x="5456012" y="770649"/>
                  </a:lnTo>
                  <a:lnTo>
                    <a:pt x="5456662" y="772353"/>
                  </a:lnTo>
                  <a:lnTo>
                    <a:pt x="5457312" y="773529"/>
                  </a:lnTo>
                  <a:lnTo>
                    <a:pt x="5457962" y="774314"/>
                  </a:lnTo>
                  <a:lnTo>
                    <a:pt x="5458611" y="775097"/>
                  </a:lnTo>
                  <a:lnTo>
                    <a:pt x="5459261" y="776122"/>
                  </a:lnTo>
                  <a:lnTo>
                    <a:pt x="5459911" y="777316"/>
                  </a:lnTo>
                  <a:lnTo>
                    <a:pt x="5460561" y="778535"/>
                  </a:lnTo>
                  <a:lnTo>
                    <a:pt x="5461211" y="779824"/>
                  </a:lnTo>
                  <a:lnTo>
                    <a:pt x="5461861" y="781043"/>
                  </a:lnTo>
                  <a:lnTo>
                    <a:pt x="5462511" y="782164"/>
                  </a:lnTo>
                  <a:lnTo>
                    <a:pt x="5463161" y="782960"/>
                  </a:lnTo>
                  <a:lnTo>
                    <a:pt x="5463811" y="783367"/>
                  </a:lnTo>
                  <a:lnTo>
                    <a:pt x="5464461" y="783460"/>
                  </a:lnTo>
                  <a:lnTo>
                    <a:pt x="5465111" y="783247"/>
                  </a:lnTo>
                  <a:lnTo>
                    <a:pt x="5465761" y="782559"/>
                  </a:lnTo>
                  <a:lnTo>
                    <a:pt x="5466411" y="781432"/>
                  </a:lnTo>
                  <a:lnTo>
                    <a:pt x="5467061" y="780313"/>
                  </a:lnTo>
                  <a:lnTo>
                    <a:pt x="5467711" y="779372"/>
                  </a:lnTo>
                  <a:lnTo>
                    <a:pt x="5468360" y="778553"/>
                  </a:lnTo>
                  <a:lnTo>
                    <a:pt x="5469010" y="777867"/>
                  </a:lnTo>
                  <a:lnTo>
                    <a:pt x="5469660" y="777673"/>
                  </a:lnTo>
                  <a:lnTo>
                    <a:pt x="5470310" y="777965"/>
                  </a:lnTo>
                  <a:lnTo>
                    <a:pt x="5470960" y="778709"/>
                  </a:lnTo>
                  <a:lnTo>
                    <a:pt x="5471610" y="779535"/>
                  </a:lnTo>
                  <a:lnTo>
                    <a:pt x="5472260" y="780609"/>
                  </a:lnTo>
                  <a:lnTo>
                    <a:pt x="5472910" y="782304"/>
                  </a:lnTo>
                  <a:lnTo>
                    <a:pt x="5473560" y="784800"/>
                  </a:lnTo>
                  <a:lnTo>
                    <a:pt x="5474210" y="788138"/>
                  </a:lnTo>
                  <a:lnTo>
                    <a:pt x="5474860" y="792347"/>
                  </a:lnTo>
                  <a:lnTo>
                    <a:pt x="5475510" y="797509"/>
                  </a:lnTo>
                  <a:lnTo>
                    <a:pt x="5476160" y="803682"/>
                  </a:lnTo>
                  <a:lnTo>
                    <a:pt x="5476810" y="810387"/>
                  </a:lnTo>
                  <a:lnTo>
                    <a:pt x="5477460" y="817498"/>
                  </a:lnTo>
                  <a:lnTo>
                    <a:pt x="5478109" y="825194"/>
                  </a:lnTo>
                  <a:lnTo>
                    <a:pt x="5478759" y="833524"/>
                  </a:lnTo>
                  <a:lnTo>
                    <a:pt x="5479409" y="842356"/>
                  </a:lnTo>
                  <a:lnTo>
                    <a:pt x="5480059" y="851799"/>
                  </a:lnTo>
                  <a:lnTo>
                    <a:pt x="5480709" y="861913"/>
                  </a:lnTo>
                  <a:lnTo>
                    <a:pt x="5481359" y="873154"/>
                  </a:lnTo>
                  <a:lnTo>
                    <a:pt x="5482009" y="885551"/>
                  </a:lnTo>
                  <a:lnTo>
                    <a:pt x="5482659" y="898443"/>
                  </a:lnTo>
                  <a:lnTo>
                    <a:pt x="5483309" y="911435"/>
                  </a:lnTo>
                  <a:lnTo>
                    <a:pt x="5483959" y="924044"/>
                  </a:lnTo>
                  <a:lnTo>
                    <a:pt x="5484609" y="936394"/>
                  </a:lnTo>
                  <a:lnTo>
                    <a:pt x="5485259" y="948590"/>
                  </a:lnTo>
                  <a:lnTo>
                    <a:pt x="5485909" y="960646"/>
                  </a:lnTo>
                  <a:lnTo>
                    <a:pt x="5486559" y="972830"/>
                  </a:lnTo>
                  <a:lnTo>
                    <a:pt x="5487209" y="985246"/>
                  </a:lnTo>
                  <a:lnTo>
                    <a:pt x="5487859" y="997675"/>
                  </a:lnTo>
                  <a:lnTo>
                    <a:pt x="5488508" y="1009868"/>
                  </a:lnTo>
                  <a:lnTo>
                    <a:pt x="5489158" y="1021431"/>
                  </a:lnTo>
                  <a:lnTo>
                    <a:pt x="5489808" y="1031905"/>
                  </a:lnTo>
                  <a:lnTo>
                    <a:pt x="5490458" y="1040735"/>
                  </a:lnTo>
                  <a:lnTo>
                    <a:pt x="5491108" y="1047038"/>
                  </a:lnTo>
                  <a:lnTo>
                    <a:pt x="5491758" y="1050515"/>
                  </a:lnTo>
                  <a:lnTo>
                    <a:pt x="5492408" y="1051732"/>
                  </a:lnTo>
                  <a:lnTo>
                    <a:pt x="5493058" y="1050928"/>
                  </a:lnTo>
                  <a:lnTo>
                    <a:pt x="5493708" y="1048363"/>
                  </a:lnTo>
                  <a:lnTo>
                    <a:pt x="5494358" y="1043462"/>
                  </a:lnTo>
                  <a:lnTo>
                    <a:pt x="5495008" y="1035852"/>
                  </a:lnTo>
                  <a:lnTo>
                    <a:pt x="5495658" y="1025611"/>
                  </a:lnTo>
                  <a:lnTo>
                    <a:pt x="5496308" y="1012617"/>
                  </a:lnTo>
                  <a:lnTo>
                    <a:pt x="5496958" y="996805"/>
                  </a:lnTo>
                  <a:lnTo>
                    <a:pt x="5497608" y="978340"/>
                  </a:lnTo>
                  <a:lnTo>
                    <a:pt x="5498257" y="957641"/>
                  </a:lnTo>
                  <a:lnTo>
                    <a:pt x="5498907" y="935233"/>
                  </a:lnTo>
                  <a:lnTo>
                    <a:pt x="5499557" y="912415"/>
                  </a:lnTo>
                  <a:lnTo>
                    <a:pt x="5500207" y="889967"/>
                  </a:lnTo>
                  <a:lnTo>
                    <a:pt x="5500857" y="868624"/>
                  </a:lnTo>
                  <a:lnTo>
                    <a:pt x="5501507" y="848632"/>
                  </a:lnTo>
                  <a:lnTo>
                    <a:pt x="5502157" y="829914"/>
                  </a:lnTo>
                  <a:lnTo>
                    <a:pt x="5502807" y="812610"/>
                  </a:lnTo>
                  <a:lnTo>
                    <a:pt x="5503457" y="796675"/>
                  </a:lnTo>
                  <a:lnTo>
                    <a:pt x="5504107" y="782286"/>
                  </a:lnTo>
                  <a:lnTo>
                    <a:pt x="5504757" y="769468"/>
                  </a:lnTo>
                  <a:lnTo>
                    <a:pt x="5505407" y="757824"/>
                  </a:lnTo>
                  <a:lnTo>
                    <a:pt x="5506057" y="746451"/>
                  </a:lnTo>
                  <a:lnTo>
                    <a:pt x="5506707" y="735085"/>
                  </a:lnTo>
                  <a:lnTo>
                    <a:pt x="5507357" y="723561"/>
                  </a:lnTo>
                  <a:lnTo>
                    <a:pt x="5508007" y="711739"/>
                  </a:lnTo>
                  <a:lnTo>
                    <a:pt x="5508656" y="699523"/>
                  </a:lnTo>
                  <a:lnTo>
                    <a:pt x="5509306" y="686537"/>
                  </a:lnTo>
                  <a:lnTo>
                    <a:pt x="5509956" y="672715"/>
                  </a:lnTo>
                  <a:lnTo>
                    <a:pt x="5510606" y="658309"/>
                  </a:lnTo>
                  <a:lnTo>
                    <a:pt x="5511256" y="643413"/>
                  </a:lnTo>
                  <a:lnTo>
                    <a:pt x="5511906" y="628183"/>
                  </a:lnTo>
                  <a:lnTo>
                    <a:pt x="5512556" y="612749"/>
                  </a:lnTo>
                  <a:lnTo>
                    <a:pt x="5513206" y="597297"/>
                  </a:lnTo>
                  <a:lnTo>
                    <a:pt x="5513856" y="581821"/>
                  </a:lnTo>
                  <a:lnTo>
                    <a:pt x="5514506" y="566400"/>
                  </a:lnTo>
                  <a:lnTo>
                    <a:pt x="5515156" y="551354"/>
                  </a:lnTo>
                  <a:lnTo>
                    <a:pt x="5515806" y="537345"/>
                  </a:lnTo>
                  <a:lnTo>
                    <a:pt x="5516456" y="524655"/>
                  </a:lnTo>
                  <a:lnTo>
                    <a:pt x="5517106" y="513220"/>
                  </a:lnTo>
                  <a:lnTo>
                    <a:pt x="5517756" y="503066"/>
                  </a:lnTo>
                  <a:lnTo>
                    <a:pt x="5518405" y="494176"/>
                  </a:lnTo>
                  <a:lnTo>
                    <a:pt x="5519055" y="486233"/>
                  </a:lnTo>
                  <a:lnTo>
                    <a:pt x="5519705" y="478945"/>
                  </a:lnTo>
                  <a:lnTo>
                    <a:pt x="5520355" y="471790"/>
                  </a:lnTo>
                  <a:lnTo>
                    <a:pt x="5521005" y="464584"/>
                  </a:lnTo>
                  <a:lnTo>
                    <a:pt x="5521655" y="457072"/>
                  </a:lnTo>
                  <a:lnTo>
                    <a:pt x="5522305" y="449105"/>
                  </a:lnTo>
                  <a:lnTo>
                    <a:pt x="5522955" y="440601"/>
                  </a:lnTo>
                  <a:lnTo>
                    <a:pt x="5523605" y="431753"/>
                  </a:lnTo>
                  <a:lnTo>
                    <a:pt x="5524255" y="422719"/>
                  </a:lnTo>
                  <a:lnTo>
                    <a:pt x="5524905" y="413524"/>
                  </a:lnTo>
                  <a:lnTo>
                    <a:pt x="5525555" y="404270"/>
                  </a:lnTo>
                  <a:lnTo>
                    <a:pt x="5526205" y="394981"/>
                  </a:lnTo>
                  <a:lnTo>
                    <a:pt x="5526855" y="385951"/>
                  </a:lnTo>
                  <a:lnTo>
                    <a:pt x="5527505" y="377319"/>
                  </a:lnTo>
                  <a:lnTo>
                    <a:pt x="5528155" y="369224"/>
                  </a:lnTo>
                  <a:lnTo>
                    <a:pt x="5528804" y="361792"/>
                  </a:lnTo>
                  <a:lnTo>
                    <a:pt x="5529454" y="355033"/>
                  </a:lnTo>
                  <a:lnTo>
                    <a:pt x="5530104" y="349087"/>
                  </a:lnTo>
                  <a:lnTo>
                    <a:pt x="5530754" y="344035"/>
                  </a:lnTo>
                  <a:lnTo>
                    <a:pt x="5531404" y="339997"/>
                  </a:lnTo>
                  <a:lnTo>
                    <a:pt x="5532054" y="336653"/>
                  </a:lnTo>
                  <a:lnTo>
                    <a:pt x="5532704" y="333825"/>
                  </a:lnTo>
                  <a:lnTo>
                    <a:pt x="5533354" y="331264"/>
                  </a:lnTo>
                  <a:lnTo>
                    <a:pt x="5534004" y="328905"/>
                  </a:lnTo>
                  <a:lnTo>
                    <a:pt x="5534654" y="326736"/>
                  </a:lnTo>
                  <a:lnTo>
                    <a:pt x="5535304" y="324671"/>
                  </a:lnTo>
                  <a:lnTo>
                    <a:pt x="5535954" y="322594"/>
                  </a:lnTo>
                  <a:lnTo>
                    <a:pt x="5536604" y="320574"/>
                  </a:lnTo>
                  <a:lnTo>
                    <a:pt x="5537254" y="318503"/>
                  </a:lnTo>
                  <a:lnTo>
                    <a:pt x="5537904" y="316235"/>
                  </a:lnTo>
                  <a:lnTo>
                    <a:pt x="5538553" y="314082"/>
                  </a:lnTo>
                  <a:lnTo>
                    <a:pt x="5539203" y="312278"/>
                  </a:lnTo>
                  <a:lnTo>
                    <a:pt x="5539853" y="310789"/>
                  </a:lnTo>
                  <a:lnTo>
                    <a:pt x="5540503" y="309549"/>
                  </a:lnTo>
                  <a:lnTo>
                    <a:pt x="5541153" y="308449"/>
                  </a:lnTo>
                  <a:lnTo>
                    <a:pt x="5541803" y="307840"/>
                  </a:lnTo>
                  <a:lnTo>
                    <a:pt x="5542453" y="307903"/>
                  </a:lnTo>
                  <a:lnTo>
                    <a:pt x="5543103" y="308597"/>
                  </a:lnTo>
                  <a:lnTo>
                    <a:pt x="5543753" y="309753"/>
                  </a:lnTo>
                  <a:lnTo>
                    <a:pt x="5544403" y="311209"/>
                  </a:lnTo>
                  <a:lnTo>
                    <a:pt x="5545053" y="312839"/>
                  </a:lnTo>
                  <a:lnTo>
                    <a:pt x="5545703" y="314632"/>
                  </a:lnTo>
                  <a:lnTo>
                    <a:pt x="5546353" y="316287"/>
                  </a:lnTo>
                  <a:lnTo>
                    <a:pt x="5547003" y="317662"/>
                  </a:lnTo>
                  <a:lnTo>
                    <a:pt x="5547653" y="318715"/>
                  </a:lnTo>
                  <a:lnTo>
                    <a:pt x="5548303" y="319107"/>
                  </a:lnTo>
                  <a:lnTo>
                    <a:pt x="5548952" y="318840"/>
                  </a:lnTo>
                  <a:lnTo>
                    <a:pt x="5549602" y="318159"/>
                  </a:lnTo>
                  <a:lnTo>
                    <a:pt x="5550252" y="317143"/>
                  </a:lnTo>
                  <a:lnTo>
                    <a:pt x="5550902" y="315955"/>
                  </a:lnTo>
                  <a:lnTo>
                    <a:pt x="5551552" y="314801"/>
                  </a:lnTo>
                  <a:lnTo>
                    <a:pt x="5552202" y="313812"/>
                  </a:lnTo>
                  <a:lnTo>
                    <a:pt x="5552852" y="313278"/>
                  </a:lnTo>
                  <a:lnTo>
                    <a:pt x="5553502" y="313244"/>
                  </a:lnTo>
                  <a:lnTo>
                    <a:pt x="5554152" y="313856"/>
                  </a:lnTo>
                  <a:lnTo>
                    <a:pt x="5554802" y="315075"/>
                  </a:lnTo>
                  <a:lnTo>
                    <a:pt x="5555452" y="316826"/>
                  </a:lnTo>
                  <a:lnTo>
                    <a:pt x="5556102" y="319064"/>
                  </a:lnTo>
                  <a:lnTo>
                    <a:pt x="5556752" y="321729"/>
                  </a:lnTo>
                  <a:lnTo>
                    <a:pt x="5557402" y="324711"/>
                  </a:lnTo>
                  <a:lnTo>
                    <a:pt x="5558052" y="328080"/>
                  </a:lnTo>
                  <a:lnTo>
                    <a:pt x="5558701" y="331643"/>
                  </a:lnTo>
                  <a:lnTo>
                    <a:pt x="5559351" y="335304"/>
                  </a:lnTo>
                  <a:lnTo>
                    <a:pt x="5560001" y="339190"/>
                  </a:lnTo>
                  <a:lnTo>
                    <a:pt x="5560651" y="343280"/>
                  </a:lnTo>
                  <a:lnTo>
                    <a:pt x="5561301" y="347479"/>
                  </a:lnTo>
                  <a:lnTo>
                    <a:pt x="5561951" y="351814"/>
                  </a:lnTo>
                  <a:lnTo>
                    <a:pt x="5562601" y="356326"/>
                  </a:lnTo>
                  <a:lnTo>
                    <a:pt x="5563251" y="361015"/>
                  </a:lnTo>
                  <a:lnTo>
                    <a:pt x="5563901" y="365869"/>
                  </a:lnTo>
                  <a:lnTo>
                    <a:pt x="5564551" y="370936"/>
                  </a:lnTo>
                  <a:lnTo>
                    <a:pt x="5565201" y="376306"/>
                  </a:lnTo>
                  <a:lnTo>
                    <a:pt x="5565851" y="381962"/>
                  </a:lnTo>
                  <a:lnTo>
                    <a:pt x="5566501" y="387914"/>
                  </a:lnTo>
                  <a:lnTo>
                    <a:pt x="5567151" y="394285"/>
                  </a:lnTo>
                  <a:lnTo>
                    <a:pt x="5567801" y="400978"/>
                  </a:lnTo>
                  <a:lnTo>
                    <a:pt x="5568451" y="408074"/>
                  </a:lnTo>
                  <a:lnTo>
                    <a:pt x="5569100" y="415182"/>
                  </a:lnTo>
                  <a:lnTo>
                    <a:pt x="5569750" y="422091"/>
                  </a:lnTo>
                  <a:lnTo>
                    <a:pt x="5570400" y="428788"/>
                  </a:lnTo>
                  <a:lnTo>
                    <a:pt x="5571050" y="435172"/>
                  </a:lnTo>
                  <a:lnTo>
                    <a:pt x="5571700" y="440865"/>
                  </a:lnTo>
                  <a:lnTo>
                    <a:pt x="5572350" y="445684"/>
                  </a:lnTo>
                  <a:lnTo>
                    <a:pt x="5573000" y="449909"/>
                  </a:lnTo>
                  <a:lnTo>
                    <a:pt x="5573650" y="453514"/>
                  </a:lnTo>
                  <a:lnTo>
                    <a:pt x="5574300" y="456380"/>
                  </a:lnTo>
                  <a:lnTo>
                    <a:pt x="5574950" y="458350"/>
                  </a:lnTo>
                  <a:lnTo>
                    <a:pt x="5575600" y="459543"/>
                  </a:lnTo>
                  <a:lnTo>
                    <a:pt x="5576250" y="460122"/>
                  </a:lnTo>
                  <a:lnTo>
                    <a:pt x="5576900" y="460197"/>
                  </a:lnTo>
                  <a:lnTo>
                    <a:pt x="5577550" y="459886"/>
                  </a:lnTo>
                  <a:lnTo>
                    <a:pt x="5578200" y="459112"/>
                  </a:lnTo>
                  <a:lnTo>
                    <a:pt x="5578849" y="458329"/>
                  </a:lnTo>
                  <a:lnTo>
                    <a:pt x="5579499" y="457845"/>
                  </a:lnTo>
                  <a:lnTo>
                    <a:pt x="5580149" y="457813"/>
                  </a:lnTo>
                  <a:lnTo>
                    <a:pt x="5580799" y="458279"/>
                  </a:lnTo>
                  <a:lnTo>
                    <a:pt x="5581449" y="459315"/>
                  </a:lnTo>
                  <a:lnTo>
                    <a:pt x="5582099" y="460674"/>
                  </a:lnTo>
                  <a:lnTo>
                    <a:pt x="5582749" y="462034"/>
                  </a:lnTo>
                  <a:lnTo>
                    <a:pt x="5583399" y="463347"/>
                  </a:lnTo>
                  <a:lnTo>
                    <a:pt x="5584049" y="464623"/>
                  </a:lnTo>
                  <a:lnTo>
                    <a:pt x="5584699" y="465934"/>
                  </a:lnTo>
                  <a:lnTo>
                    <a:pt x="5585349" y="467299"/>
                  </a:lnTo>
                  <a:lnTo>
                    <a:pt x="5585999" y="468811"/>
                  </a:lnTo>
                  <a:lnTo>
                    <a:pt x="5586649" y="470584"/>
                  </a:lnTo>
                  <a:lnTo>
                    <a:pt x="5587299" y="472868"/>
                  </a:lnTo>
                  <a:lnTo>
                    <a:pt x="5587949" y="475852"/>
                  </a:lnTo>
                  <a:lnTo>
                    <a:pt x="5588599" y="479602"/>
                  </a:lnTo>
                  <a:lnTo>
                    <a:pt x="5589248" y="483954"/>
                  </a:lnTo>
                  <a:lnTo>
                    <a:pt x="5589898" y="488739"/>
                  </a:lnTo>
                  <a:lnTo>
                    <a:pt x="5590548" y="493782"/>
                  </a:lnTo>
                  <a:lnTo>
                    <a:pt x="5591198" y="499074"/>
                  </a:lnTo>
                  <a:lnTo>
                    <a:pt x="5591848" y="504561"/>
                  </a:lnTo>
                  <a:lnTo>
                    <a:pt x="5592498" y="510226"/>
                  </a:lnTo>
                  <a:lnTo>
                    <a:pt x="5593148" y="515756"/>
                  </a:lnTo>
                  <a:lnTo>
                    <a:pt x="5593798" y="521256"/>
                  </a:lnTo>
                  <a:lnTo>
                    <a:pt x="5594448" y="526699"/>
                  </a:lnTo>
                  <a:lnTo>
                    <a:pt x="5595098" y="531761"/>
                  </a:lnTo>
                  <a:lnTo>
                    <a:pt x="5595748" y="536328"/>
                  </a:lnTo>
                  <a:lnTo>
                    <a:pt x="5596398" y="540189"/>
                  </a:lnTo>
                  <a:lnTo>
                    <a:pt x="5597048" y="543145"/>
                  </a:lnTo>
                  <a:lnTo>
                    <a:pt x="5597698" y="545245"/>
                  </a:lnTo>
                  <a:lnTo>
                    <a:pt x="5598348" y="546601"/>
                  </a:lnTo>
                  <a:lnTo>
                    <a:pt x="5598997" y="547127"/>
                  </a:lnTo>
                  <a:lnTo>
                    <a:pt x="5599647" y="546785"/>
                  </a:lnTo>
                  <a:lnTo>
                    <a:pt x="5600297" y="545840"/>
                  </a:lnTo>
                  <a:lnTo>
                    <a:pt x="5600947" y="544545"/>
                  </a:lnTo>
                  <a:lnTo>
                    <a:pt x="5601597" y="543254"/>
                  </a:lnTo>
                  <a:lnTo>
                    <a:pt x="5602247" y="542061"/>
                  </a:lnTo>
                  <a:lnTo>
                    <a:pt x="5602897" y="541126"/>
                  </a:lnTo>
                  <a:lnTo>
                    <a:pt x="5603547" y="540575"/>
                  </a:lnTo>
                  <a:lnTo>
                    <a:pt x="5604197" y="540513"/>
                  </a:lnTo>
                  <a:lnTo>
                    <a:pt x="5604847" y="541342"/>
                  </a:lnTo>
                  <a:lnTo>
                    <a:pt x="5605497" y="542579"/>
                  </a:lnTo>
                  <a:lnTo>
                    <a:pt x="5606147" y="544264"/>
                  </a:lnTo>
                  <a:lnTo>
                    <a:pt x="5606797" y="546254"/>
                  </a:lnTo>
                  <a:lnTo>
                    <a:pt x="5607447" y="548489"/>
                  </a:lnTo>
                  <a:lnTo>
                    <a:pt x="5608097" y="550345"/>
                  </a:lnTo>
                  <a:lnTo>
                    <a:pt x="5608746" y="552085"/>
                  </a:lnTo>
                  <a:lnTo>
                    <a:pt x="5609396" y="553725"/>
                  </a:lnTo>
                  <a:lnTo>
                    <a:pt x="5610046" y="555233"/>
                  </a:lnTo>
                  <a:lnTo>
                    <a:pt x="5610696" y="556588"/>
                  </a:lnTo>
                  <a:lnTo>
                    <a:pt x="5611346" y="557649"/>
                  </a:lnTo>
                  <a:lnTo>
                    <a:pt x="5611996" y="558180"/>
                  </a:lnTo>
                  <a:lnTo>
                    <a:pt x="5612646" y="558261"/>
                  </a:lnTo>
                  <a:lnTo>
                    <a:pt x="5613296" y="557756"/>
                  </a:lnTo>
                  <a:lnTo>
                    <a:pt x="5613946" y="556665"/>
                  </a:lnTo>
                  <a:lnTo>
                    <a:pt x="5614596" y="554851"/>
                  </a:lnTo>
                  <a:lnTo>
                    <a:pt x="5615246" y="552833"/>
                  </a:lnTo>
                  <a:lnTo>
                    <a:pt x="5615896" y="550547"/>
                  </a:lnTo>
                  <a:lnTo>
                    <a:pt x="5616546" y="547997"/>
                  </a:lnTo>
                  <a:lnTo>
                    <a:pt x="5617196" y="545001"/>
                  </a:lnTo>
                  <a:lnTo>
                    <a:pt x="5617846" y="541866"/>
                  </a:lnTo>
                  <a:lnTo>
                    <a:pt x="5618496" y="538224"/>
                  </a:lnTo>
                  <a:lnTo>
                    <a:pt x="5619145" y="533974"/>
                  </a:lnTo>
                  <a:lnTo>
                    <a:pt x="5619795" y="528901"/>
                  </a:lnTo>
                  <a:lnTo>
                    <a:pt x="5620445" y="523129"/>
                  </a:lnTo>
                  <a:lnTo>
                    <a:pt x="5621095" y="516819"/>
                  </a:lnTo>
                  <a:lnTo>
                    <a:pt x="5621745" y="510296"/>
                  </a:lnTo>
                  <a:lnTo>
                    <a:pt x="5622395" y="503783"/>
                  </a:lnTo>
                  <a:lnTo>
                    <a:pt x="5623045" y="497437"/>
                  </a:lnTo>
                  <a:lnTo>
                    <a:pt x="5623695" y="491462"/>
                  </a:lnTo>
                  <a:lnTo>
                    <a:pt x="5624345" y="485926"/>
                  </a:lnTo>
                  <a:lnTo>
                    <a:pt x="5624995" y="480640"/>
                  </a:lnTo>
                  <a:lnTo>
                    <a:pt x="5625645" y="475735"/>
                  </a:lnTo>
                  <a:lnTo>
                    <a:pt x="5626295" y="471282"/>
                  </a:lnTo>
                  <a:lnTo>
                    <a:pt x="5626945" y="467477"/>
                  </a:lnTo>
                  <a:lnTo>
                    <a:pt x="5627595" y="464394"/>
                  </a:lnTo>
                  <a:lnTo>
                    <a:pt x="5628245" y="462107"/>
                  </a:lnTo>
                  <a:lnTo>
                    <a:pt x="5628894" y="460736"/>
                  </a:lnTo>
                  <a:lnTo>
                    <a:pt x="5629544" y="460444"/>
                  </a:lnTo>
                  <a:lnTo>
                    <a:pt x="5630194" y="460980"/>
                  </a:lnTo>
                  <a:lnTo>
                    <a:pt x="5630844" y="462060"/>
                  </a:lnTo>
                  <a:lnTo>
                    <a:pt x="5631494" y="463470"/>
                  </a:lnTo>
                  <a:lnTo>
                    <a:pt x="5632144" y="465045"/>
                  </a:lnTo>
                  <a:lnTo>
                    <a:pt x="5632794" y="466709"/>
                  </a:lnTo>
                  <a:lnTo>
                    <a:pt x="5633444" y="468111"/>
                  </a:lnTo>
                  <a:lnTo>
                    <a:pt x="5634094" y="469263"/>
                  </a:lnTo>
                  <a:lnTo>
                    <a:pt x="5634744" y="470498"/>
                  </a:lnTo>
                  <a:lnTo>
                    <a:pt x="5635394" y="471960"/>
                  </a:lnTo>
                  <a:lnTo>
                    <a:pt x="5636044" y="473748"/>
                  </a:lnTo>
                  <a:lnTo>
                    <a:pt x="5636694" y="475821"/>
                  </a:lnTo>
                  <a:lnTo>
                    <a:pt x="5637344" y="477935"/>
                  </a:lnTo>
                  <a:lnTo>
                    <a:pt x="5637994" y="480298"/>
                  </a:lnTo>
                  <a:lnTo>
                    <a:pt x="5638644" y="482941"/>
                  </a:lnTo>
                  <a:lnTo>
                    <a:pt x="5639293" y="485840"/>
                  </a:lnTo>
                  <a:lnTo>
                    <a:pt x="5639943" y="489010"/>
                  </a:lnTo>
                  <a:lnTo>
                    <a:pt x="5640593" y="492866"/>
                  </a:lnTo>
                  <a:lnTo>
                    <a:pt x="5641243" y="497334"/>
                  </a:lnTo>
                  <a:lnTo>
                    <a:pt x="5641893" y="502521"/>
                  </a:lnTo>
                  <a:lnTo>
                    <a:pt x="5642543" y="508302"/>
                  </a:lnTo>
                  <a:lnTo>
                    <a:pt x="5643193" y="514817"/>
                  </a:lnTo>
                  <a:lnTo>
                    <a:pt x="5643843" y="521984"/>
                  </a:lnTo>
                  <a:lnTo>
                    <a:pt x="5644493" y="529707"/>
                  </a:lnTo>
                  <a:lnTo>
                    <a:pt x="5645143" y="537552"/>
                  </a:lnTo>
                  <a:lnTo>
                    <a:pt x="5645793" y="545294"/>
                  </a:lnTo>
                  <a:lnTo>
                    <a:pt x="5646443" y="552801"/>
                  </a:lnTo>
                  <a:lnTo>
                    <a:pt x="5647093" y="560243"/>
                  </a:lnTo>
                  <a:lnTo>
                    <a:pt x="5647743" y="567400"/>
                  </a:lnTo>
                  <a:lnTo>
                    <a:pt x="5648393" y="574087"/>
                  </a:lnTo>
                  <a:lnTo>
                    <a:pt x="5649042" y="580294"/>
                  </a:lnTo>
                  <a:lnTo>
                    <a:pt x="5649692" y="586374"/>
                  </a:lnTo>
                  <a:lnTo>
                    <a:pt x="5650342" y="592263"/>
                  </a:lnTo>
                  <a:lnTo>
                    <a:pt x="5650992" y="598348"/>
                  </a:lnTo>
                  <a:lnTo>
                    <a:pt x="5651642" y="604706"/>
                  </a:lnTo>
                  <a:lnTo>
                    <a:pt x="5652292" y="611521"/>
                  </a:lnTo>
                  <a:lnTo>
                    <a:pt x="5652942" y="618832"/>
                  </a:lnTo>
                  <a:lnTo>
                    <a:pt x="5653592" y="626418"/>
                  </a:lnTo>
                  <a:lnTo>
                    <a:pt x="5654242" y="633915"/>
                  </a:lnTo>
                  <a:lnTo>
                    <a:pt x="5654892" y="641293"/>
                  </a:lnTo>
                  <a:lnTo>
                    <a:pt x="5655542" y="648460"/>
                  </a:lnTo>
                  <a:lnTo>
                    <a:pt x="5656192" y="655410"/>
                  </a:lnTo>
                  <a:lnTo>
                    <a:pt x="5656842" y="662305"/>
                  </a:lnTo>
                  <a:lnTo>
                    <a:pt x="5657492" y="669324"/>
                  </a:lnTo>
                  <a:lnTo>
                    <a:pt x="5658142" y="676926"/>
                  </a:lnTo>
                  <a:lnTo>
                    <a:pt x="5658792" y="685166"/>
                  </a:lnTo>
                  <a:lnTo>
                    <a:pt x="5659441" y="693687"/>
                  </a:lnTo>
                  <a:lnTo>
                    <a:pt x="5660091" y="702431"/>
                  </a:lnTo>
                  <a:lnTo>
                    <a:pt x="5660741" y="711376"/>
                  </a:lnTo>
                  <a:lnTo>
                    <a:pt x="5661391" y="720382"/>
                  </a:lnTo>
                  <a:lnTo>
                    <a:pt x="5662041" y="729338"/>
                  </a:lnTo>
                  <a:lnTo>
                    <a:pt x="5662691" y="738275"/>
                  </a:lnTo>
                  <a:lnTo>
                    <a:pt x="5663341" y="747665"/>
                  </a:lnTo>
                  <a:lnTo>
                    <a:pt x="5663991" y="757953"/>
                  </a:lnTo>
                  <a:lnTo>
                    <a:pt x="5664641" y="769506"/>
                  </a:lnTo>
                  <a:lnTo>
                    <a:pt x="5665291" y="782573"/>
                  </a:lnTo>
                  <a:lnTo>
                    <a:pt x="5665941" y="797355"/>
                  </a:lnTo>
                  <a:lnTo>
                    <a:pt x="5666591" y="813407"/>
                  </a:lnTo>
                  <a:lnTo>
                    <a:pt x="5667241" y="829779"/>
                  </a:lnTo>
                  <a:lnTo>
                    <a:pt x="5667891" y="845573"/>
                  </a:lnTo>
                  <a:lnTo>
                    <a:pt x="5668541" y="860572"/>
                  </a:lnTo>
                  <a:lnTo>
                    <a:pt x="5669190" y="874903"/>
                  </a:lnTo>
                  <a:lnTo>
                    <a:pt x="5669840" y="888510"/>
                  </a:lnTo>
                  <a:lnTo>
                    <a:pt x="5670490" y="901197"/>
                  </a:lnTo>
                  <a:lnTo>
                    <a:pt x="5671140" y="913005"/>
                  </a:lnTo>
                  <a:lnTo>
                    <a:pt x="5671790" y="924319"/>
                  </a:lnTo>
                  <a:lnTo>
                    <a:pt x="5672440" y="935321"/>
                  </a:lnTo>
                  <a:lnTo>
                    <a:pt x="5673090" y="945938"/>
                  </a:lnTo>
                  <a:lnTo>
                    <a:pt x="5673740" y="956097"/>
                  </a:lnTo>
                  <a:lnTo>
                    <a:pt x="5674390" y="965508"/>
                  </a:lnTo>
                  <a:lnTo>
                    <a:pt x="5675040" y="974054"/>
                  </a:lnTo>
                  <a:lnTo>
                    <a:pt x="5675690" y="981596"/>
                  </a:lnTo>
                  <a:lnTo>
                    <a:pt x="5676340" y="988763"/>
                  </a:lnTo>
                  <a:lnTo>
                    <a:pt x="5676990" y="996397"/>
                  </a:lnTo>
                  <a:lnTo>
                    <a:pt x="5677640" y="1005210"/>
                  </a:lnTo>
                  <a:lnTo>
                    <a:pt x="5678290" y="1015331"/>
                  </a:lnTo>
                  <a:lnTo>
                    <a:pt x="5678940" y="1026585"/>
                  </a:lnTo>
                  <a:lnTo>
                    <a:pt x="5679589" y="1039074"/>
                  </a:lnTo>
                  <a:lnTo>
                    <a:pt x="5680239" y="1052772"/>
                  </a:lnTo>
                  <a:lnTo>
                    <a:pt x="5680889" y="1067845"/>
                  </a:lnTo>
                  <a:lnTo>
                    <a:pt x="5681539" y="1083955"/>
                  </a:lnTo>
                  <a:lnTo>
                    <a:pt x="5682189" y="1100675"/>
                  </a:lnTo>
                  <a:lnTo>
                    <a:pt x="5682839" y="1117610"/>
                  </a:lnTo>
                  <a:lnTo>
                    <a:pt x="5683489" y="1134667"/>
                  </a:lnTo>
                  <a:lnTo>
                    <a:pt x="5684139" y="1151819"/>
                  </a:lnTo>
                  <a:lnTo>
                    <a:pt x="5684789" y="1169238"/>
                  </a:lnTo>
                  <a:lnTo>
                    <a:pt x="5685439" y="1186905"/>
                  </a:lnTo>
                  <a:lnTo>
                    <a:pt x="5686089" y="1204944"/>
                  </a:lnTo>
                  <a:lnTo>
                    <a:pt x="5686739" y="1223975"/>
                  </a:lnTo>
                  <a:lnTo>
                    <a:pt x="5687389" y="1244384"/>
                  </a:lnTo>
                  <a:lnTo>
                    <a:pt x="5688039" y="1266282"/>
                  </a:lnTo>
                  <a:lnTo>
                    <a:pt x="5688689" y="1289870"/>
                  </a:lnTo>
                  <a:lnTo>
                    <a:pt x="5689338" y="1314884"/>
                  </a:lnTo>
                  <a:lnTo>
                    <a:pt x="5689988" y="1341252"/>
                  </a:lnTo>
                  <a:lnTo>
                    <a:pt x="5690638" y="1367929"/>
                  </a:lnTo>
                  <a:lnTo>
                    <a:pt x="5691288" y="1394351"/>
                  </a:lnTo>
                  <a:lnTo>
                    <a:pt x="5691938" y="1420741"/>
                  </a:lnTo>
                  <a:lnTo>
                    <a:pt x="5692588" y="1447310"/>
                  </a:lnTo>
                  <a:lnTo>
                    <a:pt x="5693238" y="1473725"/>
                  </a:lnTo>
                  <a:lnTo>
                    <a:pt x="5693888" y="1499724"/>
                  </a:lnTo>
                  <a:lnTo>
                    <a:pt x="5694538" y="1524997"/>
                  </a:lnTo>
                  <a:lnTo>
                    <a:pt x="5695188" y="1549465"/>
                  </a:lnTo>
                  <a:lnTo>
                    <a:pt x="5695838" y="1572069"/>
                  </a:lnTo>
                  <a:lnTo>
                    <a:pt x="5696488" y="1591996"/>
                  </a:lnTo>
                  <a:lnTo>
                    <a:pt x="5697138" y="1607744"/>
                  </a:lnTo>
                  <a:lnTo>
                    <a:pt x="5697788" y="1618059"/>
                  </a:lnTo>
                  <a:lnTo>
                    <a:pt x="5698438" y="1623409"/>
                  </a:lnTo>
                  <a:lnTo>
                    <a:pt x="5699088" y="1624900"/>
                  </a:lnTo>
                  <a:lnTo>
                    <a:pt x="5699737" y="1624334"/>
                  </a:lnTo>
                  <a:lnTo>
                    <a:pt x="5700387" y="1624209"/>
                  </a:lnTo>
                  <a:lnTo>
                    <a:pt x="5701037" y="1623939"/>
                  </a:lnTo>
                  <a:lnTo>
                    <a:pt x="5701687" y="1623164"/>
                  </a:lnTo>
                  <a:lnTo>
                    <a:pt x="5702337" y="1622121"/>
                  </a:lnTo>
                  <a:lnTo>
                    <a:pt x="5702987" y="1621286"/>
                  </a:lnTo>
                  <a:lnTo>
                    <a:pt x="5703637" y="1621145"/>
                  </a:lnTo>
                  <a:lnTo>
                    <a:pt x="5704287" y="1621191"/>
                  </a:lnTo>
                  <a:lnTo>
                    <a:pt x="5704937" y="1621360"/>
                  </a:lnTo>
                  <a:lnTo>
                    <a:pt x="5705587" y="1622243"/>
                  </a:lnTo>
                  <a:lnTo>
                    <a:pt x="5706237" y="1623623"/>
                  </a:lnTo>
                  <a:lnTo>
                    <a:pt x="5706887" y="1626069"/>
                  </a:lnTo>
                  <a:lnTo>
                    <a:pt x="5707537" y="1630368"/>
                  </a:lnTo>
                  <a:lnTo>
                    <a:pt x="5708187" y="1635997"/>
                  </a:lnTo>
                  <a:lnTo>
                    <a:pt x="5708837" y="1641866"/>
                  </a:lnTo>
                  <a:lnTo>
                    <a:pt x="5709486" y="1647109"/>
                  </a:lnTo>
                  <a:lnTo>
                    <a:pt x="5710136" y="1650711"/>
                  </a:lnTo>
                  <a:lnTo>
                    <a:pt x="5710786" y="1654106"/>
                  </a:lnTo>
                  <a:lnTo>
                    <a:pt x="5711436" y="1657915"/>
                  </a:lnTo>
                  <a:lnTo>
                    <a:pt x="5712086" y="1662126"/>
                  </a:lnTo>
                  <a:lnTo>
                    <a:pt x="5712736" y="1666457"/>
                  </a:lnTo>
                  <a:lnTo>
                    <a:pt x="5713386" y="1670937"/>
                  </a:lnTo>
                  <a:lnTo>
                    <a:pt x="5714036" y="1675860"/>
                  </a:lnTo>
                  <a:lnTo>
                    <a:pt x="5714686" y="1680899"/>
                  </a:lnTo>
                  <a:lnTo>
                    <a:pt x="5715336" y="1685633"/>
                  </a:lnTo>
                  <a:lnTo>
                    <a:pt x="5715986" y="1690009"/>
                  </a:lnTo>
                  <a:lnTo>
                    <a:pt x="5716636" y="1693789"/>
                  </a:lnTo>
                  <a:lnTo>
                    <a:pt x="5717286" y="1696890"/>
                  </a:lnTo>
                  <a:lnTo>
                    <a:pt x="5717936" y="1699319"/>
                  </a:lnTo>
                  <a:lnTo>
                    <a:pt x="5718586" y="1700953"/>
                  </a:lnTo>
                  <a:lnTo>
                    <a:pt x="5719236" y="1701259"/>
                  </a:lnTo>
                  <a:lnTo>
                    <a:pt x="5719885" y="1700138"/>
                  </a:lnTo>
                  <a:lnTo>
                    <a:pt x="5720535" y="1697763"/>
                  </a:lnTo>
                  <a:lnTo>
                    <a:pt x="5721185" y="1694318"/>
                  </a:lnTo>
                  <a:lnTo>
                    <a:pt x="5721835" y="1689639"/>
                  </a:lnTo>
                  <a:lnTo>
                    <a:pt x="5722485" y="1683840"/>
                  </a:lnTo>
                  <a:lnTo>
                    <a:pt x="5723135" y="1677669"/>
                  </a:lnTo>
                  <a:lnTo>
                    <a:pt x="5723785" y="1671834"/>
                  </a:lnTo>
                  <a:lnTo>
                    <a:pt x="5724435" y="1666717"/>
                  </a:lnTo>
                  <a:lnTo>
                    <a:pt x="5725085" y="1662239"/>
                  </a:lnTo>
                  <a:lnTo>
                    <a:pt x="5725735" y="1658335"/>
                  </a:lnTo>
                  <a:lnTo>
                    <a:pt x="5726385" y="1655431"/>
                  </a:lnTo>
                  <a:lnTo>
                    <a:pt x="5727035" y="1653547"/>
                  </a:lnTo>
                  <a:lnTo>
                    <a:pt x="5727685" y="1652323"/>
                  </a:lnTo>
                  <a:lnTo>
                    <a:pt x="5728335" y="1652115"/>
                  </a:lnTo>
                  <a:lnTo>
                    <a:pt x="5728985" y="1653539"/>
                  </a:lnTo>
                  <a:lnTo>
                    <a:pt x="5729634" y="1657418"/>
                  </a:lnTo>
                  <a:lnTo>
                    <a:pt x="5730284" y="1664390"/>
                  </a:lnTo>
                  <a:lnTo>
                    <a:pt x="5730934" y="1674277"/>
                  </a:lnTo>
                  <a:lnTo>
                    <a:pt x="5731584" y="1687317"/>
                  </a:lnTo>
                  <a:lnTo>
                    <a:pt x="5732234" y="1704008"/>
                  </a:lnTo>
                  <a:lnTo>
                    <a:pt x="5732884" y="1723463"/>
                  </a:lnTo>
                  <a:lnTo>
                    <a:pt x="5733534" y="1745142"/>
                  </a:lnTo>
                  <a:lnTo>
                    <a:pt x="5734184" y="1768315"/>
                  </a:lnTo>
                  <a:lnTo>
                    <a:pt x="5734834" y="1792723"/>
                  </a:lnTo>
                  <a:lnTo>
                    <a:pt x="5735484" y="1817800"/>
                  </a:lnTo>
                  <a:lnTo>
                    <a:pt x="5736134" y="1842455"/>
                  </a:lnTo>
                  <a:lnTo>
                    <a:pt x="5736784" y="1866516"/>
                  </a:lnTo>
                  <a:lnTo>
                    <a:pt x="5737434" y="1889804"/>
                  </a:lnTo>
                  <a:lnTo>
                    <a:pt x="5738084" y="1911724"/>
                  </a:lnTo>
                  <a:lnTo>
                    <a:pt x="5738734" y="1931375"/>
                  </a:lnTo>
                  <a:lnTo>
                    <a:pt x="5739384" y="1947092"/>
                  </a:lnTo>
                  <a:lnTo>
                    <a:pt x="5740033" y="1957742"/>
                  </a:lnTo>
                  <a:lnTo>
                    <a:pt x="5740683" y="1964060"/>
                  </a:lnTo>
                  <a:lnTo>
                    <a:pt x="5741333" y="1966057"/>
                  </a:lnTo>
                  <a:lnTo>
                    <a:pt x="5741983" y="1962586"/>
                  </a:lnTo>
                  <a:lnTo>
                    <a:pt x="5742633" y="1954359"/>
                  </a:lnTo>
                  <a:lnTo>
                    <a:pt x="5743283" y="1941831"/>
                  </a:lnTo>
                  <a:lnTo>
                    <a:pt x="5743933" y="1926237"/>
                  </a:lnTo>
                  <a:lnTo>
                    <a:pt x="5744583" y="1908339"/>
                  </a:lnTo>
                  <a:lnTo>
                    <a:pt x="5745233" y="1888986"/>
                  </a:lnTo>
                  <a:lnTo>
                    <a:pt x="5745883" y="1869094"/>
                  </a:lnTo>
                  <a:lnTo>
                    <a:pt x="5746533" y="1849686"/>
                  </a:lnTo>
                  <a:lnTo>
                    <a:pt x="5747183" y="1831477"/>
                  </a:lnTo>
                  <a:lnTo>
                    <a:pt x="5747833" y="1814755"/>
                  </a:lnTo>
                  <a:lnTo>
                    <a:pt x="5748483" y="1799562"/>
                  </a:lnTo>
                  <a:lnTo>
                    <a:pt x="5749133" y="1785977"/>
                  </a:lnTo>
                  <a:lnTo>
                    <a:pt x="5749782" y="1773935"/>
                  </a:lnTo>
                  <a:lnTo>
                    <a:pt x="5750432" y="1763027"/>
                  </a:lnTo>
                  <a:lnTo>
                    <a:pt x="5751082" y="1753425"/>
                  </a:lnTo>
                  <a:lnTo>
                    <a:pt x="5751732" y="1746012"/>
                  </a:lnTo>
                  <a:lnTo>
                    <a:pt x="5752382" y="1740997"/>
                  </a:lnTo>
                  <a:lnTo>
                    <a:pt x="5753032" y="1738546"/>
                  </a:lnTo>
                  <a:lnTo>
                    <a:pt x="5753682" y="1738475"/>
                  </a:lnTo>
                  <a:lnTo>
                    <a:pt x="5754332" y="1740812"/>
                  </a:lnTo>
                  <a:lnTo>
                    <a:pt x="5754982" y="1745712"/>
                  </a:lnTo>
                  <a:lnTo>
                    <a:pt x="5755632" y="1752760"/>
                  </a:lnTo>
                  <a:lnTo>
                    <a:pt x="5756282" y="1760714"/>
                  </a:lnTo>
                  <a:lnTo>
                    <a:pt x="5756932" y="1769071"/>
                  </a:lnTo>
                  <a:lnTo>
                    <a:pt x="5757582" y="1777440"/>
                  </a:lnTo>
                  <a:lnTo>
                    <a:pt x="5758232" y="1785920"/>
                  </a:lnTo>
                  <a:lnTo>
                    <a:pt x="5758882" y="1794403"/>
                  </a:lnTo>
                  <a:lnTo>
                    <a:pt x="5759531" y="1802684"/>
                  </a:lnTo>
                  <a:lnTo>
                    <a:pt x="5760181" y="1810672"/>
                  </a:lnTo>
                  <a:lnTo>
                    <a:pt x="5760831" y="1818293"/>
                  </a:lnTo>
                  <a:lnTo>
                    <a:pt x="5761481" y="1824967"/>
                  </a:lnTo>
                  <a:lnTo>
                    <a:pt x="5762131" y="1830497"/>
                  </a:lnTo>
                  <a:lnTo>
                    <a:pt x="5762781" y="1834523"/>
                  </a:lnTo>
                  <a:lnTo>
                    <a:pt x="5763431" y="1836976"/>
                  </a:lnTo>
                  <a:lnTo>
                    <a:pt x="5764081" y="1837978"/>
                  </a:lnTo>
                  <a:lnTo>
                    <a:pt x="5764731" y="1837321"/>
                  </a:lnTo>
                  <a:lnTo>
                    <a:pt x="5765381" y="1835356"/>
                  </a:lnTo>
                  <a:lnTo>
                    <a:pt x="5766031" y="1832034"/>
                  </a:lnTo>
                  <a:lnTo>
                    <a:pt x="5766681" y="1828144"/>
                  </a:lnTo>
                  <a:lnTo>
                    <a:pt x="5767331" y="1823489"/>
                  </a:lnTo>
                  <a:lnTo>
                    <a:pt x="5767981" y="1818327"/>
                  </a:lnTo>
                  <a:lnTo>
                    <a:pt x="5768631" y="1812926"/>
                  </a:lnTo>
                  <a:lnTo>
                    <a:pt x="5769281" y="1807171"/>
                  </a:lnTo>
                  <a:lnTo>
                    <a:pt x="5769930" y="1801290"/>
                  </a:lnTo>
                  <a:lnTo>
                    <a:pt x="5770580" y="1795614"/>
                  </a:lnTo>
                  <a:lnTo>
                    <a:pt x="5771230" y="1790216"/>
                  </a:lnTo>
                  <a:lnTo>
                    <a:pt x="5771880" y="1785529"/>
                  </a:lnTo>
                  <a:lnTo>
                    <a:pt x="5772530" y="1781724"/>
                  </a:lnTo>
                  <a:lnTo>
                    <a:pt x="5773180" y="1778164"/>
                  </a:lnTo>
                  <a:lnTo>
                    <a:pt x="5773830" y="1774807"/>
                  </a:lnTo>
                  <a:lnTo>
                    <a:pt x="5774480" y="1772384"/>
                  </a:lnTo>
                  <a:lnTo>
                    <a:pt x="5775130" y="1771134"/>
                  </a:lnTo>
                  <a:lnTo>
                    <a:pt x="5775780" y="1771761"/>
                  </a:lnTo>
                  <a:lnTo>
                    <a:pt x="5776430" y="1773088"/>
                  </a:lnTo>
                  <a:lnTo>
                    <a:pt x="5777080" y="1774966"/>
                  </a:lnTo>
                  <a:lnTo>
                    <a:pt x="5777730" y="1777140"/>
                  </a:lnTo>
                  <a:lnTo>
                    <a:pt x="5778380" y="1779334"/>
                  </a:lnTo>
                  <a:lnTo>
                    <a:pt x="5779030" y="1781068"/>
                  </a:lnTo>
                  <a:lnTo>
                    <a:pt x="5779679" y="1781533"/>
                  </a:lnTo>
                  <a:lnTo>
                    <a:pt x="5780329" y="1780374"/>
                  </a:lnTo>
                  <a:lnTo>
                    <a:pt x="5780979" y="1778459"/>
                  </a:lnTo>
                  <a:lnTo>
                    <a:pt x="5781629" y="1775737"/>
                  </a:lnTo>
                  <a:lnTo>
                    <a:pt x="5782279" y="1772303"/>
                  </a:lnTo>
                  <a:lnTo>
                    <a:pt x="5782929" y="1768679"/>
                  </a:lnTo>
                  <a:lnTo>
                    <a:pt x="5783579" y="1764580"/>
                  </a:lnTo>
                  <a:lnTo>
                    <a:pt x="5784229" y="1759700"/>
                  </a:lnTo>
                  <a:lnTo>
                    <a:pt x="5784879" y="1753965"/>
                  </a:lnTo>
                  <a:lnTo>
                    <a:pt x="5785529" y="1747270"/>
                  </a:lnTo>
                  <a:lnTo>
                    <a:pt x="5786179" y="1740486"/>
                  </a:lnTo>
                  <a:lnTo>
                    <a:pt x="5786829" y="1734094"/>
                  </a:lnTo>
                  <a:lnTo>
                    <a:pt x="5787479" y="1728033"/>
                  </a:lnTo>
                  <a:lnTo>
                    <a:pt x="5788129" y="1722497"/>
                  </a:lnTo>
                  <a:lnTo>
                    <a:pt x="5788779" y="1718017"/>
                  </a:lnTo>
                  <a:lnTo>
                    <a:pt x="5789429" y="1715070"/>
                  </a:lnTo>
                  <a:lnTo>
                    <a:pt x="5790078" y="1713447"/>
                  </a:lnTo>
                  <a:lnTo>
                    <a:pt x="5790728" y="1712008"/>
                  </a:lnTo>
                  <a:lnTo>
                    <a:pt x="5791378" y="1710310"/>
                  </a:lnTo>
                  <a:lnTo>
                    <a:pt x="5792028" y="1708344"/>
                  </a:lnTo>
                  <a:lnTo>
                    <a:pt x="5792678" y="1706157"/>
                  </a:lnTo>
                  <a:lnTo>
                    <a:pt x="5793328" y="1703636"/>
                  </a:lnTo>
                  <a:lnTo>
                    <a:pt x="5793978" y="1700484"/>
                  </a:lnTo>
                  <a:lnTo>
                    <a:pt x="5794628" y="1696658"/>
                  </a:lnTo>
                  <a:lnTo>
                    <a:pt x="5795278" y="1692340"/>
                  </a:lnTo>
                  <a:lnTo>
                    <a:pt x="5795928" y="1687124"/>
                  </a:lnTo>
                  <a:lnTo>
                    <a:pt x="5796578" y="1680611"/>
                  </a:lnTo>
                  <a:lnTo>
                    <a:pt x="5797228" y="1673253"/>
                  </a:lnTo>
                  <a:lnTo>
                    <a:pt x="5797878" y="1665955"/>
                  </a:lnTo>
                  <a:lnTo>
                    <a:pt x="5798528" y="1659544"/>
                  </a:lnTo>
                  <a:lnTo>
                    <a:pt x="5799178" y="1654032"/>
                  </a:lnTo>
                  <a:lnTo>
                    <a:pt x="5799827" y="1649973"/>
                  </a:lnTo>
                  <a:lnTo>
                    <a:pt x="5800477" y="1647892"/>
                  </a:lnTo>
                  <a:lnTo>
                    <a:pt x="5801127" y="1647985"/>
                  </a:lnTo>
                  <a:lnTo>
                    <a:pt x="5801777" y="1650134"/>
                  </a:lnTo>
                  <a:lnTo>
                    <a:pt x="5802427" y="1653859"/>
                  </a:lnTo>
                  <a:lnTo>
                    <a:pt x="5803077" y="1658690"/>
                  </a:lnTo>
                  <a:lnTo>
                    <a:pt x="5803727" y="1664681"/>
                  </a:lnTo>
                  <a:lnTo>
                    <a:pt x="5804377" y="1671539"/>
                  </a:lnTo>
                  <a:lnTo>
                    <a:pt x="5805027" y="1678977"/>
                  </a:lnTo>
                  <a:lnTo>
                    <a:pt x="5805677" y="1687499"/>
                  </a:lnTo>
                  <a:lnTo>
                    <a:pt x="5806327" y="1697283"/>
                  </a:lnTo>
                  <a:lnTo>
                    <a:pt x="5806977" y="1708009"/>
                  </a:lnTo>
                  <a:lnTo>
                    <a:pt x="5807627" y="1718830"/>
                  </a:lnTo>
                  <a:lnTo>
                    <a:pt x="5808277" y="1729070"/>
                  </a:lnTo>
                  <a:lnTo>
                    <a:pt x="5808927" y="1739305"/>
                  </a:lnTo>
                  <a:lnTo>
                    <a:pt x="5809577" y="1749439"/>
                  </a:lnTo>
                  <a:lnTo>
                    <a:pt x="5810226" y="1758870"/>
                  </a:lnTo>
                  <a:lnTo>
                    <a:pt x="5810876" y="1767047"/>
                  </a:lnTo>
                  <a:lnTo>
                    <a:pt x="5811526" y="1773563"/>
                  </a:lnTo>
                  <a:lnTo>
                    <a:pt x="5812176" y="1779334"/>
                  </a:lnTo>
                  <a:lnTo>
                    <a:pt x="5812826" y="1784558"/>
                  </a:lnTo>
                  <a:lnTo>
                    <a:pt x="5813476" y="1788220"/>
                  </a:lnTo>
                  <a:lnTo>
                    <a:pt x="5814126" y="1790123"/>
                  </a:lnTo>
                  <a:lnTo>
                    <a:pt x="5814776" y="1790349"/>
                  </a:lnTo>
                  <a:lnTo>
                    <a:pt x="5815426" y="1789473"/>
                  </a:lnTo>
                  <a:lnTo>
                    <a:pt x="5816076" y="1788359"/>
                  </a:lnTo>
                  <a:lnTo>
                    <a:pt x="5816726" y="1786904"/>
                  </a:lnTo>
                  <a:lnTo>
                    <a:pt x="5817376" y="1785106"/>
                  </a:lnTo>
                  <a:lnTo>
                    <a:pt x="5818026" y="1782725"/>
                  </a:lnTo>
                  <a:lnTo>
                    <a:pt x="5818676" y="1779057"/>
                  </a:lnTo>
                  <a:lnTo>
                    <a:pt x="5819326" y="1773947"/>
                  </a:lnTo>
                  <a:lnTo>
                    <a:pt x="5819975" y="1767746"/>
                  </a:lnTo>
                  <a:lnTo>
                    <a:pt x="5820625" y="1760869"/>
                  </a:lnTo>
                  <a:lnTo>
                    <a:pt x="5821275" y="1753822"/>
                  </a:lnTo>
                  <a:lnTo>
                    <a:pt x="5821925" y="1746328"/>
                  </a:lnTo>
                  <a:lnTo>
                    <a:pt x="5822575" y="1739228"/>
                  </a:lnTo>
                  <a:lnTo>
                    <a:pt x="5823225" y="1733710"/>
                  </a:lnTo>
                  <a:lnTo>
                    <a:pt x="5823875" y="1730394"/>
                  </a:lnTo>
                  <a:lnTo>
                    <a:pt x="5824525" y="1729273"/>
                  </a:lnTo>
                  <a:lnTo>
                    <a:pt x="5825175" y="1729675"/>
                  </a:lnTo>
                  <a:lnTo>
                    <a:pt x="5825825" y="1731322"/>
                  </a:lnTo>
                  <a:lnTo>
                    <a:pt x="5826475" y="1734379"/>
                  </a:lnTo>
                  <a:lnTo>
                    <a:pt x="5827125" y="1738723"/>
                  </a:lnTo>
                  <a:lnTo>
                    <a:pt x="5827775" y="1744385"/>
                  </a:lnTo>
                  <a:lnTo>
                    <a:pt x="5828425" y="1751822"/>
                  </a:lnTo>
                  <a:lnTo>
                    <a:pt x="5829075" y="1761182"/>
                  </a:lnTo>
                  <a:lnTo>
                    <a:pt x="5829725" y="1772269"/>
                  </a:lnTo>
                  <a:lnTo>
                    <a:pt x="5830374" y="1784368"/>
                  </a:lnTo>
                  <a:lnTo>
                    <a:pt x="5831024" y="1797187"/>
                  </a:lnTo>
                  <a:lnTo>
                    <a:pt x="5831674" y="1810631"/>
                  </a:lnTo>
                  <a:lnTo>
                    <a:pt x="5832324" y="1824345"/>
                  </a:lnTo>
                  <a:lnTo>
                    <a:pt x="5832974" y="1837778"/>
                  </a:lnTo>
                  <a:lnTo>
                    <a:pt x="5833624" y="1850574"/>
                  </a:lnTo>
                  <a:lnTo>
                    <a:pt x="5834274" y="1862854"/>
                  </a:lnTo>
                  <a:lnTo>
                    <a:pt x="5834924" y="1875066"/>
                  </a:lnTo>
                  <a:lnTo>
                    <a:pt x="5835574" y="1887187"/>
                  </a:lnTo>
                  <a:lnTo>
                    <a:pt x="5836224" y="1899090"/>
                  </a:lnTo>
                  <a:lnTo>
                    <a:pt x="5836874" y="1910886"/>
                  </a:lnTo>
                  <a:lnTo>
                    <a:pt x="5837524" y="1922457"/>
                  </a:lnTo>
                  <a:lnTo>
                    <a:pt x="5838174" y="1933268"/>
                  </a:lnTo>
                  <a:lnTo>
                    <a:pt x="5838824" y="1943208"/>
                  </a:lnTo>
                  <a:lnTo>
                    <a:pt x="5839474" y="1952324"/>
                  </a:lnTo>
                  <a:lnTo>
                    <a:pt x="5840123" y="1961465"/>
                  </a:lnTo>
                  <a:lnTo>
                    <a:pt x="5840773" y="1970709"/>
                  </a:lnTo>
                  <a:lnTo>
                    <a:pt x="5841423" y="1980058"/>
                  </a:lnTo>
                  <a:lnTo>
                    <a:pt x="5842073" y="1989817"/>
                  </a:lnTo>
                  <a:lnTo>
                    <a:pt x="5842723" y="2000790"/>
                  </a:lnTo>
                  <a:lnTo>
                    <a:pt x="5843373" y="2013661"/>
                  </a:lnTo>
                  <a:lnTo>
                    <a:pt x="5844023" y="2028993"/>
                  </a:lnTo>
                  <a:lnTo>
                    <a:pt x="5844673" y="2046258"/>
                  </a:lnTo>
                  <a:lnTo>
                    <a:pt x="5845323" y="2065589"/>
                  </a:lnTo>
                  <a:lnTo>
                    <a:pt x="5845973" y="2087294"/>
                  </a:lnTo>
                  <a:lnTo>
                    <a:pt x="5846623" y="2111683"/>
                  </a:lnTo>
                  <a:lnTo>
                    <a:pt x="5847273" y="2138645"/>
                  </a:lnTo>
                  <a:lnTo>
                    <a:pt x="5847923" y="2166974"/>
                  </a:lnTo>
                  <a:lnTo>
                    <a:pt x="5848573" y="2195574"/>
                  </a:lnTo>
                  <a:lnTo>
                    <a:pt x="5849223" y="2224216"/>
                  </a:lnTo>
                  <a:lnTo>
                    <a:pt x="5849873" y="2252792"/>
                  </a:lnTo>
                  <a:lnTo>
                    <a:pt x="5850522" y="2281861"/>
                  </a:lnTo>
                  <a:lnTo>
                    <a:pt x="5851172" y="2311958"/>
                  </a:lnTo>
                  <a:lnTo>
                    <a:pt x="5851822" y="2342723"/>
                  </a:lnTo>
                  <a:lnTo>
                    <a:pt x="5852472" y="2373446"/>
                  </a:lnTo>
                  <a:lnTo>
                    <a:pt x="5853122" y="2402979"/>
                  </a:lnTo>
                  <a:lnTo>
                    <a:pt x="5853772" y="2429991"/>
                  </a:lnTo>
                  <a:lnTo>
                    <a:pt x="5854422" y="2454211"/>
                  </a:lnTo>
                  <a:lnTo>
                    <a:pt x="5855072" y="2474565"/>
                  </a:lnTo>
                  <a:lnTo>
                    <a:pt x="5855722" y="2490439"/>
                  </a:lnTo>
                  <a:lnTo>
                    <a:pt x="5856372" y="2501084"/>
                  </a:lnTo>
                  <a:lnTo>
                    <a:pt x="5857022" y="2506826"/>
                  </a:lnTo>
                  <a:lnTo>
                    <a:pt x="5857672" y="2510042"/>
                  </a:lnTo>
                  <a:lnTo>
                    <a:pt x="5858322" y="2511524"/>
                  </a:lnTo>
                  <a:lnTo>
                    <a:pt x="5858972" y="2511401"/>
                  </a:lnTo>
                  <a:lnTo>
                    <a:pt x="5859622" y="2510095"/>
                  </a:lnTo>
                  <a:lnTo>
                    <a:pt x="5860271" y="2507882"/>
                  </a:lnTo>
                  <a:lnTo>
                    <a:pt x="5860921" y="2503341"/>
                  </a:lnTo>
                  <a:lnTo>
                    <a:pt x="5861571" y="2496695"/>
                  </a:lnTo>
                  <a:lnTo>
                    <a:pt x="5862221" y="2488073"/>
                  </a:lnTo>
                  <a:lnTo>
                    <a:pt x="5862871" y="2477794"/>
                  </a:lnTo>
                  <a:lnTo>
                    <a:pt x="5863521" y="2466256"/>
                  </a:lnTo>
                  <a:lnTo>
                    <a:pt x="5864171" y="2453560"/>
                  </a:lnTo>
                  <a:lnTo>
                    <a:pt x="5864821" y="2439866"/>
                  </a:lnTo>
                  <a:lnTo>
                    <a:pt x="5865471" y="2426015"/>
                  </a:lnTo>
                  <a:lnTo>
                    <a:pt x="5866121" y="2412690"/>
                  </a:lnTo>
                  <a:lnTo>
                    <a:pt x="5866771" y="2400093"/>
                  </a:lnTo>
                  <a:lnTo>
                    <a:pt x="5867421" y="2388287"/>
                  </a:lnTo>
                  <a:lnTo>
                    <a:pt x="5868071" y="2377400"/>
                  </a:lnTo>
                  <a:lnTo>
                    <a:pt x="5868721" y="2367791"/>
                  </a:lnTo>
                  <a:lnTo>
                    <a:pt x="5869371" y="2359298"/>
                  </a:lnTo>
                  <a:lnTo>
                    <a:pt x="5870021" y="2351475"/>
                  </a:lnTo>
                  <a:lnTo>
                    <a:pt x="5870670" y="2345013"/>
                  </a:lnTo>
                  <a:lnTo>
                    <a:pt x="5871320" y="2340063"/>
                  </a:lnTo>
                  <a:lnTo>
                    <a:pt x="5871970" y="2336389"/>
                  </a:lnTo>
                  <a:lnTo>
                    <a:pt x="5872620" y="2333842"/>
                  </a:lnTo>
                  <a:lnTo>
                    <a:pt x="5873270" y="2332157"/>
                  </a:lnTo>
                  <a:lnTo>
                    <a:pt x="5873920" y="2331201"/>
                  </a:lnTo>
                  <a:lnTo>
                    <a:pt x="5874570" y="2330717"/>
                  </a:lnTo>
                  <a:lnTo>
                    <a:pt x="5875220" y="2330006"/>
                  </a:lnTo>
                  <a:lnTo>
                    <a:pt x="5875870" y="2328294"/>
                  </a:lnTo>
                  <a:lnTo>
                    <a:pt x="5876520" y="2325601"/>
                  </a:lnTo>
                  <a:lnTo>
                    <a:pt x="5877170" y="2321874"/>
                  </a:lnTo>
                  <a:lnTo>
                    <a:pt x="5877820" y="2317477"/>
                  </a:lnTo>
                  <a:lnTo>
                    <a:pt x="5878470" y="2312817"/>
                  </a:lnTo>
                  <a:lnTo>
                    <a:pt x="5879120" y="2308187"/>
                  </a:lnTo>
                  <a:lnTo>
                    <a:pt x="5879770" y="2303977"/>
                  </a:lnTo>
                  <a:lnTo>
                    <a:pt x="5880419" y="2300973"/>
                  </a:lnTo>
                  <a:lnTo>
                    <a:pt x="5881069" y="2298980"/>
                  </a:lnTo>
                  <a:lnTo>
                    <a:pt x="5881719" y="2297795"/>
                  </a:lnTo>
                  <a:lnTo>
                    <a:pt x="5882369" y="2296817"/>
                  </a:lnTo>
                  <a:lnTo>
                    <a:pt x="5883019" y="2296120"/>
                  </a:lnTo>
                  <a:lnTo>
                    <a:pt x="5883669" y="2295479"/>
                  </a:lnTo>
                  <a:lnTo>
                    <a:pt x="5884319" y="2294758"/>
                  </a:lnTo>
                  <a:lnTo>
                    <a:pt x="5884969" y="2293208"/>
                  </a:lnTo>
                  <a:lnTo>
                    <a:pt x="5885619" y="2289962"/>
                  </a:lnTo>
                  <a:lnTo>
                    <a:pt x="5886269" y="2284458"/>
                  </a:lnTo>
                  <a:lnTo>
                    <a:pt x="5886919" y="2276943"/>
                  </a:lnTo>
                  <a:lnTo>
                    <a:pt x="5887569" y="2267541"/>
                  </a:lnTo>
                  <a:lnTo>
                    <a:pt x="5888219" y="2255561"/>
                  </a:lnTo>
                  <a:lnTo>
                    <a:pt x="5888869" y="2241138"/>
                  </a:lnTo>
                  <a:lnTo>
                    <a:pt x="5889519" y="2224951"/>
                  </a:lnTo>
                  <a:lnTo>
                    <a:pt x="5890169" y="2206885"/>
                  </a:lnTo>
                  <a:lnTo>
                    <a:pt x="5890818" y="2187802"/>
                  </a:lnTo>
                  <a:lnTo>
                    <a:pt x="5891468" y="2168706"/>
                  </a:lnTo>
                  <a:lnTo>
                    <a:pt x="5892118" y="2150350"/>
                  </a:lnTo>
                  <a:lnTo>
                    <a:pt x="5892768" y="2132492"/>
                  </a:lnTo>
                  <a:lnTo>
                    <a:pt x="5893418" y="2115933"/>
                  </a:lnTo>
                  <a:lnTo>
                    <a:pt x="5894068" y="2100911"/>
                  </a:lnTo>
                  <a:lnTo>
                    <a:pt x="5894718" y="2087843"/>
                  </a:lnTo>
                  <a:lnTo>
                    <a:pt x="5895368" y="2077200"/>
                  </a:lnTo>
                  <a:lnTo>
                    <a:pt x="5896018" y="2069114"/>
                  </a:lnTo>
                  <a:lnTo>
                    <a:pt x="5896668" y="2063354"/>
                  </a:lnTo>
                  <a:lnTo>
                    <a:pt x="5897318" y="2059629"/>
                  </a:lnTo>
                  <a:lnTo>
                    <a:pt x="5897968" y="2057555"/>
                  </a:lnTo>
                  <a:lnTo>
                    <a:pt x="5898618" y="2056807"/>
                  </a:lnTo>
                  <a:lnTo>
                    <a:pt x="5899268" y="2056540"/>
                  </a:lnTo>
                  <a:lnTo>
                    <a:pt x="5899918" y="2056435"/>
                  </a:lnTo>
                  <a:lnTo>
                    <a:pt x="5900567" y="2056256"/>
                  </a:lnTo>
                  <a:lnTo>
                    <a:pt x="5901217" y="2055798"/>
                  </a:lnTo>
                  <a:lnTo>
                    <a:pt x="5901867" y="2054943"/>
                  </a:lnTo>
                  <a:lnTo>
                    <a:pt x="5902517" y="2054006"/>
                  </a:lnTo>
                  <a:lnTo>
                    <a:pt x="5903167" y="2052563"/>
                  </a:lnTo>
                  <a:lnTo>
                    <a:pt x="5903817" y="2050555"/>
                  </a:lnTo>
                  <a:lnTo>
                    <a:pt x="5904467" y="2048084"/>
                  </a:lnTo>
                  <a:lnTo>
                    <a:pt x="5905117" y="2045298"/>
                  </a:lnTo>
                  <a:lnTo>
                    <a:pt x="5905767" y="2042346"/>
                  </a:lnTo>
                  <a:lnTo>
                    <a:pt x="5906417" y="2039318"/>
                  </a:lnTo>
                  <a:lnTo>
                    <a:pt x="5907067" y="2036217"/>
                  </a:lnTo>
                  <a:lnTo>
                    <a:pt x="5907717" y="2033566"/>
                  </a:lnTo>
                  <a:lnTo>
                    <a:pt x="5908367" y="2031604"/>
                  </a:lnTo>
                  <a:lnTo>
                    <a:pt x="5909017" y="2030267"/>
                  </a:lnTo>
                  <a:lnTo>
                    <a:pt x="5909667" y="2029150"/>
                  </a:lnTo>
                  <a:lnTo>
                    <a:pt x="5910316" y="2028073"/>
                  </a:lnTo>
                  <a:lnTo>
                    <a:pt x="5910966" y="2026183"/>
                  </a:lnTo>
                  <a:lnTo>
                    <a:pt x="5911616" y="2023529"/>
                  </a:lnTo>
                  <a:lnTo>
                    <a:pt x="5912266" y="2020506"/>
                  </a:lnTo>
                  <a:lnTo>
                    <a:pt x="5912916" y="2017271"/>
                  </a:lnTo>
                  <a:lnTo>
                    <a:pt x="5913566" y="2013821"/>
                  </a:lnTo>
                  <a:lnTo>
                    <a:pt x="5914216" y="2010243"/>
                  </a:lnTo>
                  <a:lnTo>
                    <a:pt x="5914866" y="2006797"/>
                  </a:lnTo>
                  <a:lnTo>
                    <a:pt x="5915516" y="2003327"/>
                  </a:lnTo>
                  <a:lnTo>
                    <a:pt x="5916166" y="2000024"/>
                  </a:lnTo>
                  <a:lnTo>
                    <a:pt x="5916816" y="1996831"/>
                  </a:lnTo>
                  <a:lnTo>
                    <a:pt x="5917466" y="1994166"/>
                  </a:lnTo>
                  <a:lnTo>
                    <a:pt x="5918116" y="1992432"/>
                  </a:lnTo>
                  <a:lnTo>
                    <a:pt x="5918766" y="1991902"/>
                  </a:lnTo>
                  <a:lnTo>
                    <a:pt x="5919416" y="1992735"/>
                  </a:lnTo>
                  <a:lnTo>
                    <a:pt x="5920066" y="1994982"/>
                  </a:lnTo>
                  <a:lnTo>
                    <a:pt x="5920715" y="1999448"/>
                  </a:lnTo>
                  <a:lnTo>
                    <a:pt x="5921365" y="2005790"/>
                  </a:lnTo>
                  <a:lnTo>
                    <a:pt x="5922015" y="2013058"/>
                  </a:lnTo>
                  <a:lnTo>
                    <a:pt x="5922665" y="2020809"/>
                  </a:lnTo>
                  <a:lnTo>
                    <a:pt x="5923315" y="2028950"/>
                  </a:lnTo>
                  <a:lnTo>
                    <a:pt x="5923965" y="2037627"/>
                  </a:lnTo>
                  <a:lnTo>
                    <a:pt x="5924615" y="2046475"/>
                  </a:lnTo>
                  <a:lnTo>
                    <a:pt x="5925265" y="2055578"/>
                  </a:lnTo>
                  <a:lnTo>
                    <a:pt x="5925915" y="2064677"/>
                  </a:lnTo>
                  <a:lnTo>
                    <a:pt x="5926565" y="2073882"/>
                  </a:lnTo>
                  <a:lnTo>
                    <a:pt x="5927215" y="2082867"/>
                  </a:lnTo>
                  <a:lnTo>
                    <a:pt x="5927865" y="2091214"/>
                  </a:lnTo>
                  <a:lnTo>
                    <a:pt x="5928515" y="2098888"/>
                  </a:lnTo>
                  <a:lnTo>
                    <a:pt x="5929165" y="2106320"/>
                  </a:lnTo>
                  <a:lnTo>
                    <a:pt x="5929815" y="2113413"/>
                  </a:lnTo>
                  <a:lnTo>
                    <a:pt x="5930464" y="2120124"/>
                  </a:lnTo>
                  <a:lnTo>
                    <a:pt x="5931114" y="2126649"/>
                  </a:lnTo>
                  <a:lnTo>
                    <a:pt x="5931764" y="2133817"/>
                  </a:lnTo>
                  <a:lnTo>
                    <a:pt x="5932414" y="2141921"/>
                  </a:lnTo>
                  <a:lnTo>
                    <a:pt x="5933064" y="2150899"/>
                  </a:lnTo>
                  <a:lnTo>
                    <a:pt x="5933714" y="2159959"/>
                  </a:lnTo>
                  <a:lnTo>
                    <a:pt x="5934364" y="2169110"/>
                  </a:lnTo>
                  <a:lnTo>
                    <a:pt x="5935014" y="2178194"/>
                  </a:lnTo>
                  <a:lnTo>
                    <a:pt x="5935664" y="2187113"/>
                  </a:lnTo>
                  <a:lnTo>
                    <a:pt x="5936314" y="2195756"/>
                  </a:lnTo>
                  <a:lnTo>
                    <a:pt x="5936964" y="2204073"/>
                  </a:lnTo>
                  <a:lnTo>
                    <a:pt x="5937614" y="2211878"/>
                  </a:lnTo>
                  <a:lnTo>
                    <a:pt x="5938264" y="2219090"/>
                  </a:lnTo>
                  <a:lnTo>
                    <a:pt x="5938914" y="2225526"/>
                  </a:lnTo>
                  <a:lnTo>
                    <a:pt x="5939564" y="2231396"/>
                  </a:lnTo>
                  <a:lnTo>
                    <a:pt x="5940214" y="2236645"/>
                  </a:lnTo>
                  <a:lnTo>
                    <a:pt x="5940863" y="2241602"/>
                  </a:lnTo>
                  <a:lnTo>
                    <a:pt x="5941513" y="2246290"/>
                  </a:lnTo>
                  <a:lnTo>
                    <a:pt x="5942163" y="2251292"/>
                  </a:lnTo>
                  <a:lnTo>
                    <a:pt x="5942813" y="2256699"/>
                  </a:lnTo>
                  <a:lnTo>
                    <a:pt x="5943463" y="2263552"/>
                  </a:lnTo>
                  <a:lnTo>
                    <a:pt x="5944113" y="2271985"/>
                  </a:lnTo>
                  <a:lnTo>
                    <a:pt x="5944763" y="2281083"/>
                  </a:lnTo>
                  <a:lnTo>
                    <a:pt x="5945413" y="2290038"/>
                  </a:lnTo>
                  <a:lnTo>
                    <a:pt x="5946063" y="2299373"/>
                  </a:lnTo>
                  <a:lnTo>
                    <a:pt x="5946713" y="2309198"/>
                  </a:lnTo>
                  <a:lnTo>
                    <a:pt x="5947363" y="2319245"/>
                  </a:lnTo>
                  <a:lnTo>
                    <a:pt x="5948013" y="2329380"/>
                  </a:lnTo>
                  <a:lnTo>
                    <a:pt x="5948663" y="2339045"/>
                  </a:lnTo>
                  <a:lnTo>
                    <a:pt x="5949313" y="2348224"/>
                  </a:lnTo>
                  <a:lnTo>
                    <a:pt x="5949963" y="2356388"/>
                  </a:lnTo>
                  <a:lnTo>
                    <a:pt x="5950612" y="2363318"/>
                  </a:lnTo>
                  <a:lnTo>
                    <a:pt x="5951262" y="2369541"/>
                  </a:lnTo>
                  <a:lnTo>
                    <a:pt x="5951912" y="2375212"/>
                  </a:lnTo>
                  <a:lnTo>
                    <a:pt x="5952562" y="2380077"/>
                  </a:lnTo>
                  <a:lnTo>
                    <a:pt x="5953212" y="2383814"/>
                  </a:lnTo>
                  <a:lnTo>
                    <a:pt x="5953862" y="2386810"/>
                  </a:lnTo>
                  <a:lnTo>
                    <a:pt x="5954512" y="2390572"/>
                  </a:lnTo>
                  <a:lnTo>
                    <a:pt x="5955162" y="2396265"/>
                  </a:lnTo>
                  <a:lnTo>
                    <a:pt x="5955812" y="2402855"/>
                  </a:lnTo>
                  <a:lnTo>
                    <a:pt x="5956462" y="2409266"/>
                  </a:lnTo>
                  <a:lnTo>
                    <a:pt x="5957112" y="2415828"/>
                  </a:lnTo>
                  <a:lnTo>
                    <a:pt x="5957762" y="2422014"/>
                  </a:lnTo>
                  <a:lnTo>
                    <a:pt x="5958412" y="2427337"/>
                  </a:lnTo>
                  <a:lnTo>
                    <a:pt x="5959062" y="2431294"/>
                  </a:lnTo>
                  <a:lnTo>
                    <a:pt x="5959712" y="2434107"/>
                  </a:lnTo>
                  <a:lnTo>
                    <a:pt x="5960362" y="2435459"/>
                  </a:lnTo>
                  <a:lnTo>
                    <a:pt x="5961011" y="2433414"/>
                  </a:lnTo>
                  <a:lnTo>
                    <a:pt x="5961661" y="2426728"/>
                  </a:lnTo>
                  <a:lnTo>
                    <a:pt x="5962311" y="2416219"/>
                  </a:lnTo>
                  <a:lnTo>
                    <a:pt x="5962961" y="2402829"/>
                  </a:lnTo>
                  <a:lnTo>
                    <a:pt x="5963611" y="2386715"/>
                  </a:lnTo>
                  <a:lnTo>
                    <a:pt x="5964261" y="2368031"/>
                  </a:lnTo>
                  <a:lnTo>
                    <a:pt x="5964911" y="2347135"/>
                  </a:lnTo>
                  <a:lnTo>
                    <a:pt x="5965561" y="2325103"/>
                  </a:lnTo>
                  <a:lnTo>
                    <a:pt x="5966211" y="2303150"/>
                  </a:lnTo>
                  <a:lnTo>
                    <a:pt x="5966861" y="2281697"/>
                  </a:lnTo>
                  <a:lnTo>
                    <a:pt x="5967511" y="2261403"/>
                  </a:lnTo>
                  <a:lnTo>
                    <a:pt x="5968161" y="2242981"/>
                  </a:lnTo>
                  <a:lnTo>
                    <a:pt x="5968811" y="2226507"/>
                  </a:lnTo>
                  <a:lnTo>
                    <a:pt x="5969461" y="2211815"/>
                  </a:lnTo>
                  <a:lnTo>
                    <a:pt x="5970111" y="2198987"/>
                  </a:lnTo>
                  <a:lnTo>
                    <a:pt x="5970760" y="2188526"/>
                  </a:lnTo>
                  <a:lnTo>
                    <a:pt x="5971410" y="2180522"/>
                  </a:lnTo>
                  <a:lnTo>
                    <a:pt x="5972060" y="2174706"/>
                  </a:lnTo>
                  <a:lnTo>
                    <a:pt x="5972710" y="2170339"/>
                  </a:lnTo>
                  <a:lnTo>
                    <a:pt x="5973360" y="2167196"/>
                  </a:lnTo>
                  <a:lnTo>
                    <a:pt x="5974010" y="2165323"/>
                  </a:lnTo>
                  <a:lnTo>
                    <a:pt x="5974660" y="2164728"/>
                  </a:lnTo>
                  <a:lnTo>
                    <a:pt x="5975310" y="2165271"/>
                  </a:lnTo>
                  <a:lnTo>
                    <a:pt x="5975960" y="2166924"/>
                  </a:lnTo>
                  <a:lnTo>
                    <a:pt x="5976610" y="2169324"/>
                  </a:lnTo>
                  <a:lnTo>
                    <a:pt x="5977260" y="2172801"/>
                  </a:lnTo>
                  <a:lnTo>
                    <a:pt x="5977910" y="2177474"/>
                  </a:lnTo>
                  <a:lnTo>
                    <a:pt x="5978560" y="2182978"/>
                  </a:lnTo>
                  <a:lnTo>
                    <a:pt x="5979210" y="2189178"/>
                  </a:lnTo>
                  <a:lnTo>
                    <a:pt x="5979860" y="2196324"/>
                  </a:lnTo>
                  <a:lnTo>
                    <a:pt x="5980510" y="2204348"/>
                  </a:lnTo>
                  <a:lnTo>
                    <a:pt x="5981159" y="2213166"/>
                  </a:lnTo>
                  <a:lnTo>
                    <a:pt x="5981809" y="2222635"/>
                  </a:lnTo>
                  <a:lnTo>
                    <a:pt x="5982459" y="2232795"/>
                  </a:lnTo>
                  <a:lnTo>
                    <a:pt x="5983109" y="2243114"/>
                  </a:lnTo>
                  <a:lnTo>
                    <a:pt x="5983759" y="2252545"/>
                  </a:lnTo>
                  <a:lnTo>
                    <a:pt x="5984409" y="2260587"/>
                  </a:lnTo>
                  <a:lnTo>
                    <a:pt x="5985059" y="2267417"/>
                  </a:lnTo>
                  <a:lnTo>
                    <a:pt x="5985709" y="2272812"/>
                  </a:lnTo>
                  <a:lnTo>
                    <a:pt x="5986359" y="2276633"/>
                  </a:lnTo>
                  <a:lnTo>
                    <a:pt x="5987009" y="2278176"/>
                  </a:lnTo>
                  <a:lnTo>
                    <a:pt x="5987659" y="2277843"/>
                  </a:lnTo>
                  <a:lnTo>
                    <a:pt x="5988309" y="2276588"/>
                  </a:lnTo>
                  <a:lnTo>
                    <a:pt x="5988959" y="2274503"/>
                  </a:lnTo>
                  <a:lnTo>
                    <a:pt x="5989609" y="2271153"/>
                  </a:lnTo>
                  <a:lnTo>
                    <a:pt x="5990259" y="2267128"/>
                  </a:lnTo>
                  <a:lnTo>
                    <a:pt x="5990908" y="2263363"/>
                  </a:lnTo>
                  <a:lnTo>
                    <a:pt x="5991558" y="2260343"/>
                  </a:lnTo>
                  <a:lnTo>
                    <a:pt x="5992208" y="2257832"/>
                  </a:lnTo>
                  <a:lnTo>
                    <a:pt x="5992858" y="2256303"/>
                  </a:lnTo>
                  <a:lnTo>
                    <a:pt x="5993508" y="2257415"/>
                  </a:lnTo>
                  <a:lnTo>
                    <a:pt x="5994158" y="2261895"/>
                  </a:lnTo>
                  <a:lnTo>
                    <a:pt x="5994808" y="2269226"/>
                  </a:lnTo>
                  <a:lnTo>
                    <a:pt x="5995458" y="2278751"/>
                  </a:lnTo>
                  <a:lnTo>
                    <a:pt x="5996108" y="2290557"/>
                  </a:lnTo>
                  <a:lnTo>
                    <a:pt x="5996758" y="2305000"/>
                  </a:lnTo>
                  <a:lnTo>
                    <a:pt x="5997408" y="2321678"/>
                  </a:lnTo>
                  <a:lnTo>
                    <a:pt x="5998058" y="2339756"/>
                  </a:lnTo>
                  <a:lnTo>
                    <a:pt x="5998708" y="2359155"/>
                  </a:lnTo>
                  <a:lnTo>
                    <a:pt x="5999358" y="2379708"/>
                  </a:lnTo>
                  <a:lnTo>
                    <a:pt x="6000008" y="2400685"/>
                  </a:lnTo>
                  <a:lnTo>
                    <a:pt x="6000658" y="2420882"/>
                  </a:lnTo>
                  <a:lnTo>
                    <a:pt x="6001307" y="2439763"/>
                  </a:lnTo>
                  <a:lnTo>
                    <a:pt x="6001957" y="2457324"/>
                  </a:lnTo>
                  <a:lnTo>
                    <a:pt x="6002607" y="2473335"/>
                  </a:lnTo>
                  <a:lnTo>
                    <a:pt x="6003257" y="2486588"/>
                  </a:lnTo>
                  <a:lnTo>
                    <a:pt x="6003907" y="2495922"/>
                  </a:lnTo>
                  <a:lnTo>
                    <a:pt x="6004557" y="2501763"/>
                  </a:lnTo>
                  <a:lnTo>
                    <a:pt x="6005207" y="2505201"/>
                  </a:lnTo>
                  <a:lnTo>
                    <a:pt x="6005857" y="2506097"/>
                  </a:lnTo>
                  <a:lnTo>
                    <a:pt x="6006507" y="2504188"/>
                  </a:lnTo>
                  <a:lnTo>
                    <a:pt x="6007157" y="2499402"/>
                  </a:lnTo>
                  <a:lnTo>
                    <a:pt x="6007807" y="2491922"/>
                  </a:lnTo>
                  <a:lnTo>
                    <a:pt x="6008457" y="2482314"/>
                  </a:lnTo>
                  <a:lnTo>
                    <a:pt x="6009107" y="2470534"/>
                  </a:lnTo>
                  <a:lnTo>
                    <a:pt x="6009757" y="2456050"/>
                  </a:lnTo>
                  <a:lnTo>
                    <a:pt x="6010407" y="2439656"/>
                  </a:lnTo>
                  <a:lnTo>
                    <a:pt x="6011056" y="2419883"/>
                  </a:lnTo>
                  <a:lnTo>
                    <a:pt x="6011706" y="2396928"/>
                  </a:lnTo>
                  <a:lnTo>
                    <a:pt x="6012356" y="2371751"/>
                  </a:lnTo>
                  <a:lnTo>
                    <a:pt x="6013006" y="2342912"/>
                  </a:lnTo>
                  <a:lnTo>
                    <a:pt x="6013656" y="2310346"/>
                  </a:lnTo>
                  <a:lnTo>
                    <a:pt x="6014306" y="2273123"/>
                  </a:lnTo>
                  <a:lnTo>
                    <a:pt x="6014956" y="2232474"/>
                  </a:lnTo>
                  <a:lnTo>
                    <a:pt x="6015606" y="2190141"/>
                  </a:lnTo>
                  <a:lnTo>
                    <a:pt x="6016256" y="2147206"/>
                  </a:lnTo>
                  <a:lnTo>
                    <a:pt x="6016906" y="2103575"/>
                  </a:lnTo>
                  <a:lnTo>
                    <a:pt x="6017556" y="2059476"/>
                  </a:lnTo>
                  <a:lnTo>
                    <a:pt x="6018206" y="2016305"/>
                  </a:lnTo>
                  <a:lnTo>
                    <a:pt x="6018856" y="1975561"/>
                  </a:lnTo>
                  <a:lnTo>
                    <a:pt x="6019506" y="1937565"/>
                  </a:lnTo>
                  <a:lnTo>
                    <a:pt x="6020156" y="1902048"/>
                  </a:lnTo>
                  <a:lnTo>
                    <a:pt x="6020806" y="1869723"/>
                  </a:lnTo>
                  <a:lnTo>
                    <a:pt x="6021455" y="1840389"/>
                  </a:lnTo>
                  <a:lnTo>
                    <a:pt x="6022105" y="1813815"/>
                  </a:lnTo>
                  <a:lnTo>
                    <a:pt x="6022755" y="1790318"/>
                  </a:lnTo>
                  <a:lnTo>
                    <a:pt x="6023405" y="1769659"/>
                  </a:lnTo>
                  <a:lnTo>
                    <a:pt x="6024055" y="1751779"/>
                  </a:lnTo>
                  <a:lnTo>
                    <a:pt x="6024705" y="1736096"/>
                  </a:lnTo>
                  <a:lnTo>
                    <a:pt x="6025355" y="1722379"/>
                  </a:lnTo>
                  <a:lnTo>
                    <a:pt x="6026005" y="1710461"/>
                  </a:lnTo>
                  <a:lnTo>
                    <a:pt x="6026655" y="1700505"/>
                  </a:lnTo>
                  <a:lnTo>
                    <a:pt x="6027305" y="1692622"/>
                  </a:lnTo>
                  <a:lnTo>
                    <a:pt x="6027955" y="1686327"/>
                  </a:lnTo>
                  <a:lnTo>
                    <a:pt x="6028605" y="1680892"/>
                  </a:lnTo>
                  <a:lnTo>
                    <a:pt x="6029255" y="1676158"/>
                  </a:lnTo>
                  <a:lnTo>
                    <a:pt x="6029905" y="1671875"/>
                  </a:lnTo>
                  <a:lnTo>
                    <a:pt x="6030555" y="1667680"/>
                  </a:lnTo>
                  <a:lnTo>
                    <a:pt x="6031204" y="1663206"/>
                  </a:lnTo>
                  <a:lnTo>
                    <a:pt x="6031854" y="1657982"/>
                  </a:lnTo>
                  <a:lnTo>
                    <a:pt x="6032504" y="1651809"/>
                  </a:lnTo>
                  <a:lnTo>
                    <a:pt x="6033154" y="1644497"/>
                  </a:lnTo>
                  <a:lnTo>
                    <a:pt x="6033804" y="1635994"/>
                  </a:lnTo>
                  <a:lnTo>
                    <a:pt x="6034454" y="1625261"/>
                  </a:lnTo>
                  <a:lnTo>
                    <a:pt x="6035104" y="1611557"/>
                  </a:lnTo>
                  <a:lnTo>
                    <a:pt x="6035754" y="1594260"/>
                  </a:lnTo>
                  <a:lnTo>
                    <a:pt x="6036404" y="1573789"/>
                  </a:lnTo>
                  <a:lnTo>
                    <a:pt x="6037054" y="1550474"/>
                  </a:lnTo>
                  <a:lnTo>
                    <a:pt x="6037704" y="1525014"/>
                  </a:lnTo>
                  <a:lnTo>
                    <a:pt x="6038354" y="1498307"/>
                  </a:lnTo>
                  <a:lnTo>
                    <a:pt x="6039004" y="1471585"/>
                  </a:lnTo>
                  <a:lnTo>
                    <a:pt x="6039654" y="1445663"/>
                  </a:lnTo>
                  <a:lnTo>
                    <a:pt x="6040304" y="1421030"/>
                  </a:lnTo>
                  <a:lnTo>
                    <a:pt x="6040953" y="1397839"/>
                  </a:lnTo>
                  <a:lnTo>
                    <a:pt x="6041603" y="1376229"/>
                  </a:lnTo>
                  <a:lnTo>
                    <a:pt x="6042253" y="1356407"/>
                  </a:lnTo>
                  <a:lnTo>
                    <a:pt x="6042903" y="1338439"/>
                  </a:lnTo>
                  <a:lnTo>
                    <a:pt x="6043553" y="1322664"/>
                  </a:lnTo>
                  <a:lnTo>
                    <a:pt x="6044203" y="1309696"/>
                  </a:lnTo>
                  <a:lnTo>
                    <a:pt x="6044853" y="1299694"/>
                  </a:lnTo>
                  <a:lnTo>
                    <a:pt x="6045503" y="1293300"/>
                  </a:lnTo>
                  <a:lnTo>
                    <a:pt x="6046153" y="1290507"/>
                  </a:lnTo>
                  <a:lnTo>
                    <a:pt x="6046803" y="1291510"/>
                  </a:lnTo>
                  <a:lnTo>
                    <a:pt x="6047453" y="1295911"/>
                  </a:lnTo>
                  <a:lnTo>
                    <a:pt x="6048103" y="1303326"/>
                  </a:lnTo>
                  <a:lnTo>
                    <a:pt x="6048753" y="1313085"/>
                  </a:lnTo>
                  <a:lnTo>
                    <a:pt x="6049403" y="1324794"/>
                  </a:lnTo>
                  <a:lnTo>
                    <a:pt x="6050053" y="1338154"/>
                  </a:lnTo>
                  <a:lnTo>
                    <a:pt x="6050703" y="1352797"/>
                  </a:lnTo>
                  <a:lnTo>
                    <a:pt x="6051352" y="1368328"/>
                  </a:lnTo>
                  <a:lnTo>
                    <a:pt x="6052002" y="1384573"/>
                  </a:lnTo>
                  <a:lnTo>
                    <a:pt x="6052652" y="1401398"/>
                  </a:lnTo>
                  <a:lnTo>
                    <a:pt x="6053302" y="1418249"/>
                  </a:lnTo>
                  <a:lnTo>
                    <a:pt x="6053952" y="1434999"/>
                  </a:lnTo>
                  <a:lnTo>
                    <a:pt x="6054602" y="1451423"/>
                  </a:lnTo>
                  <a:lnTo>
                    <a:pt x="6055252" y="1466306"/>
                  </a:lnTo>
                  <a:lnTo>
                    <a:pt x="6055902" y="1478788"/>
                  </a:lnTo>
                  <a:lnTo>
                    <a:pt x="6056552" y="1488059"/>
                  </a:lnTo>
                  <a:lnTo>
                    <a:pt x="6057202" y="1494130"/>
                  </a:lnTo>
                  <a:lnTo>
                    <a:pt x="6057852" y="1496880"/>
                  </a:lnTo>
                  <a:lnTo>
                    <a:pt x="6058502" y="1496307"/>
                  </a:lnTo>
                  <a:lnTo>
                    <a:pt x="6059152" y="1492124"/>
                  </a:lnTo>
                  <a:lnTo>
                    <a:pt x="6059802" y="1485113"/>
                  </a:lnTo>
                  <a:lnTo>
                    <a:pt x="6060452" y="1475942"/>
                  </a:lnTo>
                  <a:lnTo>
                    <a:pt x="6061101" y="1465106"/>
                  </a:lnTo>
                  <a:lnTo>
                    <a:pt x="6061751" y="1452573"/>
                  </a:lnTo>
                  <a:lnTo>
                    <a:pt x="6062401" y="1438696"/>
                  </a:lnTo>
                  <a:lnTo>
                    <a:pt x="6063051" y="1423831"/>
                  </a:lnTo>
                  <a:lnTo>
                    <a:pt x="6063701" y="1408107"/>
                  </a:lnTo>
                  <a:lnTo>
                    <a:pt x="6064351" y="1391356"/>
                  </a:lnTo>
                  <a:lnTo>
                    <a:pt x="6065001" y="1374473"/>
                  </a:lnTo>
                  <a:lnTo>
                    <a:pt x="6065651" y="1357818"/>
                  </a:lnTo>
                  <a:lnTo>
                    <a:pt x="6066301" y="1341503"/>
                  </a:lnTo>
                  <a:lnTo>
                    <a:pt x="6066951" y="1326052"/>
                  </a:lnTo>
                  <a:lnTo>
                    <a:pt x="6067601" y="1311977"/>
                  </a:lnTo>
                  <a:lnTo>
                    <a:pt x="6068251" y="1299908"/>
                  </a:lnTo>
                  <a:lnTo>
                    <a:pt x="6068901" y="1290169"/>
                  </a:lnTo>
                  <a:lnTo>
                    <a:pt x="6069551" y="1282036"/>
                  </a:lnTo>
                  <a:lnTo>
                    <a:pt x="6070201" y="1275458"/>
                  </a:lnTo>
                  <a:lnTo>
                    <a:pt x="6070851" y="1270399"/>
                  </a:lnTo>
                  <a:lnTo>
                    <a:pt x="6071500" y="1266409"/>
                  </a:lnTo>
                  <a:lnTo>
                    <a:pt x="6072150" y="1263208"/>
                  </a:lnTo>
                  <a:lnTo>
                    <a:pt x="6072800" y="1260594"/>
                  </a:lnTo>
                  <a:lnTo>
                    <a:pt x="6073450" y="1258731"/>
                  </a:lnTo>
                  <a:lnTo>
                    <a:pt x="6074100" y="1258184"/>
                  </a:lnTo>
                  <a:lnTo>
                    <a:pt x="6074750" y="1258756"/>
                  </a:lnTo>
                  <a:lnTo>
                    <a:pt x="6075400" y="1260488"/>
                  </a:lnTo>
                  <a:lnTo>
                    <a:pt x="6076050" y="1263487"/>
                  </a:lnTo>
                  <a:lnTo>
                    <a:pt x="6076700" y="1267170"/>
                  </a:lnTo>
                  <a:lnTo>
                    <a:pt x="6077350" y="1270827"/>
                  </a:lnTo>
                  <a:lnTo>
                    <a:pt x="6078000" y="1273443"/>
                  </a:lnTo>
                  <a:lnTo>
                    <a:pt x="6078650" y="1274462"/>
                  </a:lnTo>
                  <a:lnTo>
                    <a:pt x="6079300" y="1273807"/>
                  </a:lnTo>
                  <a:lnTo>
                    <a:pt x="6079950" y="1271394"/>
                  </a:lnTo>
                  <a:lnTo>
                    <a:pt x="6080600" y="1267263"/>
                  </a:lnTo>
                  <a:lnTo>
                    <a:pt x="6081249" y="1261838"/>
                  </a:lnTo>
                  <a:lnTo>
                    <a:pt x="6081899" y="1255302"/>
                  </a:lnTo>
                  <a:lnTo>
                    <a:pt x="6082549" y="1248119"/>
                  </a:lnTo>
                  <a:lnTo>
                    <a:pt x="6083199" y="1240142"/>
                  </a:lnTo>
                  <a:lnTo>
                    <a:pt x="6083849" y="1231308"/>
                  </a:lnTo>
                  <a:lnTo>
                    <a:pt x="6084499" y="1221408"/>
                  </a:lnTo>
                  <a:lnTo>
                    <a:pt x="6085149" y="1210527"/>
                  </a:lnTo>
                  <a:lnTo>
                    <a:pt x="6085799" y="1198525"/>
                  </a:lnTo>
                  <a:lnTo>
                    <a:pt x="6086449" y="1185354"/>
                  </a:lnTo>
                  <a:lnTo>
                    <a:pt x="6087099" y="1171177"/>
                  </a:lnTo>
                  <a:lnTo>
                    <a:pt x="6087749" y="1156481"/>
                  </a:lnTo>
                  <a:lnTo>
                    <a:pt x="6088399" y="1141916"/>
                  </a:lnTo>
                  <a:lnTo>
                    <a:pt x="6089049" y="1127880"/>
                  </a:lnTo>
                  <a:lnTo>
                    <a:pt x="6089699" y="1114563"/>
                  </a:lnTo>
                  <a:lnTo>
                    <a:pt x="6090349" y="1102114"/>
                  </a:lnTo>
                  <a:lnTo>
                    <a:pt x="6090999" y="1090971"/>
                  </a:lnTo>
                  <a:lnTo>
                    <a:pt x="6091648" y="1081217"/>
                  </a:lnTo>
                  <a:lnTo>
                    <a:pt x="6092298" y="1072349"/>
                  </a:lnTo>
                  <a:lnTo>
                    <a:pt x="6092948" y="1064299"/>
                  </a:lnTo>
                  <a:lnTo>
                    <a:pt x="6093598" y="1056977"/>
                  </a:lnTo>
                  <a:lnTo>
                    <a:pt x="6094248" y="1050758"/>
                  </a:lnTo>
                  <a:lnTo>
                    <a:pt x="6094898" y="1045451"/>
                  </a:lnTo>
                  <a:lnTo>
                    <a:pt x="6095548" y="1041269"/>
                  </a:lnTo>
                  <a:lnTo>
                    <a:pt x="6096198" y="1038372"/>
                  </a:lnTo>
                  <a:lnTo>
                    <a:pt x="6096848" y="1037106"/>
                  </a:lnTo>
                  <a:lnTo>
                    <a:pt x="6097498" y="1037358"/>
                  </a:lnTo>
                  <a:lnTo>
                    <a:pt x="6098148" y="1039053"/>
                  </a:lnTo>
                  <a:lnTo>
                    <a:pt x="6098798" y="1042149"/>
                  </a:lnTo>
                  <a:lnTo>
                    <a:pt x="6099448" y="1046554"/>
                  </a:lnTo>
                  <a:lnTo>
                    <a:pt x="6100098" y="1051871"/>
                  </a:lnTo>
                  <a:lnTo>
                    <a:pt x="6100748" y="1057440"/>
                  </a:lnTo>
                  <a:lnTo>
                    <a:pt x="6101397" y="1063108"/>
                  </a:lnTo>
                  <a:lnTo>
                    <a:pt x="6102047" y="1068734"/>
                  </a:lnTo>
                  <a:lnTo>
                    <a:pt x="6102697" y="1073649"/>
                  </a:lnTo>
                  <a:lnTo>
                    <a:pt x="6103347" y="1077238"/>
                  </a:lnTo>
                  <a:lnTo>
                    <a:pt x="6103997" y="1079195"/>
                  </a:lnTo>
                  <a:lnTo>
                    <a:pt x="6104647" y="1079524"/>
                  </a:lnTo>
                  <a:lnTo>
                    <a:pt x="6105297" y="1077936"/>
                  </a:lnTo>
                  <a:lnTo>
                    <a:pt x="6105947" y="1073927"/>
                  </a:lnTo>
                  <a:lnTo>
                    <a:pt x="6106597" y="1067262"/>
                  </a:lnTo>
                  <a:lnTo>
                    <a:pt x="6107247" y="1058710"/>
                  </a:lnTo>
                  <a:lnTo>
                    <a:pt x="6107897" y="1048108"/>
                  </a:lnTo>
                  <a:lnTo>
                    <a:pt x="6108547" y="1035468"/>
                  </a:lnTo>
                  <a:lnTo>
                    <a:pt x="6109197" y="1020941"/>
                  </a:lnTo>
                  <a:lnTo>
                    <a:pt x="6109847" y="1005144"/>
                  </a:lnTo>
                  <a:lnTo>
                    <a:pt x="6110497" y="988558"/>
                  </a:lnTo>
                  <a:lnTo>
                    <a:pt x="6111147" y="971566"/>
                  </a:lnTo>
                  <a:lnTo>
                    <a:pt x="6111796" y="954401"/>
                  </a:lnTo>
                  <a:lnTo>
                    <a:pt x="6112446" y="937675"/>
                  </a:lnTo>
                  <a:lnTo>
                    <a:pt x="6113096" y="921707"/>
                  </a:lnTo>
                  <a:lnTo>
                    <a:pt x="6113746" y="906483"/>
                  </a:lnTo>
                  <a:lnTo>
                    <a:pt x="6114396" y="892158"/>
                  </a:lnTo>
                  <a:lnTo>
                    <a:pt x="6115046" y="878923"/>
                  </a:lnTo>
                  <a:lnTo>
                    <a:pt x="6115696" y="867206"/>
                  </a:lnTo>
                  <a:lnTo>
                    <a:pt x="6116346" y="856981"/>
                  </a:lnTo>
                  <a:lnTo>
                    <a:pt x="6116996" y="847737"/>
                  </a:lnTo>
                  <a:lnTo>
                    <a:pt x="6117646" y="839528"/>
                  </a:lnTo>
                  <a:lnTo>
                    <a:pt x="6118296" y="832515"/>
                  </a:lnTo>
                  <a:lnTo>
                    <a:pt x="6118946" y="826610"/>
                  </a:lnTo>
                  <a:lnTo>
                    <a:pt x="6119596" y="821748"/>
                  </a:lnTo>
                  <a:lnTo>
                    <a:pt x="6120246" y="817909"/>
                  </a:lnTo>
                  <a:lnTo>
                    <a:pt x="6120896" y="814679"/>
                  </a:lnTo>
                  <a:lnTo>
                    <a:pt x="6121545" y="812327"/>
                  </a:lnTo>
                  <a:lnTo>
                    <a:pt x="6122195" y="810661"/>
                  </a:lnTo>
                  <a:lnTo>
                    <a:pt x="6122845" y="809554"/>
                  </a:lnTo>
                  <a:lnTo>
                    <a:pt x="6123495" y="808762"/>
                  </a:lnTo>
                  <a:lnTo>
                    <a:pt x="6124145" y="808214"/>
                  </a:lnTo>
                  <a:lnTo>
                    <a:pt x="6124795" y="807784"/>
                  </a:lnTo>
                  <a:lnTo>
                    <a:pt x="6125445" y="807265"/>
                  </a:lnTo>
                  <a:lnTo>
                    <a:pt x="6126095" y="806555"/>
                  </a:lnTo>
                  <a:lnTo>
                    <a:pt x="6126745" y="805459"/>
                  </a:lnTo>
                  <a:lnTo>
                    <a:pt x="6127395" y="803993"/>
                  </a:lnTo>
                  <a:lnTo>
                    <a:pt x="6128045" y="801978"/>
                  </a:lnTo>
                  <a:lnTo>
                    <a:pt x="6128695" y="799305"/>
                  </a:lnTo>
                  <a:lnTo>
                    <a:pt x="6129345" y="795496"/>
                  </a:lnTo>
                  <a:lnTo>
                    <a:pt x="6129995" y="790357"/>
                  </a:lnTo>
                  <a:lnTo>
                    <a:pt x="6130645" y="784062"/>
                  </a:lnTo>
                  <a:lnTo>
                    <a:pt x="6131295" y="776466"/>
                  </a:lnTo>
                  <a:lnTo>
                    <a:pt x="6131944" y="767715"/>
                  </a:lnTo>
                  <a:lnTo>
                    <a:pt x="6132594" y="758150"/>
                  </a:lnTo>
                  <a:lnTo>
                    <a:pt x="6133244" y="748156"/>
                  </a:lnTo>
                  <a:lnTo>
                    <a:pt x="6133894" y="737901"/>
                  </a:lnTo>
                  <a:lnTo>
                    <a:pt x="6134544" y="727951"/>
                  </a:lnTo>
                  <a:lnTo>
                    <a:pt x="6135194" y="718796"/>
                  </a:lnTo>
                  <a:lnTo>
                    <a:pt x="6135844" y="710754"/>
                  </a:lnTo>
                  <a:lnTo>
                    <a:pt x="6136494" y="703995"/>
                  </a:lnTo>
                  <a:lnTo>
                    <a:pt x="6137144" y="698394"/>
                  </a:lnTo>
                  <a:lnTo>
                    <a:pt x="6137794" y="693929"/>
                  </a:lnTo>
                  <a:lnTo>
                    <a:pt x="6138444" y="690767"/>
                  </a:lnTo>
                  <a:lnTo>
                    <a:pt x="6139094" y="689070"/>
                  </a:lnTo>
                  <a:lnTo>
                    <a:pt x="6139744" y="688469"/>
                  </a:lnTo>
                  <a:lnTo>
                    <a:pt x="6140394" y="688938"/>
                  </a:lnTo>
                  <a:lnTo>
                    <a:pt x="6141044" y="690603"/>
                  </a:lnTo>
                  <a:lnTo>
                    <a:pt x="6141693" y="693595"/>
                  </a:lnTo>
                  <a:lnTo>
                    <a:pt x="6142343" y="697774"/>
                  </a:lnTo>
                  <a:lnTo>
                    <a:pt x="6142993" y="702872"/>
                  </a:lnTo>
                  <a:lnTo>
                    <a:pt x="6143643" y="708693"/>
                  </a:lnTo>
                  <a:lnTo>
                    <a:pt x="6144293" y="714907"/>
                  </a:lnTo>
                  <a:lnTo>
                    <a:pt x="6144943" y="721139"/>
                  </a:lnTo>
                  <a:lnTo>
                    <a:pt x="6145593" y="726985"/>
                  </a:lnTo>
                  <a:lnTo>
                    <a:pt x="6146243" y="732244"/>
                  </a:lnTo>
                  <a:lnTo>
                    <a:pt x="6146893" y="736612"/>
                  </a:lnTo>
                  <a:lnTo>
                    <a:pt x="6147543" y="740060"/>
                  </a:lnTo>
                  <a:lnTo>
                    <a:pt x="6148193" y="742478"/>
                  </a:lnTo>
                  <a:lnTo>
                    <a:pt x="6148843" y="743852"/>
                  </a:lnTo>
                  <a:lnTo>
                    <a:pt x="6149493" y="744680"/>
                  </a:lnTo>
                  <a:lnTo>
                    <a:pt x="6150143" y="744769"/>
                  </a:lnTo>
                  <a:lnTo>
                    <a:pt x="6150793" y="743843"/>
                  </a:lnTo>
                  <a:lnTo>
                    <a:pt x="6151443" y="742106"/>
                  </a:lnTo>
                  <a:lnTo>
                    <a:pt x="6152092" y="739559"/>
                  </a:lnTo>
                  <a:lnTo>
                    <a:pt x="6152742" y="736466"/>
                  </a:lnTo>
                  <a:lnTo>
                    <a:pt x="6153392" y="733066"/>
                  </a:lnTo>
                  <a:lnTo>
                    <a:pt x="6154042" y="729251"/>
                  </a:lnTo>
                  <a:lnTo>
                    <a:pt x="6154692" y="725235"/>
                  </a:lnTo>
                  <a:lnTo>
                    <a:pt x="6155342" y="721331"/>
                  </a:lnTo>
                  <a:lnTo>
                    <a:pt x="6155992" y="717452"/>
                  </a:lnTo>
                  <a:lnTo>
                    <a:pt x="6156642" y="713888"/>
                  </a:lnTo>
                  <a:lnTo>
                    <a:pt x="6157292" y="710475"/>
                  </a:lnTo>
                  <a:lnTo>
                    <a:pt x="6157942" y="706986"/>
                  </a:lnTo>
                  <a:lnTo>
                    <a:pt x="6158592" y="703526"/>
                  </a:lnTo>
                  <a:lnTo>
                    <a:pt x="6159242" y="700169"/>
                  </a:lnTo>
                  <a:lnTo>
                    <a:pt x="6159892" y="697197"/>
                  </a:lnTo>
                  <a:lnTo>
                    <a:pt x="6160542" y="694929"/>
                  </a:lnTo>
                  <a:lnTo>
                    <a:pt x="6161192" y="693189"/>
                  </a:lnTo>
                  <a:lnTo>
                    <a:pt x="6161841" y="692468"/>
                  </a:lnTo>
                  <a:lnTo>
                    <a:pt x="6162491" y="692951"/>
                  </a:lnTo>
                  <a:lnTo>
                    <a:pt x="6163141" y="694625"/>
                  </a:lnTo>
                  <a:lnTo>
                    <a:pt x="6163791" y="697515"/>
                  </a:lnTo>
                  <a:lnTo>
                    <a:pt x="6164441" y="701498"/>
                  </a:lnTo>
                  <a:lnTo>
                    <a:pt x="6165091" y="706330"/>
                  </a:lnTo>
                  <a:lnTo>
                    <a:pt x="6165741" y="712142"/>
                  </a:lnTo>
                  <a:lnTo>
                    <a:pt x="6166391" y="718660"/>
                  </a:lnTo>
                  <a:lnTo>
                    <a:pt x="6167041" y="725761"/>
                  </a:lnTo>
                  <a:lnTo>
                    <a:pt x="6167691" y="733436"/>
                  </a:lnTo>
                  <a:lnTo>
                    <a:pt x="6168341" y="741517"/>
                  </a:lnTo>
                  <a:lnTo>
                    <a:pt x="6168991" y="749770"/>
                  </a:lnTo>
                  <a:lnTo>
                    <a:pt x="6169641" y="758177"/>
                  </a:lnTo>
                  <a:lnTo>
                    <a:pt x="6170291" y="766632"/>
                  </a:lnTo>
                  <a:lnTo>
                    <a:pt x="6170941" y="775202"/>
                  </a:lnTo>
                  <a:lnTo>
                    <a:pt x="6171591" y="783440"/>
                  </a:lnTo>
                  <a:lnTo>
                    <a:pt x="6172240" y="791252"/>
                  </a:lnTo>
                  <a:lnTo>
                    <a:pt x="6172890" y="798510"/>
                  </a:lnTo>
                  <a:lnTo>
                    <a:pt x="6173540" y="804878"/>
                  </a:lnTo>
                  <a:lnTo>
                    <a:pt x="6174190" y="810065"/>
                  </a:lnTo>
                  <a:lnTo>
                    <a:pt x="6174840" y="814078"/>
                  </a:lnTo>
                  <a:lnTo>
                    <a:pt x="6175490" y="817155"/>
                  </a:lnTo>
                  <a:lnTo>
                    <a:pt x="6176140" y="819511"/>
                  </a:lnTo>
                  <a:lnTo>
                    <a:pt x="6176790" y="821432"/>
                  </a:lnTo>
                  <a:lnTo>
                    <a:pt x="6177440" y="823159"/>
                  </a:lnTo>
                  <a:lnTo>
                    <a:pt x="6178090" y="825186"/>
                  </a:lnTo>
                  <a:lnTo>
                    <a:pt x="6178740" y="827924"/>
                  </a:lnTo>
                  <a:lnTo>
                    <a:pt x="6179390" y="831702"/>
                  </a:lnTo>
                  <a:lnTo>
                    <a:pt x="6180040" y="836274"/>
                  </a:lnTo>
                  <a:lnTo>
                    <a:pt x="6180690" y="841328"/>
                  </a:lnTo>
                  <a:lnTo>
                    <a:pt x="6181340" y="846847"/>
                  </a:lnTo>
                  <a:lnTo>
                    <a:pt x="6181989" y="852740"/>
                  </a:lnTo>
                  <a:lnTo>
                    <a:pt x="6182639" y="859229"/>
                  </a:lnTo>
                  <a:lnTo>
                    <a:pt x="6183289" y="866777"/>
                  </a:lnTo>
                  <a:lnTo>
                    <a:pt x="6183939" y="875276"/>
                  </a:lnTo>
                  <a:lnTo>
                    <a:pt x="6184589" y="884883"/>
                  </a:lnTo>
                  <a:lnTo>
                    <a:pt x="6185239" y="895483"/>
                  </a:lnTo>
                  <a:lnTo>
                    <a:pt x="6185889" y="907248"/>
                  </a:lnTo>
                  <a:lnTo>
                    <a:pt x="6186539" y="920049"/>
                  </a:lnTo>
                  <a:lnTo>
                    <a:pt x="6187189" y="933625"/>
                  </a:lnTo>
                  <a:lnTo>
                    <a:pt x="6187839" y="947398"/>
                  </a:lnTo>
                  <a:lnTo>
                    <a:pt x="6188489" y="961288"/>
                  </a:lnTo>
                  <a:lnTo>
                    <a:pt x="6189139" y="974750"/>
                  </a:lnTo>
                  <a:lnTo>
                    <a:pt x="6189789" y="988080"/>
                  </a:lnTo>
                  <a:lnTo>
                    <a:pt x="6190439" y="1001834"/>
                  </a:lnTo>
                  <a:lnTo>
                    <a:pt x="6191089" y="1016137"/>
                  </a:lnTo>
                  <a:lnTo>
                    <a:pt x="6191738" y="1030791"/>
                  </a:lnTo>
                  <a:lnTo>
                    <a:pt x="6192388" y="1045299"/>
                  </a:lnTo>
                  <a:lnTo>
                    <a:pt x="6193038" y="1058943"/>
                  </a:lnTo>
                  <a:lnTo>
                    <a:pt x="6193688" y="1072226"/>
                  </a:lnTo>
                  <a:lnTo>
                    <a:pt x="6194338" y="1084872"/>
                  </a:lnTo>
                  <a:lnTo>
                    <a:pt x="6194988" y="1096808"/>
                  </a:lnTo>
                  <a:lnTo>
                    <a:pt x="6195638" y="1107887"/>
                  </a:lnTo>
                  <a:lnTo>
                    <a:pt x="6196288" y="1118434"/>
                  </a:lnTo>
                  <a:lnTo>
                    <a:pt x="6196938" y="1128877"/>
                  </a:lnTo>
                  <a:lnTo>
                    <a:pt x="6197588" y="1139747"/>
                  </a:lnTo>
                  <a:lnTo>
                    <a:pt x="6198238" y="1150902"/>
                  </a:lnTo>
                  <a:lnTo>
                    <a:pt x="6198888" y="1162632"/>
                  </a:lnTo>
                  <a:lnTo>
                    <a:pt x="6199538" y="1174816"/>
                  </a:lnTo>
                  <a:lnTo>
                    <a:pt x="6200188" y="1186985"/>
                  </a:lnTo>
                  <a:lnTo>
                    <a:pt x="6200838" y="1199095"/>
                  </a:lnTo>
                  <a:lnTo>
                    <a:pt x="6201488" y="1211363"/>
                  </a:lnTo>
                  <a:lnTo>
                    <a:pt x="6202137" y="1223842"/>
                  </a:lnTo>
                  <a:lnTo>
                    <a:pt x="6202787" y="1236999"/>
                  </a:lnTo>
                  <a:lnTo>
                    <a:pt x="6203437" y="1250357"/>
                  </a:lnTo>
                  <a:lnTo>
                    <a:pt x="6204087" y="1264010"/>
                  </a:lnTo>
                  <a:lnTo>
                    <a:pt x="6204737" y="1277551"/>
                  </a:lnTo>
                  <a:lnTo>
                    <a:pt x="6205387" y="1291108"/>
                  </a:lnTo>
                  <a:lnTo>
                    <a:pt x="6206037" y="1304660"/>
                  </a:lnTo>
                  <a:lnTo>
                    <a:pt x="6206687" y="1318162"/>
                  </a:lnTo>
                  <a:lnTo>
                    <a:pt x="6207337" y="1331442"/>
                  </a:lnTo>
                  <a:lnTo>
                    <a:pt x="6207987" y="1344632"/>
                  </a:lnTo>
                  <a:lnTo>
                    <a:pt x="6208637" y="1357706"/>
                  </a:lnTo>
                  <a:lnTo>
                    <a:pt x="6209287" y="1371013"/>
                  </a:lnTo>
                  <a:lnTo>
                    <a:pt x="6209937" y="1384496"/>
                  </a:lnTo>
                  <a:lnTo>
                    <a:pt x="6210587" y="1397553"/>
                  </a:lnTo>
                  <a:lnTo>
                    <a:pt x="6211237" y="1409926"/>
                  </a:lnTo>
                  <a:lnTo>
                    <a:pt x="6211886" y="1421622"/>
                  </a:lnTo>
                  <a:lnTo>
                    <a:pt x="6212536" y="1432693"/>
                  </a:lnTo>
                  <a:lnTo>
                    <a:pt x="6213186" y="1443432"/>
                  </a:lnTo>
                  <a:lnTo>
                    <a:pt x="6213836" y="1453675"/>
                  </a:lnTo>
                  <a:lnTo>
                    <a:pt x="6214486" y="1463414"/>
                  </a:lnTo>
                  <a:lnTo>
                    <a:pt x="6215136" y="1472178"/>
                  </a:lnTo>
                  <a:lnTo>
                    <a:pt x="6215786" y="1478968"/>
                  </a:lnTo>
                  <a:lnTo>
                    <a:pt x="6216436" y="1483774"/>
                  </a:lnTo>
                  <a:lnTo>
                    <a:pt x="6217086" y="1485786"/>
                  </a:lnTo>
                  <a:lnTo>
                    <a:pt x="6217736" y="1484477"/>
                  </a:lnTo>
                  <a:lnTo>
                    <a:pt x="6218386" y="1479888"/>
                  </a:lnTo>
                  <a:lnTo>
                    <a:pt x="6219036" y="1472267"/>
                  </a:lnTo>
                  <a:lnTo>
                    <a:pt x="6219686" y="1462255"/>
                  </a:lnTo>
                  <a:lnTo>
                    <a:pt x="6220336" y="1451122"/>
                  </a:lnTo>
                  <a:lnTo>
                    <a:pt x="6220986" y="1438958"/>
                  </a:lnTo>
                  <a:lnTo>
                    <a:pt x="6221636" y="1425902"/>
                  </a:lnTo>
                  <a:lnTo>
                    <a:pt x="6222285" y="1412278"/>
                  </a:lnTo>
                  <a:lnTo>
                    <a:pt x="6222935" y="1397834"/>
                  </a:lnTo>
                  <a:lnTo>
                    <a:pt x="6223585" y="1382720"/>
                  </a:lnTo>
                  <a:lnTo>
                    <a:pt x="6224235" y="1367395"/>
                  </a:lnTo>
                  <a:lnTo>
                    <a:pt x="6224885" y="1352452"/>
                  </a:lnTo>
                  <a:lnTo>
                    <a:pt x="6225535" y="1338803"/>
                  </a:lnTo>
                  <a:lnTo>
                    <a:pt x="6226185" y="1326713"/>
                  </a:lnTo>
                  <a:lnTo>
                    <a:pt x="6226835" y="1317012"/>
                  </a:lnTo>
                  <a:lnTo>
                    <a:pt x="6227485" y="1309508"/>
                  </a:lnTo>
                  <a:lnTo>
                    <a:pt x="6228135" y="1303970"/>
                  </a:lnTo>
                  <a:lnTo>
                    <a:pt x="6228785" y="1299830"/>
                  </a:lnTo>
                  <a:lnTo>
                    <a:pt x="6229435" y="1296668"/>
                  </a:lnTo>
                  <a:lnTo>
                    <a:pt x="6230085" y="1293972"/>
                  </a:lnTo>
                  <a:lnTo>
                    <a:pt x="6230735" y="1291733"/>
                  </a:lnTo>
                  <a:lnTo>
                    <a:pt x="6231385" y="1289996"/>
                  </a:lnTo>
                  <a:lnTo>
                    <a:pt x="6232034" y="1288617"/>
                  </a:lnTo>
                  <a:lnTo>
                    <a:pt x="6232684" y="1287837"/>
                  </a:lnTo>
                  <a:lnTo>
                    <a:pt x="6233334" y="1287726"/>
                  </a:lnTo>
                  <a:lnTo>
                    <a:pt x="6233984" y="1288275"/>
                  </a:lnTo>
                  <a:lnTo>
                    <a:pt x="6234634" y="1289224"/>
                  </a:lnTo>
                  <a:lnTo>
                    <a:pt x="6235284" y="1290263"/>
                  </a:lnTo>
                  <a:lnTo>
                    <a:pt x="6235934" y="1290988"/>
                  </a:lnTo>
                  <a:lnTo>
                    <a:pt x="6236584" y="1290920"/>
                  </a:lnTo>
                  <a:lnTo>
                    <a:pt x="6237234" y="1290121"/>
                  </a:lnTo>
                  <a:lnTo>
                    <a:pt x="6237884" y="1288386"/>
                  </a:lnTo>
                  <a:lnTo>
                    <a:pt x="6238534" y="1285799"/>
                  </a:lnTo>
                  <a:lnTo>
                    <a:pt x="6239184" y="1282669"/>
                  </a:lnTo>
                  <a:lnTo>
                    <a:pt x="6239834" y="1279168"/>
                  </a:lnTo>
                  <a:lnTo>
                    <a:pt x="6240484" y="1275388"/>
                  </a:lnTo>
                  <a:lnTo>
                    <a:pt x="6241134" y="1271441"/>
                  </a:lnTo>
                  <a:lnTo>
                    <a:pt x="6241784" y="1267041"/>
                  </a:lnTo>
                  <a:lnTo>
                    <a:pt x="6242433" y="1262058"/>
                  </a:lnTo>
                  <a:lnTo>
                    <a:pt x="6243083" y="1256600"/>
                  </a:lnTo>
                  <a:lnTo>
                    <a:pt x="6243733" y="1250680"/>
                  </a:lnTo>
                  <a:lnTo>
                    <a:pt x="6244383" y="1244443"/>
                  </a:lnTo>
                  <a:lnTo>
                    <a:pt x="6245033" y="1237915"/>
                  </a:lnTo>
                  <a:lnTo>
                    <a:pt x="6245683" y="1231338"/>
                  </a:lnTo>
                  <a:lnTo>
                    <a:pt x="6246333" y="1225305"/>
                  </a:lnTo>
                  <a:lnTo>
                    <a:pt x="6246983" y="1220463"/>
                  </a:lnTo>
                  <a:lnTo>
                    <a:pt x="6247633" y="1216949"/>
                  </a:lnTo>
                  <a:lnTo>
                    <a:pt x="6248283" y="1215153"/>
                  </a:lnTo>
                  <a:lnTo>
                    <a:pt x="6248933" y="1214896"/>
                  </a:lnTo>
                  <a:lnTo>
                    <a:pt x="6249583" y="1216445"/>
                  </a:lnTo>
                  <a:lnTo>
                    <a:pt x="6250233" y="1219806"/>
                  </a:lnTo>
                  <a:lnTo>
                    <a:pt x="6250883" y="1224718"/>
                  </a:lnTo>
                  <a:lnTo>
                    <a:pt x="6251533" y="1230935"/>
                  </a:lnTo>
                  <a:lnTo>
                    <a:pt x="6252182" y="1238640"/>
                  </a:lnTo>
                  <a:lnTo>
                    <a:pt x="6252832" y="1247435"/>
                  </a:lnTo>
                  <a:lnTo>
                    <a:pt x="6253482" y="1257220"/>
                  </a:lnTo>
                  <a:lnTo>
                    <a:pt x="6254132" y="1268016"/>
                  </a:lnTo>
                  <a:lnTo>
                    <a:pt x="6254782" y="1279499"/>
                  </a:lnTo>
                  <a:lnTo>
                    <a:pt x="6255432" y="1291616"/>
                  </a:lnTo>
                  <a:lnTo>
                    <a:pt x="6256082" y="1303612"/>
                  </a:lnTo>
                  <a:lnTo>
                    <a:pt x="6256732" y="1315071"/>
                  </a:lnTo>
                  <a:lnTo>
                    <a:pt x="6257382" y="1326081"/>
                  </a:lnTo>
                  <a:lnTo>
                    <a:pt x="6258032" y="1335934"/>
                  </a:lnTo>
                  <a:lnTo>
                    <a:pt x="6258682" y="1344431"/>
                  </a:lnTo>
                  <a:lnTo>
                    <a:pt x="6259332" y="1350898"/>
                  </a:lnTo>
                  <a:lnTo>
                    <a:pt x="6259982" y="1355088"/>
                  </a:lnTo>
                  <a:lnTo>
                    <a:pt x="6260632" y="1357274"/>
                  </a:lnTo>
                  <a:lnTo>
                    <a:pt x="6261282" y="1358117"/>
                  </a:lnTo>
                  <a:lnTo>
                    <a:pt x="6261932" y="1357397"/>
                  </a:lnTo>
                  <a:lnTo>
                    <a:pt x="6262581" y="1355584"/>
                  </a:lnTo>
                  <a:lnTo>
                    <a:pt x="6263231" y="1352918"/>
                  </a:lnTo>
                  <a:lnTo>
                    <a:pt x="6263881" y="1349241"/>
                  </a:lnTo>
                  <a:lnTo>
                    <a:pt x="6264531" y="1344922"/>
                  </a:lnTo>
                  <a:lnTo>
                    <a:pt x="6265181" y="1339702"/>
                  </a:lnTo>
                  <a:lnTo>
                    <a:pt x="6265831" y="1333805"/>
                  </a:lnTo>
                  <a:lnTo>
                    <a:pt x="6266481" y="1327342"/>
                  </a:lnTo>
                  <a:lnTo>
                    <a:pt x="6267131" y="1320138"/>
                  </a:lnTo>
                  <a:lnTo>
                    <a:pt x="6267781" y="1312312"/>
                  </a:lnTo>
                  <a:lnTo>
                    <a:pt x="6268431" y="1304115"/>
                  </a:lnTo>
                  <a:lnTo>
                    <a:pt x="6269081" y="1295833"/>
                  </a:lnTo>
                  <a:lnTo>
                    <a:pt x="6269731" y="1288145"/>
                  </a:lnTo>
                  <a:lnTo>
                    <a:pt x="6270381" y="1281148"/>
                  </a:lnTo>
                  <a:lnTo>
                    <a:pt x="6271031" y="1274814"/>
                  </a:lnTo>
                  <a:lnTo>
                    <a:pt x="6271681" y="1269229"/>
                  </a:lnTo>
                  <a:lnTo>
                    <a:pt x="6272330" y="1264289"/>
                  </a:lnTo>
                  <a:lnTo>
                    <a:pt x="6272980" y="1260020"/>
                  </a:lnTo>
                  <a:lnTo>
                    <a:pt x="6273630" y="1256607"/>
                  </a:lnTo>
                  <a:lnTo>
                    <a:pt x="6274280" y="1254335"/>
                  </a:lnTo>
                  <a:lnTo>
                    <a:pt x="6274930" y="1253568"/>
                  </a:lnTo>
                  <a:lnTo>
                    <a:pt x="6275580" y="1254592"/>
                  </a:lnTo>
                  <a:lnTo>
                    <a:pt x="6276230" y="1257250"/>
                  </a:lnTo>
                  <a:lnTo>
                    <a:pt x="6276880" y="1261619"/>
                  </a:lnTo>
                  <a:lnTo>
                    <a:pt x="6277530" y="1267593"/>
                  </a:lnTo>
                  <a:lnTo>
                    <a:pt x="6278180" y="1274883"/>
                  </a:lnTo>
                  <a:lnTo>
                    <a:pt x="6278830" y="1283034"/>
                  </a:lnTo>
                  <a:lnTo>
                    <a:pt x="6279480" y="1291266"/>
                  </a:lnTo>
                  <a:lnTo>
                    <a:pt x="6280130" y="1299652"/>
                  </a:lnTo>
                  <a:lnTo>
                    <a:pt x="6280780" y="1307999"/>
                  </a:lnTo>
                  <a:lnTo>
                    <a:pt x="6281430" y="1316253"/>
                  </a:lnTo>
                  <a:lnTo>
                    <a:pt x="6282080" y="1324543"/>
                  </a:lnTo>
                  <a:lnTo>
                    <a:pt x="6282729" y="1332780"/>
                  </a:lnTo>
                  <a:lnTo>
                    <a:pt x="6283379" y="1340864"/>
                  </a:lnTo>
                  <a:lnTo>
                    <a:pt x="6284029" y="1348540"/>
                  </a:lnTo>
                  <a:lnTo>
                    <a:pt x="6284679" y="1354930"/>
                  </a:lnTo>
                  <a:lnTo>
                    <a:pt x="6285329" y="1359427"/>
                  </a:lnTo>
                  <a:lnTo>
                    <a:pt x="6285979" y="1361865"/>
                  </a:lnTo>
                  <a:lnTo>
                    <a:pt x="6286629" y="1361981"/>
                  </a:lnTo>
                  <a:lnTo>
                    <a:pt x="6287279" y="1360360"/>
                  </a:lnTo>
                  <a:lnTo>
                    <a:pt x="6287929" y="1357100"/>
                  </a:lnTo>
                  <a:lnTo>
                    <a:pt x="6288579" y="1352773"/>
                  </a:lnTo>
                  <a:lnTo>
                    <a:pt x="6289229" y="1347613"/>
                  </a:lnTo>
                  <a:lnTo>
                    <a:pt x="6289879" y="1341565"/>
                  </a:lnTo>
                  <a:lnTo>
                    <a:pt x="6290529" y="1335433"/>
                  </a:lnTo>
                  <a:lnTo>
                    <a:pt x="6291179" y="1329239"/>
                  </a:lnTo>
                  <a:lnTo>
                    <a:pt x="6291829" y="1322396"/>
                  </a:lnTo>
                  <a:lnTo>
                    <a:pt x="6292478" y="1314626"/>
                  </a:lnTo>
                  <a:lnTo>
                    <a:pt x="6293128" y="1305786"/>
                  </a:lnTo>
                  <a:lnTo>
                    <a:pt x="6293778" y="1295894"/>
                  </a:lnTo>
                  <a:lnTo>
                    <a:pt x="6294428" y="1285702"/>
                  </a:lnTo>
                  <a:lnTo>
                    <a:pt x="6295078" y="1275495"/>
                  </a:lnTo>
                  <a:lnTo>
                    <a:pt x="6295728" y="1265084"/>
                  </a:lnTo>
                  <a:lnTo>
                    <a:pt x="6296378" y="1255058"/>
                  </a:lnTo>
                  <a:lnTo>
                    <a:pt x="6297028" y="1245292"/>
                  </a:lnTo>
                  <a:lnTo>
                    <a:pt x="6297678" y="1236195"/>
                  </a:lnTo>
                  <a:lnTo>
                    <a:pt x="6298328" y="1227823"/>
                  </a:lnTo>
                  <a:lnTo>
                    <a:pt x="6298978" y="1220093"/>
                  </a:lnTo>
                  <a:lnTo>
                    <a:pt x="6299628" y="1213019"/>
                  </a:lnTo>
                  <a:lnTo>
                    <a:pt x="6300278" y="1206384"/>
                  </a:lnTo>
                  <a:lnTo>
                    <a:pt x="6300928" y="1200229"/>
                  </a:lnTo>
                  <a:lnTo>
                    <a:pt x="6301578" y="1195039"/>
                  </a:lnTo>
                  <a:lnTo>
                    <a:pt x="6302228" y="1190832"/>
                  </a:lnTo>
                  <a:lnTo>
                    <a:pt x="6302877" y="1187629"/>
                  </a:lnTo>
                  <a:lnTo>
                    <a:pt x="6303527" y="1185495"/>
                  </a:lnTo>
                  <a:lnTo>
                    <a:pt x="6304177" y="1184247"/>
                  </a:lnTo>
                  <a:lnTo>
                    <a:pt x="6304827" y="1183579"/>
                  </a:lnTo>
                  <a:lnTo>
                    <a:pt x="6305477" y="1183514"/>
                  </a:lnTo>
                  <a:lnTo>
                    <a:pt x="6306127" y="1183660"/>
                  </a:lnTo>
                  <a:lnTo>
                    <a:pt x="6306777" y="1183870"/>
                  </a:lnTo>
                  <a:lnTo>
                    <a:pt x="6307427" y="1183791"/>
                  </a:lnTo>
                  <a:lnTo>
                    <a:pt x="6308077" y="1182983"/>
                  </a:lnTo>
                  <a:lnTo>
                    <a:pt x="6308727" y="1181594"/>
                  </a:lnTo>
                  <a:lnTo>
                    <a:pt x="6309377" y="1179521"/>
                  </a:lnTo>
                  <a:lnTo>
                    <a:pt x="6310027" y="1176801"/>
                  </a:lnTo>
                  <a:lnTo>
                    <a:pt x="6310677" y="1173526"/>
                  </a:lnTo>
                  <a:lnTo>
                    <a:pt x="6311327" y="1169632"/>
                  </a:lnTo>
                  <a:lnTo>
                    <a:pt x="6311977" y="1165320"/>
                  </a:lnTo>
                  <a:lnTo>
                    <a:pt x="6312626" y="1160880"/>
                  </a:lnTo>
                  <a:lnTo>
                    <a:pt x="6313276" y="1156400"/>
                  </a:lnTo>
                  <a:lnTo>
                    <a:pt x="6313926" y="1152140"/>
                  </a:lnTo>
                  <a:lnTo>
                    <a:pt x="6314576" y="1148329"/>
                  </a:lnTo>
                  <a:lnTo>
                    <a:pt x="6315226" y="1145186"/>
                  </a:lnTo>
                  <a:lnTo>
                    <a:pt x="6315876" y="1142888"/>
                  </a:lnTo>
                  <a:lnTo>
                    <a:pt x="6316526" y="1141523"/>
                  </a:lnTo>
                  <a:lnTo>
                    <a:pt x="6317176" y="1141405"/>
                  </a:lnTo>
                  <a:lnTo>
                    <a:pt x="6317826" y="1142932"/>
                  </a:lnTo>
                  <a:lnTo>
                    <a:pt x="6318476" y="1146306"/>
                  </a:lnTo>
                  <a:lnTo>
                    <a:pt x="6319126" y="1151782"/>
                  </a:lnTo>
                  <a:lnTo>
                    <a:pt x="6319776" y="1159179"/>
                  </a:lnTo>
                  <a:lnTo>
                    <a:pt x="6320426" y="1168731"/>
                  </a:lnTo>
                  <a:lnTo>
                    <a:pt x="6321076" y="1180605"/>
                  </a:lnTo>
                  <a:lnTo>
                    <a:pt x="6321726" y="1194852"/>
                  </a:lnTo>
                  <a:lnTo>
                    <a:pt x="6322376" y="1210938"/>
                  </a:lnTo>
                  <a:lnTo>
                    <a:pt x="6323025" y="1228231"/>
                  </a:lnTo>
                  <a:lnTo>
                    <a:pt x="6323675" y="1246203"/>
                  </a:lnTo>
                  <a:lnTo>
                    <a:pt x="6324325" y="1265080"/>
                  </a:lnTo>
                  <a:lnTo>
                    <a:pt x="6324975" y="1285027"/>
                  </a:lnTo>
                  <a:lnTo>
                    <a:pt x="6325625" y="1305745"/>
                  </a:lnTo>
                  <a:lnTo>
                    <a:pt x="6326275" y="1327324"/>
                  </a:lnTo>
                  <a:lnTo>
                    <a:pt x="6326925" y="1349842"/>
                  </a:lnTo>
                  <a:lnTo>
                    <a:pt x="6327575" y="1373063"/>
                  </a:lnTo>
                  <a:lnTo>
                    <a:pt x="6328225" y="1396833"/>
                  </a:lnTo>
                  <a:lnTo>
                    <a:pt x="6328875" y="1420406"/>
                  </a:lnTo>
                  <a:lnTo>
                    <a:pt x="6329525" y="1443494"/>
                  </a:lnTo>
                  <a:lnTo>
                    <a:pt x="6330175" y="1464977"/>
                  </a:lnTo>
                  <a:lnTo>
                    <a:pt x="6330825" y="1483734"/>
                  </a:lnTo>
                  <a:lnTo>
                    <a:pt x="6331475" y="1498886"/>
                  </a:lnTo>
                  <a:lnTo>
                    <a:pt x="6332125" y="1510317"/>
                  </a:lnTo>
                  <a:lnTo>
                    <a:pt x="6332774" y="1518004"/>
                  </a:lnTo>
                  <a:lnTo>
                    <a:pt x="6333424" y="1522324"/>
                  </a:lnTo>
                  <a:lnTo>
                    <a:pt x="6334074" y="1522213"/>
                  </a:lnTo>
                  <a:lnTo>
                    <a:pt x="6334724" y="1517641"/>
                  </a:lnTo>
                  <a:lnTo>
                    <a:pt x="6335374" y="1509960"/>
                  </a:lnTo>
                  <a:lnTo>
                    <a:pt x="6336024" y="1499592"/>
                  </a:lnTo>
                  <a:lnTo>
                    <a:pt x="6336674" y="1486343"/>
                  </a:lnTo>
                  <a:lnTo>
                    <a:pt x="6337324" y="1471017"/>
                  </a:lnTo>
                  <a:lnTo>
                    <a:pt x="6337974" y="1454323"/>
                  </a:lnTo>
                  <a:lnTo>
                    <a:pt x="6338624" y="1437035"/>
                  </a:lnTo>
                  <a:lnTo>
                    <a:pt x="6339274" y="1418963"/>
                  </a:lnTo>
                  <a:lnTo>
                    <a:pt x="6339924" y="1400981"/>
                  </a:lnTo>
                  <a:lnTo>
                    <a:pt x="6340574" y="1384172"/>
                  </a:lnTo>
                  <a:lnTo>
                    <a:pt x="6341224" y="1368857"/>
                  </a:lnTo>
                  <a:lnTo>
                    <a:pt x="6341874" y="1355384"/>
                  </a:lnTo>
                  <a:lnTo>
                    <a:pt x="6342523" y="1343697"/>
                  </a:lnTo>
                  <a:lnTo>
                    <a:pt x="6343173" y="1333707"/>
                  </a:lnTo>
                  <a:lnTo>
                    <a:pt x="6343823" y="1326138"/>
                  </a:lnTo>
                  <a:lnTo>
                    <a:pt x="6344473" y="1320854"/>
                  </a:lnTo>
                  <a:lnTo>
                    <a:pt x="6345123" y="1317046"/>
                  </a:lnTo>
                  <a:lnTo>
                    <a:pt x="6345773" y="1314304"/>
                  </a:lnTo>
                  <a:lnTo>
                    <a:pt x="6346423" y="1312458"/>
                  </a:lnTo>
                  <a:lnTo>
                    <a:pt x="6347073" y="1311113"/>
                  </a:lnTo>
                  <a:lnTo>
                    <a:pt x="6347723" y="1309758"/>
                  </a:lnTo>
                  <a:lnTo>
                    <a:pt x="6348373" y="1308035"/>
                  </a:lnTo>
                  <a:lnTo>
                    <a:pt x="6349023" y="1306251"/>
                  </a:lnTo>
                  <a:lnTo>
                    <a:pt x="6349673" y="1304264"/>
                  </a:lnTo>
                  <a:lnTo>
                    <a:pt x="6350323" y="1301597"/>
                  </a:lnTo>
                  <a:lnTo>
                    <a:pt x="6350973" y="1298351"/>
                  </a:lnTo>
                  <a:lnTo>
                    <a:pt x="6351623" y="1294476"/>
                  </a:lnTo>
                  <a:lnTo>
                    <a:pt x="6352273" y="1290348"/>
                  </a:lnTo>
                  <a:lnTo>
                    <a:pt x="6352922" y="1286052"/>
                  </a:lnTo>
                  <a:lnTo>
                    <a:pt x="6353572" y="1281348"/>
                  </a:lnTo>
                  <a:lnTo>
                    <a:pt x="6354222" y="1275905"/>
                  </a:lnTo>
                  <a:lnTo>
                    <a:pt x="6354872" y="1270060"/>
                  </a:lnTo>
                  <a:lnTo>
                    <a:pt x="6355522" y="1263834"/>
                  </a:lnTo>
                  <a:lnTo>
                    <a:pt x="6356172" y="1257554"/>
                  </a:lnTo>
                  <a:lnTo>
                    <a:pt x="6356822" y="1251246"/>
                  </a:lnTo>
                  <a:lnTo>
                    <a:pt x="6357472" y="1245057"/>
                  </a:lnTo>
                  <a:lnTo>
                    <a:pt x="6358122" y="1239451"/>
                  </a:lnTo>
                  <a:lnTo>
                    <a:pt x="6358772" y="1234458"/>
                  </a:lnTo>
                  <a:lnTo>
                    <a:pt x="6359422" y="1229797"/>
                  </a:lnTo>
                  <a:lnTo>
                    <a:pt x="6360072" y="1225604"/>
                  </a:lnTo>
                  <a:lnTo>
                    <a:pt x="6360722" y="1221981"/>
                  </a:lnTo>
                  <a:lnTo>
                    <a:pt x="6361372" y="1218960"/>
                  </a:lnTo>
                  <a:lnTo>
                    <a:pt x="6362022" y="1216572"/>
                  </a:lnTo>
                  <a:lnTo>
                    <a:pt x="6362671" y="1215036"/>
                  </a:lnTo>
                  <a:lnTo>
                    <a:pt x="6363321" y="1214527"/>
                  </a:lnTo>
                  <a:lnTo>
                    <a:pt x="6363971" y="1215383"/>
                  </a:lnTo>
                  <a:lnTo>
                    <a:pt x="6364621" y="1217419"/>
                  </a:lnTo>
                  <a:lnTo>
                    <a:pt x="6365271" y="1220733"/>
                  </a:lnTo>
                  <a:lnTo>
                    <a:pt x="6365921" y="1225459"/>
                  </a:lnTo>
                  <a:lnTo>
                    <a:pt x="6366571" y="1232281"/>
                  </a:lnTo>
                  <a:lnTo>
                    <a:pt x="6367221" y="1241148"/>
                  </a:lnTo>
                  <a:lnTo>
                    <a:pt x="6367871" y="1251431"/>
                  </a:lnTo>
                  <a:lnTo>
                    <a:pt x="6368521" y="1262979"/>
                  </a:lnTo>
                  <a:lnTo>
                    <a:pt x="6369171" y="1276257"/>
                  </a:lnTo>
                  <a:lnTo>
                    <a:pt x="6369821" y="1291267"/>
                  </a:lnTo>
                  <a:lnTo>
                    <a:pt x="6370471" y="1307570"/>
                  </a:lnTo>
                  <a:lnTo>
                    <a:pt x="6371121" y="1325047"/>
                  </a:lnTo>
                  <a:lnTo>
                    <a:pt x="6371771" y="1344063"/>
                  </a:lnTo>
                  <a:lnTo>
                    <a:pt x="6372421" y="1364264"/>
                  </a:lnTo>
                  <a:lnTo>
                    <a:pt x="6373070" y="1385274"/>
                  </a:lnTo>
                  <a:lnTo>
                    <a:pt x="6373720" y="1407076"/>
                  </a:lnTo>
                  <a:lnTo>
                    <a:pt x="6374370" y="1429594"/>
                  </a:lnTo>
                  <a:lnTo>
                    <a:pt x="6375020" y="1453128"/>
                  </a:lnTo>
                  <a:lnTo>
                    <a:pt x="6375670" y="1477117"/>
                  </a:lnTo>
                  <a:lnTo>
                    <a:pt x="6376320" y="1500113"/>
                  </a:lnTo>
                  <a:lnTo>
                    <a:pt x="6376970" y="1521266"/>
                  </a:lnTo>
                  <a:lnTo>
                    <a:pt x="6377620" y="1540345"/>
                  </a:lnTo>
                  <a:lnTo>
                    <a:pt x="6378270" y="1557313"/>
                  </a:lnTo>
                  <a:lnTo>
                    <a:pt x="6378920" y="1571564"/>
                  </a:lnTo>
                  <a:lnTo>
                    <a:pt x="6379570" y="1582682"/>
                  </a:lnTo>
                  <a:lnTo>
                    <a:pt x="6380220" y="1590946"/>
                  </a:lnTo>
                  <a:lnTo>
                    <a:pt x="6380870" y="1596905"/>
                  </a:lnTo>
                  <a:lnTo>
                    <a:pt x="6381520" y="1600387"/>
                  </a:lnTo>
                  <a:lnTo>
                    <a:pt x="6382170" y="1601758"/>
                  </a:lnTo>
                  <a:lnTo>
                    <a:pt x="6382819" y="1601643"/>
                  </a:lnTo>
                  <a:lnTo>
                    <a:pt x="6383469" y="1600215"/>
                  </a:lnTo>
                  <a:lnTo>
                    <a:pt x="6384119" y="1597774"/>
                  </a:lnTo>
                  <a:lnTo>
                    <a:pt x="6384769" y="1594268"/>
                  </a:lnTo>
                  <a:lnTo>
                    <a:pt x="6385419" y="1589992"/>
                  </a:lnTo>
                  <a:lnTo>
                    <a:pt x="6386069" y="1585526"/>
                  </a:lnTo>
                  <a:lnTo>
                    <a:pt x="6386719" y="1582159"/>
                  </a:lnTo>
                  <a:lnTo>
                    <a:pt x="6387369" y="1580379"/>
                  </a:lnTo>
                  <a:lnTo>
                    <a:pt x="6388019" y="1580502"/>
                  </a:lnTo>
                  <a:lnTo>
                    <a:pt x="6388669" y="1582353"/>
                  </a:lnTo>
                  <a:lnTo>
                    <a:pt x="6389319" y="1586145"/>
                  </a:lnTo>
                  <a:lnTo>
                    <a:pt x="6389969" y="1591906"/>
                  </a:lnTo>
                  <a:lnTo>
                    <a:pt x="6390619" y="1598620"/>
                  </a:lnTo>
                  <a:lnTo>
                    <a:pt x="6391269" y="1605674"/>
                  </a:lnTo>
                  <a:lnTo>
                    <a:pt x="6391919" y="1612832"/>
                  </a:lnTo>
                  <a:lnTo>
                    <a:pt x="6392569" y="1619632"/>
                  </a:lnTo>
                  <a:lnTo>
                    <a:pt x="6393218" y="1625595"/>
                  </a:lnTo>
                  <a:lnTo>
                    <a:pt x="6393868" y="1630078"/>
                  </a:lnTo>
                  <a:lnTo>
                    <a:pt x="6394518" y="1632122"/>
                  </a:lnTo>
                  <a:lnTo>
                    <a:pt x="6395168" y="1631591"/>
                  </a:lnTo>
                  <a:lnTo>
                    <a:pt x="6395818" y="1628351"/>
                  </a:lnTo>
                  <a:lnTo>
                    <a:pt x="6396468" y="1622065"/>
                  </a:lnTo>
                  <a:lnTo>
                    <a:pt x="6397118" y="1613104"/>
                  </a:lnTo>
                  <a:lnTo>
                    <a:pt x="6397768" y="1601955"/>
                  </a:lnTo>
                  <a:lnTo>
                    <a:pt x="6398418" y="1589227"/>
                  </a:lnTo>
                  <a:lnTo>
                    <a:pt x="6399068" y="1575250"/>
                  </a:lnTo>
                  <a:lnTo>
                    <a:pt x="6399718" y="1560138"/>
                  </a:lnTo>
                  <a:lnTo>
                    <a:pt x="6400368" y="1544781"/>
                  </a:lnTo>
                  <a:lnTo>
                    <a:pt x="6401018" y="1529006"/>
                  </a:lnTo>
                  <a:lnTo>
                    <a:pt x="6401668" y="1512947"/>
                  </a:lnTo>
                  <a:lnTo>
                    <a:pt x="6402318" y="1496647"/>
                  </a:lnTo>
                  <a:lnTo>
                    <a:pt x="6402967" y="1480449"/>
                  </a:lnTo>
                  <a:lnTo>
                    <a:pt x="6403617" y="1464636"/>
                  </a:lnTo>
                  <a:lnTo>
                    <a:pt x="6404267" y="1449521"/>
                  </a:lnTo>
                  <a:lnTo>
                    <a:pt x="6404917" y="1434842"/>
                  </a:lnTo>
                  <a:lnTo>
                    <a:pt x="6405567" y="1420781"/>
                  </a:lnTo>
                  <a:lnTo>
                    <a:pt x="6406217" y="1407220"/>
                  </a:lnTo>
                  <a:lnTo>
                    <a:pt x="6406867" y="1393960"/>
                  </a:lnTo>
                  <a:lnTo>
                    <a:pt x="6407517" y="1380837"/>
                  </a:lnTo>
                  <a:lnTo>
                    <a:pt x="6408167" y="1367979"/>
                  </a:lnTo>
                  <a:lnTo>
                    <a:pt x="6408817" y="1355360"/>
                  </a:lnTo>
                  <a:lnTo>
                    <a:pt x="6409467" y="1343400"/>
                  </a:lnTo>
                  <a:lnTo>
                    <a:pt x="6410117" y="1332141"/>
                  </a:lnTo>
                  <a:lnTo>
                    <a:pt x="6410767" y="1322006"/>
                  </a:lnTo>
                  <a:lnTo>
                    <a:pt x="6411417" y="1313192"/>
                  </a:lnTo>
                  <a:lnTo>
                    <a:pt x="6412067" y="1305777"/>
                  </a:lnTo>
                  <a:lnTo>
                    <a:pt x="6412717" y="1299544"/>
                  </a:lnTo>
                  <a:lnTo>
                    <a:pt x="6413366" y="1294386"/>
                  </a:lnTo>
                  <a:lnTo>
                    <a:pt x="6414016" y="1290193"/>
                  </a:lnTo>
                  <a:lnTo>
                    <a:pt x="6414666" y="1287008"/>
                  </a:lnTo>
                  <a:lnTo>
                    <a:pt x="6415316" y="1284533"/>
                  </a:lnTo>
                  <a:lnTo>
                    <a:pt x="6415966" y="1282470"/>
                  </a:lnTo>
                  <a:lnTo>
                    <a:pt x="6416616" y="1280735"/>
                  </a:lnTo>
                  <a:lnTo>
                    <a:pt x="6417266" y="1279080"/>
                  </a:lnTo>
                  <a:lnTo>
                    <a:pt x="6417916" y="1277285"/>
                  </a:lnTo>
                  <a:lnTo>
                    <a:pt x="6418566" y="1275233"/>
                  </a:lnTo>
                  <a:lnTo>
                    <a:pt x="6419216" y="1272742"/>
                  </a:lnTo>
                  <a:lnTo>
                    <a:pt x="6419866" y="1269641"/>
                  </a:lnTo>
                  <a:lnTo>
                    <a:pt x="6420516" y="1265938"/>
                  </a:lnTo>
                  <a:lnTo>
                    <a:pt x="6421166" y="1261373"/>
                  </a:lnTo>
                  <a:lnTo>
                    <a:pt x="6421816" y="1255663"/>
                  </a:lnTo>
                  <a:lnTo>
                    <a:pt x="6422466" y="1248666"/>
                  </a:lnTo>
                  <a:lnTo>
                    <a:pt x="6423115" y="1240698"/>
                  </a:lnTo>
                  <a:lnTo>
                    <a:pt x="6423765" y="1232188"/>
                  </a:lnTo>
                  <a:lnTo>
                    <a:pt x="6424415" y="1223326"/>
                  </a:lnTo>
                  <a:lnTo>
                    <a:pt x="6425065" y="1213987"/>
                  </a:lnTo>
                  <a:lnTo>
                    <a:pt x="6425715" y="1204333"/>
                  </a:lnTo>
                  <a:lnTo>
                    <a:pt x="6426365" y="1194804"/>
                  </a:lnTo>
                  <a:lnTo>
                    <a:pt x="6427015" y="1185849"/>
                  </a:lnTo>
                  <a:lnTo>
                    <a:pt x="6427665" y="1177850"/>
                  </a:lnTo>
                  <a:lnTo>
                    <a:pt x="6428315" y="1171194"/>
                  </a:lnTo>
                  <a:lnTo>
                    <a:pt x="6428965" y="1166009"/>
                  </a:lnTo>
                  <a:lnTo>
                    <a:pt x="6429615" y="1162651"/>
                  </a:lnTo>
                  <a:lnTo>
                    <a:pt x="6430265" y="1161209"/>
                  </a:lnTo>
                  <a:lnTo>
                    <a:pt x="6430915" y="1161486"/>
                  </a:lnTo>
                  <a:lnTo>
                    <a:pt x="6431565" y="1163413"/>
                  </a:lnTo>
                  <a:lnTo>
                    <a:pt x="6432215" y="1167189"/>
                  </a:lnTo>
                  <a:lnTo>
                    <a:pt x="6432865" y="1172622"/>
                  </a:lnTo>
                  <a:lnTo>
                    <a:pt x="6433514" y="1179728"/>
                  </a:lnTo>
                  <a:lnTo>
                    <a:pt x="6434164" y="1188272"/>
                  </a:lnTo>
                  <a:lnTo>
                    <a:pt x="6434814" y="1198538"/>
                  </a:lnTo>
                  <a:lnTo>
                    <a:pt x="6435464" y="1210500"/>
                  </a:lnTo>
                  <a:lnTo>
                    <a:pt x="6436114" y="1223967"/>
                  </a:lnTo>
                  <a:lnTo>
                    <a:pt x="6436764" y="1238609"/>
                  </a:lnTo>
                  <a:lnTo>
                    <a:pt x="6437414" y="1254178"/>
                  </a:lnTo>
                  <a:lnTo>
                    <a:pt x="6438064" y="1270061"/>
                  </a:lnTo>
                  <a:lnTo>
                    <a:pt x="6438714" y="1285758"/>
                  </a:lnTo>
                  <a:lnTo>
                    <a:pt x="6439364" y="1300608"/>
                  </a:lnTo>
                  <a:lnTo>
                    <a:pt x="6440014" y="1313761"/>
                  </a:lnTo>
                  <a:lnTo>
                    <a:pt x="6440664" y="1324898"/>
                  </a:lnTo>
                  <a:lnTo>
                    <a:pt x="6441314" y="1333971"/>
                  </a:lnTo>
                  <a:lnTo>
                    <a:pt x="6441964" y="1340923"/>
                  </a:lnTo>
                  <a:lnTo>
                    <a:pt x="6442614" y="1345574"/>
                  </a:lnTo>
                  <a:lnTo>
                    <a:pt x="6443263" y="1347838"/>
                  </a:lnTo>
                  <a:lnTo>
                    <a:pt x="6443913" y="1347774"/>
                  </a:lnTo>
                  <a:lnTo>
                    <a:pt x="6444563" y="1345729"/>
                  </a:lnTo>
                  <a:lnTo>
                    <a:pt x="6445213" y="1342302"/>
                  </a:lnTo>
                  <a:lnTo>
                    <a:pt x="6445863" y="1337572"/>
                  </a:lnTo>
                  <a:lnTo>
                    <a:pt x="6446513" y="1331630"/>
                  </a:lnTo>
                  <a:lnTo>
                    <a:pt x="6447163" y="1324505"/>
                  </a:lnTo>
                  <a:lnTo>
                    <a:pt x="6447813" y="1316786"/>
                  </a:lnTo>
                  <a:lnTo>
                    <a:pt x="6448463" y="1308910"/>
                  </a:lnTo>
                  <a:lnTo>
                    <a:pt x="6449113" y="1301020"/>
                  </a:lnTo>
                  <a:lnTo>
                    <a:pt x="6449763" y="1293559"/>
                  </a:lnTo>
                  <a:lnTo>
                    <a:pt x="6450413" y="1287094"/>
                  </a:lnTo>
                  <a:lnTo>
                    <a:pt x="6451063" y="1281960"/>
                  </a:lnTo>
                  <a:lnTo>
                    <a:pt x="6451713" y="1278037"/>
                  </a:lnTo>
                  <a:lnTo>
                    <a:pt x="6452363" y="1275509"/>
                  </a:lnTo>
                  <a:lnTo>
                    <a:pt x="6453013" y="1274028"/>
                  </a:lnTo>
                  <a:lnTo>
                    <a:pt x="6453662" y="1274077"/>
                  </a:lnTo>
                  <a:lnTo>
                    <a:pt x="6454312" y="1275848"/>
                  </a:lnTo>
                  <a:lnTo>
                    <a:pt x="6454962" y="1279286"/>
                  </a:lnTo>
                  <a:lnTo>
                    <a:pt x="6455612" y="1284447"/>
                  </a:lnTo>
                  <a:lnTo>
                    <a:pt x="6456262" y="1291058"/>
                  </a:lnTo>
                  <a:lnTo>
                    <a:pt x="6456912" y="1299024"/>
                  </a:lnTo>
                  <a:lnTo>
                    <a:pt x="6457562" y="1308393"/>
                  </a:lnTo>
                  <a:lnTo>
                    <a:pt x="6458212" y="1319237"/>
                  </a:lnTo>
                  <a:lnTo>
                    <a:pt x="6458862" y="1331582"/>
                  </a:lnTo>
                  <a:lnTo>
                    <a:pt x="6459512" y="1345566"/>
                  </a:lnTo>
                  <a:lnTo>
                    <a:pt x="6460162" y="1360735"/>
                  </a:lnTo>
                  <a:lnTo>
                    <a:pt x="6460812" y="1376679"/>
                  </a:lnTo>
                  <a:lnTo>
                    <a:pt x="6461462" y="1393350"/>
                  </a:lnTo>
                  <a:lnTo>
                    <a:pt x="6462112" y="1410662"/>
                  </a:lnTo>
                  <a:lnTo>
                    <a:pt x="6462762" y="1428535"/>
                  </a:lnTo>
                  <a:lnTo>
                    <a:pt x="6463411" y="1446415"/>
                  </a:lnTo>
                  <a:lnTo>
                    <a:pt x="6464061" y="1463512"/>
                  </a:lnTo>
                  <a:lnTo>
                    <a:pt x="6464711" y="1479072"/>
                  </a:lnTo>
                  <a:lnTo>
                    <a:pt x="6465361" y="1492698"/>
                  </a:lnTo>
                  <a:lnTo>
                    <a:pt x="6466011" y="1504570"/>
                  </a:lnTo>
                  <a:lnTo>
                    <a:pt x="6466661" y="1514645"/>
                  </a:lnTo>
                  <a:lnTo>
                    <a:pt x="6467311" y="1522422"/>
                  </a:lnTo>
                  <a:lnTo>
                    <a:pt x="6467961" y="1527654"/>
                  </a:lnTo>
                  <a:lnTo>
                    <a:pt x="6468611" y="1530449"/>
                  </a:lnTo>
                  <a:lnTo>
                    <a:pt x="6469261" y="1531016"/>
                  </a:lnTo>
                  <a:lnTo>
                    <a:pt x="6469911" y="1529962"/>
                  </a:lnTo>
                  <a:lnTo>
                    <a:pt x="6470561" y="1527958"/>
                  </a:lnTo>
                  <a:lnTo>
                    <a:pt x="6471211" y="1525367"/>
                  </a:lnTo>
                  <a:lnTo>
                    <a:pt x="6471861" y="1522649"/>
                  </a:lnTo>
                  <a:lnTo>
                    <a:pt x="6472511" y="1520538"/>
                  </a:lnTo>
                  <a:lnTo>
                    <a:pt x="6473161" y="1519586"/>
                  </a:lnTo>
                  <a:lnTo>
                    <a:pt x="6473810" y="1520198"/>
                  </a:lnTo>
                  <a:lnTo>
                    <a:pt x="6474460" y="1522697"/>
                  </a:lnTo>
                  <a:lnTo>
                    <a:pt x="6475110" y="1527571"/>
                  </a:lnTo>
                  <a:lnTo>
                    <a:pt x="6475760" y="1534592"/>
                  </a:lnTo>
                  <a:lnTo>
                    <a:pt x="6476410" y="1543908"/>
                  </a:lnTo>
                  <a:lnTo>
                    <a:pt x="6477060" y="1555212"/>
                  </a:lnTo>
                  <a:lnTo>
                    <a:pt x="6477710" y="1568234"/>
                  </a:lnTo>
                  <a:lnTo>
                    <a:pt x="6478360" y="1582749"/>
                  </a:lnTo>
                  <a:lnTo>
                    <a:pt x="6479010" y="1598670"/>
                  </a:lnTo>
                  <a:lnTo>
                    <a:pt x="6479660" y="1615669"/>
                  </a:lnTo>
                  <a:lnTo>
                    <a:pt x="6480310" y="1633093"/>
                  </a:lnTo>
                  <a:lnTo>
                    <a:pt x="6480960" y="1650857"/>
                  </a:lnTo>
                  <a:lnTo>
                    <a:pt x="6481610" y="1669115"/>
                  </a:lnTo>
                  <a:lnTo>
                    <a:pt x="6482260" y="1687736"/>
                  </a:lnTo>
                  <a:lnTo>
                    <a:pt x="6482910" y="1706217"/>
                  </a:lnTo>
                  <a:lnTo>
                    <a:pt x="6483559" y="1724032"/>
                  </a:lnTo>
                  <a:lnTo>
                    <a:pt x="6484209" y="1740722"/>
                  </a:lnTo>
                  <a:lnTo>
                    <a:pt x="6484859" y="1755893"/>
                  </a:lnTo>
                  <a:lnTo>
                    <a:pt x="6485509" y="1769967"/>
                  </a:lnTo>
                  <a:lnTo>
                    <a:pt x="6486159" y="1782145"/>
                  </a:lnTo>
                  <a:lnTo>
                    <a:pt x="6486809" y="1791949"/>
                  </a:lnTo>
                  <a:lnTo>
                    <a:pt x="6487459" y="1799273"/>
                  </a:lnTo>
                  <a:lnTo>
                    <a:pt x="6488109" y="1804430"/>
                  </a:lnTo>
                  <a:lnTo>
                    <a:pt x="6488759" y="1807862"/>
                  </a:lnTo>
                  <a:lnTo>
                    <a:pt x="6489409" y="1810172"/>
                  </a:lnTo>
                  <a:lnTo>
                    <a:pt x="6490059" y="1811871"/>
                  </a:lnTo>
                  <a:lnTo>
                    <a:pt x="6490709" y="1812182"/>
                  </a:lnTo>
                  <a:lnTo>
                    <a:pt x="6491359" y="1809884"/>
                  </a:lnTo>
                  <a:lnTo>
                    <a:pt x="6492009" y="1803748"/>
                  </a:lnTo>
                  <a:lnTo>
                    <a:pt x="6492659" y="1793000"/>
                  </a:lnTo>
                  <a:lnTo>
                    <a:pt x="6493308" y="1777163"/>
                  </a:lnTo>
                  <a:lnTo>
                    <a:pt x="6493958" y="1756745"/>
                  </a:lnTo>
                  <a:lnTo>
                    <a:pt x="6494608" y="1731878"/>
                  </a:lnTo>
                  <a:lnTo>
                    <a:pt x="6495258" y="1703365"/>
                  </a:lnTo>
                  <a:lnTo>
                    <a:pt x="6495908" y="1673314"/>
                  </a:lnTo>
                  <a:lnTo>
                    <a:pt x="6496558" y="1643411"/>
                  </a:lnTo>
                  <a:lnTo>
                    <a:pt x="6497208" y="1614789"/>
                  </a:lnTo>
                  <a:lnTo>
                    <a:pt x="6497858" y="1587458"/>
                  </a:lnTo>
                  <a:lnTo>
                    <a:pt x="6498508" y="1561253"/>
                  </a:lnTo>
                  <a:lnTo>
                    <a:pt x="6499158" y="1536388"/>
                  </a:lnTo>
                  <a:lnTo>
                    <a:pt x="6499808" y="1513070"/>
                  </a:lnTo>
                  <a:lnTo>
                    <a:pt x="6500458" y="1491397"/>
                  </a:lnTo>
                  <a:lnTo>
                    <a:pt x="6501108" y="1471347"/>
                  </a:lnTo>
                  <a:lnTo>
                    <a:pt x="6501758" y="1453099"/>
                  </a:lnTo>
                  <a:lnTo>
                    <a:pt x="6502408" y="1437171"/>
                  </a:lnTo>
                  <a:lnTo>
                    <a:pt x="6503058" y="1423753"/>
                  </a:lnTo>
                  <a:lnTo>
                    <a:pt x="6503707" y="1412756"/>
                  </a:lnTo>
                  <a:lnTo>
                    <a:pt x="6504357" y="1403925"/>
                  </a:lnTo>
                  <a:lnTo>
                    <a:pt x="6505007" y="1397095"/>
                  </a:lnTo>
                  <a:lnTo>
                    <a:pt x="6505657" y="1391831"/>
                  </a:lnTo>
                  <a:lnTo>
                    <a:pt x="6506307" y="1387684"/>
                  </a:lnTo>
                  <a:lnTo>
                    <a:pt x="6506957" y="1384261"/>
                  </a:lnTo>
                  <a:lnTo>
                    <a:pt x="6507607" y="1381637"/>
                  </a:lnTo>
                  <a:lnTo>
                    <a:pt x="6508257" y="1379574"/>
                  </a:lnTo>
                  <a:lnTo>
                    <a:pt x="6508907" y="1377483"/>
                  </a:lnTo>
                  <a:lnTo>
                    <a:pt x="6509557" y="1375378"/>
                  </a:lnTo>
                  <a:lnTo>
                    <a:pt x="6510207" y="1373555"/>
                  </a:lnTo>
                  <a:lnTo>
                    <a:pt x="6510857" y="1372369"/>
                  </a:lnTo>
                  <a:lnTo>
                    <a:pt x="6511507" y="1371896"/>
                  </a:lnTo>
                  <a:lnTo>
                    <a:pt x="6512157" y="1372109"/>
                  </a:lnTo>
                  <a:lnTo>
                    <a:pt x="6512807" y="1373300"/>
                  </a:lnTo>
                  <a:lnTo>
                    <a:pt x="6513456" y="1375515"/>
                  </a:lnTo>
                  <a:lnTo>
                    <a:pt x="6514106" y="1378826"/>
                  </a:lnTo>
                  <a:lnTo>
                    <a:pt x="6514756" y="1382919"/>
                  </a:lnTo>
                  <a:lnTo>
                    <a:pt x="6515406" y="1387290"/>
                  </a:lnTo>
                  <a:lnTo>
                    <a:pt x="6516056" y="1391886"/>
                  </a:lnTo>
                  <a:lnTo>
                    <a:pt x="6516706" y="1396704"/>
                  </a:lnTo>
                  <a:lnTo>
                    <a:pt x="6517356" y="1401517"/>
                  </a:lnTo>
                  <a:lnTo>
                    <a:pt x="6518006" y="1406349"/>
                  </a:lnTo>
                  <a:lnTo>
                    <a:pt x="6518656" y="1411496"/>
                  </a:lnTo>
                  <a:lnTo>
                    <a:pt x="6519306" y="1416762"/>
                  </a:lnTo>
                  <a:lnTo>
                    <a:pt x="6519956" y="1422024"/>
                  </a:lnTo>
                  <a:lnTo>
                    <a:pt x="6520606" y="1426895"/>
                  </a:lnTo>
                  <a:lnTo>
                    <a:pt x="6521256" y="1430649"/>
                  </a:lnTo>
                  <a:lnTo>
                    <a:pt x="6521906" y="1432113"/>
                  </a:lnTo>
                  <a:lnTo>
                    <a:pt x="6522556" y="1430473"/>
                  </a:lnTo>
                  <a:lnTo>
                    <a:pt x="6523206" y="1425546"/>
                  </a:lnTo>
                  <a:lnTo>
                    <a:pt x="6523855" y="1417661"/>
                  </a:lnTo>
                  <a:lnTo>
                    <a:pt x="6524505" y="1406794"/>
                  </a:lnTo>
                  <a:lnTo>
                    <a:pt x="6525155" y="1393854"/>
                  </a:lnTo>
                  <a:lnTo>
                    <a:pt x="6525805" y="1379683"/>
                  </a:lnTo>
                  <a:lnTo>
                    <a:pt x="6526455" y="1365605"/>
                  </a:lnTo>
                  <a:lnTo>
                    <a:pt x="6527105" y="1351656"/>
                  </a:lnTo>
                  <a:lnTo>
                    <a:pt x="6527755" y="1337411"/>
                  </a:lnTo>
                  <a:lnTo>
                    <a:pt x="6528405" y="1322565"/>
                  </a:lnTo>
                  <a:lnTo>
                    <a:pt x="6529055" y="1307239"/>
                  </a:lnTo>
                  <a:lnTo>
                    <a:pt x="6529705" y="1291397"/>
                  </a:lnTo>
                  <a:lnTo>
                    <a:pt x="6530355" y="1274799"/>
                  </a:lnTo>
                  <a:lnTo>
                    <a:pt x="6531005" y="1257355"/>
                  </a:lnTo>
                  <a:lnTo>
                    <a:pt x="6531655" y="1240020"/>
                  </a:lnTo>
                  <a:lnTo>
                    <a:pt x="6532305" y="1224050"/>
                  </a:lnTo>
                  <a:lnTo>
                    <a:pt x="6532955" y="1209892"/>
                  </a:lnTo>
                  <a:lnTo>
                    <a:pt x="6533604" y="1197617"/>
                  </a:lnTo>
                  <a:lnTo>
                    <a:pt x="6534254" y="1187503"/>
                  </a:lnTo>
                  <a:lnTo>
                    <a:pt x="6534904" y="1179187"/>
                  </a:lnTo>
                  <a:lnTo>
                    <a:pt x="6535554" y="1172248"/>
                  </a:lnTo>
                  <a:lnTo>
                    <a:pt x="6536204" y="1165781"/>
                  </a:lnTo>
                  <a:lnTo>
                    <a:pt x="6536854" y="1159933"/>
                  </a:lnTo>
                  <a:lnTo>
                    <a:pt x="6537504" y="1154993"/>
                  </a:lnTo>
                  <a:lnTo>
                    <a:pt x="6538154" y="1151096"/>
                  </a:lnTo>
                  <a:lnTo>
                    <a:pt x="6538804" y="1148242"/>
                  </a:lnTo>
                  <a:lnTo>
                    <a:pt x="6539454" y="1146375"/>
                  </a:lnTo>
                  <a:lnTo>
                    <a:pt x="6540104" y="1145741"/>
                  </a:lnTo>
                  <a:lnTo>
                    <a:pt x="6540754" y="1146891"/>
                  </a:lnTo>
                  <a:lnTo>
                    <a:pt x="6541404" y="1149845"/>
                  </a:lnTo>
                  <a:lnTo>
                    <a:pt x="6542054" y="1153688"/>
                  </a:lnTo>
                  <a:lnTo>
                    <a:pt x="6542704" y="1157871"/>
                  </a:lnTo>
                  <a:lnTo>
                    <a:pt x="6543354" y="1161914"/>
                  </a:lnTo>
                  <a:lnTo>
                    <a:pt x="6544003" y="1165599"/>
                  </a:lnTo>
                  <a:lnTo>
                    <a:pt x="6544653" y="1168728"/>
                  </a:lnTo>
                  <a:lnTo>
                    <a:pt x="6545303" y="1171146"/>
                  </a:lnTo>
                  <a:lnTo>
                    <a:pt x="6545953" y="1172737"/>
                  </a:lnTo>
                  <a:lnTo>
                    <a:pt x="6546603" y="1173327"/>
                  </a:lnTo>
                  <a:lnTo>
                    <a:pt x="6547253" y="1173020"/>
                  </a:lnTo>
                  <a:lnTo>
                    <a:pt x="6547903" y="1172028"/>
                  </a:lnTo>
                  <a:lnTo>
                    <a:pt x="6548553" y="1170278"/>
                  </a:lnTo>
                  <a:lnTo>
                    <a:pt x="6549203" y="1167876"/>
                  </a:lnTo>
                  <a:lnTo>
                    <a:pt x="6549853" y="1164946"/>
                  </a:lnTo>
                  <a:lnTo>
                    <a:pt x="6550503" y="1161479"/>
                  </a:lnTo>
                  <a:lnTo>
                    <a:pt x="6551153" y="1157267"/>
                  </a:lnTo>
                  <a:lnTo>
                    <a:pt x="6551803" y="1152523"/>
                  </a:lnTo>
                  <a:lnTo>
                    <a:pt x="6552453" y="1147384"/>
                  </a:lnTo>
                  <a:lnTo>
                    <a:pt x="6553103" y="1142058"/>
                  </a:lnTo>
                  <a:lnTo>
                    <a:pt x="6553752" y="1136852"/>
                  </a:lnTo>
                  <a:lnTo>
                    <a:pt x="6554402" y="1132419"/>
                  </a:lnTo>
                  <a:lnTo>
                    <a:pt x="6555052" y="1129057"/>
                  </a:lnTo>
                  <a:lnTo>
                    <a:pt x="6555702" y="1127119"/>
                  </a:lnTo>
                  <a:lnTo>
                    <a:pt x="6556352" y="1126761"/>
                  </a:lnTo>
                  <a:lnTo>
                    <a:pt x="6557002" y="1128182"/>
                  </a:lnTo>
                  <a:lnTo>
                    <a:pt x="6557652" y="1131302"/>
                  </a:lnTo>
                  <a:lnTo>
                    <a:pt x="6558302" y="1135847"/>
                  </a:lnTo>
                  <a:lnTo>
                    <a:pt x="6558952" y="1140655"/>
                  </a:lnTo>
                  <a:lnTo>
                    <a:pt x="6559602" y="1145224"/>
                  </a:lnTo>
                  <a:lnTo>
                    <a:pt x="6560252" y="1149599"/>
                  </a:lnTo>
                  <a:lnTo>
                    <a:pt x="6560902" y="1153660"/>
                  </a:lnTo>
                  <a:lnTo>
                    <a:pt x="6561552" y="1157106"/>
                  </a:lnTo>
                  <a:lnTo>
                    <a:pt x="6562202" y="1159869"/>
                  </a:lnTo>
                  <a:lnTo>
                    <a:pt x="6562852" y="1162388"/>
                  </a:lnTo>
                  <a:lnTo>
                    <a:pt x="6563502" y="1165104"/>
                  </a:lnTo>
                  <a:lnTo>
                    <a:pt x="6564151" y="1167445"/>
                  </a:lnTo>
                  <a:lnTo>
                    <a:pt x="6564801" y="1168302"/>
                  </a:lnTo>
                  <a:lnTo>
                    <a:pt x="6565451" y="1167230"/>
                  </a:lnTo>
                  <a:lnTo>
                    <a:pt x="6566101" y="1164218"/>
                  </a:lnTo>
                  <a:lnTo>
                    <a:pt x="6566751" y="1158854"/>
                  </a:lnTo>
                  <a:lnTo>
                    <a:pt x="6567401" y="1151121"/>
                  </a:lnTo>
                  <a:lnTo>
                    <a:pt x="6568051" y="1141351"/>
                  </a:lnTo>
                  <a:lnTo>
                    <a:pt x="6568701" y="1130545"/>
                  </a:lnTo>
                  <a:lnTo>
                    <a:pt x="6569351" y="1119306"/>
                  </a:lnTo>
                  <a:lnTo>
                    <a:pt x="6570001" y="1107673"/>
                  </a:lnTo>
                  <a:lnTo>
                    <a:pt x="6570651" y="1095641"/>
                  </a:lnTo>
                  <a:lnTo>
                    <a:pt x="6571301" y="1083340"/>
                  </a:lnTo>
                  <a:lnTo>
                    <a:pt x="6571951" y="1070836"/>
                  </a:lnTo>
                  <a:lnTo>
                    <a:pt x="6572601" y="1057779"/>
                  </a:lnTo>
                  <a:lnTo>
                    <a:pt x="6573251" y="1044020"/>
                  </a:lnTo>
                  <a:lnTo>
                    <a:pt x="6573900" y="1029707"/>
                  </a:lnTo>
                  <a:lnTo>
                    <a:pt x="6574550" y="1015628"/>
                  </a:lnTo>
                  <a:lnTo>
                    <a:pt x="6575200" y="1001837"/>
                  </a:lnTo>
                  <a:lnTo>
                    <a:pt x="6575850" y="988395"/>
                  </a:lnTo>
                  <a:lnTo>
                    <a:pt x="6576500" y="975366"/>
                  </a:lnTo>
                  <a:lnTo>
                    <a:pt x="6577150" y="962636"/>
                  </a:lnTo>
                  <a:lnTo>
                    <a:pt x="6577800" y="950071"/>
                  </a:lnTo>
                  <a:lnTo>
                    <a:pt x="6578450" y="937614"/>
                  </a:lnTo>
                  <a:lnTo>
                    <a:pt x="6579100" y="925252"/>
                  </a:lnTo>
                  <a:lnTo>
                    <a:pt x="6579750" y="912860"/>
                  </a:lnTo>
                  <a:lnTo>
                    <a:pt x="6580400" y="900596"/>
                  </a:lnTo>
                  <a:lnTo>
                    <a:pt x="6581050" y="888553"/>
                  </a:lnTo>
                  <a:lnTo>
                    <a:pt x="6581700" y="877000"/>
                  </a:lnTo>
                  <a:lnTo>
                    <a:pt x="6582350" y="866213"/>
                  </a:lnTo>
                  <a:lnTo>
                    <a:pt x="6583000" y="856071"/>
                  </a:lnTo>
                  <a:lnTo>
                    <a:pt x="6583650" y="846582"/>
                  </a:lnTo>
                  <a:lnTo>
                    <a:pt x="6584299" y="837825"/>
                  </a:lnTo>
                  <a:lnTo>
                    <a:pt x="6584949" y="829851"/>
                  </a:lnTo>
                  <a:lnTo>
                    <a:pt x="6585599" y="822638"/>
                  </a:lnTo>
                  <a:lnTo>
                    <a:pt x="6586249" y="816228"/>
                  </a:lnTo>
                  <a:lnTo>
                    <a:pt x="6586899" y="810559"/>
                  </a:lnTo>
                  <a:lnTo>
                    <a:pt x="6587549" y="805831"/>
                  </a:lnTo>
                  <a:lnTo>
                    <a:pt x="6588199" y="802171"/>
                  </a:lnTo>
                  <a:lnTo>
                    <a:pt x="6588849" y="799449"/>
                  </a:lnTo>
                  <a:lnTo>
                    <a:pt x="6589499" y="797762"/>
                  </a:lnTo>
                  <a:lnTo>
                    <a:pt x="6590149" y="796992"/>
                  </a:lnTo>
                  <a:lnTo>
                    <a:pt x="6590799" y="797184"/>
                  </a:lnTo>
                  <a:lnTo>
                    <a:pt x="6591449" y="798375"/>
                  </a:lnTo>
                  <a:lnTo>
                    <a:pt x="6592099" y="800557"/>
                  </a:lnTo>
                  <a:lnTo>
                    <a:pt x="6592749" y="803674"/>
                  </a:lnTo>
                  <a:lnTo>
                    <a:pt x="6593399" y="807575"/>
                  </a:lnTo>
                  <a:lnTo>
                    <a:pt x="6594048" y="811957"/>
                  </a:lnTo>
                  <a:lnTo>
                    <a:pt x="6594698" y="816390"/>
                  </a:lnTo>
                  <a:lnTo>
                    <a:pt x="6595348" y="820655"/>
                  </a:lnTo>
                  <a:lnTo>
                    <a:pt x="6595998" y="824662"/>
                  </a:lnTo>
                  <a:lnTo>
                    <a:pt x="6596648" y="828234"/>
                  </a:lnTo>
                  <a:lnTo>
                    <a:pt x="6597298" y="831046"/>
                  </a:lnTo>
                  <a:lnTo>
                    <a:pt x="6597948" y="833101"/>
                  </a:lnTo>
                  <a:lnTo>
                    <a:pt x="6598598" y="834266"/>
                  </a:lnTo>
                  <a:lnTo>
                    <a:pt x="6599248" y="834524"/>
                  </a:lnTo>
                  <a:lnTo>
                    <a:pt x="6599898" y="833628"/>
                  </a:lnTo>
                  <a:lnTo>
                    <a:pt x="6600548" y="831167"/>
                  </a:lnTo>
                  <a:lnTo>
                    <a:pt x="6601198" y="826736"/>
                  </a:lnTo>
                  <a:lnTo>
                    <a:pt x="6601848" y="819912"/>
                  </a:lnTo>
                  <a:lnTo>
                    <a:pt x="6602498" y="810677"/>
                  </a:lnTo>
                  <a:lnTo>
                    <a:pt x="6603148" y="799210"/>
                  </a:lnTo>
                  <a:lnTo>
                    <a:pt x="6603798" y="785948"/>
                  </a:lnTo>
                  <a:lnTo>
                    <a:pt x="6604447" y="771714"/>
                  </a:lnTo>
                  <a:lnTo>
                    <a:pt x="6605097" y="756984"/>
                  </a:lnTo>
                  <a:lnTo>
                    <a:pt x="6605747" y="741817"/>
                  </a:lnTo>
                  <a:lnTo>
                    <a:pt x="6606397" y="726923"/>
                  </a:lnTo>
                  <a:lnTo>
                    <a:pt x="6607047" y="712624"/>
                  </a:lnTo>
                  <a:lnTo>
                    <a:pt x="6607697" y="698860"/>
                  </a:lnTo>
                  <a:lnTo>
                    <a:pt x="6608347" y="685756"/>
                  </a:lnTo>
                  <a:lnTo>
                    <a:pt x="6608997" y="673453"/>
                  </a:lnTo>
                  <a:lnTo>
                    <a:pt x="6609647" y="662292"/>
                  </a:lnTo>
                  <a:lnTo>
                    <a:pt x="6610297" y="652528"/>
                  </a:lnTo>
                  <a:lnTo>
                    <a:pt x="6610947" y="644226"/>
                  </a:lnTo>
                  <a:lnTo>
                    <a:pt x="6611597" y="637400"/>
                  </a:lnTo>
                  <a:lnTo>
                    <a:pt x="6612247" y="632102"/>
                  </a:lnTo>
                  <a:lnTo>
                    <a:pt x="6612897" y="628375"/>
                  </a:lnTo>
                  <a:lnTo>
                    <a:pt x="6613547" y="626153"/>
                  </a:lnTo>
                  <a:lnTo>
                    <a:pt x="6614196" y="624927"/>
                  </a:lnTo>
                  <a:lnTo>
                    <a:pt x="6614846" y="624141"/>
                  </a:lnTo>
                  <a:lnTo>
                    <a:pt x="6615496" y="623577"/>
                  </a:lnTo>
                  <a:lnTo>
                    <a:pt x="6616146" y="622719"/>
                  </a:lnTo>
                  <a:lnTo>
                    <a:pt x="6616796" y="621324"/>
                  </a:lnTo>
                  <a:lnTo>
                    <a:pt x="6617446" y="619225"/>
                  </a:lnTo>
                  <a:lnTo>
                    <a:pt x="6618096" y="616352"/>
                  </a:lnTo>
                  <a:lnTo>
                    <a:pt x="6618746" y="612475"/>
                  </a:lnTo>
                  <a:lnTo>
                    <a:pt x="6619396" y="607722"/>
                  </a:lnTo>
                  <a:lnTo>
                    <a:pt x="6620046" y="602102"/>
                  </a:lnTo>
                  <a:lnTo>
                    <a:pt x="6620696" y="595690"/>
                  </a:lnTo>
                  <a:lnTo>
                    <a:pt x="6621346" y="588679"/>
                  </a:lnTo>
                  <a:lnTo>
                    <a:pt x="6621996" y="581002"/>
                  </a:lnTo>
                  <a:lnTo>
                    <a:pt x="6622646" y="572649"/>
                  </a:lnTo>
                  <a:lnTo>
                    <a:pt x="6623296" y="563522"/>
                  </a:lnTo>
                  <a:lnTo>
                    <a:pt x="6623945" y="553618"/>
                  </a:lnTo>
                  <a:lnTo>
                    <a:pt x="6624595" y="543073"/>
                  </a:lnTo>
                  <a:lnTo>
                    <a:pt x="6625245" y="531859"/>
                  </a:lnTo>
                  <a:lnTo>
                    <a:pt x="6625895" y="520092"/>
                  </a:lnTo>
                  <a:lnTo>
                    <a:pt x="6626545" y="508278"/>
                  </a:lnTo>
                  <a:lnTo>
                    <a:pt x="6627195" y="496888"/>
                  </a:lnTo>
                  <a:lnTo>
                    <a:pt x="6627845" y="486021"/>
                  </a:lnTo>
                  <a:lnTo>
                    <a:pt x="6628495" y="475937"/>
                  </a:lnTo>
                  <a:lnTo>
                    <a:pt x="6629145" y="466715"/>
                  </a:lnTo>
                  <a:lnTo>
                    <a:pt x="6629795" y="458618"/>
                  </a:lnTo>
                  <a:lnTo>
                    <a:pt x="6630445" y="451583"/>
                  </a:lnTo>
                  <a:lnTo>
                    <a:pt x="6631095" y="445451"/>
                  </a:lnTo>
                  <a:lnTo>
                    <a:pt x="6631745" y="440043"/>
                  </a:lnTo>
                  <a:lnTo>
                    <a:pt x="6632395" y="435432"/>
                  </a:lnTo>
                  <a:lnTo>
                    <a:pt x="6633045" y="431794"/>
                  </a:lnTo>
                  <a:lnTo>
                    <a:pt x="6633695" y="429346"/>
                  </a:lnTo>
                  <a:lnTo>
                    <a:pt x="6634344" y="428278"/>
                  </a:lnTo>
                  <a:lnTo>
                    <a:pt x="6634994" y="428898"/>
                  </a:lnTo>
                  <a:lnTo>
                    <a:pt x="6635644" y="431429"/>
                  </a:lnTo>
                  <a:lnTo>
                    <a:pt x="6636294" y="435613"/>
                  </a:lnTo>
                  <a:lnTo>
                    <a:pt x="6636944" y="441079"/>
                  </a:lnTo>
                  <a:lnTo>
                    <a:pt x="6637594" y="447651"/>
                  </a:lnTo>
                  <a:lnTo>
                    <a:pt x="6638244" y="455160"/>
                  </a:lnTo>
                  <a:lnTo>
                    <a:pt x="6638894" y="463133"/>
                  </a:lnTo>
                  <a:lnTo>
                    <a:pt x="6639544" y="471200"/>
                  </a:lnTo>
                  <a:lnTo>
                    <a:pt x="6640194" y="479415"/>
                  </a:lnTo>
                  <a:lnTo>
                    <a:pt x="6640844" y="487868"/>
                  </a:lnTo>
                  <a:lnTo>
                    <a:pt x="6641494" y="496678"/>
                  </a:lnTo>
                  <a:lnTo>
                    <a:pt x="6642144" y="505729"/>
                  </a:lnTo>
                  <a:lnTo>
                    <a:pt x="6642794" y="514837"/>
                  </a:lnTo>
                  <a:lnTo>
                    <a:pt x="6643444" y="523877"/>
                  </a:lnTo>
                  <a:lnTo>
                    <a:pt x="6644093" y="532733"/>
                  </a:lnTo>
                  <a:lnTo>
                    <a:pt x="6644743" y="541101"/>
                  </a:lnTo>
                  <a:lnTo>
                    <a:pt x="6645393" y="548431"/>
                  </a:lnTo>
                  <a:lnTo>
                    <a:pt x="6646043" y="554368"/>
                  </a:lnTo>
                  <a:lnTo>
                    <a:pt x="6646693" y="559055"/>
                  </a:lnTo>
                  <a:lnTo>
                    <a:pt x="6647343" y="562757"/>
                  </a:lnTo>
                  <a:lnTo>
                    <a:pt x="6647993" y="565615"/>
                  </a:lnTo>
                  <a:lnTo>
                    <a:pt x="6648643" y="568121"/>
                  </a:lnTo>
                  <a:lnTo>
                    <a:pt x="6649293" y="570511"/>
                  </a:lnTo>
                  <a:lnTo>
                    <a:pt x="6649943" y="572947"/>
                  </a:lnTo>
                  <a:lnTo>
                    <a:pt x="6650593" y="575452"/>
                  </a:lnTo>
                  <a:lnTo>
                    <a:pt x="6651243" y="578273"/>
                  </a:lnTo>
                  <a:lnTo>
                    <a:pt x="6651893" y="581349"/>
                  </a:lnTo>
                  <a:lnTo>
                    <a:pt x="6652543" y="584676"/>
                  </a:lnTo>
                  <a:lnTo>
                    <a:pt x="6653193" y="588244"/>
                  </a:lnTo>
                  <a:lnTo>
                    <a:pt x="6653843" y="591931"/>
                  </a:lnTo>
                  <a:lnTo>
                    <a:pt x="6654492" y="595911"/>
                  </a:lnTo>
                  <a:lnTo>
                    <a:pt x="6655142" y="600640"/>
                  </a:lnTo>
                  <a:lnTo>
                    <a:pt x="6655792" y="606278"/>
                  </a:lnTo>
                  <a:lnTo>
                    <a:pt x="6656442" y="612646"/>
                  </a:lnTo>
                  <a:lnTo>
                    <a:pt x="6657092" y="619716"/>
                  </a:lnTo>
                  <a:lnTo>
                    <a:pt x="6657742" y="627434"/>
                  </a:lnTo>
                  <a:lnTo>
                    <a:pt x="6658392" y="635346"/>
                  </a:lnTo>
                  <a:lnTo>
                    <a:pt x="6659042" y="643079"/>
                  </a:lnTo>
                  <a:lnTo>
                    <a:pt x="6659692" y="650287"/>
                  </a:lnTo>
                  <a:lnTo>
                    <a:pt x="6660342" y="656824"/>
                  </a:lnTo>
                  <a:lnTo>
                    <a:pt x="6660992" y="662019"/>
                  </a:lnTo>
                  <a:lnTo>
                    <a:pt x="6661642" y="665648"/>
                  </a:lnTo>
                  <a:lnTo>
                    <a:pt x="6662292" y="667255"/>
                  </a:lnTo>
                  <a:lnTo>
                    <a:pt x="6662942" y="666889"/>
                  </a:lnTo>
                  <a:lnTo>
                    <a:pt x="6663592" y="664803"/>
                  </a:lnTo>
                  <a:lnTo>
                    <a:pt x="6664241" y="661288"/>
                  </a:lnTo>
                  <a:lnTo>
                    <a:pt x="6664891" y="656513"/>
                  </a:lnTo>
                  <a:lnTo>
                    <a:pt x="6665541" y="650700"/>
                  </a:lnTo>
                  <a:lnTo>
                    <a:pt x="6666191" y="644194"/>
                  </a:lnTo>
                  <a:lnTo>
                    <a:pt x="6666841" y="637120"/>
                  </a:lnTo>
                  <a:lnTo>
                    <a:pt x="6667491" y="629373"/>
                  </a:lnTo>
                  <a:lnTo>
                    <a:pt x="6668141" y="621154"/>
                  </a:lnTo>
                  <a:lnTo>
                    <a:pt x="6668791" y="612480"/>
                  </a:lnTo>
                  <a:lnTo>
                    <a:pt x="6669441" y="603119"/>
                  </a:lnTo>
                  <a:lnTo>
                    <a:pt x="6670091" y="592893"/>
                  </a:lnTo>
                  <a:lnTo>
                    <a:pt x="6670741" y="581919"/>
                  </a:lnTo>
                  <a:lnTo>
                    <a:pt x="6671391" y="570132"/>
                  </a:lnTo>
                  <a:lnTo>
                    <a:pt x="6672041" y="557805"/>
                  </a:lnTo>
                  <a:lnTo>
                    <a:pt x="6672691" y="544924"/>
                  </a:lnTo>
                  <a:lnTo>
                    <a:pt x="6673341" y="531460"/>
                  </a:lnTo>
                  <a:lnTo>
                    <a:pt x="6673991" y="517202"/>
                  </a:lnTo>
                  <a:lnTo>
                    <a:pt x="6674640" y="502192"/>
                  </a:lnTo>
                  <a:lnTo>
                    <a:pt x="6675290" y="486725"/>
                  </a:lnTo>
                  <a:lnTo>
                    <a:pt x="6675940" y="471020"/>
                  </a:lnTo>
                  <a:lnTo>
                    <a:pt x="6676590" y="454922"/>
                  </a:lnTo>
                  <a:lnTo>
                    <a:pt x="6677240" y="438615"/>
                  </a:lnTo>
                  <a:lnTo>
                    <a:pt x="6677890" y="422194"/>
                  </a:lnTo>
                  <a:lnTo>
                    <a:pt x="6678540" y="405933"/>
                  </a:lnTo>
                  <a:lnTo>
                    <a:pt x="6679190" y="390032"/>
                  </a:lnTo>
                  <a:lnTo>
                    <a:pt x="6679840" y="374779"/>
                  </a:lnTo>
                  <a:lnTo>
                    <a:pt x="6680490" y="360375"/>
                  </a:lnTo>
                  <a:lnTo>
                    <a:pt x="6681140" y="347121"/>
                  </a:lnTo>
                  <a:lnTo>
                    <a:pt x="6681790" y="335048"/>
                  </a:lnTo>
                  <a:lnTo>
                    <a:pt x="6682440" y="324259"/>
                  </a:lnTo>
                  <a:lnTo>
                    <a:pt x="6683090" y="314712"/>
                  </a:lnTo>
                  <a:lnTo>
                    <a:pt x="6683740" y="306366"/>
                  </a:lnTo>
                  <a:lnTo>
                    <a:pt x="6684389" y="298970"/>
                  </a:lnTo>
                  <a:lnTo>
                    <a:pt x="6685039" y="292232"/>
                  </a:lnTo>
                  <a:lnTo>
                    <a:pt x="6685689" y="285923"/>
                  </a:lnTo>
                  <a:lnTo>
                    <a:pt x="6686339" y="280011"/>
                  </a:lnTo>
                  <a:lnTo>
                    <a:pt x="6686989" y="274355"/>
                  </a:lnTo>
                  <a:lnTo>
                    <a:pt x="6687639" y="268968"/>
                  </a:lnTo>
                  <a:lnTo>
                    <a:pt x="6688289" y="263904"/>
                  </a:lnTo>
                  <a:lnTo>
                    <a:pt x="6688939" y="259353"/>
                  </a:lnTo>
                  <a:lnTo>
                    <a:pt x="6689589" y="255183"/>
                  </a:lnTo>
                  <a:lnTo>
                    <a:pt x="6690239" y="251439"/>
                  </a:lnTo>
                  <a:lnTo>
                    <a:pt x="6690889" y="248174"/>
                  </a:lnTo>
                  <a:lnTo>
                    <a:pt x="6691539" y="245338"/>
                  </a:lnTo>
                  <a:lnTo>
                    <a:pt x="6692189" y="242755"/>
                  </a:lnTo>
                  <a:lnTo>
                    <a:pt x="6692839" y="240382"/>
                  </a:lnTo>
                  <a:lnTo>
                    <a:pt x="6693489" y="238310"/>
                  </a:lnTo>
                  <a:lnTo>
                    <a:pt x="6694139" y="236558"/>
                  </a:lnTo>
                  <a:lnTo>
                    <a:pt x="6694788" y="235284"/>
                  </a:lnTo>
                  <a:lnTo>
                    <a:pt x="6695438" y="234459"/>
                  </a:lnTo>
                  <a:lnTo>
                    <a:pt x="6696088" y="234141"/>
                  </a:lnTo>
                  <a:lnTo>
                    <a:pt x="6696738" y="234329"/>
                  </a:lnTo>
                  <a:lnTo>
                    <a:pt x="6697388" y="234893"/>
                  </a:lnTo>
                  <a:lnTo>
                    <a:pt x="6698038" y="235576"/>
                  </a:lnTo>
                  <a:lnTo>
                    <a:pt x="6698688" y="236270"/>
                  </a:lnTo>
                  <a:lnTo>
                    <a:pt x="6699338" y="236827"/>
                  </a:lnTo>
                  <a:lnTo>
                    <a:pt x="6699988" y="236958"/>
                  </a:lnTo>
                  <a:lnTo>
                    <a:pt x="6700638" y="236467"/>
                  </a:lnTo>
                  <a:lnTo>
                    <a:pt x="6701288" y="235374"/>
                  </a:lnTo>
                  <a:lnTo>
                    <a:pt x="6701938" y="233732"/>
                  </a:lnTo>
                  <a:lnTo>
                    <a:pt x="6702588" y="231659"/>
                  </a:lnTo>
                  <a:lnTo>
                    <a:pt x="6703238" y="229143"/>
                  </a:lnTo>
                  <a:lnTo>
                    <a:pt x="6703888" y="226500"/>
                  </a:lnTo>
                  <a:lnTo>
                    <a:pt x="6704537" y="223859"/>
                  </a:lnTo>
                  <a:lnTo>
                    <a:pt x="6705187" y="221351"/>
                  </a:lnTo>
                  <a:lnTo>
                    <a:pt x="6705837" y="219020"/>
                  </a:lnTo>
                  <a:lnTo>
                    <a:pt x="6706487" y="216881"/>
                  </a:lnTo>
                  <a:lnTo>
                    <a:pt x="6707137" y="214990"/>
                  </a:lnTo>
                  <a:lnTo>
                    <a:pt x="6707787" y="213433"/>
                  </a:lnTo>
                  <a:lnTo>
                    <a:pt x="6708437" y="212113"/>
                  </a:lnTo>
                  <a:lnTo>
                    <a:pt x="6709087" y="211291"/>
                  </a:lnTo>
                  <a:lnTo>
                    <a:pt x="6709737" y="211157"/>
                  </a:lnTo>
                  <a:lnTo>
                    <a:pt x="6710387" y="211869"/>
                  </a:lnTo>
                  <a:lnTo>
                    <a:pt x="6711037" y="213533"/>
                  </a:lnTo>
                  <a:lnTo>
                    <a:pt x="6711687" y="216259"/>
                  </a:lnTo>
                  <a:lnTo>
                    <a:pt x="6712337" y="219868"/>
                  </a:lnTo>
                  <a:lnTo>
                    <a:pt x="6712987" y="224264"/>
                  </a:lnTo>
                  <a:lnTo>
                    <a:pt x="6713637" y="228998"/>
                  </a:lnTo>
                  <a:lnTo>
                    <a:pt x="6714287" y="233683"/>
                  </a:lnTo>
                  <a:lnTo>
                    <a:pt x="6714936" y="238022"/>
                  </a:lnTo>
                  <a:lnTo>
                    <a:pt x="6715586" y="241831"/>
                  </a:lnTo>
                  <a:lnTo>
                    <a:pt x="6716236" y="245078"/>
                  </a:lnTo>
                  <a:lnTo>
                    <a:pt x="6716886" y="247698"/>
                  </a:lnTo>
                  <a:lnTo>
                    <a:pt x="6717536" y="249642"/>
                  </a:lnTo>
                  <a:lnTo>
                    <a:pt x="6718186" y="250776"/>
                  </a:lnTo>
                  <a:lnTo>
                    <a:pt x="6718836" y="251089"/>
                  </a:lnTo>
                  <a:lnTo>
                    <a:pt x="6719486" y="250733"/>
                  </a:lnTo>
                  <a:lnTo>
                    <a:pt x="6720136" y="249406"/>
                  </a:lnTo>
                  <a:lnTo>
                    <a:pt x="6720786" y="246934"/>
                  </a:lnTo>
                  <a:lnTo>
                    <a:pt x="6721436" y="243306"/>
                  </a:lnTo>
                  <a:lnTo>
                    <a:pt x="6722086" y="238845"/>
                  </a:lnTo>
                  <a:lnTo>
                    <a:pt x="6722736" y="233783"/>
                  </a:lnTo>
                  <a:lnTo>
                    <a:pt x="6723386" y="228428"/>
                  </a:lnTo>
                  <a:lnTo>
                    <a:pt x="6724036" y="222888"/>
                  </a:lnTo>
                  <a:lnTo>
                    <a:pt x="6724685" y="217407"/>
                  </a:lnTo>
                  <a:lnTo>
                    <a:pt x="6725335" y="212124"/>
                  </a:lnTo>
                  <a:lnTo>
                    <a:pt x="6725985" y="207063"/>
                  </a:lnTo>
                  <a:lnTo>
                    <a:pt x="6726635" y="202286"/>
                  </a:lnTo>
                  <a:lnTo>
                    <a:pt x="6727285" y="197816"/>
                  </a:lnTo>
                  <a:lnTo>
                    <a:pt x="6727935" y="193833"/>
                  </a:lnTo>
                  <a:lnTo>
                    <a:pt x="6728585" y="190331"/>
                  </a:lnTo>
                  <a:lnTo>
                    <a:pt x="6729235" y="187311"/>
                  </a:lnTo>
                  <a:lnTo>
                    <a:pt x="6729885" y="184994"/>
                  </a:lnTo>
                  <a:lnTo>
                    <a:pt x="6730535" y="183565"/>
                  </a:lnTo>
                  <a:lnTo>
                    <a:pt x="6731185" y="182930"/>
                  </a:lnTo>
                  <a:lnTo>
                    <a:pt x="6731835" y="183095"/>
                  </a:lnTo>
                  <a:lnTo>
                    <a:pt x="6732485" y="184077"/>
                  </a:lnTo>
                  <a:lnTo>
                    <a:pt x="6733135" y="185841"/>
                  </a:lnTo>
                  <a:lnTo>
                    <a:pt x="6733785" y="188545"/>
                  </a:lnTo>
                  <a:lnTo>
                    <a:pt x="6734435" y="192187"/>
                  </a:lnTo>
                  <a:lnTo>
                    <a:pt x="6735084" y="196762"/>
                  </a:lnTo>
                  <a:lnTo>
                    <a:pt x="6735734" y="202366"/>
                  </a:lnTo>
                  <a:lnTo>
                    <a:pt x="6736384" y="208863"/>
                  </a:lnTo>
                  <a:lnTo>
                    <a:pt x="6737034" y="216177"/>
                  </a:lnTo>
                  <a:lnTo>
                    <a:pt x="6737684" y="224257"/>
                  </a:lnTo>
                  <a:lnTo>
                    <a:pt x="6738334" y="232980"/>
                  </a:lnTo>
                  <a:lnTo>
                    <a:pt x="6738984" y="242380"/>
                  </a:lnTo>
                  <a:lnTo>
                    <a:pt x="6739634" y="252403"/>
                  </a:lnTo>
                  <a:lnTo>
                    <a:pt x="6740284" y="262806"/>
                  </a:lnTo>
                  <a:lnTo>
                    <a:pt x="6740934" y="273435"/>
                  </a:lnTo>
                  <a:lnTo>
                    <a:pt x="6741584" y="283954"/>
                  </a:lnTo>
                  <a:lnTo>
                    <a:pt x="6742234" y="294008"/>
                  </a:lnTo>
                  <a:lnTo>
                    <a:pt x="6742884" y="303347"/>
                  </a:lnTo>
                  <a:lnTo>
                    <a:pt x="6743534" y="311534"/>
                  </a:lnTo>
                  <a:lnTo>
                    <a:pt x="6744184" y="318240"/>
                  </a:lnTo>
                  <a:lnTo>
                    <a:pt x="6744833" y="323259"/>
                  </a:lnTo>
                  <a:lnTo>
                    <a:pt x="6745483" y="326656"/>
                  </a:lnTo>
                  <a:lnTo>
                    <a:pt x="6746133" y="328680"/>
                  </a:lnTo>
                  <a:lnTo>
                    <a:pt x="6746783" y="329620"/>
                  </a:lnTo>
                  <a:lnTo>
                    <a:pt x="6747433" y="329623"/>
                  </a:lnTo>
                  <a:lnTo>
                    <a:pt x="6748083" y="328917"/>
                  </a:lnTo>
                  <a:lnTo>
                    <a:pt x="6748733" y="327434"/>
                  </a:lnTo>
                  <a:lnTo>
                    <a:pt x="6749383" y="325446"/>
                  </a:lnTo>
                  <a:lnTo>
                    <a:pt x="6750033" y="323332"/>
                  </a:lnTo>
                  <a:lnTo>
                    <a:pt x="6750683" y="321675"/>
                  </a:lnTo>
                  <a:lnTo>
                    <a:pt x="6751333" y="320741"/>
                  </a:lnTo>
                  <a:lnTo>
                    <a:pt x="6751983" y="320755"/>
                  </a:lnTo>
                  <a:lnTo>
                    <a:pt x="6752633" y="322028"/>
                  </a:lnTo>
                  <a:lnTo>
                    <a:pt x="6753283" y="325011"/>
                  </a:lnTo>
                  <a:lnTo>
                    <a:pt x="6753933" y="329941"/>
                  </a:lnTo>
                  <a:lnTo>
                    <a:pt x="6754583" y="336909"/>
                  </a:lnTo>
                  <a:lnTo>
                    <a:pt x="6755232" y="345571"/>
                  </a:lnTo>
                  <a:lnTo>
                    <a:pt x="6755882" y="355780"/>
                  </a:lnTo>
                  <a:lnTo>
                    <a:pt x="6756532" y="367371"/>
                  </a:lnTo>
                  <a:lnTo>
                    <a:pt x="6757182" y="380229"/>
                  </a:lnTo>
                  <a:lnTo>
                    <a:pt x="6757832" y="394129"/>
                  </a:lnTo>
                  <a:lnTo>
                    <a:pt x="6758482" y="408867"/>
                  </a:lnTo>
                  <a:lnTo>
                    <a:pt x="6759132" y="424051"/>
                  </a:lnTo>
                  <a:lnTo>
                    <a:pt x="6759782" y="439378"/>
                  </a:lnTo>
                  <a:lnTo>
                    <a:pt x="6760432" y="454236"/>
                  </a:lnTo>
                  <a:lnTo>
                    <a:pt x="6761082" y="468077"/>
                  </a:lnTo>
                  <a:lnTo>
                    <a:pt x="6761732" y="480181"/>
                  </a:lnTo>
                  <a:lnTo>
                    <a:pt x="6762382" y="489877"/>
                  </a:lnTo>
                  <a:lnTo>
                    <a:pt x="6763032" y="496646"/>
                  </a:lnTo>
                  <a:lnTo>
                    <a:pt x="6763682" y="500290"/>
                  </a:lnTo>
                  <a:lnTo>
                    <a:pt x="6764332" y="500954"/>
                  </a:lnTo>
                  <a:lnTo>
                    <a:pt x="6764981" y="498842"/>
                  </a:lnTo>
                  <a:lnTo>
                    <a:pt x="6765631" y="494112"/>
                  </a:lnTo>
                  <a:lnTo>
                    <a:pt x="6766281" y="486933"/>
                  </a:lnTo>
                  <a:lnTo>
                    <a:pt x="6766931" y="477941"/>
                  </a:lnTo>
                  <a:lnTo>
                    <a:pt x="6767581" y="467725"/>
                  </a:lnTo>
                  <a:lnTo>
                    <a:pt x="6768231" y="456490"/>
                  </a:lnTo>
                  <a:lnTo>
                    <a:pt x="6768881" y="444481"/>
                  </a:lnTo>
                  <a:lnTo>
                    <a:pt x="6769531" y="431810"/>
                  </a:lnTo>
                  <a:lnTo>
                    <a:pt x="6770181" y="418801"/>
                  </a:lnTo>
                  <a:lnTo>
                    <a:pt x="6770831" y="405706"/>
                  </a:lnTo>
                  <a:lnTo>
                    <a:pt x="6771481" y="392995"/>
                  </a:lnTo>
                  <a:lnTo>
                    <a:pt x="6772131" y="380895"/>
                  </a:lnTo>
                  <a:lnTo>
                    <a:pt x="6772781" y="369655"/>
                  </a:lnTo>
                  <a:lnTo>
                    <a:pt x="6773431" y="359412"/>
                  </a:lnTo>
                  <a:lnTo>
                    <a:pt x="6774081" y="350062"/>
                  </a:lnTo>
                  <a:lnTo>
                    <a:pt x="6774730" y="341727"/>
                  </a:lnTo>
                  <a:lnTo>
                    <a:pt x="6775380" y="334586"/>
                  </a:lnTo>
                  <a:lnTo>
                    <a:pt x="6776030" y="328744"/>
                  </a:lnTo>
                  <a:lnTo>
                    <a:pt x="6776680" y="323989"/>
                  </a:lnTo>
                  <a:lnTo>
                    <a:pt x="6777330" y="320094"/>
                  </a:lnTo>
                  <a:lnTo>
                    <a:pt x="6777980" y="316892"/>
                  </a:lnTo>
                  <a:lnTo>
                    <a:pt x="6778630" y="314439"/>
                  </a:lnTo>
                  <a:lnTo>
                    <a:pt x="6779280" y="312804"/>
                  </a:lnTo>
                  <a:lnTo>
                    <a:pt x="6779930" y="311908"/>
                  </a:lnTo>
                  <a:lnTo>
                    <a:pt x="6780580" y="311775"/>
                  </a:lnTo>
                  <a:lnTo>
                    <a:pt x="6781230" y="312283"/>
                  </a:lnTo>
                  <a:lnTo>
                    <a:pt x="6781880" y="313335"/>
                  </a:lnTo>
                  <a:lnTo>
                    <a:pt x="6782530" y="314686"/>
                  </a:lnTo>
                  <a:lnTo>
                    <a:pt x="6783180" y="316009"/>
                  </a:lnTo>
                  <a:lnTo>
                    <a:pt x="6783830" y="317062"/>
                  </a:lnTo>
                  <a:lnTo>
                    <a:pt x="6784480" y="317475"/>
                  </a:lnTo>
                  <a:lnTo>
                    <a:pt x="6785129" y="316964"/>
                  </a:lnTo>
                  <a:lnTo>
                    <a:pt x="6785779" y="315307"/>
                  </a:lnTo>
                  <a:lnTo>
                    <a:pt x="6786429" y="312431"/>
                  </a:lnTo>
                  <a:lnTo>
                    <a:pt x="6787079" y="308323"/>
                  </a:lnTo>
                  <a:lnTo>
                    <a:pt x="6787729" y="303253"/>
                  </a:lnTo>
                  <a:lnTo>
                    <a:pt x="6788379" y="297288"/>
                  </a:lnTo>
                  <a:lnTo>
                    <a:pt x="6789029" y="290616"/>
                  </a:lnTo>
                  <a:lnTo>
                    <a:pt x="6789679" y="283324"/>
                  </a:lnTo>
                  <a:lnTo>
                    <a:pt x="6790329" y="275665"/>
                  </a:lnTo>
                  <a:lnTo>
                    <a:pt x="6790979" y="267848"/>
                  </a:lnTo>
                  <a:lnTo>
                    <a:pt x="6791629" y="260151"/>
                  </a:lnTo>
                  <a:lnTo>
                    <a:pt x="6792279" y="252890"/>
                  </a:lnTo>
                  <a:lnTo>
                    <a:pt x="6792929" y="246345"/>
                  </a:lnTo>
                  <a:lnTo>
                    <a:pt x="6793579" y="240701"/>
                  </a:lnTo>
                  <a:lnTo>
                    <a:pt x="6794229" y="236368"/>
                  </a:lnTo>
                  <a:lnTo>
                    <a:pt x="6794878" y="233579"/>
                  </a:lnTo>
                  <a:lnTo>
                    <a:pt x="6795528" y="232527"/>
                  </a:lnTo>
                  <a:lnTo>
                    <a:pt x="6796178" y="233146"/>
                  </a:lnTo>
                  <a:lnTo>
                    <a:pt x="6796828" y="235172"/>
                  </a:lnTo>
                  <a:lnTo>
                    <a:pt x="6797478" y="238521"/>
                  </a:lnTo>
                  <a:lnTo>
                    <a:pt x="6798128" y="243056"/>
                  </a:lnTo>
                  <a:lnTo>
                    <a:pt x="6798778" y="248529"/>
                  </a:lnTo>
                  <a:lnTo>
                    <a:pt x="6799428" y="254573"/>
                  </a:lnTo>
                  <a:lnTo>
                    <a:pt x="6800078" y="260725"/>
                  </a:lnTo>
                  <a:lnTo>
                    <a:pt x="6800728" y="266962"/>
                  </a:lnTo>
                  <a:lnTo>
                    <a:pt x="6801378" y="273384"/>
                  </a:lnTo>
                  <a:lnTo>
                    <a:pt x="6802028" y="279906"/>
                  </a:lnTo>
                  <a:lnTo>
                    <a:pt x="6802678" y="286426"/>
                  </a:lnTo>
                  <a:lnTo>
                    <a:pt x="6803328" y="293125"/>
                  </a:lnTo>
                  <a:lnTo>
                    <a:pt x="6803978" y="299803"/>
                  </a:lnTo>
                  <a:lnTo>
                    <a:pt x="6804628" y="306331"/>
                  </a:lnTo>
                  <a:lnTo>
                    <a:pt x="6805277" y="312545"/>
                  </a:lnTo>
                  <a:lnTo>
                    <a:pt x="6805927" y="318494"/>
                  </a:lnTo>
                  <a:lnTo>
                    <a:pt x="6806577" y="324553"/>
                  </a:lnTo>
                  <a:lnTo>
                    <a:pt x="6807227" y="330826"/>
                  </a:lnTo>
                  <a:lnTo>
                    <a:pt x="6807877" y="337305"/>
                  </a:lnTo>
                  <a:lnTo>
                    <a:pt x="6808527" y="344135"/>
                  </a:lnTo>
                  <a:lnTo>
                    <a:pt x="6809177" y="351601"/>
                  </a:lnTo>
                  <a:lnTo>
                    <a:pt x="6809827" y="360043"/>
                  </a:lnTo>
                  <a:lnTo>
                    <a:pt x="6810477" y="369379"/>
                  </a:lnTo>
                  <a:lnTo>
                    <a:pt x="6811127" y="379191"/>
                  </a:lnTo>
                  <a:lnTo>
                    <a:pt x="6811777" y="389261"/>
                  </a:lnTo>
                  <a:lnTo>
                    <a:pt x="6812427" y="399454"/>
                  </a:lnTo>
                  <a:lnTo>
                    <a:pt x="6813077" y="409454"/>
                  </a:lnTo>
                  <a:lnTo>
                    <a:pt x="6813727" y="419351"/>
                  </a:lnTo>
                  <a:lnTo>
                    <a:pt x="6814377" y="429058"/>
                  </a:lnTo>
                  <a:lnTo>
                    <a:pt x="6815026" y="438519"/>
                  </a:lnTo>
                  <a:lnTo>
                    <a:pt x="6815676" y="447652"/>
                  </a:lnTo>
                  <a:lnTo>
                    <a:pt x="6816326" y="456360"/>
                  </a:lnTo>
                  <a:lnTo>
                    <a:pt x="6816976" y="464669"/>
                  </a:lnTo>
                  <a:lnTo>
                    <a:pt x="6817626" y="472601"/>
                  </a:lnTo>
                  <a:lnTo>
                    <a:pt x="6818276" y="480084"/>
                  </a:lnTo>
                  <a:lnTo>
                    <a:pt x="6818926" y="487097"/>
                  </a:lnTo>
                  <a:lnTo>
                    <a:pt x="6819576" y="493582"/>
                  </a:lnTo>
                  <a:lnTo>
                    <a:pt x="6820226" y="499790"/>
                  </a:lnTo>
                  <a:lnTo>
                    <a:pt x="6820876" y="505848"/>
                  </a:lnTo>
                  <a:lnTo>
                    <a:pt x="6821526" y="511841"/>
                  </a:lnTo>
                  <a:lnTo>
                    <a:pt x="6822176" y="517998"/>
                  </a:lnTo>
                  <a:lnTo>
                    <a:pt x="6822826" y="524378"/>
                  </a:lnTo>
                  <a:lnTo>
                    <a:pt x="6823476" y="530991"/>
                  </a:lnTo>
                  <a:lnTo>
                    <a:pt x="6824126" y="537960"/>
                  </a:lnTo>
                  <a:lnTo>
                    <a:pt x="6824776" y="544980"/>
                  </a:lnTo>
                  <a:lnTo>
                    <a:pt x="6825425" y="551899"/>
                  </a:lnTo>
                  <a:lnTo>
                    <a:pt x="6826075" y="558659"/>
                  </a:lnTo>
                  <a:lnTo>
                    <a:pt x="6826725" y="565059"/>
                  </a:lnTo>
                  <a:lnTo>
                    <a:pt x="6827375" y="570919"/>
                  </a:lnTo>
                  <a:lnTo>
                    <a:pt x="6828025" y="575939"/>
                  </a:lnTo>
                  <a:lnTo>
                    <a:pt x="6828675" y="580157"/>
                  </a:lnTo>
                  <a:lnTo>
                    <a:pt x="6829325" y="583915"/>
                  </a:lnTo>
                  <a:lnTo>
                    <a:pt x="6829975" y="587197"/>
                  </a:lnTo>
                  <a:lnTo>
                    <a:pt x="6830625" y="590235"/>
                  </a:lnTo>
                  <a:lnTo>
                    <a:pt x="6831275" y="593177"/>
                  </a:lnTo>
                  <a:lnTo>
                    <a:pt x="6831925" y="596201"/>
                  </a:lnTo>
                  <a:lnTo>
                    <a:pt x="6832575" y="599615"/>
                  </a:lnTo>
                  <a:lnTo>
                    <a:pt x="6833225" y="603030"/>
                  </a:lnTo>
                  <a:lnTo>
                    <a:pt x="6833875" y="605822"/>
                  </a:lnTo>
                  <a:lnTo>
                    <a:pt x="6834525" y="608062"/>
                  </a:lnTo>
                  <a:lnTo>
                    <a:pt x="6835174" y="609565"/>
                  </a:lnTo>
                  <a:lnTo>
                    <a:pt x="6835824" y="609869"/>
                  </a:lnTo>
                  <a:lnTo>
                    <a:pt x="6836474" y="608883"/>
                  </a:lnTo>
                  <a:lnTo>
                    <a:pt x="6837124" y="606657"/>
                  </a:lnTo>
                  <a:lnTo>
                    <a:pt x="6837774" y="603337"/>
                  </a:lnTo>
                  <a:lnTo>
                    <a:pt x="6838424" y="599054"/>
                  </a:lnTo>
                  <a:lnTo>
                    <a:pt x="6839074" y="593575"/>
                  </a:lnTo>
                  <a:lnTo>
                    <a:pt x="6839724" y="586851"/>
                  </a:lnTo>
                  <a:lnTo>
                    <a:pt x="6840374" y="578993"/>
                  </a:lnTo>
                  <a:lnTo>
                    <a:pt x="6841024" y="570069"/>
                  </a:lnTo>
                  <a:lnTo>
                    <a:pt x="6841674" y="560023"/>
                  </a:lnTo>
                  <a:lnTo>
                    <a:pt x="6842324" y="549054"/>
                  </a:lnTo>
                  <a:lnTo>
                    <a:pt x="6842974" y="537669"/>
                  </a:lnTo>
                  <a:lnTo>
                    <a:pt x="6843624" y="526460"/>
                  </a:lnTo>
                  <a:lnTo>
                    <a:pt x="6844274" y="515702"/>
                  </a:lnTo>
                  <a:lnTo>
                    <a:pt x="6844924" y="505720"/>
                  </a:lnTo>
                  <a:lnTo>
                    <a:pt x="6845573" y="496949"/>
                  </a:lnTo>
                  <a:lnTo>
                    <a:pt x="6846223" y="489254"/>
                  </a:lnTo>
                  <a:lnTo>
                    <a:pt x="6846873" y="482740"/>
                  </a:lnTo>
                  <a:lnTo>
                    <a:pt x="6847523" y="477566"/>
                  </a:lnTo>
                  <a:lnTo>
                    <a:pt x="6848173" y="473705"/>
                  </a:lnTo>
                  <a:lnTo>
                    <a:pt x="6848823" y="471229"/>
                  </a:lnTo>
                  <a:lnTo>
                    <a:pt x="6849473" y="470099"/>
                  </a:lnTo>
                  <a:lnTo>
                    <a:pt x="6850123" y="470133"/>
                  </a:lnTo>
                  <a:lnTo>
                    <a:pt x="6850773" y="471376"/>
                  </a:lnTo>
                  <a:lnTo>
                    <a:pt x="6851423" y="473781"/>
                  </a:lnTo>
                  <a:lnTo>
                    <a:pt x="6852073" y="477114"/>
                  </a:lnTo>
                  <a:lnTo>
                    <a:pt x="6852723" y="481023"/>
                  </a:lnTo>
                  <a:lnTo>
                    <a:pt x="6853373" y="485366"/>
                  </a:lnTo>
                  <a:lnTo>
                    <a:pt x="6854023" y="490057"/>
                  </a:lnTo>
                  <a:lnTo>
                    <a:pt x="6854673" y="494982"/>
                  </a:lnTo>
                  <a:lnTo>
                    <a:pt x="6855322" y="499959"/>
                  </a:lnTo>
                  <a:lnTo>
                    <a:pt x="6855972" y="505029"/>
                  </a:lnTo>
                  <a:lnTo>
                    <a:pt x="6856622" y="510121"/>
                  </a:lnTo>
                  <a:lnTo>
                    <a:pt x="6857272" y="515339"/>
                  </a:lnTo>
                  <a:lnTo>
                    <a:pt x="6857922" y="520760"/>
                  </a:lnTo>
                  <a:lnTo>
                    <a:pt x="6858572" y="526494"/>
                  </a:lnTo>
                  <a:lnTo>
                    <a:pt x="6859222" y="532567"/>
                  </a:lnTo>
                  <a:lnTo>
                    <a:pt x="6859872" y="539165"/>
                  </a:lnTo>
                  <a:lnTo>
                    <a:pt x="6860522" y="546438"/>
                  </a:lnTo>
                  <a:lnTo>
                    <a:pt x="6861172" y="554476"/>
                  </a:lnTo>
                  <a:lnTo>
                    <a:pt x="6861822" y="563146"/>
                  </a:lnTo>
                  <a:lnTo>
                    <a:pt x="6862472" y="572501"/>
                  </a:lnTo>
                  <a:lnTo>
                    <a:pt x="6863122" y="582436"/>
                  </a:lnTo>
                  <a:lnTo>
                    <a:pt x="6863772" y="593020"/>
                  </a:lnTo>
                  <a:lnTo>
                    <a:pt x="6864422" y="604168"/>
                  </a:lnTo>
                  <a:lnTo>
                    <a:pt x="6865072" y="615862"/>
                  </a:lnTo>
                  <a:lnTo>
                    <a:pt x="6865721" y="628424"/>
                  </a:lnTo>
                  <a:lnTo>
                    <a:pt x="6866371" y="642077"/>
                  </a:lnTo>
                  <a:lnTo>
                    <a:pt x="6867021" y="656758"/>
                  </a:lnTo>
                  <a:lnTo>
                    <a:pt x="6867671" y="672454"/>
                  </a:lnTo>
                  <a:lnTo>
                    <a:pt x="6868321" y="689181"/>
                  </a:lnTo>
                  <a:lnTo>
                    <a:pt x="6868971" y="706877"/>
                  </a:lnTo>
                  <a:lnTo>
                    <a:pt x="6869621" y="725370"/>
                  </a:lnTo>
                  <a:lnTo>
                    <a:pt x="6870271" y="744297"/>
                  </a:lnTo>
                  <a:lnTo>
                    <a:pt x="6870921" y="763468"/>
                  </a:lnTo>
                  <a:lnTo>
                    <a:pt x="6871571" y="782846"/>
                  </a:lnTo>
                  <a:lnTo>
                    <a:pt x="6872221" y="802245"/>
                  </a:lnTo>
                  <a:lnTo>
                    <a:pt x="6872871" y="821506"/>
                  </a:lnTo>
                  <a:lnTo>
                    <a:pt x="6873521" y="840409"/>
                  </a:lnTo>
                  <a:lnTo>
                    <a:pt x="6874171" y="859042"/>
                  </a:lnTo>
                  <a:lnTo>
                    <a:pt x="6874821" y="877295"/>
                  </a:lnTo>
                  <a:lnTo>
                    <a:pt x="6875470" y="894577"/>
                  </a:lnTo>
                  <a:lnTo>
                    <a:pt x="6876120" y="910428"/>
                  </a:lnTo>
                  <a:lnTo>
                    <a:pt x="6876770" y="924822"/>
                  </a:lnTo>
                  <a:lnTo>
                    <a:pt x="6877420" y="937568"/>
                  </a:lnTo>
                  <a:lnTo>
                    <a:pt x="6878070" y="948017"/>
                  </a:lnTo>
                  <a:lnTo>
                    <a:pt x="6878720" y="956002"/>
                  </a:lnTo>
                  <a:lnTo>
                    <a:pt x="6879370" y="961226"/>
                  </a:lnTo>
                  <a:lnTo>
                    <a:pt x="6880020" y="963278"/>
                  </a:lnTo>
                  <a:lnTo>
                    <a:pt x="6880670" y="962209"/>
                  </a:lnTo>
                  <a:lnTo>
                    <a:pt x="6881320" y="958327"/>
                  </a:lnTo>
                  <a:lnTo>
                    <a:pt x="6881970" y="951614"/>
                  </a:lnTo>
                  <a:lnTo>
                    <a:pt x="6882620" y="942689"/>
                  </a:lnTo>
                  <a:lnTo>
                    <a:pt x="6883270" y="931931"/>
                  </a:lnTo>
                  <a:lnTo>
                    <a:pt x="6883920" y="919312"/>
                  </a:lnTo>
                  <a:lnTo>
                    <a:pt x="6884570" y="905088"/>
                  </a:lnTo>
                  <a:lnTo>
                    <a:pt x="6885220" y="889710"/>
                  </a:lnTo>
                  <a:lnTo>
                    <a:pt x="6885869" y="873332"/>
                  </a:lnTo>
                  <a:lnTo>
                    <a:pt x="6886519" y="855777"/>
                  </a:lnTo>
                  <a:lnTo>
                    <a:pt x="6887169" y="836929"/>
                  </a:lnTo>
                  <a:lnTo>
                    <a:pt x="6887819" y="816957"/>
                  </a:lnTo>
                  <a:lnTo>
                    <a:pt x="6888469" y="796306"/>
                  </a:lnTo>
                  <a:lnTo>
                    <a:pt x="6889119" y="775227"/>
                  </a:lnTo>
                  <a:lnTo>
                    <a:pt x="6889769" y="753899"/>
                  </a:lnTo>
                  <a:lnTo>
                    <a:pt x="6890419" y="732367"/>
                  </a:lnTo>
                  <a:lnTo>
                    <a:pt x="6891069" y="710743"/>
                  </a:lnTo>
                  <a:lnTo>
                    <a:pt x="6891719" y="689656"/>
                  </a:lnTo>
                  <a:lnTo>
                    <a:pt x="6892369" y="669204"/>
                  </a:lnTo>
                  <a:lnTo>
                    <a:pt x="6893019" y="649326"/>
                  </a:lnTo>
                  <a:lnTo>
                    <a:pt x="6893669" y="630349"/>
                  </a:lnTo>
                  <a:lnTo>
                    <a:pt x="6894319" y="612424"/>
                  </a:lnTo>
                  <a:lnTo>
                    <a:pt x="6894969" y="595511"/>
                  </a:lnTo>
                  <a:lnTo>
                    <a:pt x="6895618" y="579611"/>
                  </a:lnTo>
                  <a:lnTo>
                    <a:pt x="6896268" y="564659"/>
                  </a:lnTo>
                  <a:lnTo>
                    <a:pt x="6896918" y="550717"/>
                  </a:lnTo>
                  <a:lnTo>
                    <a:pt x="6897568" y="537729"/>
                  </a:lnTo>
                  <a:lnTo>
                    <a:pt x="6898218" y="525359"/>
                  </a:lnTo>
                  <a:lnTo>
                    <a:pt x="6898868" y="513588"/>
                  </a:lnTo>
                  <a:lnTo>
                    <a:pt x="6899518" y="502430"/>
                  </a:lnTo>
                  <a:lnTo>
                    <a:pt x="6900168" y="491875"/>
                  </a:lnTo>
                  <a:lnTo>
                    <a:pt x="6900818" y="481794"/>
                  </a:lnTo>
                  <a:lnTo>
                    <a:pt x="6901468" y="471870"/>
                  </a:lnTo>
                  <a:lnTo>
                    <a:pt x="6902118" y="461893"/>
                  </a:lnTo>
                  <a:lnTo>
                    <a:pt x="6902768" y="451966"/>
                  </a:lnTo>
                  <a:lnTo>
                    <a:pt x="6903418" y="441762"/>
                  </a:lnTo>
                  <a:lnTo>
                    <a:pt x="6904068" y="431260"/>
                  </a:lnTo>
                  <a:lnTo>
                    <a:pt x="6904718" y="420577"/>
                  </a:lnTo>
                  <a:lnTo>
                    <a:pt x="6905368" y="409664"/>
                  </a:lnTo>
                  <a:lnTo>
                    <a:pt x="6906017" y="398485"/>
                  </a:lnTo>
                  <a:lnTo>
                    <a:pt x="6906667" y="387097"/>
                  </a:lnTo>
                  <a:lnTo>
                    <a:pt x="6907317" y="375434"/>
                  </a:lnTo>
                  <a:lnTo>
                    <a:pt x="6907967" y="363670"/>
                  </a:lnTo>
                  <a:lnTo>
                    <a:pt x="6908617" y="351913"/>
                  </a:lnTo>
                  <a:lnTo>
                    <a:pt x="6909267" y="340167"/>
                  </a:lnTo>
                  <a:lnTo>
                    <a:pt x="6909917" y="328673"/>
                  </a:lnTo>
                  <a:lnTo>
                    <a:pt x="6910567" y="317758"/>
                  </a:lnTo>
                  <a:lnTo>
                    <a:pt x="6911217" y="307695"/>
                  </a:lnTo>
                  <a:lnTo>
                    <a:pt x="6911867" y="298831"/>
                  </a:lnTo>
                  <a:lnTo>
                    <a:pt x="6912517" y="291378"/>
                  </a:lnTo>
                  <a:lnTo>
                    <a:pt x="6913167" y="285461"/>
                  </a:lnTo>
                  <a:lnTo>
                    <a:pt x="6913817" y="280937"/>
                  </a:lnTo>
                  <a:lnTo>
                    <a:pt x="6914467" y="277790"/>
                  </a:lnTo>
                  <a:lnTo>
                    <a:pt x="6915117" y="276105"/>
                  </a:lnTo>
                  <a:lnTo>
                    <a:pt x="6915766" y="275830"/>
                  </a:lnTo>
                  <a:lnTo>
                    <a:pt x="6916416" y="276894"/>
                  </a:lnTo>
                  <a:lnTo>
                    <a:pt x="6917066" y="279379"/>
                  </a:lnTo>
                  <a:lnTo>
                    <a:pt x="6917716" y="283276"/>
                  </a:lnTo>
                  <a:lnTo>
                    <a:pt x="6918366" y="288662"/>
                  </a:lnTo>
                  <a:lnTo>
                    <a:pt x="6919016" y="295686"/>
                  </a:lnTo>
                  <a:lnTo>
                    <a:pt x="6919666" y="304195"/>
                  </a:lnTo>
                  <a:lnTo>
                    <a:pt x="6920316" y="314036"/>
                  </a:lnTo>
                  <a:lnTo>
                    <a:pt x="6920966" y="324991"/>
                  </a:lnTo>
                  <a:lnTo>
                    <a:pt x="6921616" y="336801"/>
                  </a:lnTo>
                  <a:lnTo>
                    <a:pt x="6922266" y="349224"/>
                  </a:lnTo>
                  <a:lnTo>
                    <a:pt x="6922916" y="362227"/>
                  </a:lnTo>
                  <a:lnTo>
                    <a:pt x="6923566" y="375831"/>
                  </a:lnTo>
                  <a:lnTo>
                    <a:pt x="6924216" y="389820"/>
                  </a:lnTo>
                  <a:lnTo>
                    <a:pt x="6924866" y="404030"/>
                  </a:lnTo>
                  <a:lnTo>
                    <a:pt x="6925515" y="418570"/>
                  </a:lnTo>
                  <a:lnTo>
                    <a:pt x="6926165" y="433341"/>
                  </a:lnTo>
                  <a:lnTo>
                    <a:pt x="6926815" y="448250"/>
                  </a:lnTo>
                  <a:lnTo>
                    <a:pt x="6927465" y="463267"/>
                  </a:lnTo>
                  <a:lnTo>
                    <a:pt x="6928115" y="478188"/>
                  </a:lnTo>
                  <a:lnTo>
                    <a:pt x="6928765" y="492873"/>
                  </a:lnTo>
                  <a:lnTo>
                    <a:pt x="6929415" y="507234"/>
                  </a:lnTo>
                  <a:lnTo>
                    <a:pt x="6930065" y="521005"/>
                  </a:lnTo>
                  <a:lnTo>
                    <a:pt x="6930715" y="534078"/>
                  </a:lnTo>
                  <a:lnTo>
                    <a:pt x="6931365" y="546197"/>
                  </a:lnTo>
                  <a:lnTo>
                    <a:pt x="6932015" y="556933"/>
                  </a:lnTo>
                  <a:lnTo>
                    <a:pt x="6932665" y="566063"/>
                  </a:lnTo>
                  <a:lnTo>
                    <a:pt x="6933315" y="573610"/>
                  </a:lnTo>
                  <a:lnTo>
                    <a:pt x="6933965" y="579677"/>
                  </a:lnTo>
                  <a:lnTo>
                    <a:pt x="6934615" y="584562"/>
                  </a:lnTo>
                  <a:lnTo>
                    <a:pt x="6935265" y="588256"/>
                  </a:lnTo>
                  <a:lnTo>
                    <a:pt x="6935914" y="591084"/>
                  </a:lnTo>
                  <a:lnTo>
                    <a:pt x="6936564" y="593171"/>
                  </a:lnTo>
                  <a:lnTo>
                    <a:pt x="6937214" y="594594"/>
                  </a:lnTo>
                  <a:lnTo>
                    <a:pt x="6937864" y="595581"/>
                  </a:lnTo>
                  <a:lnTo>
                    <a:pt x="6938514" y="596403"/>
                  </a:lnTo>
                  <a:lnTo>
                    <a:pt x="6939164" y="596855"/>
                  </a:lnTo>
                  <a:lnTo>
                    <a:pt x="6939814" y="596912"/>
                  </a:lnTo>
                  <a:lnTo>
                    <a:pt x="6940464" y="596828"/>
                  </a:lnTo>
                  <a:lnTo>
                    <a:pt x="6941114" y="596745"/>
                  </a:lnTo>
                  <a:lnTo>
                    <a:pt x="6941764" y="597089"/>
                  </a:lnTo>
                  <a:lnTo>
                    <a:pt x="6942414" y="597547"/>
                  </a:lnTo>
                  <a:lnTo>
                    <a:pt x="6943064" y="597459"/>
                  </a:lnTo>
                  <a:lnTo>
                    <a:pt x="6943714" y="596684"/>
                  </a:lnTo>
                  <a:lnTo>
                    <a:pt x="6944364" y="594917"/>
                  </a:lnTo>
                  <a:lnTo>
                    <a:pt x="6945014" y="591813"/>
                  </a:lnTo>
                  <a:lnTo>
                    <a:pt x="6945663" y="587323"/>
                  </a:lnTo>
                  <a:lnTo>
                    <a:pt x="6946313" y="581542"/>
                  </a:lnTo>
                  <a:lnTo>
                    <a:pt x="6946963" y="574500"/>
                  </a:lnTo>
                  <a:lnTo>
                    <a:pt x="6947613" y="566087"/>
                  </a:lnTo>
                  <a:lnTo>
                    <a:pt x="6948263" y="556250"/>
                  </a:lnTo>
                  <a:lnTo>
                    <a:pt x="6948913" y="545376"/>
                  </a:lnTo>
                  <a:lnTo>
                    <a:pt x="6949563" y="533893"/>
                  </a:lnTo>
                  <a:lnTo>
                    <a:pt x="6950213" y="521698"/>
                  </a:lnTo>
                  <a:lnTo>
                    <a:pt x="6950863" y="508714"/>
                  </a:lnTo>
                  <a:lnTo>
                    <a:pt x="6951513" y="494756"/>
                  </a:lnTo>
                  <a:lnTo>
                    <a:pt x="6952163" y="480439"/>
                  </a:lnTo>
                  <a:lnTo>
                    <a:pt x="6952813" y="466194"/>
                  </a:lnTo>
                  <a:lnTo>
                    <a:pt x="6953463" y="452084"/>
                  </a:lnTo>
                  <a:lnTo>
                    <a:pt x="6954113" y="438112"/>
                  </a:lnTo>
                  <a:lnTo>
                    <a:pt x="6954763" y="424316"/>
                  </a:lnTo>
                  <a:lnTo>
                    <a:pt x="6955413" y="410553"/>
                  </a:lnTo>
                  <a:lnTo>
                    <a:pt x="6956062" y="396677"/>
                  </a:lnTo>
                  <a:lnTo>
                    <a:pt x="6956712" y="382557"/>
                  </a:lnTo>
                  <a:lnTo>
                    <a:pt x="6957362" y="368122"/>
                  </a:lnTo>
                  <a:lnTo>
                    <a:pt x="6958012" y="353519"/>
                  </a:lnTo>
                  <a:lnTo>
                    <a:pt x="6958662" y="338867"/>
                  </a:lnTo>
                  <a:lnTo>
                    <a:pt x="6959312" y="324245"/>
                  </a:lnTo>
                  <a:lnTo>
                    <a:pt x="6959962" y="309940"/>
                  </a:lnTo>
                  <a:lnTo>
                    <a:pt x="6960612" y="296205"/>
                  </a:lnTo>
                  <a:lnTo>
                    <a:pt x="6961262" y="283221"/>
                  </a:lnTo>
                  <a:lnTo>
                    <a:pt x="6961912" y="270977"/>
                  </a:lnTo>
                  <a:lnTo>
                    <a:pt x="6962562" y="259588"/>
                  </a:lnTo>
                  <a:lnTo>
                    <a:pt x="6963212" y="249211"/>
                  </a:lnTo>
                  <a:lnTo>
                    <a:pt x="6963862" y="239950"/>
                  </a:lnTo>
                  <a:lnTo>
                    <a:pt x="6964512" y="232027"/>
                  </a:lnTo>
                  <a:lnTo>
                    <a:pt x="6965162" y="225467"/>
                  </a:lnTo>
                  <a:lnTo>
                    <a:pt x="6965811" y="220182"/>
                  </a:lnTo>
                  <a:lnTo>
                    <a:pt x="6966461" y="216233"/>
                  </a:lnTo>
                  <a:lnTo>
                    <a:pt x="6967111" y="213605"/>
                  </a:lnTo>
                  <a:lnTo>
                    <a:pt x="6967761" y="212081"/>
                  </a:lnTo>
                  <a:lnTo>
                    <a:pt x="6968411" y="211433"/>
                  </a:lnTo>
                  <a:lnTo>
                    <a:pt x="6969061" y="211451"/>
                  </a:lnTo>
                  <a:lnTo>
                    <a:pt x="6969711" y="211901"/>
                  </a:lnTo>
                  <a:lnTo>
                    <a:pt x="6970361" y="212725"/>
                  </a:lnTo>
                  <a:lnTo>
                    <a:pt x="6971011" y="213833"/>
                  </a:lnTo>
                  <a:lnTo>
                    <a:pt x="6971661" y="215283"/>
                  </a:lnTo>
                  <a:lnTo>
                    <a:pt x="6972311" y="217196"/>
                  </a:lnTo>
                  <a:lnTo>
                    <a:pt x="6972961" y="219519"/>
                  </a:lnTo>
                  <a:lnTo>
                    <a:pt x="6973611" y="222323"/>
                  </a:lnTo>
                  <a:lnTo>
                    <a:pt x="6974261" y="225519"/>
                  </a:lnTo>
                  <a:lnTo>
                    <a:pt x="6974911" y="229206"/>
                  </a:lnTo>
                  <a:lnTo>
                    <a:pt x="6975561" y="233655"/>
                  </a:lnTo>
                  <a:lnTo>
                    <a:pt x="6976210" y="238792"/>
                  </a:lnTo>
                  <a:lnTo>
                    <a:pt x="6976860" y="244402"/>
                  </a:lnTo>
                  <a:lnTo>
                    <a:pt x="6977510" y="250347"/>
                  </a:lnTo>
                  <a:lnTo>
                    <a:pt x="6978160" y="256517"/>
                  </a:lnTo>
                  <a:lnTo>
                    <a:pt x="6978810" y="262756"/>
                  </a:lnTo>
                  <a:lnTo>
                    <a:pt x="6979460" y="268945"/>
                  </a:lnTo>
                  <a:lnTo>
                    <a:pt x="6980110" y="274991"/>
                  </a:lnTo>
                  <a:lnTo>
                    <a:pt x="6980760" y="280892"/>
                  </a:lnTo>
                  <a:lnTo>
                    <a:pt x="6981410" y="286575"/>
                  </a:lnTo>
                  <a:lnTo>
                    <a:pt x="6982060" y="291930"/>
                  </a:lnTo>
                  <a:lnTo>
                    <a:pt x="6982710" y="296906"/>
                  </a:lnTo>
                  <a:lnTo>
                    <a:pt x="6983360" y="301335"/>
                  </a:lnTo>
                  <a:lnTo>
                    <a:pt x="6984010" y="305164"/>
                  </a:lnTo>
                  <a:lnTo>
                    <a:pt x="6984660" y="307890"/>
                  </a:lnTo>
                  <a:lnTo>
                    <a:pt x="6985310" y="309232"/>
                  </a:lnTo>
                  <a:lnTo>
                    <a:pt x="6985959" y="309353"/>
                  </a:lnTo>
                  <a:lnTo>
                    <a:pt x="6986609" y="308571"/>
                  </a:lnTo>
                  <a:lnTo>
                    <a:pt x="6987259" y="307157"/>
                  </a:lnTo>
                  <a:lnTo>
                    <a:pt x="6987909" y="305536"/>
                  </a:lnTo>
                  <a:lnTo>
                    <a:pt x="6988559" y="304108"/>
                  </a:lnTo>
                  <a:lnTo>
                    <a:pt x="6989209" y="303190"/>
                  </a:lnTo>
                  <a:lnTo>
                    <a:pt x="6989859" y="302898"/>
                  </a:lnTo>
                  <a:lnTo>
                    <a:pt x="6990509" y="303136"/>
                  </a:lnTo>
                  <a:lnTo>
                    <a:pt x="6991159" y="303737"/>
                  </a:lnTo>
                  <a:lnTo>
                    <a:pt x="6991809" y="304371"/>
                  </a:lnTo>
                  <a:lnTo>
                    <a:pt x="6992459" y="304669"/>
                  </a:lnTo>
                  <a:lnTo>
                    <a:pt x="6993109" y="304452"/>
                  </a:lnTo>
                  <a:lnTo>
                    <a:pt x="6993759" y="303605"/>
                  </a:lnTo>
                  <a:lnTo>
                    <a:pt x="6994409" y="302346"/>
                  </a:lnTo>
                  <a:lnTo>
                    <a:pt x="6995059" y="300792"/>
                  </a:lnTo>
                  <a:lnTo>
                    <a:pt x="6995709" y="298738"/>
                  </a:lnTo>
                  <a:lnTo>
                    <a:pt x="6996358" y="296155"/>
                  </a:lnTo>
                  <a:lnTo>
                    <a:pt x="6997008" y="293064"/>
                  </a:lnTo>
                  <a:lnTo>
                    <a:pt x="6997658" y="289307"/>
                  </a:lnTo>
                  <a:lnTo>
                    <a:pt x="6998308" y="284882"/>
                  </a:lnTo>
                  <a:lnTo>
                    <a:pt x="6998958" y="279592"/>
                  </a:lnTo>
                  <a:lnTo>
                    <a:pt x="6999608" y="273293"/>
                  </a:lnTo>
                  <a:lnTo>
                    <a:pt x="7000258" y="266029"/>
                  </a:lnTo>
                  <a:lnTo>
                    <a:pt x="7000908" y="258048"/>
                  </a:lnTo>
                  <a:lnTo>
                    <a:pt x="7001558" y="249709"/>
                  </a:lnTo>
                  <a:lnTo>
                    <a:pt x="7002208" y="241491"/>
                  </a:lnTo>
                  <a:lnTo>
                    <a:pt x="7002858" y="233564"/>
                  </a:lnTo>
                  <a:lnTo>
                    <a:pt x="7003508" y="226091"/>
                  </a:lnTo>
                  <a:lnTo>
                    <a:pt x="7004158" y="219398"/>
                  </a:lnTo>
                  <a:lnTo>
                    <a:pt x="7004808" y="213683"/>
                  </a:lnTo>
                  <a:lnTo>
                    <a:pt x="7005458" y="208940"/>
                  </a:lnTo>
                  <a:lnTo>
                    <a:pt x="7006107" y="205010"/>
                  </a:lnTo>
                  <a:lnTo>
                    <a:pt x="7006757" y="201721"/>
                  </a:lnTo>
                  <a:lnTo>
                    <a:pt x="7007407" y="199004"/>
                  </a:lnTo>
                  <a:lnTo>
                    <a:pt x="7008057" y="196760"/>
                  </a:lnTo>
                  <a:lnTo>
                    <a:pt x="7008707" y="195016"/>
                  </a:lnTo>
                  <a:lnTo>
                    <a:pt x="7009357" y="193910"/>
                  </a:lnTo>
                  <a:lnTo>
                    <a:pt x="7010007" y="193568"/>
                  </a:lnTo>
                  <a:lnTo>
                    <a:pt x="7010657" y="193933"/>
                  </a:lnTo>
                  <a:lnTo>
                    <a:pt x="7011307" y="194967"/>
                  </a:lnTo>
                  <a:lnTo>
                    <a:pt x="7011957" y="196681"/>
                  </a:lnTo>
                  <a:lnTo>
                    <a:pt x="7012607" y="199030"/>
                  </a:lnTo>
                  <a:lnTo>
                    <a:pt x="7013257" y="201823"/>
                  </a:lnTo>
                  <a:lnTo>
                    <a:pt x="7013907" y="204672"/>
                  </a:lnTo>
                  <a:lnTo>
                    <a:pt x="7014557" y="207151"/>
                  </a:lnTo>
                  <a:lnTo>
                    <a:pt x="7015207" y="209416"/>
                  </a:lnTo>
                  <a:lnTo>
                    <a:pt x="7015857" y="211714"/>
                  </a:lnTo>
                  <a:lnTo>
                    <a:pt x="7016506" y="214179"/>
                  </a:lnTo>
                  <a:lnTo>
                    <a:pt x="7017156" y="217082"/>
                  </a:lnTo>
                  <a:lnTo>
                    <a:pt x="7017806" y="220618"/>
                  </a:lnTo>
                  <a:lnTo>
                    <a:pt x="7018456" y="224697"/>
                  </a:lnTo>
                  <a:lnTo>
                    <a:pt x="7019106" y="229291"/>
                  </a:lnTo>
                  <a:lnTo>
                    <a:pt x="7019756" y="234327"/>
                  </a:lnTo>
                  <a:lnTo>
                    <a:pt x="7020406" y="239550"/>
                  </a:lnTo>
                  <a:lnTo>
                    <a:pt x="7021056" y="244739"/>
                  </a:lnTo>
                  <a:lnTo>
                    <a:pt x="7021706" y="249640"/>
                  </a:lnTo>
                  <a:lnTo>
                    <a:pt x="7022356" y="254229"/>
                  </a:lnTo>
                  <a:lnTo>
                    <a:pt x="7023006" y="258562"/>
                  </a:lnTo>
                  <a:lnTo>
                    <a:pt x="7023656" y="262739"/>
                  </a:lnTo>
                  <a:lnTo>
                    <a:pt x="7024306" y="267031"/>
                  </a:lnTo>
                  <a:lnTo>
                    <a:pt x="7024956" y="271414"/>
                  </a:lnTo>
                  <a:lnTo>
                    <a:pt x="7025606" y="275900"/>
                  </a:lnTo>
                  <a:lnTo>
                    <a:pt x="7026255" y="280449"/>
                  </a:lnTo>
                  <a:lnTo>
                    <a:pt x="7026905" y="284906"/>
                  </a:lnTo>
                  <a:lnTo>
                    <a:pt x="7027555" y="289110"/>
                  </a:lnTo>
                  <a:lnTo>
                    <a:pt x="7028205" y="293317"/>
                  </a:lnTo>
                  <a:lnTo>
                    <a:pt x="7028855" y="297594"/>
                  </a:lnTo>
                  <a:lnTo>
                    <a:pt x="7029505" y="301991"/>
                  </a:lnTo>
                  <a:lnTo>
                    <a:pt x="7030155" y="306805"/>
                  </a:lnTo>
                  <a:lnTo>
                    <a:pt x="7030805" y="312258"/>
                  </a:lnTo>
                  <a:lnTo>
                    <a:pt x="7031455" y="318598"/>
                  </a:lnTo>
                  <a:lnTo>
                    <a:pt x="7032105" y="326018"/>
                  </a:lnTo>
                  <a:lnTo>
                    <a:pt x="7032755" y="334693"/>
                  </a:lnTo>
                  <a:lnTo>
                    <a:pt x="7033405" y="344603"/>
                  </a:lnTo>
                  <a:lnTo>
                    <a:pt x="7034055" y="355493"/>
                  </a:lnTo>
                  <a:lnTo>
                    <a:pt x="7034705" y="366854"/>
                  </a:lnTo>
                  <a:lnTo>
                    <a:pt x="7035355" y="378297"/>
                  </a:lnTo>
                  <a:lnTo>
                    <a:pt x="7036005" y="389655"/>
                  </a:lnTo>
                  <a:lnTo>
                    <a:pt x="7036654" y="400394"/>
                  </a:lnTo>
                  <a:lnTo>
                    <a:pt x="7037304" y="410206"/>
                  </a:lnTo>
                  <a:lnTo>
                    <a:pt x="7037954" y="418881"/>
                  </a:lnTo>
                  <a:lnTo>
                    <a:pt x="7038604" y="426272"/>
                  </a:lnTo>
                  <a:lnTo>
                    <a:pt x="7039254" y="432266"/>
                  </a:lnTo>
                  <a:lnTo>
                    <a:pt x="7039904" y="436599"/>
                  </a:lnTo>
                  <a:lnTo>
                    <a:pt x="7040554" y="439058"/>
                  </a:lnTo>
                  <a:lnTo>
                    <a:pt x="7041204" y="439646"/>
                  </a:lnTo>
                  <a:lnTo>
                    <a:pt x="7041854" y="438104"/>
                  </a:lnTo>
                  <a:lnTo>
                    <a:pt x="7042504" y="434456"/>
                  </a:lnTo>
                  <a:lnTo>
                    <a:pt x="7043154" y="429147"/>
                  </a:lnTo>
                  <a:lnTo>
                    <a:pt x="7043804" y="422859"/>
                  </a:lnTo>
                  <a:lnTo>
                    <a:pt x="7044454" y="416084"/>
                  </a:lnTo>
                  <a:lnTo>
                    <a:pt x="7045104" y="409109"/>
                  </a:lnTo>
                  <a:lnTo>
                    <a:pt x="7045754" y="402091"/>
                  </a:lnTo>
                  <a:lnTo>
                    <a:pt x="7046403" y="395518"/>
                  </a:lnTo>
                  <a:lnTo>
                    <a:pt x="7047053" y="389724"/>
                  </a:lnTo>
                  <a:lnTo>
                    <a:pt x="7047703" y="384551"/>
                  </a:lnTo>
                  <a:lnTo>
                    <a:pt x="7048353" y="379860"/>
                  </a:lnTo>
                  <a:lnTo>
                    <a:pt x="7049003" y="375760"/>
                  </a:lnTo>
                  <a:lnTo>
                    <a:pt x="7049653" y="372528"/>
                  </a:lnTo>
                  <a:lnTo>
                    <a:pt x="7050303" y="370353"/>
                  </a:lnTo>
                  <a:lnTo>
                    <a:pt x="7050953" y="369246"/>
                  </a:lnTo>
                  <a:lnTo>
                    <a:pt x="7051603" y="369315"/>
                  </a:lnTo>
                  <a:lnTo>
                    <a:pt x="7052253" y="370679"/>
                  </a:lnTo>
                  <a:lnTo>
                    <a:pt x="7052903" y="373239"/>
                  </a:lnTo>
                  <a:lnTo>
                    <a:pt x="7053553" y="376767"/>
                  </a:lnTo>
                  <a:lnTo>
                    <a:pt x="7054203" y="381296"/>
                  </a:lnTo>
                  <a:lnTo>
                    <a:pt x="7054853" y="386835"/>
                  </a:lnTo>
                  <a:lnTo>
                    <a:pt x="7055503" y="393376"/>
                  </a:lnTo>
                  <a:lnTo>
                    <a:pt x="7056152" y="400799"/>
                  </a:lnTo>
                  <a:lnTo>
                    <a:pt x="7056802" y="408805"/>
                  </a:lnTo>
                  <a:lnTo>
                    <a:pt x="7057452" y="417499"/>
                  </a:lnTo>
                  <a:lnTo>
                    <a:pt x="7058102" y="426820"/>
                  </a:lnTo>
                  <a:lnTo>
                    <a:pt x="7058752" y="436523"/>
                  </a:lnTo>
                  <a:lnTo>
                    <a:pt x="7059402" y="446097"/>
                  </a:lnTo>
                  <a:lnTo>
                    <a:pt x="7060052" y="455319"/>
                  </a:lnTo>
                  <a:lnTo>
                    <a:pt x="7060702" y="463869"/>
                  </a:lnTo>
                  <a:lnTo>
                    <a:pt x="7061352" y="471471"/>
                  </a:lnTo>
                  <a:lnTo>
                    <a:pt x="7062002" y="477715"/>
                  </a:lnTo>
                  <a:lnTo>
                    <a:pt x="7062652" y="482284"/>
                  </a:lnTo>
                  <a:lnTo>
                    <a:pt x="7063302" y="485109"/>
                  </a:lnTo>
                  <a:lnTo>
                    <a:pt x="7063952" y="486295"/>
                  </a:lnTo>
                  <a:lnTo>
                    <a:pt x="7064602" y="485939"/>
                  </a:lnTo>
                  <a:lnTo>
                    <a:pt x="7065252" y="484198"/>
                  </a:lnTo>
                  <a:lnTo>
                    <a:pt x="7065902" y="481390"/>
                  </a:lnTo>
                  <a:lnTo>
                    <a:pt x="7066551" y="477878"/>
                  </a:lnTo>
                  <a:lnTo>
                    <a:pt x="7067201" y="474038"/>
                  </a:lnTo>
                  <a:lnTo>
                    <a:pt x="7067851" y="470204"/>
                  </a:lnTo>
                  <a:lnTo>
                    <a:pt x="7068501" y="466607"/>
                  </a:lnTo>
                  <a:lnTo>
                    <a:pt x="7069151" y="463385"/>
                  </a:lnTo>
                  <a:lnTo>
                    <a:pt x="7069801" y="460196"/>
                  </a:lnTo>
                  <a:lnTo>
                    <a:pt x="7070451" y="456837"/>
                  </a:lnTo>
                  <a:lnTo>
                    <a:pt x="7071101" y="453398"/>
                  </a:lnTo>
                  <a:lnTo>
                    <a:pt x="7071751" y="450073"/>
                  </a:lnTo>
                  <a:lnTo>
                    <a:pt x="7072401" y="447144"/>
                  </a:lnTo>
                  <a:lnTo>
                    <a:pt x="7073051" y="444770"/>
                  </a:lnTo>
                  <a:lnTo>
                    <a:pt x="7073701" y="443012"/>
                  </a:lnTo>
                  <a:lnTo>
                    <a:pt x="7074351" y="442210"/>
                  </a:lnTo>
                  <a:lnTo>
                    <a:pt x="7075001" y="442671"/>
                  </a:lnTo>
                  <a:lnTo>
                    <a:pt x="7075651" y="444223"/>
                  </a:lnTo>
                  <a:lnTo>
                    <a:pt x="7076300" y="446603"/>
                  </a:lnTo>
                  <a:lnTo>
                    <a:pt x="7076950" y="449654"/>
                  </a:lnTo>
                  <a:lnTo>
                    <a:pt x="7077600" y="453322"/>
                  </a:lnTo>
                  <a:lnTo>
                    <a:pt x="7078250" y="457693"/>
                  </a:lnTo>
                  <a:lnTo>
                    <a:pt x="7078900" y="462874"/>
                  </a:lnTo>
                  <a:lnTo>
                    <a:pt x="7079550" y="469021"/>
                  </a:lnTo>
                  <a:lnTo>
                    <a:pt x="7080200" y="476263"/>
                  </a:lnTo>
                  <a:lnTo>
                    <a:pt x="7080850" y="484656"/>
                  </a:lnTo>
                  <a:lnTo>
                    <a:pt x="7081500" y="493992"/>
                  </a:lnTo>
                  <a:lnTo>
                    <a:pt x="7082150" y="504002"/>
                  </a:lnTo>
                  <a:lnTo>
                    <a:pt x="7082800" y="514184"/>
                  </a:lnTo>
                  <a:lnTo>
                    <a:pt x="7083450" y="524270"/>
                  </a:lnTo>
                  <a:lnTo>
                    <a:pt x="7084100" y="533731"/>
                  </a:lnTo>
                  <a:lnTo>
                    <a:pt x="7084750" y="542107"/>
                  </a:lnTo>
                  <a:lnTo>
                    <a:pt x="7085400" y="549394"/>
                  </a:lnTo>
                  <a:lnTo>
                    <a:pt x="7086050" y="555569"/>
                  </a:lnTo>
                  <a:lnTo>
                    <a:pt x="7086699" y="560442"/>
                  </a:lnTo>
                  <a:lnTo>
                    <a:pt x="7087349" y="563959"/>
                  </a:lnTo>
                  <a:lnTo>
                    <a:pt x="7087999" y="565945"/>
                  </a:lnTo>
                  <a:lnTo>
                    <a:pt x="7088649" y="566480"/>
                  </a:lnTo>
                  <a:lnTo>
                    <a:pt x="7089299" y="565962"/>
                  </a:lnTo>
                  <a:lnTo>
                    <a:pt x="7089949" y="564636"/>
                  </a:lnTo>
                  <a:lnTo>
                    <a:pt x="7090599" y="562691"/>
                  </a:lnTo>
                  <a:lnTo>
                    <a:pt x="7091249" y="560466"/>
                  </a:lnTo>
                  <a:lnTo>
                    <a:pt x="7091899" y="558361"/>
                  </a:lnTo>
                  <a:lnTo>
                    <a:pt x="7092549" y="556505"/>
                  </a:lnTo>
                  <a:lnTo>
                    <a:pt x="7093199" y="554929"/>
                  </a:lnTo>
                  <a:lnTo>
                    <a:pt x="7093849" y="553779"/>
                  </a:lnTo>
                  <a:lnTo>
                    <a:pt x="7094499" y="553278"/>
                  </a:lnTo>
                  <a:lnTo>
                    <a:pt x="7095149" y="553653"/>
                  </a:lnTo>
                  <a:lnTo>
                    <a:pt x="7095799" y="555043"/>
                  </a:lnTo>
                  <a:lnTo>
                    <a:pt x="7096448" y="557260"/>
                  </a:lnTo>
                  <a:lnTo>
                    <a:pt x="7097098" y="560262"/>
                  </a:lnTo>
                  <a:lnTo>
                    <a:pt x="7097748" y="564129"/>
                  </a:lnTo>
                  <a:lnTo>
                    <a:pt x="7098398" y="568847"/>
                  </a:lnTo>
                  <a:lnTo>
                    <a:pt x="7099048" y="574225"/>
                  </a:lnTo>
                  <a:lnTo>
                    <a:pt x="7099698" y="580081"/>
                  </a:lnTo>
                  <a:lnTo>
                    <a:pt x="7100348" y="586425"/>
                  </a:lnTo>
                  <a:lnTo>
                    <a:pt x="7100998" y="593174"/>
                  </a:lnTo>
                  <a:lnTo>
                    <a:pt x="7101648" y="600380"/>
                  </a:lnTo>
                  <a:lnTo>
                    <a:pt x="7102298" y="608452"/>
                  </a:lnTo>
                  <a:lnTo>
                    <a:pt x="7102948" y="617729"/>
                  </a:lnTo>
                  <a:lnTo>
                    <a:pt x="7103598" y="628205"/>
                  </a:lnTo>
                  <a:lnTo>
                    <a:pt x="7104248" y="639695"/>
                  </a:lnTo>
                  <a:lnTo>
                    <a:pt x="7104898" y="651883"/>
                  </a:lnTo>
                  <a:lnTo>
                    <a:pt x="7105548" y="664419"/>
                  </a:lnTo>
                  <a:lnTo>
                    <a:pt x="7106198" y="676958"/>
                  </a:lnTo>
                  <a:lnTo>
                    <a:pt x="7106847" y="688953"/>
                  </a:lnTo>
                  <a:lnTo>
                    <a:pt x="7107497" y="699927"/>
                  </a:lnTo>
                  <a:lnTo>
                    <a:pt x="7108147" y="709819"/>
                  </a:lnTo>
                  <a:lnTo>
                    <a:pt x="7108797" y="718526"/>
                  </a:lnTo>
                  <a:lnTo>
                    <a:pt x="7109447" y="726009"/>
                  </a:lnTo>
                  <a:lnTo>
                    <a:pt x="7110097" y="732177"/>
                  </a:lnTo>
                  <a:lnTo>
                    <a:pt x="7110747" y="737242"/>
                  </a:lnTo>
                  <a:lnTo>
                    <a:pt x="7111397" y="741393"/>
                  </a:lnTo>
                  <a:lnTo>
                    <a:pt x="7112047" y="744583"/>
                  </a:lnTo>
                  <a:lnTo>
                    <a:pt x="7112697" y="746533"/>
                  </a:lnTo>
                  <a:lnTo>
                    <a:pt x="7113347" y="747254"/>
                  </a:lnTo>
                  <a:lnTo>
                    <a:pt x="7113997" y="746780"/>
                  </a:lnTo>
                  <a:lnTo>
                    <a:pt x="7114647" y="744895"/>
                  </a:lnTo>
                  <a:lnTo>
                    <a:pt x="7115297" y="741921"/>
                  </a:lnTo>
                  <a:lnTo>
                    <a:pt x="7115947" y="738297"/>
                  </a:lnTo>
                  <a:lnTo>
                    <a:pt x="7116596" y="734417"/>
                  </a:lnTo>
                  <a:lnTo>
                    <a:pt x="7117246" y="730373"/>
                  </a:lnTo>
                  <a:lnTo>
                    <a:pt x="7117896" y="725949"/>
                  </a:lnTo>
                  <a:lnTo>
                    <a:pt x="7118546" y="721329"/>
                  </a:lnTo>
                  <a:lnTo>
                    <a:pt x="7119196" y="716559"/>
                  </a:lnTo>
                  <a:lnTo>
                    <a:pt x="7119846" y="711230"/>
                  </a:lnTo>
                  <a:lnTo>
                    <a:pt x="7120496" y="705116"/>
                  </a:lnTo>
                  <a:lnTo>
                    <a:pt x="7121146" y="697828"/>
                  </a:lnTo>
                  <a:lnTo>
                    <a:pt x="7121796" y="689418"/>
                  </a:lnTo>
                  <a:lnTo>
                    <a:pt x="7122446" y="680302"/>
                  </a:lnTo>
                  <a:lnTo>
                    <a:pt x="7123096" y="670590"/>
                  </a:lnTo>
                  <a:lnTo>
                    <a:pt x="7123746" y="660610"/>
                  </a:lnTo>
                  <a:lnTo>
                    <a:pt x="7124396" y="650865"/>
                  </a:lnTo>
                  <a:lnTo>
                    <a:pt x="7125046" y="641679"/>
                  </a:lnTo>
                  <a:lnTo>
                    <a:pt x="7125696" y="633418"/>
                  </a:lnTo>
                  <a:lnTo>
                    <a:pt x="7126346" y="626293"/>
                  </a:lnTo>
                  <a:lnTo>
                    <a:pt x="7126995" y="620207"/>
                  </a:lnTo>
                  <a:lnTo>
                    <a:pt x="7127645" y="615167"/>
                  </a:lnTo>
                  <a:lnTo>
                    <a:pt x="7128295" y="610816"/>
                  </a:lnTo>
                  <a:lnTo>
                    <a:pt x="7128945" y="607249"/>
                  </a:lnTo>
                  <a:lnTo>
                    <a:pt x="7129595" y="604568"/>
                  </a:lnTo>
                  <a:lnTo>
                    <a:pt x="7130245" y="602686"/>
                  </a:lnTo>
                  <a:lnTo>
                    <a:pt x="7130895" y="601380"/>
                  </a:lnTo>
                  <a:lnTo>
                    <a:pt x="7131545" y="600522"/>
                  </a:lnTo>
                  <a:lnTo>
                    <a:pt x="7132195" y="599798"/>
                  </a:lnTo>
                  <a:lnTo>
                    <a:pt x="7132845" y="599031"/>
                  </a:lnTo>
                  <a:lnTo>
                    <a:pt x="7133495" y="597996"/>
                  </a:lnTo>
                  <a:lnTo>
                    <a:pt x="7134145" y="596516"/>
                  </a:lnTo>
                  <a:lnTo>
                    <a:pt x="7134795" y="594412"/>
                  </a:lnTo>
                  <a:lnTo>
                    <a:pt x="7135445" y="591510"/>
                  </a:lnTo>
                  <a:lnTo>
                    <a:pt x="7136095" y="587827"/>
                  </a:lnTo>
                  <a:lnTo>
                    <a:pt x="7136744" y="583625"/>
                  </a:lnTo>
                  <a:lnTo>
                    <a:pt x="7137394" y="579017"/>
                  </a:lnTo>
                  <a:lnTo>
                    <a:pt x="7138044" y="574533"/>
                  </a:lnTo>
                  <a:lnTo>
                    <a:pt x="7138694" y="570394"/>
                  </a:lnTo>
                  <a:lnTo>
                    <a:pt x="7139344" y="566953"/>
                  </a:lnTo>
                  <a:lnTo>
                    <a:pt x="7139994" y="564279"/>
                  </a:lnTo>
                  <a:lnTo>
                    <a:pt x="7140644" y="562287"/>
                  </a:lnTo>
                  <a:lnTo>
                    <a:pt x="7141294" y="560969"/>
                  </a:lnTo>
                  <a:lnTo>
                    <a:pt x="7141944" y="560166"/>
                  </a:lnTo>
                  <a:lnTo>
                    <a:pt x="7142594" y="559719"/>
                  </a:lnTo>
                  <a:lnTo>
                    <a:pt x="7143244" y="559369"/>
                  </a:lnTo>
                  <a:lnTo>
                    <a:pt x="7143894" y="558873"/>
                  </a:lnTo>
                  <a:lnTo>
                    <a:pt x="7144544" y="558052"/>
                  </a:lnTo>
                  <a:lnTo>
                    <a:pt x="7145194" y="557149"/>
                  </a:lnTo>
                  <a:lnTo>
                    <a:pt x="7145844" y="556116"/>
                  </a:lnTo>
                  <a:lnTo>
                    <a:pt x="7146494" y="555110"/>
                  </a:lnTo>
                  <a:lnTo>
                    <a:pt x="7147143" y="554177"/>
                  </a:lnTo>
                  <a:lnTo>
                    <a:pt x="7147793" y="553167"/>
                  </a:lnTo>
                  <a:lnTo>
                    <a:pt x="7148443" y="551978"/>
                  </a:lnTo>
                  <a:lnTo>
                    <a:pt x="7149093" y="550549"/>
                  </a:lnTo>
                  <a:lnTo>
                    <a:pt x="7149743" y="549070"/>
                  </a:lnTo>
                  <a:lnTo>
                    <a:pt x="7150393" y="547825"/>
                  </a:lnTo>
                  <a:lnTo>
                    <a:pt x="7151043" y="546828"/>
                  </a:lnTo>
                  <a:lnTo>
                    <a:pt x="7151693" y="546324"/>
                  </a:lnTo>
                  <a:lnTo>
                    <a:pt x="7152343" y="546750"/>
                  </a:lnTo>
                  <a:lnTo>
                    <a:pt x="7152993" y="548275"/>
                  </a:lnTo>
                  <a:lnTo>
                    <a:pt x="7153643" y="551173"/>
                  </a:lnTo>
                  <a:lnTo>
                    <a:pt x="7154293" y="555337"/>
                  </a:lnTo>
                  <a:lnTo>
                    <a:pt x="7154943" y="560293"/>
                  </a:lnTo>
                  <a:lnTo>
                    <a:pt x="7155593" y="566002"/>
                  </a:lnTo>
                  <a:lnTo>
                    <a:pt x="7156243" y="572135"/>
                  </a:lnTo>
                  <a:lnTo>
                    <a:pt x="7156892" y="578674"/>
                  </a:lnTo>
                  <a:lnTo>
                    <a:pt x="7157542" y="585739"/>
                  </a:lnTo>
                  <a:lnTo>
                    <a:pt x="7158192" y="593176"/>
                  </a:lnTo>
                  <a:lnTo>
                    <a:pt x="7158842" y="600892"/>
                  </a:lnTo>
                  <a:lnTo>
                    <a:pt x="7159492" y="608948"/>
                  </a:lnTo>
                  <a:lnTo>
                    <a:pt x="7160142" y="617155"/>
                  </a:lnTo>
                  <a:lnTo>
                    <a:pt x="7160792" y="625380"/>
                  </a:lnTo>
                  <a:lnTo>
                    <a:pt x="7161442" y="633577"/>
                  </a:lnTo>
                  <a:lnTo>
                    <a:pt x="7162092" y="641342"/>
                  </a:lnTo>
                  <a:lnTo>
                    <a:pt x="7162742" y="648512"/>
                  </a:lnTo>
                  <a:lnTo>
                    <a:pt x="7163392" y="654859"/>
                  </a:lnTo>
                  <a:lnTo>
                    <a:pt x="7164042" y="660453"/>
                  </a:lnTo>
                  <a:lnTo>
                    <a:pt x="7164692" y="665767"/>
                  </a:lnTo>
                  <a:lnTo>
                    <a:pt x="7165342" y="671104"/>
                  </a:lnTo>
                  <a:lnTo>
                    <a:pt x="7165992" y="676552"/>
                  </a:lnTo>
                  <a:lnTo>
                    <a:pt x="7166642" y="681894"/>
                  </a:lnTo>
                  <a:lnTo>
                    <a:pt x="7167291" y="686922"/>
                  </a:lnTo>
                  <a:lnTo>
                    <a:pt x="7167941" y="691766"/>
                  </a:lnTo>
                  <a:lnTo>
                    <a:pt x="7168591" y="696538"/>
                  </a:lnTo>
                  <a:lnTo>
                    <a:pt x="7169241" y="700833"/>
                  </a:lnTo>
                  <a:lnTo>
                    <a:pt x="7169891" y="704813"/>
                  </a:lnTo>
                  <a:lnTo>
                    <a:pt x="7170541" y="708217"/>
                  </a:lnTo>
                  <a:lnTo>
                    <a:pt x="7171191" y="710897"/>
                  </a:lnTo>
                  <a:lnTo>
                    <a:pt x="7171841" y="713061"/>
                  </a:lnTo>
                  <a:lnTo>
                    <a:pt x="7172491" y="715058"/>
                  </a:lnTo>
                  <a:lnTo>
                    <a:pt x="7173141" y="717106"/>
                  </a:lnTo>
                  <a:lnTo>
                    <a:pt x="7173791" y="719344"/>
                  </a:lnTo>
                  <a:lnTo>
                    <a:pt x="7174441" y="721897"/>
                  </a:lnTo>
                  <a:lnTo>
                    <a:pt x="7175091" y="724572"/>
                  </a:lnTo>
                  <a:lnTo>
                    <a:pt x="7175741" y="727577"/>
                  </a:lnTo>
                  <a:lnTo>
                    <a:pt x="7176391" y="731000"/>
                  </a:lnTo>
                  <a:lnTo>
                    <a:pt x="7177040" y="734793"/>
                  </a:lnTo>
                  <a:lnTo>
                    <a:pt x="7177690" y="738446"/>
                  </a:lnTo>
                  <a:lnTo>
                    <a:pt x="7178340" y="741629"/>
                  </a:lnTo>
                  <a:lnTo>
                    <a:pt x="7178990" y="744041"/>
                  </a:lnTo>
                  <a:lnTo>
                    <a:pt x="7179640" y="745877"/>
                  </a:lnTo>
                  <a:lnTo>
                    <a:pt x="7180290" y="747619"/>
                  </a:lnTo>
                  <a:lnTo>
                    <a:pt x="7180940" y="749342"/>
                  </a:lnTo>
                  <a:lnTo>
                    <a:pt x="7181590" y="750904"/>
                  </a:lnTo>
                  <a:lnTo>
                    <a:pt x="7182240" y="752208"/>
                  </a:lnTo>
                  <a:lnTo>
                    <a:pt x="7182890" y="753295"/>
                  </a:lnTo>
                  <a:lnTo>
                    <a:pt x="7183540" y="754312"/>
                  </a:lnTo>
                  <a:lnTo>
                    <a:pt x="7184190" y="754979"/>
                  </a:lnTo>
                  <a:lnTo>
                    <a:pt x="7184840" y="755308"/>
                  </a:lnTo>
                  <a:lnTo>
                    <a:pt x="7185490" y="755191"/>
                  </a:lnTo>
                  <a:lnTo>
                    <a:pt x="7186140" y="754597"/>
                  </a:lnTo>
                  <a:lnTo>
                    <a:pt x="7186790" y="753610"/>
                  </a:lnTo>
                  <a:lnTo>
                    <a:pt x="7187439" y="752654"/>
                  </a:lnTo>
                  <a:lnTo>
                    <a:pt x="7188089" y="751817"/>
                  </a:lnTo>
                  <a:lnTo>
                    <a:pt x="7188739" y="751670"/>
                  </a:lnTo>
                  <a:lnTo>
                    <a:pt x="7189389" y="751991"/>
                  </a:lnTo>
                  <a:lnTo>
                    <a:pt x="7190039" y="752486"/>
                  </a:lnTo>
                  <a:lnTo>
                    <a:pt x="7190689" y="753240"/>
                  </a:lnTo>
                  <a:lnTo>
                    <a:pt x="7191339" y="754395"/>
                  </a:lnTo>
                  <a:lnTo>
                    <a:pt x="7191989" y="755870"/>
                  </a:lnTo>
                  <a:lnTo>
                    <a:pt x="7192639" y="757769"/>
                  </a:lnTo>
                  <a:lnTo>
                    <a:pt x="7193289" y="760230"/>
                  </a:lnTo>
                  <a:lnTo>
                    <a:pt x="7193939" y="763068"/>
                  </a:lnTo>
                  <a:lnTo>
                    <a:pt x="7194589" y="766383"/>
                  </a:lnTo>
                  <a:lnTo>
                    <a:pt x="7195239" y="770373"/>
                  </a:lnTo>
                  <a:lnTo>
                    <a:pt x="7195889" y="775543"/>
                  </a:lnTo>
                  <a:lnTo>
                    <a:pt x="7196539" y="782269"/>
                  </a:lnTo>
                  <a:lnTo>
                    <a:pt x="7197188" y="790492"/>
                  </a:lnTo>
                  <a:lnTo>
                    <a:pt x="7197838" y="799984"/>
                  </a:lnTo>
                  <a:lnTo>
                    <a:pt x="7198488" y="810690"/>
                  </a:lnTo>
                  <a:lnTo>
                    <a:pt x="7199138" y="822911"/>
                  </a:lnTo>
                  <a:lnTo>
                    <a:pt x="7199788" y="836854"/>
                  </a:lnTo>
                  <a:lnTo>
                    <a:pt x="7200438" y="852288"/>
                  </a:lnTo>
                  <a:lnTo>
                    <a:pt x="7201088" y="868842"/>
                  </a:lnTo>
                  <a:lnTo>
                    <a:pt x="7201738" y="886608"/>
                  </a:lnTo>
                  <a:lnTo>
                    <a:pt x="7202388" y="905366"/>
                  </a:lnTo>
                  <a:lnTo>
                    <a:pt x="7203038" y="925001"/>
                  </a:lnTo>
                  <a:lnTo>
                    <a:pt x="7203688" y="945642"/>
                  </a:lnTo>
                  <a:lnTo>
                    <a:pt x="7204338" y="966902"/>
                  </a:lnTo>
                  <a:lnTo>
                    <a:pt x="7204988" y="988360"/>
                  </a:lnTo>
                  <a:lnTo>
                    <a:pt x="7205638" y="1009446"/>
                  </a:lnTo>
                  <a:lnTo>
                    <a:pt x="7206288" y="1029500"/>
                  </a:lnTo>
                  <a:lnTo>
                    <a:pt x="7206937" y="1048239"/>
                  </a:lnTo>
                  <a:lnTo>
                    <a:pt x="7207587" y="1066262"/>
                  </a:lnTo>
                  <a:lnTo>
                    <a:pt x="7208237" y="1083430"/>
                  </a:lnTo>
                  <a:lnTo>
                    <a:pt x="7208887" y="1099473"/>
                  </a:lnTo>
                  <a:lnTo>
                    <a:pt x="7209537" y="1114696"/>
                  </a:lnTo>
                  <a:lnTo>
                    <a:pt x="7210187" y="1129804"/>
                  </a:lnTo>
                  <a:lnTo>
                    <a:pt x="7210837" y="1145578"/>
                  </a:lnTo>
                  <a:lnTo>
                    <a:pt x="7211487" y="1162595"/>
                  </a:lnTo>
                  <a:lnTo>
                    <a:pt x="7212137" y="1180673"/>
                  </a:lnTo>
                  <a:lnTo>
                    <a:pt x="7212787" y="1199340"/>
                  </a:lnTo>
                  <a:lnTo>
                    <a:pt x="7213437" y="1218588"/>
                  </a:lnTo>
                  <a:lnTo>
                    <a:pt x="7214087" y="1238573"/>
                  </a:lnTo>
                  <a:lnTo>
                    <a:pt x="7214737" y="1259289"/>
                  </a:lnTo>
                  <a:lnTo>
                    <a:pt x="7215387" y="1280797"/>
                  </a:lnTo>
                  <a:lnTo>
                    <a:pt x="7216037" y="1303214"/>
                  </a:lnTo>
                  <a:lnTo>
                    <a:pt x="7216687" y="1326950"/>
                  </a:lnTo>
                  <a:lnTo>
                    <a:pt x="7217336" y="1351648"/>
                  </a:lnTo>
                  <a:lnTo>
                    <a:pt x="7217986" y="1377926"/>
                  </a:lnTo>
                  <a:lnTo>
                    <a:pt x="7218636" y="1406190"/>
                  </a:lnTo>
                  <a:lnTo>
                    <a:pt x="7219286" y="1436564"/>
                  </a:lnTo>
                  <a:lnTo>
                    <a:pt x="7219936" y="1468487"/>
                  </a:lnTo>
                  <a:lnTo>
                    <a:pt x="7220586" y="1501705"/>
                  </a:lnTo>
                  <a:lnTo>
                    <a:pt x="7221236" y="1535033"/>
                  </a:lnTo>
                  <a:lnTo>
                    <a:pt x="7221886" y="1568477"/>
                  </a:lnTo>
                  <a:lnTo>
                    <a:pt x="7222536" y="1602178"/>
                  </a:lnTo>
                  <a:lnTo>
                    <a:pt x="7223186" y="1635832"/>
                  </a:lnTo>
                  <a:lnTo>
                    <a:pt x="7223836" y="1668778"/>
                  </a:lnTo>
                  <a:lnTo>
                    <a:pt x="7224486" y="1701003"/>
                  </a:lnTo>
                  <a:lnTo>
                    <a:pt x="7225136" y="1732018"/>
                  </a:lnTo>
                  <a:lnTo>
                    <a:pt x="7225786" y="1761387"/>
                  </a:lnTo>
                  <a:lnTo>
                    <a:pt x="7226436" y="1788815"/>
                  </a:lnTo>
                  <a:lnTo>
                    <a:pt x="7227085" y="1813861"/>
                  </a:lnTo>
                  <a:lnTo>
                    <a:pt x="7227735" y="1833969"/>
                  </a:lnTo>
                  <a:lnTo>
                    <a:pt x="7228385" y="1847401"/>
                  </a:lnTo>
                  <a:lnTo>
                    <a:pt x="7229035" y="1852465"/>
                  </a:lnTo>
                  <a:lnTo>
                    <a:pt x="7229685" y="1849038"/>
                  </a:lnTo>
                  <a:lnTo>
                    <a:pt x="7230335" y="1837616"/>
                  </a:lnTo>
                  <a:lnTo>
                    <a:pt x="7230985" y="1819102"/>
                  </a:lnTo>
                  <a:lnTo>
                    <a:pt x="7231635" y="1794319"/>
                  </a:lnTo>
                  <a:lnTo>
                    <a:pt x="7232285" y="1765608"/>
                  </a:lnTo>
                  <a:lnTo>
                    <a:pt x="7232935" y="1734708"/>
                  </a:lnTo>
                  <a:lnTo>
                    <a:pt x="7233585" y="1703084"/>
                  </a:lnTo>
                  <a:lnTo>
                    <a:pt x="7234235" y="1671675"/>
                  </a:lnTo>
                  <a:lnTo>
                    <a:pt x="7234885" y="1640864"/>
                  </a:lnTo>
                  <a:lnTo>
                    <a:pt x="7235535" y="1610748"/>
                  </a:lnTo>
                  <a:lnTo>
                    <a:pt x="7236185" y="1581839"/>
                  </a:lnTo>
                  <a:lnTo>
                    <a:pt x="7236835" y="1554609"/>
                  </a:lnTo>
                  <a:lnTo>
                    <a:pt x="7237484" y="1529607"/>
                  </a:lnTo>
                  <a:lnTo>
                    <a:pt x="7238134" y="1506897"/>
                  </a:lnTo>
                  <a:lnTo>
                    <a:pt x="7238784" y="1486491"/>
                  </a:lnTo>
                  <a:lnTo>
                    <a:pt x="7239434" y="1468172"/>
                  </a:lnTo>
                  <a:lnTo>
                    <a:pt x="7240084" y="1451874"/>
                  </a:lnTo>
                  <a:lnTo>
                    <a:pt x="7240734" y="1437009"/>
                  </a:lnTo>
                  <a:lnTo>
                    <a:pt x="7241384" y="1423445"/>
                  </a:lnTo>
                  <a:lnTo>
                    <a:pt x="7242034" y="1410315"/>
                  </a:lnTo>
                  <a:lnTo>
                    <a:pt x="7242684" y="1397416"/>
                  </a:lnTo>
                  <a:lnTo>
                    <a:pt x="7243334" y="1384754"/>
                  </a:lnTo>
                  <a:lnTo>
                    <a:pt x="7243984" y="1372323"/>
                  </a:lnTo>
                  <a:lnTo>
                    <a:pt x="7244634" y="1360256"/>
                  </a:lnTo>
                  <a:lnTo>
                    <a:pt x="7245284" y="1348811"/>
                  </a:lnTo>
                  <a:lnTo>
                    <a:pt x="7245934" y="1337854"/>
                  </a:lnTo>
                  <a:lnTo>
                    <a:pt x="7246584" y="1327381"/>
                  </a:lnTo>
                  <a:lnTo>
                    <a:pt x="7247233" y="1317320"/>
                  </a:lnTo>
                  <a:lnTo>
                    <a:pt x="7247883" y="1307352"/>
                  </a:lnTo>
                  <a:lnTo>
                    <a:pt x="7248533" y="1297368"/>
                  </a:lnTo>
                  <a:lnTo>
                    <a:pt x="7249183" y="1287244"/>
                  </a:lnTo>
                  <a:lnTo>
                    <a:pt x="7249833" y="1277116"/>
                  </a:lnTo>
                  <a:lnTo>
                    <a:pt x="7250483" y="1267143"/>
                  </a:lnTo>
                  <a:lnTo>
                    <a:pt x="7251133" y="1257466"/>
                  </a:lnTo>
                  <a:lnTo>
                    <a:pt x="7251783" y="1248169"/>
                  </a:lnTo>
                  <a:lnTo>
                    <a:pt x="7252433" y="1239255"/>
                  </a:lnTo>
                  <a:lnTo>
                    <a:pt x="7253083" y="1230652"/>
                  </a:lnTo>
                  <a:lnTo>
                    <a:pt x="7253733" y="1222365"/>
                  </a:lnTo>
                  <a:lnTo>
                    <a:pt x="7254383" y="1214355"/>
                  </a:lnTo>
                  <a:lnTo>
                    <a:pt x="7255033" y="1206420"/>
                  </a:lnTo>
                  <a:lnTo>
                    <a:pt x="7255683" y="1198650"/>
                  </a:lnTo>
                  <a:lnTo>
                    <a:pt x="7256333" y="1191176"/>
                  </a:lnTo>
                  <a:lnTo>
                    <a:pt x="7256983" y="1184204"/>
                  </a:lnTo>
                  <a:lnTo>
                    <a:pt x="7257632" y="1178062"/>
                  </a:lnTo>
                  <a:lnTo>
                    <a:pt x="7258282" y="1173010"/>
                  </a:lnTo>
                  <a:lnTo>
                    <a:pt x="7258932" y="1169303"/>
                  </a:lnTo>
                  <a:lnTo>
                    <a:pt x="7259582" y="1166814"/>
                  </a:lnTo>
                  <a:lnTo>
                    <a:pt x="7260232" y="1165971"/>
                  </a:lnTo>
                  <a:lnTo>
                    <a:pt x="7260882" y="1166774"/>
                  </a:lnTo>
                  <a:lnTo>
                    <a:pt x="7261532" y="1169434"/>
                  </a:lnTo>
                  <a:lnTo>
                    <a:pt x="7262182" y="1173960"/>
                  </a:lnTo>
                  <a:lnTo>
                    <a:pt x="7262832" y="1180240"/>
                  </a:lnTo>
                  <a:lnTo>
                    <a:pt x="7263482" y="1188122"/>
                  </a:lnTo>
                  <a:lnTo>
                    <a:pt x="7264132" y="1197816"/>
                  </a:lnTo>
                  <a:lnTo>
                    <a:pt x="7264782" y="1209124"/>
                  </a:lnTo>
                  <a:lnTo>
                    <a:pt x="7265432" y="1221860"/>
                  </a:lnTo>
                  <a:lnTo>
                    <a:pt x="7266082" y="1235851"/>
                  </a:lnTo>
                  <a:lnTo>
                    <a:pt x="7266732" y="1250918"/>
                  </a:lnTo>
                  <a:lnTo>
                    <a:pt x="7267381" y="1267028"/>
                  </a:lnTo>
                  <a:lnTo>
                    <a:pt x="7268031" y="1284267"/>
                  </a:lnTo>
                  <a:lnTo>
                    <a:pt x="7268681" y="1302457"/>
                  </a:lnTo>
                  <a:lnTo>
                    <a:pt x="7269331" y="1321288"/>
                  </a:lnTo>
                  <a:lnTo>
                    <a:pt x="7269981" y="1340297"/>
                  </a:lnTo>
                  <a:lnTo>
                    <a:pt x="7270631" y="1359420"/>
                  </a:lnTo>
                  <a:lnTo>
                    <a:pt x="7271281" y="1378508"/>
                  </a:lnTo>
                  <a:lnTo>
                    <a:pt x="7271931" y="1397642"/>
                  </a:lnTo>
                  <a:lnTo>
                    <a:pt x="7272581" y="1416737"/>
                  </a:lnTo>
                  <a:lnTo>
                    <a:pt x="7273231" y="1436062"/>
                  </a:lnTo>
                  <a:lnTo>
                    <a:pt x="7273881" y="1455458"/>
                  </a:lnTo>
                  <a:lnTo>
                    <a:pt x="7274531" y="1475532"/>
                  </a:lnTo>
                  <a:lnTo>
                    <a:pt x="7275181" y="1496419"/>
                  </a:lnTo>
                  <a:lnTo>
                    <a:pt x="7275831" y="1518113"/>
                  </a:lnTo>
                  <a:lnTo>
                    <a:pt x="7276481" y="1540497"/>
                  </a:lnTo>
                  <a:lnTo>
                    <a:pt x="7277131" y="1563406"/>
                  </a:lnTo>
                  <a:lnTo>
                    <a:pt x="7277780" y="1586302"/>
                  </a:lnTo>
                  <a:lnTo>
                    <a:pt x="7278430" y="1609182"/>
                  </a:lnTo>
                  <a:lnTo>
                    <a:pt x="7279080" y="1632309"/>
                  </a:lnTo>
                  <a:lnTo>
                    <a:pt x="7279730" y="1656014"/>
                  </a:lnTo>
                  <a:lnTo>
                    <a:pt x="7280380" y="1680498"/>
                  </a:lnTo>
                  <a:lnTo>
                    <a:pt x="7281030" y="1705965"/>
                  </a:lnTo>
                  <a:lnTo>
                    <a:pt x="7281680" y="1732436"/>
                  </a:lnTo>
                  <a:lnTo>
                    <a:pt x="7282330" y="1759525"/>
                  </a:lnTo>
                  <a:lnTo>
                    <a:pt x="7282980" y="1786870"/>
                  </a:lnTo>
                  <a:lnTo>
                    <a:pt x="7283630" y="1814142"/>
                  </a:lnTo>
                  <a:lnTo>
                    <a:pt x="7284280" y="1841452"/>
                  </a:lnTo>
                  <a:lnTo>
                    <a:pt x="7284930" y="1868734"/>
                  </a:lnTo>
                  <a:lnTo>
                    <a:pt x="7285580" y="1895680"/>
                  </a:lnTo>
                  <a:lnTo>
                    <a:pt x="7286230" y="1922460"/>
                  </a:lnTo>
                  <a:lnTo>
                    <a:pt x="7286880" y="1949232"/>
                  </a:lnTo>
                  <a:lnTo>
                    <a:pt x="7287529" y="1976252"/>
                  </a:lnTo>
                  <a:lnTo>
                    <a:pt x="7288179" y="2003118"/>
                  </a:lnTo>
                  <a:lnTo>
                    <a:pt x="7288829" y="2028934"/>
                  </a:lnTo>
                  <a:lnTo>
                    <a:pt x="7289479" y="2052645"/>
                  </a:lnTo>
                  <a:lnTo>
                    <a:pt x="7290129" y="2073681"/>
                  </a:lnTo>
                  <a:lnTo>
                    <a:pt x="7290779" y="2091072"/>
                  </a:lnTo>
                  <a:lnTo>
                    <a:pt x="7291429" y="2103794"/>
                  </a:lnTo>
                  <a:lnTo>
                    <a:pt x="7292079" y="2113317"/>
                  </a:lnTo>
                  <a:lnTo>
                    <a:pt x="7292729" y="2119847"/>
                  </a:lnTo>
                  <a:lnTo>
                    <a:pt x="7293379" y="2123669"/>
                  </a:lnTo>
                  <a:lnTo>
                    <a:pt x="7294029" y="2124284"/>
                  </a:lnTo>
                  <a:lnTo>
                    <a:pt x="7294679" y="2121097"/>
                  </a:lnTo>
                  <a:lnTo>
                    <a:pt x="7295329" y="2114752"/>
                  </a:lnTo>
                  <a:lnTo>
                    <a:pt x="7295979" y="2105779"/>
                  </a:lnTo>
                  <a:lnTo>
                    <a:pt x="7296629" y="2093764"/>
                  </a:lnTo>
                  <a:lnTo>
                    <a:pt x="7297279" y="2078762"/>
                  </a:lnTo>
                  <a:lnTo>
                    <a:pt x="7297928" y="2061995"/>
                  </a:lnTo>
                  <a:lnTo>
                    <a:pt x="7298578" y="2044060"/>
                  </a:lnTo>
                  <a:lnTo>
                    <a:pt x="7299228" y="2025693"/>
                  </a:lnTo>
                  <a:lnTo>
                    <a:pt x="7299878" y="2006837"/>
                  </a:lnTo>
                  <a:lnTo>
                    <a:pt x="7300528" y="1987648"/>
                  </a:lnTo>
                  <a:lnTo>
                    <a:pt x="7301178" y="1968720"/>
                  </a:lnTo>
                  <a:lnTo>
                    <a:pt x="7301828" y="1950452"/>
                  </a:lnTo>
                  <a:lnTo>
                    <a:pt x="7302478" y="1932681"/>
                  </a:lnTo>
                  <a:lnTo>
                    <a:pt x="7303128" y="1915663"/>
                  </a:lnTo>
                  <a:lnTo>
                    <a:pt x="7303778" y="1899349"/>
                  </a:lnTo>
                  <a:lnTo>
                    <a:pt x="7304428" y="1884286"/>
                  </a:lnTo>
                  <a:lnTo>
                    <a:pt x="7305078" y="1870174"/>
                  </a:lnTo>
                  <a:lnTo>
                    <a:pt x="7305728" y="1856452"/>
                  </a:lnTo>
                  <a:lnTo>
                    <a:pt x="7306378" y="1842919"/>
                  </a:lnTo>
                  <a:lnTo>
                    <a:pt x="7307028" y="1829537"/>
                  </a:lnTo>
                  <a:lnTo>
                    <a:pt x="7307677" y="1816196"/>
                  </a:lnTo>
                  <a:lnTo>
                    <a:pt x="7308327" y="1803153"/>
                  </a:lnTo>
                  <a:lnTo>
                    <a:pt x="7308977" y="1790213"/>
                  </a:lnTo>
                  <a:lnTo>
                    <a:pt x="7309627" y="1777767"/>
                  </a:lnTo>
                  <a:lnTo>
                    <a:pt x="7310277" y="1766231"/>
                  </a:lnTo>
                  <a:lnTo>
                    <a:pt x="7310927" y="1755892"/>
                  </a:lnTo>
                  <a:lnTo>
                    <a:pt x="7311577" y="1746822"/>
                  </a:lnTo>
                  <a:lnTo>
                    <a:pt x="7312227" y="1738832"/>
                  </a:lnTo>
                  <a:lnTo>
                    <a:pt x="7312877" y="1731755"/>
                  </a:lnTo>
                  <a:lnTo>
                    <a:pt x="7313527" y="1725371"/>
                  </a:lnTo>
                  <a:lnTo>
                    <a:pt x="7314177" y="1719710"/>
                  </a:lnTo>
                  <a:lnTo>
                    <a:pt x="7314827" y="1715081"/>
                  </a:lnTo>
                  <a:lnTo>
                    <a:pt x="7315477" y="1711713"/>
                  </a:lnTo>
                  <a:lnTo>
                    <a:pt x="7316127" y="1709727"/>
                  </a:lnTo>
                  <a:lnTo>
                    <a:pt x="7316777" y="1708911"/>
                  </a:lnTo>
                  <a:lnTo>
                    <a:pt x="7317427" y="1709057"/>
                  </a:lnTo>
                  <a:lnTo>
                    <a:pt x="7318076" y="1710354"/>
                  </a:lnTo>
                  <a:lnTo>
                    <a:pt x="7318726" y="1712734"/>
                  </a:lnTo>
                  <a:lnTo>
                    <a:pt x="7319376" y="1715841"/>
                  </a:lnTo>
                  <a:lnTo>
                    <a:pt x="7320026" y="1719535"/>
                  </a:lnTo>
                  <a:lnTo>
                    <a:pt x="7320676" y="1723233"/>
                  </a:lnTo>
                  <a:lnTo>
                    <a:pt x="7321326" y="1726554"/>
                  </a:lnTo>
                  <a:lnTo>
                    <a:pt x="7321976" y="1729506"/>
                  </a:lnTo>
                  <a:lnTo>
                    <a:pt x="7322626" y="1731878"/>
                  </a:lnTo>
                  <a:lnTo>
                    <a:pt x="7323276" y="1733951"/>
                  </a:lnTo>
                  <a:lnTo>
                    <a:pt x="7323926" y="1735961"/>
                  </a:lnTo>
                  <a:lnTo>
                    <a:pt x="7324576" y="1737571"/>
                  </a:lnTo>
                  <a:lnTo>
                    <a:pt x="7325226" y="1738800"/>
                  </a:lnTo>
                  <a:lnTo>
                    <a:pt x="7325876" y="1739821"/>
                  </a:lnTo>
                  <a:lnTo>
                    <a:pt x="7326526" y="1741109"/>
                  </a:lnTo>
                  <a:lnTo>
                    <a:pt x="7327176" y="1743382"/>
                  </a:lnTo>
                  <a:lnTo>
                    <a:pt x="7327825" y="1746439"/>
                  </a:lnTo>
                  <a:lnTo>
                    <a:pt x="7328475" y="1750273"/>
                  </a:lnTo>
                  <a:lnTo>
                    <a:pt x="7329125" y="1755191"/>
                  </a:lnTo>
                  <a:lnTo>
                    <a:pt x="7329775" y="1761100"/>
                  </a:lnTo>
                  <a:lnTo>
                    <a:pt x="7330425" y="1767900"/>
                  </a:lnTo>
                  <a:lnTo>
                    <a:pt x="7331075" y="1775702"/>
                  </a:lnTo>
                  <a:lnTo>
                    <a:pt x="7331725" y="1784394"/>
                  </a:lnTo>
                  <a:lnTo>
                    <a:pt x="7332375" y="1794298"/>
                  </a:lnTo>
                  <a:lnTo>
                    <a:pt x="7333025" y="1805443"/>
                  </a:lnTo>
                  <a:lnTo>
                    <a:pt x="7333675" y="1817448"/>
                  </a:lnTo>
                  <a:lnTo>
                    <a:pt x="7334325" y="1830096"/>
                  </a:lnTo>
                  <a:lnTo>
                    <a:pt x="7334975" y="1843507"/>
                  </a:lnTo>
                  <a:lnTo>
                    <a:pt x="7335625" y="1857358"/>
                  </a:lnTo>
                  <a:lnTo>
                    <a:pt x="7336275" y="1871452"/>
                  </a:lnTo>
                  <a:lnTo>
                    <a:pt x="7336925" y="1884786"/>
                  </a:lnTo>
                  <a:lnTo>
                    <a:pt x="7337575" y="1897203"/>
                  </a:lnTo>
                  <a:lnTo>
                    <a:pt x="7338224" y="1908849"/>
                  </a:lnTo>
                  <a:lnTo>
                    <a:pt x="7338874" y="1919475"/>
                  </a:lnTo>
                  <a:lnTo>
                    <a:pt x="7339524" y="1929354"/>
                  </a:lnTo>
                  <a:lnTo>
                    <a:pt x="7340174" y="1938727"/>
                  </a:lnTo>
                  <a:lnTo>
                    <a:pt x="7340824" y="1947506"/>
                  </a:lnTo>
                  <a:lnTo>
                    <a:pt x="7341474" y="1955918"/>
                  </a:lnTo>
                  <a:lnTo>
                    <a:pt x="7342124" y="1963562"/>
                  </a:lnTo>
                  <a:lnTo>
                    <a:pt x="7342774" y="1969498"/>
                  </a:lnTo>
                  <a:lnTo>
                    <a:pt x="7343424" y="1973925"/>
                  </a:lnTo>
                  <a:lnTo>
                    <a:pt x="7344074" y="1976827"/>
                  </a:lnTo>
                  <a:lnTo>
                    <a:pt x="7344724" y="1978236"/>
                  </a:lnTo>
                  <a:lnTo>
                    <a:pt x="7345374" y="1978212"/>
                  </a:lnTo>
                  <a:lnTo>
                    <a:pt x="7346024" y="1977147"/>
                  </a:lnTo>
                  <a:lnTo>
                    <a:pt x="7346674" y="1975537"/>
                  </a:lnTo>
                  <a:lnTo>
                    <a:pt x="7347324" y="1973618"/>
                  </a:lnTo>
                  <a:lnTo>
                    <a:pt x="7347973" y="1971505"/>
                  </a:lnTo>
                  <a:lnTo>
                    <a:pt x="7348623" y="1969227"/>
                  </a:lnTo>
                  <a:lnTo>
                    <a:pt x="7349273" y="1966594"/>
                  </a:lnTo>
                  <a:lnTo>
                    <a:pt x="7349923" y="1964018"/>
                  </a:lnTo>
                  <a:lnTo>
                    <a:pt x="7350573" y="1961463"/>
                  </a:lnTo>
                  <a:lnTo>
                    <a:pt x="7351223" y="1959152"/>
                  </a:lnTo>
                  <a:lnTo>
                    <a:pt x="7351873" y="1957432"/>
                  </a:lnTo>
                  <a:lnTo>
                    <a:pt x="7352523" y="1957113"/>
                  </a:lnTo>
                  <a:lnTo>
                    <a:pt x="7353173" y="1958522"/>
                  </a:lnTo>
                  <a:lnTo>
                    <a:pt x="7353823" y="1962434"/>
                  </a:lnTo>
                  <a:lnTo>
                    <a:pt x="7354473" y="1968811"/>
                  </a:lnTo>
                  <a:lnTo>
                    <a:pt x="7355123" y="1977884"/>
                  </a:lnTo>
                  <a:lnTo>
                    <a:pt x="7355773" y="1989095"/>
                  </a:lnTo>
                  <a:lnTo>
                    <a:pt x="7356423" y="2001800"/>
                  </a:lnTo>
                  <a:lnTo>
                    <a:pt x="7357073" y="2015919"/>
                  </a:lnTo>
                  <a:lnTo>
                    <a:pt x="7357722" y="2031152"/>
                  </a:lnTo>
                  <a:lnTo>
                    <a:pt x="7358372" y="2047527"/>
                  </a:lnTo>
                  <a:lnTo>
                    <a:pt x="7359022" y="2064521"/>
                  </a:lnTo>
                  <a:lnTo>
                    <a:pt x="7359672" y="2081411"/>
                  </a:lnTo>
                  <a:lnTo>
                    <a:pt x="7360322" y="2097928"/>
                  </a:lnTo>
                  <a:lnTo>
                    <a:pt x="7360972" y="2113945"/>
                  </a:lnTo>
                  <a:lnTo>
                    <a:pt x="7361622" y="2129376"/>
                  </a:lnTo>
                  <a:lnTo>
                    <a:pt x="7362272" y="2144114"/>
                  </a:lnTo>
                  <a:lnTo>
                    <a:pt x="7362922" y="2157515"/>
                  </a:lnTo>
                  <a:lnTo>
                    <a:pt x="7363572" y="2169139"/>
                  </a:lnTo>
                  <a:lnTo>
                    <a:pt x="7364222" y="2178872"/>
                  </a:lnTo>
                  <a:lnTo>
                    <a:pt x="7364872" y="2186686"/>
                  </a:lnTo>
                  <a:lnTo>
                    <a:pt x="7365522" y="2192841"/>
                  </a:lnTo>
                  <a:lnTo>
                    <a:pt x="7366172" y="2197587"/>
                  </a:lnTo>
                  <a:lnTo>
                    <a:pt x="7366822" y="2200994"/>
                  </a:lnTo>
                  <a:lnTo>
                    <a:pt x="7367472" y="2203094"/>
                  </a:lnTo>
                  <a:lnTo>
                    <a:pt x="7368121" y="2204055"/>
                  </a:lnTo>
                  <a:lnTo>
                    <a:pt x="7368771" y="2204105"/>
                  </a:lnTo>
                  <a:lnTo>
                    <a:pt x="7369421" y="2203784"/>
                  </a:lnTo>
                  <a:lnTo>
                    <a:pt x="7370071" y="2203725"/>
                  </a:lnTo>
                  <a:lnTo>
                    <a:pt x="7370721" y="2204346"/>
                  </a:lnTo>
                  <a:lnTo>
                    <a:pt x="7371371" y="2205848"/>
                  </a:lnTo>
                  <a:lnTo>
                    <a:pt x="7372021" y="2207914"/>
                  </a:lnTo>
                  <a:lnTo>
                    <a:pt x="7372671" y="2210357"/>
                  </a:lnTo>
                  <a:lnTo>
                    <a:pt x="7373321" y="2213081"/>
                  </a:lnTo>
                  <a:lnTo>
                    <a:pt x="7373971" y="2216766"/>
                  </a:lnTo>
                  <a:lnTo>
                    <a:pt x="7374621" y="2221563"/>
                  </a:lnTo>
                  <a:lnTo>
                    <a:pt x="7375271" y="2228161"/>
                  </a:lnTo>
                  <a:lnTo>
                    <a:pt x="7375921" y="2236584"/>
                  </a:lnTo>
                  <a:lnTo>
                    <a:pt x="7376571" y="2246862"/>
                  </a:lnTo>
                  <a:lnTo>
                    <a:pt x="7377221" y="2258872"/>
                  </a:lnTo>
                  <a:lnTo>
                    <a:pt x="7377870" y="2272994"/>
                  </a:lnTo>
                  <a:lnTo>
                    <a:pt x="7378520" y="2288928"/>
                  </a:lnTo>
                  <a:lnTo>
                    <a:pt x="7379170" y="2306547"/>
                  </a:lnTo>
                  <a:lnTo>
                    <a:pt x="7379820" y="2325204"/>
                  </a:lnTo>
                  <a:lnTo>
                    <a:pt x="7380470" y="2344045"/>
                  </a:lnTo>
                  <a:lnTo>
                    <a:pt x="7381120" y="2362845"/>
                  </a:lnTo>
                  <a:lnTo>
                    <a:pt x="7381770" y="2382031"/>
                  </a:lnTo>
                  <a:lnTo>
                    <a:pt x="7382420" y="2401451"/>
                  </a:lnTo>
                  <a:lnTo>
                    <a:pt x="7383070" y="2421097"/>
                  </a:lnTo>
                  <a:lnTo>
                    <a:pt x="7383720" y="2439865"/>
                  </a:lnTo>
                  <a:lnTo>
                    <a:pt x="7384370" y="2457368"/>
                  </a:lnTo>
                  <a:lnTo>
                    <a:pt x="7385020" y="2472602"/>
                  </a:lnTo>
                  <a:lnTo>
                    <a:pt x="7385670" y="2486037"/>
                  </a:lnTo>
                  <a:lnTo>
                    <a:pt x="7386320" y="2497224"/>
                  </a:lnTo>
                  <a:lnTo>
                    <a:pt x="7386970" y="2506217"/>
                  </a:lnTo>
                  <a:lnTo>
                    <a:pt x="7387620" y="2512415"/>
                  </a:lnTo>
                  <a:lnTo>
                    <a:pt x="7388269" y="2516535"/>
                  </a:lnTo>
                  <a:lnTo>
                    <a:pt x="7388919" y="2518832"/>
                  </a:lnTo>
                  <a:lnTo>
                    <a:pt x="7389569" y="2519828"/>
                  </a:lnTo>
                  <a:lnTo>
                    <a:pt x="7390219" y="2520061"/>
                  </a:lnTo>
                  <a:lnTo>
                    <a:pt x="7390869" y="2519340"/>
                  </a:lnTo>
                  <a:lnTo>
                    <a:pt x="7391519" y="2517719"/>
                  </a:lnTo>
                  <a:lnTo>
                    <a:pt x="7392169" y="2515493"/>
                  </a:lnTo>
                  <a:lnTo>
                    <a:pt x="7392819" y="2512508"/>
                  </a:lnTo>
                  <a:lnTo>
                    <a:pt x="7393469" y="2509085"/>
                  </a:lnTo>
                  <a:lnTo>
                    <a:pt x="7394119" y="2504655"/>
                  </a:lnTo>
                  <a:lnTo>
                    <a:pt x="7394769" y="2499201"/>
                  </a:lnTo>
                  <a:lnTo>
                    <a:pt x="7395419" y="2492305"/>
                  </a:lnTo>
                  <a:lnTo>
                    <a:pt x="7396069" y="2484159"/>
                  </a:lnTo>
                  <a:lnTo>
                    <a:pt x="7396719" y="2475124"/>
                  </a:lnTo>
                  <a:lnTo>
                    <a:pt x="7397369" y="2466277"/>
                  </a:lnTo>
                  <a:lnTo>
                    <a:pt x="7398018" y="2457374"/>
                  </a:lnTo>
                  <a:lnTo>
                    <a:pt x="7398668" y="2448672"/>
                  </a:lnTo>
                  <a:lnTo>
                    <a:pt x="7399318" y="2440455"/>
                  </a:lnTo>
                  <a:lnTo>
                    <a:pt x="7399968" y="2433113"/>
                  </a:lnTo>
                  <a:lnTo>
                    <a:pt x="7400618" y="2426659"/>
                  </a:lnTo>
                  <a:lnTo>
                    <a:pt x="7401268" y="2421276"/>
                  </a:lnTo>
                  <a:lnTo>
                    <a:pt x="7401918" y="2416746"/>
                  </a:lnTo>
                  <a:lnTo>
                    <a:pt x="7402568" y="2412837"/>
                  </a:lnTo>
                  <a:lnTo>
                    <a:pt x="7403218" y="2410012"/>
                  </a:lnTo>
                  <a:lnTo>
                    <a:pt x="7403868" y="2408503"/>
                  </a:lnTo>
                  <a:lnTo>
                    <a:pt x="7404518" y="2407885"/>
                  </a:lnTo>
                  <a:lnTo>
                    <a:pt x="7405168" y="2408611"/>
                  </a:lnTo>
                  <a:lnTo>
                    <a:pt x="7405818" y="2410410"/>
                  </a:lnTo>
                  <a:lnTo>
                    <a:pt x="7406468" y="2413096"/>
                  </a:lnTo>
                  <a:lnTo>
                    <a:pt x="7407118" y="2415849"/>
                  </a:lnTo>
                  <a:lnTo>
                    <a:pt x="7407768" y="2419507"/>
                  </a:lnTo>
                  <a:lnTo>
                    <a:pt x="7408417" y="2423479"/>
                  </a:lnTo>
                  <a:lnTo>
                    <a:pt x="7409067" y="2427427"/>
                  </a:lnTo>
                  <a:lnTo>
                    <a:pt x="7409717" y="2430966"/>
                  </a:lnTo>
                  <a:lnTo>
                    <a:pt x="7410367" y="2434258"/>
                  </a:lnTo>
                  <a:lnTo>
                    <a:pt x="7411017" y="2437195"/>
                  </a:lnTo>
                  <a:lnTo>
                    <a:pt x="7411667" y="2440008"/>
                  </a:lnTo>
                  <a:lnTo>
                    <a:pt x="7412317" y="2442796"/>
                  </a:lnTo>
                  <a:lnTo>
                    <a:pt x="7412967" y="2444883"/>
                  </a:lnTo>
                  <a:lnTo>
                    <a:pt x="7413617" y="2446518"/>
                  </a:lnTo>
                  <a:lnTo>
                    <a:pt x="7414267" y="2448246"/>
                  </a:lnTo>
                  <a:lnTo>
                    <a:pt x="7414917" y="2449947"/>
                  </a:lnTo>
                  <a:lnTo>
                    <a:pt x="7415567" y="2451809"/>
                  </a:lnTo>
                  <a:lnTo>
                    <a:pt x="7416217" y="2453961"/>
                  </a:lnTo>
                  <a:lnTo>
                    <a:pt x="7416867" y="2455991"/>
                  </a:lnTo>
                  <a:lnTo>
                    <a:pt x="7417517" y="2457087"/>
                  </a:lnTo>
                  <a:lnTo>
                    <a:pt x="7418166" y="2457228"/>
                  </a:lnTo>
                  <a:lnTo>
                    <a:pt x="7418816" y="2456429"/>
                  </a:lnTo>
                  <a:lnTo>
                    <a:pt x="7419466" y="2454822"/>
                  </a:lnTo>
                  <a:lnTo>
                    <a:pt x="7420116" y="2451851"/>
                  </a:lnTo>
                  <a:lnTo>
                    <a:pt x="7420766" y="2447420"/>
                  </a:lnTo>
                  <a:lnTo>
                    <a:pt x="7421416" y="2441945"/>
                  </a:lnTo>
                  <a:lnTo>
                    <a:pt x="7422066" y="2435829"/>
                  </a:lnTo>
                  <a:lnTo>
                    <a:pt x="7422716" y="2429458"/>
                  </a:lnTo>
                  <a:lnTo>
                    <a:pt x="7423366" y="2422997"/>
                  </a:lnTo>
                  <a:lnTo>
                    <a:pt x="7424016" y="2416517"/>
                  </a:lnTo>
                  <a:lnTo>
                    <a:pt x="7424666" y="2410351"/>
                  </a:lnTo>
                  <a:lnTo>
                    <a:pt x="7425316" y="2404985"/>
                  </a:lnTo>
                  <a:lnTo>
                    <a:pt x="7425966" y="2400340"/>
                  </a:lnTo>
                  <a:lnTo>
                    <a:pt x="7426616" y="2397128"/>
                  </a:lnTo>
                  <a:lnTo>
                    <a:pt x="7427266" y="2395573"/>
                  </a:lnTo>
                  <a:lnTo>
                    <a:pt x="7427916" y="2396286"/>
                  </a:lnTo>
                  <a:lnTo>
                    <a:pt x="7428565" y="2399106"/>
                  </a:lnTo>
                  <a:lnTo>
                    <a:pt x="7429215" y="2403933"/>
                  </a:lnTo>
                  <a:lnTo>
                    <a:pt x="7429865" y="2410208"/>
                  </a:lnTo>
                  <a:lnTo>
                    <a:pt x="7430515" y="2418250"/>
                  </a:lnTo>
                  <a:lnTo>
                    <a:pt x="7431165" y="2427820"/>
                  </a:lnTo>
                  <a:lnTo>
                    <a:pt x="7431815" y="2438545"/>
                  </a:lnTo>
                  <a:lnTo>
                    <a:pt x="7432465" y="2449756"/>
                  </a:lnTo>
                  <a:lnTo>
                    <a:pt x="7433115" y="2461374"/>
                  </a:lnTo>
                  <a:lnTo>
                    <a:pt x="7433765" y="2473470"/>
                  </a:lnTo>
                  <a:lnTo>
                    <a:pt x="7434415" y="2486184"/>
                  </a:lnTo>
                  <a:lnTo>
                    <a:pt x="7435065" y="2499141"/>
                  </a:lnTo>
                  <a:lnTo>
                    <a:pt x="7435715" y="2511693"/>
                  </a:lnTo>
                  <a:lnTo>
                    <a:pt x="7436365" y="2523967"/>
                  </a:lnTo>
                  <a:lnTo>
                    <a:pt x="7437015" y="2536062"/>
                  </a:lnTo>
                  <a:lnTo>
                    <a:pt x="7437665" y="2547567"/>
                  </a:lnTo>
                  <a:lnTo>
                    <a:pt x="7438314" y="2558564"/>
                  </a:lnTo>
                  <a:lnTo>
                    <a:pt x="7438964" y="2567555"/>
                  </a:lnTo>
                  <a:lnTo>
                    <a:pt x="7439614" y="2575510"/>
                  </a:lnTo>
                  <a:lnTo>
                    <a:pt x="7440264" y="2582118"/>
                  </a:lnTo>
                  <a:lnTo>
                    <a:pt x="7440914" y="2587246"/>
                  </a:lnTo>
                  <a:lnTo>
                    <a:pt x="7441564" y="2590823"/>
                  </a:lnTo>
                  <a:lnTo>
                    <a:pt x="7442214" y="2593030"/>
                  </a:lnTo>
                  <a:lnTo>
                    <a:pt x="7442864" y="2593342"/>
                  </a:lnTo>
                  <a:lnTo>
                    <a:pt x="7443514" y="2591880"/>
                  </a:lnTo>
                  <a:lnTo>
                    <a:pt x="7444164" y="2588656"/>
                  </a:lnTo>
                  <a:lnTo>
                    <a:pt x="7444814" y="2583342"/>
                  </a:lnTo>
                  <a:lnTo>
                    <a:pt x="7445464" y="2576434"/>
                  </a:lnTo>
                  <a:lnTo>
                    <a:pt x="7446114" y="2567158"/>
                  </a:lnTo>
                  <a:lnTo>
                    <a:pt x="7446764" y="2555182"/>
                  </a:lnTo>
                  <a:lnTo>
                    <a:pt x="7447414" y="2541043"/>
                  </a:lnTo>
                  <a:lnTo>
                    <a:pt x="7448064" y="2525637"/>
                  </a:lnTo>
                  <a:lnTo>
                    <a:pt x="7448713" y="2510369"/>
                  </a:lnTo>
                  <a:lnTo>
                    <a:pt x="7449363" y="2495653"/>
                  </a:lnTo>
                  <a:lnTo>
                    <a:pt x="7450013" y="2481549"/>
                  </a:lnTo>
                  <a:lnTo>
                    <a:pt x="7450663" y="2468503"/>
                  </a:lnTo>
                  <a:lnTo>
                    <a:pt x="7451313" y="2456851"/>
                  </a:lnTo>
                  <a:lnTo>
                    <a:pt x="7451963" y="2447110"/>
                  </a:lnTo>
                  <a:lnTo>
                    <a:pt x="7452613" y="2439712"/>
                  </a:lnTo>
                  <a:lnTo>
                    <a:pt x="7453263" y="2434218"/>
                  </a:lnTo>
                  <a:lnTo>
                    <a:pt x="7453913" y="2429856"/>
                  </a:lnTo>
                  <a:lnTo>
                    <a:pt x="7454563" y="2426759"/>
                  </a:lnTo>
                  <a:lnTo>
                    <a:pt x="7455213" y="2424885"/>
                  </a:lnTo>
                  <a:lnTo>
                    <a:pt x="7455863" y="2424283"/>
                  </a:lnTo>
                  <a:lnTo>
                    <a:pt x="7456513" y="2425061"/>
                  </a:lnTo>
                  <a:lnTo>
                    <a:pt x="7457163" y="2426747"/>
                  </a:lnTo>
                  <a:lnTo>
                    <a:pt x="7457813" y="2428807"/>
                  </a:lnTo>
                  <a:lnTo>
                    <a:pt x="7458462" y="2431214"/>
                  </a:lnTo>
                  <a:lnTo>
                    <a:pt x="7459112" y="2433740"/>
                  </a:lnTo>
                  <a:lnTo>
                    <a:pt x="7459762" y="2436036"/>
                  </a:lnTo>
                  <a:lnTo>
                    <a:pt x="7460412" y="2437710"/>
                  </a:lnTo>
                  <a:lnTo>
                    <a:pt x="7461062" y="2438849"/>
                  </a:lnTo>
                  <a:lnTo>
                    <a:pt x="7461712" y="2439163"/>
                  </a:lnTo>
                  <a:lnTo>
                    <a:pt x="7462362" y="2438552"/>
                  </a:lnTo>
                  <a:lnTo>
                    <a:pt x="7463012" y="2437145"/>
                  </a:lnTo>
                  <a:lnTo>
                    <a:pt x="7463662" y="2435107"/>
                  </a:lnTo>
                  <a:lnTo>
                    <a:pt x="7464312" y="2432588"/>
                  </a:lnTo>
                  <a:lnTo>
                    <a:pt x="7464962" y="2430091"/>
                  </a:lnTo>
                  <a:lnTo>
                    <a:pt x="7465612" y="2427592"/>
                  </a:lnTo>
                  <a:lnTo>
                    <a:pt x="7466262" y="2424940"/>
                  </a:lnTo>
                  <a:lnTo>
                    <a:pt x="7466912" y="2422390"/>
                  </a:lnTo>
                  <a:lnTo>
                    <a:pt x="7467562" y="2420026"/>
                  </a:lnTo>
                  <a:lnTo>
                    <a:pt x="7468212" y="2417954"/>
                  </a:lnTo>
                  <a:lnTo>
                    <a:pt x="7468861" y="2416340"/>
                  </a:lnTo>
                  <a:lnTo>
                    <a:pt x="7469511" y="2415492"/>
                  </a:lnTo>
                  <a:lnTo>
                    <a:pt x="7470161" y="2415215"/>
                  </a:lnTo>
                  <a:lnTo>
                    <a:pt x="7470811" y="2415576"/>
                  </a:lnTo>
                  <a:lnTo>
                    <a:pt x="7471461" y="2417177"/>
                  </a:lnTo>
                  <a:lnTo>
                    <a:pt x="7472111" y="2419902"/>
                  </a:lnTo>
                  <a:lnTo>
                    <a:pt x="7472761" y="2423715"/>
                  </a:lnTo>
                  <a:lnTo>
                    <a:pt x="7473411" y="2428700"/>
                  </a:lnTo>
                  <a:lnTo>
                    <a:pt x="7474061" y="2435087"/>
                  </a:lnTo>
                  <a:lnTo>
                    <a:pt x="7474711" y="2442836"/>
                  </a:lnTo>
                  <a:lnTo>
                    <a:pt x="7475361" y="2452173"/>
                  </a:lnTo>
                  <a:lnTo>
                    <a:pt x="7476011" y="2462999"/>
                  </a:lnTo>
                  <a:lnTo>
                    <a:pt x="7476661" y="2474811"/>
                  </a:lnTo>
                  <a:lnTo>
                    <a:pt x="7477311" y="2487693"/>
                  </a:lnTo>
                  <a:lnTo>
                    <a:pt x="7477961" y="2501978"/>
                  </a:lnTo>
                  <a:lnTo>
                    <a:pt x="7478610" y="2517702"/>
                  </a:lnTo>
                  <a:lnTo>
                    <a:pt x="7479260" y="2534960"/>
                  </a:lnTo>
                  <a:lnTo>
                    <a:pt x="7479910" y="2553727"/>
                  </a:lnTo>
                  <a:lnTo>
                    <a:pt x="7480560" y="2573282"/>
                  </a:lnTo>
                  <a:lnTo>
                    <a:pt x="7481210" y="2592807"/>
                  </a:lnTo>
                  <a:lnTo>
                    <a:pt x="7481860" y="2612508"/>
                  </a:lnTo>
                  <a:lnTo>
                    <a:pt x="7482510" y="2632531"/>
                  </a:lnTo>
                  <a:lnTo>
                    <a:pt x="7483160" y="2652807"/>
                  </a:lnTo>
                  <a:lnTo>
                    <a:pt x="7483810" y="2672632"/>
                  </a:lnTo>
                  <a:lnTo>
                    <a:pt x="7484460" y="2691012"/>
                  </a:lnTo>
                  <a:lnTo>
                    <a:pt x="7485110" y="2707818"/>
                  </a:lnTo>
                  <a:lnTo>
                    <a:pt x="7485760" y="2723660"/>
                  </a:lnTo>
                  <a:lnTo>
                    <a:pt x="7486410" y="2739140"/>
                  </a:lnTo>
                  <a:lnTo>
                    <a:pt x="7487060" y="2753729"/>
                  </a:lnTo>
                  <a:lnTo>
                    <a:pt x="7487710" y="2766608"/>
                  </a:lnTo>
                  <a:lnTo>
                    <a:pt x="7488360" y="2777830"/>
                  </a:lnTo>
                  <a:lnTo>
                    <a:pt x="7489009" y="2787426"/>
                  </a:lnTo>
                  <a:lnTo>
                    <a:pt x="7489659" y="2795882"/>
                  </a:lnTo>
                  <a:lnTo>
                    <a:pt x="7490309" y="2804004"/>
                  </a:lnTo>
                  <a:lnTo>
                    <a:pt x="7490959" y="2811601"/>
                  </a:lnTo>
                  <a:lnTo>
                    <a:pt x="7491609" y="2818502"/>
                  </a:lnTo>
                  <a:lnTo>
                    <a:pt x="7492259" y="2825095"/>
                  </a:lnTo>
                  <a:lnTo>
                    <a:pt x="7492909" y="2831536"/>
                  </a:lnTo>
                  <a:lnTo>
                    <a:pt x="7493559" y="2837918"/>
                  </a:lnTo>
                  <a:lnTo>
                    <a:pt x="7494209" y="2845086"/>
                  </a:lnTo>
                  <a:lnTo>
                    <a:pt x="7494859" y="2852585"/>
                  </a:lnTo>
                  <a:lnTo>
                    <a:pt x="7495509" y="2860013"/>
                  </a:lnTo>
                  <a:lnTo>
                    <a:pt x="7496159" y="2867667"/>
                  </a:lnTo>
                  <a:lnTo>
                    <a:pt x="7496809" y="2875512"/>
                  </a:lnTo>
                  <a:lnTo>
                    <a:pt x="7497459" y="2883531"/>
                  </a:lnTo>
                  <a:lnTo>
                    <a:pt x="7498109" y="2891563"/>
                  </a:lnTo>
                  <a:lnTo>
                    <a:pt x="7498758" y="2899451"/>
                  </a:lnTo>
                  <a:lnTo>
                    <a:pt x="7499408" y="2907198"/>
                  </a:lnTo>
                  <a:lnTo>
                    <a:pt x="7500058" y="2914985"/>
                  </a:lnTo>
                  <a:lnTo>
                    <a:pt x="7500708" y="2922924"/>
                  </a:lnTo>
                  <a:lnTo>
                    <a:pt x="7501358" y="2930730"/>
                  </a:lnTo>
                  <a:lnTo>
                    <a:pt x="7502008" y="2937840"/>
                  </a:lnTo>
                  <a:lnTo>
                    <a:pt x="7502658" y="2944511"/>
                  </a:lnTo>
                  <a:lnTo>
                    <a:pt x="7503308" y="2950660"/>
                  </a:lnTo>
                  <a:lnTo>
                    <a:pt x="7503958" y="2956180"/>
                  </a:lnTo>
                  <a:lnTo>
                    <a:pt x="7504608" y="2961426"/>
                  </a:lnTo>
                  <a:lnTo>
                    <a:pt x="7505258" y="2966034"/>
                  </a:lnTo>
                  <a:lnTo>
                    <a:pt x="7505908" y="2969830"/>
                  </a:lnTo>
                  <a:lnTo>
                    <a:pt x="7506558" y="2973277"/>
                  </a:lnTo>
                  <a:lnTo>
                    <a:pt x="7507208" y="2976638"/>
                  </a:lnTo>
                  <a:lnTo>
                    <a:pt x="7507858" y="2979798"/>
                  </a:lnTo>
                  <a:lnTo>
                    <a:pt x="7508507" y="2982625"/>
                  </a:lnTo>
                  <a:lnTo>
                    <a:pt x="7509157" y="2985071"/>
                  </a:lnTo>
                  <a:lnTo>
                    <a:pt x="7509807" y="2987110"/>
                  </a:lnTo>
                  <a:lnTo>
                    <a:pt x="7510457" y="2988734"/>
                  </a:lnTo>
                  <a:lnTo>
                    <a:pt x="7511107" y="2990123"/>
                  </a:lnTo>
                  <a:lnTo>
                    <a:pt x="7511757" y="2991258"/>
                  </a:lnTo>
                  <a:lnTo>
                    <a:pt x="7512407" y="2991872"/>
                  </a:lnTo>
                  <a:lnTo>
                    <a:pt x="7513057" y="2992135"/>
                  </a:lnTo>
                  <a:lnTo>
                    <a:pt x="7513707" y="2992368"/>
                  </a:lnTo>
                  <a:lnTo>
                    <a:pt x="7514357" y="2992294"/>
                  </a:lnTo>
                  <a:lnTo>
                    <a:pt x="7515007" y="2992280"/>
                  </a:lnTo>
                  <a:lnTo>
                    <a:pt x="7515657" y="2992239"/>
                  </a:lnTo>
                  <a:lnTo>
                    <a:pt x="7516307" y="2992471"/>
                  </a:lnTo>
                  <a:lnTo>
                    <a:pt x="7516957" y="2993560"/>
                  </a:lnTo>
                  <a:lnTo>
                    <a:pt x="7517607" y="2995666"/>
                  </a:lnTo>
                  <a:lnTo>
                    <a:pt x="7518257" y="2998558"/>
                  </a:lnTo>
                  <a:lnTo>
                    <a:pt x="7518906" y="3002136"/>
                  </a:lnTo>
                  <a:lnTo>
                    <a:pt x="7519556" y="3006538"/>
                  </a:lnTo>
                  <a:lnTo>
                    <a:pt x="7520206" y="3011994"/>
                  </a:lnTo>
                  <a:lnTo>
                    <a:pt x="7520856" y="3018023"/>
                  </a:lnTo>
                  <a:lnTo>
                    <a:pt x="7521506" y="3024128"/>
                  </a:lnTo>
                  <a:lnTo>
                    <a:pt x="7522156" y="3030272"/>
                  </a:lnTo>
                  <a:lnTo>
                    <a:pt x="7522806" y="3036479"/>
                  </a:lnTo>
                  <a:lnTo>
                    <a:pt x="7523456" y="3042750"/>
                  </a:lnTo>
                  <a:lnTo>
                    <a:pt x="7524106" y="3049084"/>
                  </a:lnTo>
                  <a:lnTo>
                    <a:pt x="7524756" y="3055473"/>
                  </a:lnTo>
                  <a:lnTo>
                    <a:pt x="7525406" y="3061930"/>
                  </a:lnTo>
                  <a:lnTo>
                    <a:pt x="7526056" y="3068118"/>
                  </a:lnTo>
                  <a:lnTo>
                    <a:pt x="7526706" y="3073442"/>
                  </a:lnTo>
                  <a:lnTo>
                    <a:pt x="7527356" y="3077680"/>
                  </a:lnTo>
                  <a:lnTo>
                    <a:pt x="7528006" y="3081055"/>
                  </a:lnTo>
                  <a:lnTo>
                    <a:pt x="7528655" y="3083687"/>
                  </a:lnTo>
                  <a:lnTo>
                    <a:pt x="7529305" y="3085430"/>
                  </a:lnTo>
                  <a:lnTo>
                    <a:pt x="7529955" y="3086023"/>
                  </a:lnTo>
                  <a:lnTo>
                    <a:pt x="7530605" y="3086054"/>
                  </a:lnTo>
                  <a:lnTo>
                    <a:pt x="7531255" y="3086076"/>
                  </a:lnTo>
                  <a:lnTo>
                    <a:pt x="7531905" y="3086124"/>
                  </a:lnTo>
                  <a:lnTo>
                    <a:pt x="7532555" y="3086172"/>
                  </a:lnTo>
                  <a:lnTo>
                    <a:pt x="7533205" y="3086232"/>
                  </a:lnTo>
                  <a:lnTo>
                    <a:pt x="7533855" y="3086372"/>
                  </a:lnTo>
                  <a:lnTo>
                    <a:pt x="7534505" y="3086625"/>
                  </a:lnTo>
                  <a:lnTo>
                    <a:pt x="7535155" y="3086930"/>
                  </a:lnTo>
                  <a:lnTo>
                    <a:pt x="7535805" y="3087283"/>
                  </a:lnTo>
                  <a:lnTo>
                    <a:pt x="7536455" y="3087711"/>
                  </a:lnTo>
                  <a:lnTo>
                    <a:pt x="7537105" y="3088231"/>
                  </a:lnTo>
                  <a:lnTo>
                    <a:pt x="7537755" y="3088996"/>
                  </a:lnTo>
                  <a:lnTo>
                    <a:pt x="7538405" y="3089829"/>
                  </a:lnTo>
                  <a:lnTo>
                    <a:pt x="7539054" y="3090690"/>
                  </a:lnTo>
                  <a:lnTo>
                    <a:pt x="7539704" y="3091578"/>
                  </a:lnTo>
                  <a:lnTo>
                    <a:pt x="7540354" y="3092470"/>
                  </a:lnTo>
                  <a:lnTo>
                    <a:pt x="7541004" y="3093355"/>
                  </a:lnTo>
                  <a:lnTo>
                    <a:pt x="7541654" y="3094249"/>
                  </a:lnTo>
                  <a:lnTo>
                    <a:pt x="7542304" y="3095162"/>
                  </a:lnTo>
                  <a:lnTo>
                    <a:pt x="7542954" y="3096065"/>
                  </a:lnTo>
                  <a:lnTo>
                    <a:pt x="7543604" y="3096889"/>
                  </a:lnTo>
                  <a:lnTo>
                    <a:pt x="7544254" y="3097615"/>
                  </a:lnTo>
                  <a:lnTo>
                    <a:pt x="7544904" y="3098288"/>
                  </a:lnTo>
                  <a:lnTo>
                    <a:pt x="7545554" y="3098912"/>
                  </a:lnTo>
                  <a:lnTo>
                    <a:pt x="7546204" y="3099435"/>
                  </a:lnTo>
                  <a:lnTo>
                    <a:pt x="7546854" y="3099858"/>
                  </a:lnTo>
                  <a:lnTo>
                    <a:pt x="7547504" y="3100033"/>
                  </a:lnTo>
                  <a:lnTo>
                    <a:pt x="7548154" y="3100139"/>
                  </a:lnTo>
                  <a:lnTo>
                    <a:pt x="7548803" y="3100219"/>
                  </a:lnTo>
                  <a:lnTo>
                    <a:pt x="7549453" y="3100208"/>
                  </a:lnTo>
                  <a:lnTo>
                    <a:pt x="7550103" y="3099831"/>
                  </a:lnTo>
                  <a:lnTo>
                    <a:pt x="7550753" y="3098846"/>
                  </a:lnTo>
                  <a:lnTo>
                    <a:pt x="7551403" y="3097387"/>
                  </a:lnTo>
                  <a:lnTo>
                    <a:pt x="7552053" y="3095344"/>
                  </a:lnTo>
                  <a:lnTo>
                    <a:pt x="7552703" y="3093070"/>
                  </a:lnTo>
                  <a:lnTo>
                    <a:pt x="7553353" y="3090471"/>
                  </a:lnTo>
                  <a:lnTo>
                    <a:pt x="7554003" y="3087336"/>
                  </a:lnTo>
                  <a:lnTo>
                    <a:pt x="7554653" y="3083972"/>
                  </a:lnTo>
                  <a:lnTo>
                    <a:pt x="7555303" y="3080482"/>
                  </a:lnTo>
                  <a:lnTo>
                    <a:pt x="7555953" y="3076995"/>
                  </a:lnTo>
                  <a:lnTo>
                    <a:pt x="7556603" y="3073528"/>
                  </a:lnTo>
                  <a:lnTo>
                    <a:pt x="7557253" y="3070079"/>
                  </a:lnTo>
                  <a:lnTo>
                    <a:pt x="7557903" y="3066617"/>
                  </a:lnTo>
                  <a:lnTo>
                    <a:pt x="7558553" y="3063172"/>
                  </a:lnTo>
                  <a:lnTo>
                    <a:pt x="7559202" y="3059804"/>
                  </a:lnTo>
                  <a:lnTo>
                    <a:pt x="7559852" y="3056769"/>
                  </a:lnTo>
                  <a:lnTo>
                    <a:pt x="7560502" y="3054312"/>
                  </a:lnTo>
                  <a:lnTo>
                    <a:pt x="7561152" y="3052179"/>
                  </a:lnTo>
                  <a:lnTo>
                    <a:pt x="7561802" y="3050277"/>
                  </a:lnTo>
                  <a:lnTo>
                    <a:pt x="7562452" y="3048372"/>
                  </a:lnTo>
                  <a:lnTo>
                    <a:pt x="7563102" y="3046762"/>
                  </a:lnTo>
                  <a:lnTo>
                    <a:pt x="7563752" y="3045654"/>
                  </a:lnTo>
                  <a:lnTo>
                    <a:pt x="7564402" y="3044760"/>
                  </a:lnTo>
                  <a:lnTo>
                    <a:pt x="7565052" y="3043985"/>
                  </a:lnTo>
                  <a:lnTo>
                    <a:pt x="7565702" y="3043215"/>
                  </a:lnTo>
                  <a:lnTo>
                    <a:pt x="7566352" y="3042448"/>
                  </a:lnTo>
                  <a:lnTo>
                    <a:pt x="7567002" y="3041653"/>
                  </a:lnTo>
                  <a:lnTo>
                    <a:pt x="7567652" y="3040361"/>
                  </a:lnTo>
                  <a:lnTo>
                    <a:pt x="7568302" y="3038366"/>
                  </a:lnTo>
                  <a:lnTo>
                    <a:pt x="7568951" y="3035641"/>
                  </a:lnTo>
                  <a:lnTo>
                    <a:pt x="7569601" y="3031830"/>
                  </a:lnTo>
                  <a:lnTo>
                    <a:pt x="7570251" y="3026567"/>
                  </a:lnTo>
                  <a:lnTo>
                    <a:pt x="7570901" y="3020234"/>
                  </a:lnTo>
                  <a:lnTo>
                    <a:pt x="7571551" y="3013230"/>
                  </a:lnTo>
                  <a:lnTo>
                    <a:pt x="7572201" y="3006014"/>
                  </a:lnTo>
                  <a:lnTo>
                    <a:pt x="7572851" y="2998664"/>
                  </a:lnTo>
                  <a:lnTo>
                    <a:pt x="7573501" y="2991156"/>
                  </a:lnTo>
                  <a:lnTo>
                    <a:pt x="7574151" y="2983691"/>
                  </a:lnTo>
                  <a:lnTo>
                    <a:pt x="7574801" y="2976319"/>
                  </a:lnTo>
                  <a:lnTo>
                    <a:pt x="7575451" y="2968721"/>
                  </a:lnTo>
                  <a:lnTo>
                    <a:pt x="7576101" y="2960843"/>
                  </a:lnTo>
                  <a:lnTo>
                    <a:pt x="7576751" y="2952651"/>
                  </a:lnTo>
                  <a:lnTo>
                    <a:pt x="7577401" y="2944659"/>
                  </a:lnTo>
                  <a:lnTo>
                    <a:pt x="7578051" y="2937026"/>
                  </a:lnTo>
                  <a:lnTo>
                    <a:pt x="7578701" y="2929504"/>
                  </a:lnTo>
                  <a:lnTo>
                    <a:pt x="7579350" y="2922110"/>
                  </a:lnTo>
                  <a:lnTo>
                    <a:pt x="7580000" y="2915578"/>
                  </a:lnTo>
                  <a:lnTo>
                    <a:pt x="7580650" y="2909589"/>
                  </a:lnTo>
                  <a:lnTo>
                    <a:pt x="7581300" y="2903833"/>
                  </a:lnTo>
                  <a:lnTo>
                    <a:pt x="7581950" y="2898040"/>
                  </a:lnTo>
                  <a:lnTo>
                    <a:pt x="7582600" y="2892223"/>
                  </a:lnTo>
                  <a:lnTo>
                    <a:pt x="7583250" y="2886655"/>
                  </a:lnTo>
                  <a:lnTo>
                    <a:pt x="7583900" y="2880697"/>
                  </a:lnTo>
                  <a:lnTo>
                    <a:pt x="7584550" y="2874175"/>
                  </a:lnTo>
                  <a:lnTo>
                    <a:pt x="7585200" y="2867241"/>
                  </a:lnTo>
                  <a:lnTo>
                    <a:pt x="7585850" y="2860139"/>
                  </a:lnTo>
                  <a:lnTo>
                    <a:pt x="7586500" y="2852871"/>
                  </a:lnTo>
                  <a:lnTo>
                    <a:pt x="7587150" y="2845087"/>
                  </a:lnTo>
                  <a:lnTo>
                    <a:pt x="7587800" y="2837041"/>
                  </a:lnTo>
                  <a:lnTo>
                    <a:pt x="7588450" y="2828989"/>
                  </a:lnTo>
                  <a:lnTo>
                    <a:pt x="7589099" y="2821261"/>
                  </a:lnTo>
                  <a:lnTo>
                    <a:pt x="7589749" y="2813328"/>
                  </a:lnTo>
                  <a:lnTo>
                    <a:pt x="7590399" y="2805254"/>
                  </a:lnTo>
                  <a:lnTo>
                    <a:pt x="7591049" y="2797097"/>
                  </a:lnTo>
                  <a:lnTo>
                    <a:pt x="7591699" y="2788472"/>
                  </a:lnTo>
                  <a:lnTo>
                    <a:pt x="7592349" y="2777954"/>
                  </a:lnTo>
                  <a:lnTo>
                    <a:pt x="7592999" y="2764611"/>
                  </a:lnTo>
                  <a:lnTo>
                    <a:pt x="7593649" y="2749081"/>
                  </a:lnTo>
                  <a:lnTo>
                    <a:pt x="7594299" y="2731590"/>
                  </a:lnTo>
                  <a:lnTo>
                    <a:pt x="7594949" y="2712514"/>
                  </a:lnTo>
                  <a:lnTo>
                    <a:pt x="7595599" y="2691643"/>
                  </a:lnTo>
                  <a:lnTo>
                    <a:pt x="7596249" y="2669374"/>
                  </a:lnTo>
                  <a:lnTo>
                    <a:pt x="7596899" y="2646838"/>
                  </a:lnTo>
                  <a:lnTo>
                    <a:pt x="7597549" y="2624900"/>
                  </a:lnTo>
                  <a:lnTo>
                    <a:pt x="7598199" y="2603842"/>
                  </a:lnTo>
                  <a:lnTo>
                    <a:pt x="7598849" y="2583727"/>
                  </a:lnTo>
                  <a:lnTo>
                    <a:pt x="7599498" y="2564684"/>
                  </a:lnTo>
                  <a:lnTo>
                    <a:pt x="7600148" y="2546907"/>
                  </a:lnTo>
                  <a:lnTo>
                    <a:pt x="7600798" y="2530432"/>
                  </a:lnTo>
                  <a:lnTo>
                    <a:pt x="7601448" y="2515348"/>
                  </a:lnTo>
                  <a:lnTo>
                    <a:pt x="7602098" y="2502509"/>
                  </a:lnTo>
                  <a:lnTo>
                    <a:pt x="7602748" y="2492465"/>
                  </a:lnTo>
                  <a:lnTo>
                    <a:pt x="7603398" y="2484939"/>
                  </a:lnTo>
                  <a:lnTo>
                    <a:pt x="7604048" y="2479803"/>
                  </a:lnTo>
                  <a:lnTo>
                    <a:pt x="7604698" y="2476718"/>
                  </a:lnTo>
                  <a:lnTo>
                    <a:pt x="7605348" y="2475706"/>
                  </a:lnTo>
                  <a:lnTo>
                    <a:pt x="7605998" y="2476655"/>
                  </a:lnTo>
                  <a:lnTo>
                    <a:pt x="7606648" y="2478932"/>
                  </a:lnTo>
                  <a:lnTo>
                    <a:pt x="7607298" y="2481753"/>
                  </a:lnTo>
                  <a:lnTo>
                    <a:pt x="7607948" y="2484993"/>
                  </a:lnTo>
                  <a:lnTo>
                    <a:pt x="7608598" y="2488519"/>
                  </a:lnTo>
                  <a:lnTo>
                    <a:pt x="7609247" y="2492302"/>
                  </a:lnTo>
                  <a:lnTo>
                    <a:pt x="7609897" y="2496073"/>
                  </a:lnTo>
                  <a:lnTo>
                    <a:pt x="7610547" y="2499738"/>
                  </a:lnTo>
                  <a:lnTo>
                    <a:pt x="7611197" y="2503363"/>
                  </a:lnTo>
                  <a:lnTo>
                    <a:pt x="7611847" y="2506702"/>
                  </a:lnTo>
                  <a:lnTo>
                    <a:pt x="7612497" y="2508373"/>
                  </a:lnTo>
                  <a:lnTo>
                    <a:pt x="7613147" y="2508507"/>
                  </a:lnTo>
                  <a:lnTo>
                    <a:pt x="7613797" y="2507164"/>
                  </a:lnTo>
                  <a:lnTo>
                    <a:pt x="7614447" y="2504499"/>
                  </a:lnTo>
                  <a:lnTo>
                    <a:pt x="7615097" y="2500780"/>
                  </a:lnTo>
                  <a:lnTo>
                    <a:pt x="7615747" y="2496339"/>
                  </a:lnTo>
                  <a:lnTo>
                    <a:pt x="7616397" y="2492012"/>
                  </a:lnTo>
                  <a:lnTo>
                    <a:pt x="7617047" y="2488161"/>
                  </a:lnTo>
                  <a:lnTo>
                    <a:pt x="7617697" y="2484630"/>
                  </a:lnTo>
                  <a:lnTo>
                    <a:pt x="7618347" y="2481316"/>
                  </a:lnTo>
                  <a:lnTo>
                    <a:pt x="7618997" y="2478323"/>
                  </a:lnTo>
                  <a:lnTo>
                    <a:pt x="7619646" y="2475744"/>
                  </a:lnTo>
                  <a:lnTo>
                    <a:pt x="7620296" y="2473392"/>
                  </a:lnTo>
                  <a:lnTo>
                    <a:pt x="7620946" y="2471055"/>
                  </a:lnTo>
                  <a:lnTo>
                    <a:pt x="7621596" y="2468787"/>
                  </a:lnTo>
                  <a:lnTo>
                    <a:pt x="7622246" y="2467874"/>
                  </a:lnTo>
                  <a:lnTo>
                    <a:pt x="7622896" y="2468287"/>
                  </a:lnTo>
                  <a:lnTo>
                    <a:pt x="7623546" y="2470102"/>
                  </a:lnTo>
                  <a:lnTo>
                    <a:pt x="7624196" y="2473493"/>
                  </a:lnTo>
                  <a:lnTo>
                    <a:pt x="7624846" y="2479119"/>
                  </a:lnTo>
                  <a:lnTo>
                    <a:pt x="7625496" y="2487284"/>
                  </a:lnTo>
                  <a:lnTo>
                    <a:pt x="7626146" y="2497358"/>
                  </a:lnTo>
                  <a:lnTo>
                    <a:pt x="7626796" y="2509068"/>
                  </a:lnTo>
                  <a:lnTo>
                    <a:pt x="7627446" y="2522374"/>
                  </a:lnTo>
                  <a:lnTo>
                    <a:pt x="7628096" y="2537573"/>
                  </a:lnTo>
                  <a:lnTo>
                    <a:pt x="7628746" y="2554574"/>
                  </a:lnTo>
                  <a:lnTo>
                    <a:pt x="7629395" y="2572761"/>
                  </a:lnTo>
                  <a:lnTo>
                    <a:pt x="7630045" y="2591523"/>
                  </a:lnTo>
                  <a:lnTo>
                    <a:pt x="7630695" y="2610718"/>
                  </a:lnTo>
                  <a:lnTo>
                    <a:pt x="7631345" y="2630301"/>
                  </a:lnTo>
                  <a:lnTo>
                    <a:pt x="7631995" y="2650089"/>
                  </a:lnTo>
                  <a:lnTo>
                    <a:pt x="7632645" y="2669874"/>
                  </a:lnTo>
                  <a:lnTo>
                    <a:pt x="7633295" y="2689435"/>
                  </a:lnTo>
                  <a:lnTo>
                    <a:pt x="7633945" y="2708635"/>
                  </a:lnTo>
                  <a:lnTo>
                    <a:pt x="7634595" y="2726264"/>
                  </a:lnTo>
                  <a:lnTo>
                    <a:pt x="7635245" y="2741349"/>
                  </a:lnTo>
                  <a:lnTo>
                    <a:pt x="7635895" y="2753741"/>
                  </a:lnTo>
                  <a:lnTo>
                    <a:pt x="7636545" y="2763311"/>
                  </a:lnTo>
                  <a:lnTo>
                    <a:pt x="7637195" y="2770208"/>
                  </a:lnTo>
                  <a:lnTo>
                    <a:pt x="7637845" y="2774113"/>
                  </a:lnTo>
                  <a:lnTo>
                    <a:pt x="7638495" y="2775105"/>
                  </a:lnTo>
                  <a:lnTo>
                    <a:pt x="7639144" y="2774077"/>
                  </a:lnTo>
                  <a:lnTo>
                    <a:pt x="7639794" y="2772145"/>
                  </a:lnTo>
                  <a:lnTo>
                    <a:pt x="7640444" y="2769590"/>
                  </a:lnTo>
                  <a:lnTo>
                    <a:pt x="7641094" y="2766093"/>
                  </a:lnTo>
                  <a:lnTo>
                    <a:pt x="7641744" y="2761062"/>
                  </a:lnTo>
                  <a:lnTo>
                    <a:pt x="7642394" y="2755590"/>
                  </a:lnTo>
                  <a:lnTo>
                    <a:pt x="7643044" y="2749970"/>
                  </a:lnTo>
                  <a:lnTo>
                    <a:pt x="7643694" y="2744245"/>
                  </a:lnTo>
                  <a:lnTo>
                    <a:pt x="7644344" y="2738532"/>
                  </a:lnTo>
                  <a:lnTo>
                    <a:pt x="7644994" y="2733538"/>
                  </a:lnTo>
                  <a:lnTo>
                    <a:pt x="7645644" y="2728542"/>
                  </a:lnTo>
                  <a:lnTo>
                    <a:pt x="7646294" y="2724556"/>
                  </a:lnTo>
                  <a:lnTo>
                    <a:pt x="7646944" y="2721769"/>
                  </a:lnTo>
                  <a:lnTo>
                    <a:pt x="7647594" y="2719963"/>
                  </a:lnTo>
                  <a:lnTo>
                    <a:pt x="7648244" y="2718691"/>
                  </a:lnTo>
                  <a:lnTo>
                    <a:pt x="7648894" y="2717200"/>
                  </a:lnTo>
                  <a:lnTo>
                    <a:pt x="7649543" y="2715830"/>
                  </a:lnTo>
                  <a:lnTo>
                    <a:pt x="7650193" y="2714746"/>
                  </a:lnTo>
                  <a:lnTo>
                    <a:pt x="7650843" y="2714241"/>
                  </a:lnTo>
                  <a:lnTo>
                    <a:pt x="7651493" y="2714749"/>
                  </a:lnTo>
                  <a:lnTo>
                    <a:pt x="7652143" y="2715383"/>
                  </a:lnTo>
                  <a:lnTo>
                    <a:pt x="7652793" y="2715778"/>
                  </a:lnTo>
                  <a:lnTo>
                    <a:pt x="7653443" y="2715876"/>
                  </a:lnTo>
                  <a:lnTo>
                    <a:pt x="7654093" y="2715323"/>
                  </a:lnTo>
                  <a:lnTo>
                    <a:pt x="7654743" y="2713068"/>
                  </a:lnTo>
                  <a:lnTo>
                    <a:pt x="7655393" y="2709489"/>
                  </a:lnTo>
                  <a:lnTo>
                    <a:pt x="7656043" y="2703385"/>
                  </a:lnTo>
                  <a:lnTo>
                    <a:pt x="7656693" y="2695003"/>
                  </a:lnTo>
                  <a:lnTo>
                    <a:pt x="7657343" y="2684657"/>
                  </a:lnTo>
                  <a:lnTo>
                    <a:pt x="7657993" y="2672577"/>
                  </a:lnTo>
                  <a:lnTo>
                    <a:pt x="7658643" y="2659439"/>
                  </a:lnTo>
                  <a:lnTo>
                    <a:pt x="7659292" y="2644680"/>
                  </a:lnTo>
                  <a:lnTo>
                    <a:pt x="7659942" y="2629189"/>
                  </a:lnTo>
                  <a:lnTo>
                    <a:pt x="7660592" y="2613524"/>
                  </a:lnTo>
                  <a:lnTo>
                    <a:pt x="7661242" y="2597355"/>
                  </a:lnTo>
                  <a:lnTo>
                    <a:pt x="7661892" y="2580612"/>
                  </a:lnTo>
                  <a:lnTo>
                    <a:pt x="7662542" y="2563964"/>
                  </a:lnTo>
                  <a:lnTo>
                    <a:pt x="7663192" y="2546934"/>
                  </a:lnTo>
                  <a:lnTo>
                    <a:pt x="7663842" y="2529786"/>
                  </a:lnTo>
                  <a:lnTo>
                    <a:pt x="7664492" y="2512308"/>
                  </a:lnTo>
                  <a:lnTo>
                    <a:pt x="7665142" y="2494515"/>
                  </a:lnTo>
                  <a:lnTo>
                    <a:pt x="7665792" y="2476905"/>
                  </a:lnTo>
                  <a:lnTo>
                    <a:pt x="7666442" y="2459320"/>
                  </a:lnTo>
                  <a:lnTo>
                    <a:pt x="7667092" y="2441407"/>
                  </a:lnTo>
                  <a:lnTo>
                    <a:pt x="7667742" y="2422534"/>
                  </a:lnTo>
                  <a:lnTo>
                    <a:pt x="7668392" y="2403132"/>
                  </a:lnTo>
                  <a:lnTo>
                    <a:pt x="7669042" y="2383849"/>
                  </a:lnTo>
                  <a:lnTo>
                    <a:pt x="7669691" y="2364445"/>
                  </a:lnTo>
                  <a:lnTo>
                    <a:pt x="7670341" y="2344796"/>
                  </a:lnTo>
                  <a:lnTo>
                    <a:pt x="7670991" y="2325052"/>
                  </a:lnTo>
                  <a:lnTo>
                    <a:pt x="7671641" y="2305631"/>
                  </a:lnTo>
                  <a:lnTo>
                    <a:pt x="7672291" y="2286460"/>
                  </a:lnTo>
                  <a:lnTo>
                    <a:pt x="7672941" y="2267543"/>
                  </a:lnTo>
                  <a:lnTo>
                    <a:pt x="7673591" y="2249121"/>
                  </a:lnTo>
                  <a:lnTo>
                    <a:pt x="7674241" y="2231708"/>
                  </a:lnTo>
                  <a:lnTo>
                    <a:pt x="7674891" y="2215025"/>
                  </a:lnTo>
                  <a:lnTo>
                    <a:pt x="7675541" y="2198782"/>
                  </a:lnTo>
                  <a:lnTo>
                    <a:pt x="7676191" y="2182654"/>
                  </a:lnTo>
                  <a:lnTo>
                    <a:pt x="7676841" y="2167019"/>
                  </a:lnTo>
                  <a:lnTo>
                    <a:pt x="7677491" y="2153020"/>
                  </a:lnTo>
                  <a:lnTo>
                    <a:pt x="7678141" y="2140701"/>
                  </a:lnTo>
                  <a:lnTo>
                    <a:pt x="7678791" y="2129396"/>
                  </a:lnTo>
                  <a:lnTo>
                    <a:pt x="7679440" y="2118843"/>
                  </a:lnTo>
                  <a:lnTo>
                    <a:pt x="7680090" y="2109251"/>
                  </a:lnTo>
                  <a:lnTo>
                    <a:pt x="7680740" y="2100897"/>
                  </a:lnTo>
                  <a:lnTo>
                    <a:pt x="7681390" y="2093589"/>
                  </a:lnTo>
                  <a:lnTo>
                    <a:pt x="7682040" y="2086957"/>
                  </a:lnTo>
                  <a:lnTo>
                    <a:pt x="7682690" y="2081205"/>
                  </a:lnTo>
                  <a:lnTo>
                    <a:pt x="7683340" y="2076207"/>
                  </a:lnTo>
                  <a:lnTo>
                    <a:pt x="7683990" y="2071809"/>
                  </a:lnTo>
                  <a:lnTo>
                    <a:pt x="7684640" y="2068337"/>
                  </a:lnTo>
                  <a:lnTo>
                    <a:pt x="7685290" y="2065917"/>
                  </a:lnTo>
                  <a:lnTo>
                    <a:pt x="7685940" y="2064743"/>
                  </a:lnTo>
                  <a:lnTo>
                    <a:pt x="7686590" y="2064771"/>
                  </a:lnTo>
                  <a:lnTo>
                    <a:pt x="7687240" y="2065531"/>
                  </a:lnTo>
                  <a:lnTo>
                    <a:pt x="7687890" y="2066810"/>
                  </a:lnTo>
                  <a:lnTo>
                    <a:pt x="7688540" y="2068955"/>
                  </a:lnTo>
                  <a:lnTo>
                    <a:pt x="7689190" y="2071921"/>
                  </a:lnTo>
                  <a:lnTo>
                    <a:pt x="7689839" y="2075403"/>
                  </a:lnTo>
                  <a:lnTo>
                    <a:pt x="7690489" y="2079200"/>
                  </a:lnTo>
                  <a:lnTo>
                    <a:pt x="7691139" y="2083292"/>
                  </a:lnTo>
                  <a:lnTo>
                    <a:pt x="7691789" y="2088091"/>
                  </a:lnTo>
                  <a:lnTo>
                    <a:pt x="7692439" y="2093334"/>
                  </a:lnTo>
                  <a:lnTo>
                    <a:pt x="7693089" y="2098861"/>
                  </a:lnTo>
                  <a:lnTo>
                    <a:pt x="7693739" y="2104830"/>
                  </a:lnTo>
                  <a:lnTo>
                    <a:pt x="7694389" y="2111195"/>
                  </a:lnTo>
                  <a:lnTo>
                    <a:pt x="7695039" y="2117648"/>
                  </a:lnTo>
                  <a:lnTo>
                    <a:pt x="7695689" y="2124414"/>
                  </a:lnTo>
                  <a:lnTo>
                    <a:pt x="7696339" y="2131356"/>
                  </a:lnTo>
                  <a:lnTo>
                    <a:pt x="7696989" y="2138526"/>
                  </a:lnTo>
                  <a:lnTo>
                    <a:pt x="7697639" y="2146035"/>
                  </a:lnTo>
                  <a:lnTo>
                    <a:pt x="7698289" y="2153568"/>
                  </a:lnTo>
                  <a:lnTo>
                    <a:pt x="7698939" y="2161275"/>
                  </a:lnTo>
                  <a:lnTo>
                    <a:pt x="7699588" y="2169534"/>
                  </a:lnTo>
                  <a:lnTo>
                    <a:pt x="7700238" y="2178800"/>
                  </a:lnTo>
                  <a:lnTo>
                    <a:pt x="7700888" y="2189013"/>
                  </a:lnTo>
                  <a:lnTo>
                    <a:pt x="7701538" y="2200015"/>
                  </a:lnTo>
                  <a:lnTo>
                    <a:pt x="7702188" y="2211897"/>
                  </a:lnTo>
                  <a:lnTo>
                    <a:pt x="7702838" y="2224722"/>
                  </a:lnTo>
                  <a:lnTo>
                    <a:pt x="7703488" y="2238474"/>
                  </a:lnTo>
                  <a:lnTo>
                    <a:pt x="7704138" y="2252882"/>
                  </a:lnTo>
                  <a:lnTo>
                    <a:pt x="7704788" y="2268155"/>
                  </a:lnTo>
                  <a:lnTo>
                    <a:pt x="7705438" y="2284285"/>
                  </a:lnTo>
                  <a:lnTo>
                    <a:pt x="7706088" y="2301170"/>
                  </a:lnTo>
                  <a:lnTo>
                    <a:pt x="7706738" y="2318472"/>
                  </a:lnTo>
                  <a:lnTo>
                    <a:pt x="7707388" y="2335892"/>
                  </a:lnTo>
                  <a:lnTo>
                    <a:pt x="7708038" y="2353951"/>
                  </a:lnTo>
                  <a:lnTo>
                    <a:pt x="7708688" y="2373034"/>
                  </a:lnTo>
                  <a:lnTo>
                    <a:pt x="7709338" y="2392653"/>
                  </a:lnTo>
                  <a:lnTo>
                    <a:pt x="7709987" y="2412048"/>
                  </a:lnTo>
                  <a:lnTo>
                    <a:pt x="7710637" y="2431147"/>
                  </a:lnTo>
                  <a:lnTo>
                    <a:pt x="7711287" y="2450062"/>
                  </a:lnTo>
                  <a:lnTo>
                    <a:pt x="7711937" y="2468989"/>
                  </a:lnTo>
                  <a:lnTo>
                    <a:pt x="7712587" y="2487331"/>
                  </a:lnTo>
                  <a:lnTo>
                    <a:pt x="7713237" y="2504140"/>
                  </a:lnTo>
                  <a:lnTo>
                    <a:pt x="7713887" y="2519835"/>
                  </a:lnTo>
                  <a:lnTo>
                    <a:pt x="7714537" y="2534575"/>
                  </a:lnTo>
                  <a:lnTo>
                    <a:pt x="7715187" y="2547920"/>
                  </a:lnTo>
                  <a:lnTo>
                    <a:pt x="7715837" y="2560032"/>
                  </a:lnTo>
                  <a:lnTo>
                    <a:pt x="7716487" y="2571151"/>
                  </a:lnTo>
                  <a:lnTo>
                    <a:pt x="7717137" y="2581363"/>
                  </a:lnTo>
                  <a:lnTo>
                    <a:pt x="7717787" y="2590459"/>
                  </a:lnTo>
                  <a:lnTo>
                    <a:pt x="7718437" y="2597675"/>
                  </a:lnTo>
                  <a:lnTo>
                    <a:pt x="7719087" y="2602842"/>
                  </a:lnTo>
                  <a:lnTo>
                    <a:pt x="7719736" y="2606140"/>
                  </a:lnTo>
                  <a:lnTo>
                    <a:pt x="7720386" y="2607925"/>
                  </a:lnTo>
                  <a:lnTo>
                    <a:pt x="7721036" y="2607903"/>
                  </a:lnTo>
                  <a:lnTo>
                    <a:pt x="7721686" y="2606079"/>
                  </a:lnTo>
                  <a:lnTo>
                    <a:pt x="7722336" y="2602904"/>
                  </a:lnTo>
                  <a:lnTo>
                    <a:pt x="7722986" y="2599658"/>
                  </a:lnTo>
                  <a:lnTo>
                    <a:pt x="7723636" y="2596487"/>
                  </a:lnTo>
                  <a:lnTo>
                    <a:pt x="7724286" y="2593297"/>
                  </a:lnTo>
                  <a:lnTo>
                    <a:pt x="7724936" y="2589954"/>
                  </a:lnTo>
                  <a:lnTo>
                    <a:pt x="7725586" y="2586093"/>
                  </a:lnTo>
                  <a:lnTo>
                    <a:pt x="7726236" y="2581771"/>
                  </a:lnTo>
                  <a:lnTo>
                    <a:pt x="7726886" y="2577481"/>
                  </a:lnTo>
                  <a:lnTo>
                    <a:pt x="7727536" y="2573439"/>
                  </a:lnTo>
                  <a:lnTo>
                    <a:pt x="7728186" y="2569913"/>
                  </a:lnTo>
                  <a:lnTo>
                    <a:pt x="7728836" y="2567210"/>
                  </a:lnTo>
                  <a:lnTo>
                    <a:pt x="7729486" y="2565504"/>
                  </a:lnTo>
                  <a:lnTo>
                    <a:pt x="7730135" y="2564644"/>
                  </a:lnTo>
                  <a:lnTo>
                    <a:pt x="7730785" y="2564945"/>
                  </a:lnTo>
                  <a:lnTo>
                    <a:pt x="7731435" y="2566116"/>
                  </a:lnTo>
                  <a:lnTo>
                    <a:pt x="7732085" y="2568189"/>
                  </a:lnTo>
                  <a:lnTo>
                    <a:pt x="7732735" y="2570851"/>
                  </a:lnTo>
                  <a:lnTo>
                    <a:pt x="7733385" y="2573624"/>
                  </a:lnTo>
                  <a:lnTo>
                    <a:pt x="7734035" y="2575577"/>
                  </a:lnTo>
                  <a:lnTo>
                    <a:pt x="7734685" y="2577084"/>
                  </a:lnTo>
                  <a:lnTo>
                    <a:pt x="7735335" y="2578794"/>
                  </a:lnTo>
                  <a:lnTo>
                    <a:pt x="7735985" y="2580588"/>
                  </a:lnTo>
                  <a:lnTo>
                    <a:pt x="7736635" y="2582019"/>
                  </a:lnTo>
                  <a:lnTo>
                    <a:pt x="7737285" y="2582814"/>
                  </a:lnTo>
                  <a:lnTo>
                    <a:pt x="7737935" y="2582892"/>
                  </a:lnTo>
                  <a:lnTo>
                    <a:pt x="7738585" y="2582646"/>
                  </a:lnTo>
                  <a:lnTo>
                    <a:pt x="7739235" y="2582199"/>
                  </a:lnTo>
                  <a:lnTo>
                    <a:pt x="7739884" y="2581564"/>
                  </a:lnTo>
                  <a:lnTo>
                    <a:pt x="7740534" y="2580478"/>
                  </a:lnTo>
                  <a:lnTo>
                    <a:pt x="7741184" y="2579298"/>
                  </a:lnTo>
                  <a:lnTo>
                    <a:pt x="7741834" y="2578447"/>
                  </a:lnTo>
                  <a:lnTo>
                    <a:pt x="7742484" y="2577224"/>
                  </a:lnTo>
                  <a:lnTo>
                    <a:pt x="7743134" y="2576078"/>
                  </a:lnTo>
                  <a:lnTo>
                    <a:pt x="7743784" y="2575769"/>
                  </a:lnTo>
                  <a:lnTo>
                    <a:pt x="7744434" y="2575974"/>
                  </a:lnTo>
                  <a:lnTo>
                    <a:pt x="7745084" y="2576590"/>
                  </a:lnTo>
                  <a:lnTo>
                    <a:pt x="7745734" y="2577963"/>
                  </a:lnTo>
                  <a:lnTo>
                    <a:pt x="7746384" y="2579986"/>
                  </a:lnTo>
                  <a:lnTo>
                    <a:pt x="7747034" y="2582807"/>
                  </a:lnTo>
                  <a:lnTo>
                    <a:pt x="7747684" y="2586263"/>
                  </a:lnTo>
                  <a:lnTo>
                    <a:pt x="7748334" y="2589867"/>
                  </a:lnTo>
                  <a:lnTo>
                    <a:pt x="7748984" y="2593279"/>
                  </a:lnTo>
                  <a:lnTo>
                    <a:pt x="7749634" y="2596339"/>
                  </a:lnTo>
                  <a:lnTo>
                    <a:pt x="7750283" y="2598986"/>
                  </a:lnTo>
                  <a:lnTo>
                    <a:pt x="7750933" y="2601505"/>
                  </a:lnTo>
                  <a:lnTo>
                    <a:pt x="7751583" y="2604019"/>
                  </a:lnTo>
                  <a:lnTo>
                    <a:pt x="7752233" y="2607056"/>
                  </a:lnTo>
                  <a:lnTo>
                    <a:pt x="7752883" y="2610310"/>
                  </a:lnTo>
                  <a:lnTo>
                    <a:pt x="7753533" y="2614052"/>
                  </a:lnTo>
                  <a:lnTo>
                    <a:pt x="7754183" y="2618463"/>
                  </a:lnTo>
                  <a:lnTo>
                    <a:pt x="7754833" y="2624006"/>
                  </a:lnTo>
                  <a:lnTo>
                    <a:pt x="7755483" y="2630033"/>
                  </a:lnTo>
                  <a:lnTo>
                    <a:pt x="7756133" y="2636446"/>
                  </a:lnTo>
                  <a:lnTo>
                    <a:pt x="7756783" y="2643284"/>
                  </a:lnTo>
                  <a:lnTo>
                    <a:pt x="7757433" y="2650429"/>
                  </a:lnTo>
                  <a:lnTo>
                    <a:pt x="7758083" y="2657970"/>
                  </a:lnTo>
                  <a:lnTo>
                    <a:pt x="7758733" y="2665706"/>
                  </a:lnTo>
                  <a:lnTo>
                    <a:pt x="7759383" y="2673289"/>
                  </a:lnTo>
                  <a:lnTo>
                    <a:pt x="7760032" y="2680115"/>
                  </a:lnTo>
                  <a:lnTo>
                    <a:pt x="7760682" y="2685769"/>
                  </a:lnTo>
                  <a:lnTo>
                    <a:pt x="7761332" y="2690016"/>
                  </a:lnTo>
                  <a:lnTo>
                    <a:pt x="7761982" y="2693071"/>
                  </a:lnTo>
                  <a:lnTo>
                    <a:pt x="7762632" y="2695231"/>
                  </a:lnTo>
                  <a:lnTo>
                    <a:pt x="7763282" y="2696629"/>
                  </a:lnTo>
                  <a:lnTo>
                    <a:pt x="7763932" y="2697558"/>
                  </a:lnTo>
                  <a:lnTo>
                    <a:pt x="7764582" y="2697671"/>
                  </a:lnTo>
                  <a:lnTo>
                    <a:pt x="7765232" y="2697435"/>
                  </a:lnTo>
                  <a:lnTo>
                    <a:pt x="7765882" y="2697038"/>
                  </a:lnTo>
                  <a:lnTo>
                    <a:pt x="7766532" y="2696958"/>
                  </a:lnTo>
                  <a:lnTo>
                    <a:pt x="7767182" y="2697049"/>
                  </a:lnTo>
                  <a:lnTo>
                    <a:pt x="7767832" y="2696939"/>
                  </a:lnTo>
                  <a:lnTo>
                    <a:pt x="7768482" y="2696644"/>
                  </a:lnTo>
                  <a:lnTo>
                    <a:pt x="7769132" y="2696543"/>
                  </a:lnTo>
                  <a:lnTo>
                    <a:pt x="7769782" y="2697356"/>
                  </a:lnTo>
                  <a:lnTo>
                    <a:pt x="7770431" y="2699519"/>
                  </a:lnTo>
                  <a:lnTo>
                    <a:pt x="7771081" y="2703037"/>
                  </a:lnTo>
                  <a:lnTo>
                    <a:pt x="7771731" y="2707435"/>
                  </a:lnTo>
                  <a:lnTo>
                    <a:pt x="7772381" y="2712974"/>
                  </a:lnTo>
                  <a:lnTo>
                    <a:pt x="7773031" y="2719363"/>
                  </a:lnTo>
                  <a:lnTo>
                    <a:pt x="7773681" y="2726176"/>
                  </a:lnTo>
                  <a:lnTo>
                    <a:pt x="7774331" y="2733088"/>
                  </a:lnTo>
                  <a:lnTo>
                    <a:pt x="7774981" y="2740019"/>
                  </a:lnTo>
                  <a:lnTo>
                    <a:pt x="7775631" y="2746792"/>
                  </a:lnTo>
                  <a:lnTo>
                    <a:pt x="7776281" y="2752764"/>
                  </a:lnTo>
                  <a:lnTo>
                    <a:pt x="7776931" y="2758536"/>
                  </a:lnTo>
                  <a:lnTo>
                    <a:pt x="7777581" y="2764491"/>
                  </a:lnTo>
                  <a:lnTo>
                    <a:pt x="7778231" y="2770771"/>
                  </a:lnTo>
                  <a:lnTo>
                    <a:pt x="7778881" y="2777354"/>
                  </a:lnTo>
                  <a:lnTo>
                    <a:pt x="7779531" y="2783908"/>
                  </a:lnTo>
                  <a:lnTo>
                    <a:pt x="7780180" y="2790161"/>
                  </a:lnTo>
                  <a:lnTo>
                    <a:pt x="7780830" y="2796046"/>
                  </a:lnTo>
                  <a:lnTo>
                    <a:pt x="7781480" y="2801803"/>
                  </a:lnTo>
                  <a:lnTo>
                    <a:pt x="7782130" y="2806898"/>
                  </a:lnTo>
                  <a:lnTo>
                    <a:pt x="7782780" y="2811352"/>
                  </a:lnTo>
                  <a:lnTo>
                    <a:pt x="7783430" y="2815108"/>
                  </a:lnTo>
                  <a:lnTo>
                    <a:pt x="7784080" y="2818226"/>
                  </a:lnTo>
                  <a:lnTo>
                    <a:pt x="7784730" y="2820741"/>
                  </a:lnTo>
                  <a:lnTo>
                    <a:pt x="7785380" y="2822899"/>
                  </a:lnTo>
                  <a:lnTo>
                    <a:pt x="7786030" y="2824804"/>
                  </a:lnTo>
                  <a:lnTo>
                    <a:pt x="7786680" y="2826263"/>
                  </a:lnTo>
                  <a:lnTo>
                    <a:pt x="7787330" y="2827122"/>
                  </a:lnTo>
                  <a:lnTo>
                    <a:pt x="7787980" y="2827492"/>
                  </a:lnTo>
                  <a:lnTo>
                    <a:pt x="7788630" y="2827453"/>
                  </a:lnTo>
                  <a:lnTo>
                    <a:pt x="7789280" y="2826922"/>
                  </a:lnTo>
                  <a:lnTo>
                    <a:pt x="7789929" y="2826147"/>
                  </a:lnTo>
                  <a:lnTo>
                    <a:pt x="7790579" y="2824980"/>
                  </a:lnTo>
                  <a:lnTo>
                    <a:pt x="7791229" y="2823603"/>
                  </a:lnTo>
                  <a:lnTo>
                    <a:pt x="7791879" y="2822458"/>
                  </a:lnTo>
                  <a:lnTo>
                    <a:pt x="7792529" y="2822189"/>
                  </a:lnTo>
                  <a:lnTo>
                    <a:pt x="7793179" y="2822922"/>
                  </a:lnTo>
                  <a:lnTo>
                    <a:pt x="7793829" y="2824557"/>
                  </a:lnTo>
                  <a:lnTo>
                    <a:pt x="7794479" y="2826976"/>
                  </a:lnTo>
                  <a:lnTo>
                    <a:pt x="7795129" y="2829994"/>
                  </a:lnTo>
                  <a:lnTo>
                    <a:pt x="7795779" y="2833308"/>
                  </a:lnTo>
                  <a:lnTo>
                    <a:pt x="7796429" y="2836672"/>
                  </a:lnTo>
                  <a:lnTo>
                    <a:pt x="7797079" y="2840046"/>
                  </a:lnTo>
                  <a:lnTo>
                    <a:pt x="7797729" y="2843518"/>
                  </a:lnTo>
                  <a:lnTo>
                    <a:pt x="7798379" y="2847286"/>
                  </a:lnTo>
                  <a:lnTo>
                    <a:pt x="7799029" y="2851556"/>
                  </a:lnTo>
                  <a:lnTo>
                    <a:pt x="7799679" y="2856317"/>
                  </a:lnTo>
                  <a:lnTo>
                    <a:pt x="7800328" y="2861700"/>
                  </a:lnTo>
                  <a:lnTo>
                    <a:pt x="7800978" y="2867617"/>
                  </a:lnTo>
                  <a:lnTo>
                    <a:pt x="7801628" y="2873631"/>
                  </a:lnTo>
                  <a:lnTo>
                    <a:pt x="7802278" y="2878878"/>
                  </a:lnTo>
                  <a:lnTo>
                    <a:pt x="7802928" y="2883194"/>
                  </a:lnTo>
                  <a:lnTo>
                    <a:pt x="7803578" y="2886421"/>
                  </a:lnTo>
                  <a:lnTo>
                    <a:pt x="7804228" y="2889174"/>
                  </a:lnTo>
                  <a:lnTo>
                    <a:pt x="7804878" y="2891248"/>
                  </a:lnTo>
                  <a:lnTo>
                    <a:pt x="7805528" y="2892964"/>
                  </a:lnTo>
                  <a:lnTo>
                    <a:pt x="7806178" y="2894580"/>
                  </a:lnTo>
                  <a:lnTo>
                    <a:pt x="7806828" y="2896173"/>
                  </a:lnTo>
                  <a:lnTo>
                    <a:pt x="7807478" y="2897775"/>
                  </a:lnTo>
                  <a:lnTo>
                    <a:pt x="7808128" y="2899286"/>
                  </a:lnTo>
                  <a:lnTo>
                    <a:pt x="7808778" y="2900651"/>
                  </a:lnTo>
                  <a:lnTo>
                    <a:pt x="7809428" y="2901541"/>
                  </a:lnTo>
                  <a:lnTo>
                    <a:pt x="7810077" y="2901898"/>
                  </a:lnTo>
                  <a:lnTo>
                    <a:pt x="7810727" y="2901272"/>
                  </a:lnTo>
                  <a:lnTo>
                    <a:pt x="7811377" y="2899563"/>
                  </a:lnTo>
                  <a:lnTo>
                    <a:pt x="7812027" y="2896775"/>
                  </a:lnTo>
                  <a:lnTo>
                    <a:pt x="7812677" y="2891960"/>
                  </a:lnTo>
                  <a:lnTo>
                    <a:pt x="7813327" y="2883821"/>
                  </a:lnTo>
                  <a:lnTo>
                    <a:pt x="7813977" y="2871841"/>
                  </a:lnTo>
                  <a:lnTo>
                    <a:pt x="7814627" y="2856334"/>
                  </a:lnTo>
                  <a:lnTo>
                    <a:pt x="7815277" y="2836853"/>
                  </a:lnTo>
                  <a:lnTo>
                    <a:pt x="7815927" y="2814698"/>
                  </a:lnTo>
                  <a:lnTo>
                    <a:pt x="7816577" y="2790307"/>
                  </a:lnTo>
                  <a:lnTo>
                    <a:pt x="7817227" y="2765061"/>
                  </a:lnTo>
                  <a:lnTo>
                    <a:pt x="7817877" y="2740482"/>
                  </a:lnTo>
                  <a:lnTo>
                    <a:pt x="7818527" y="2716834"/>
                  </a:lnTo>
                  <a:lnTo>
                    <a:pt x="7819177" y="2694223"/>
                  </a:lnTo>
                  <a:lnTo>
                    <a:pt x="7819827" y="2672673"/>
                  </a:lnTo>
                  <a:lnTo>
                    <a:pt x="7820476" y="2652405"/>
                  </a:lnTo>
                  <a:lnTo>
                    <a:pt x="7821126" y="2633441"/>
                  </a:lnTo>
                  <a:lnTo>
                    <a:pt x="7821776" y="2615976"/>
                  </a:lnTo>
                  <a:lnTo>
                    <a:pt x="7822426" y="2600582"/>
                  </a:lnTo>
                  <a:lnTo>
                    <a:pt x="7823076" y="2588354"/>
                  </a:lnTo>
                  <a:lnTo>
                    <a:pt x="7823726" y="2579191"/>
                  </a:lnTo>
                  <a:lnTo>
                    <a:pt x="7824376" y="2572955"/>
                  </a:lnTo>
                  <a:lnTo>
                    <a:pt x="7825026" y="2569638"/>
                  </a:lnTo>
                  <a:lnTo>
                    <a:pt x="7825676" y="2568111"/>
                  </a:lnTo>
                  <a:lnTo>
                    <a:pt x="7826326" y="2568198"/>
                  </a:lnTo>
                  <a:lnTo>
                    <a:pt x="7826976" y="2568780"/>
                  </a:lnTo>
                  <a:lnTo>
                    <a:pt x="7827626" y="2568693"/>
                  </a:lnTo>
                  <a:lnTo>
                    <a:pt x="7828276" y="2567421"/>
                  </a:lnTo>
                  <a:lnTo>
                    <a:pt x="7828926" y="2564964"/>
                  </a:lnTo>
                  <a:lnTo>
                    <a:pt x="7829576" y="2561622"/>
                  </a:lnTo>
                  <a:lnTo>
                    <a:pt x="7830225" y="2558028"/>
                  </a:lnTo>
                  <a:lnTo>
                    <a:pt x="7830875" y="2554145"/>
                  </a:lnTo>
                  <a:lnTo>
                    <a:pt x="7831525" y="2549866"/>
                  </a:lnTo>
                  <a:lnTo>
                    <a:pt x="7832175" y="2544953"/>
                  </a:lnTo>
                  <a:lnTo>
                    <a:pt x="7832825" y="2539123"/>
                  </a:lnTo>
                  <a:lnTo>
                    <a:pt x="7833475" y="2532562"/>
                  </a:lnTo>
                  <a:lnTo>
                    <a:pt x="7834125" y="2525743"/>
                  </a:lnTo>
                  <a:lnTo>
                    <a:pt x="7834775" y="2519088"/>
                  </a:lnTo>
                  <a:lnTo>
                    <a:pt x="7835425" y="2512982"/>
                  </a:lnTo>
                  <a:lnTo>
                    <a:pt x="7836075" y="2507376"/>
                  </a:lnTo>
                  <a:lnTo>
                    <a:pt x="7836725" y="2502634"/>
                  </a:lnTo>
                  <a:lnTo>
                    <a:pt x="7837375" y="2498924"/>
                  </a:lnTo>
                  <a:lnTo>
                    <a:pt x="7838025" y="2496381"/>
                  </a:lnTo>
                  <a:lnTo>
                    <a:pt x="7838675" y="2494921"/>
                  </a:lnTo>
                  <a:lnTo>
                    <a:pt x="7839325" y="2494273"/>
                  </a:lnTo>
                  <a:lnTo>
                    <a:pt x="7839975" y="2493825"/>
                  </a:lnTo>
                  <a:lnTo>
                    <a:pt x="7840624" y="2493575"/>
                  </a:lnTo>
                  <a:lnTo>
                    <a:pt x="7841274" y="2493524"/>
                  </a:lnTo>
                  <a:lnTo>
                    <a:pt x="7841924" y="2493895"/>
                  </a:lnTo>
                  <a:lnTo>
                    <a:pt x="7842574" y="2494817"/>
                  </a:lnTo>
                  <a:lnTo>
                    <a:pt x="7843224" y="2496333"/>
                  </a:lnTo>
                  <a:lnTo>
                    <a:pt x="7843874" y="2498223"/>
                  </a:lnTo>
                  <a:lnTo>
                    <a:pt x="7844524" y="2500482"/>
                  </a:lnTo>
                  <a:lnTo>
                    <a:pt x="7845174" y="2503664"/>
                  </a:lnTo>
                  <a:lnTo>
                    <a:pt x="7845824" y="2508737"/>
                  </a:lnTo>
                  <a:lnTo>
                    <a:pt x="7846474" y="2515731"/>
                  </a:lnTo>
                  <a:lnTo>
                    <a:pt x="7847124" y="2524796"/>
                  </a:lnTo>
                  <a:lnTo>
                    <a:pt x="7847774" y="2536584"/>
                  </a:lnTo>
                  <a:lnTo>
                    <a:pt x="7848424" y="2550595"/>
                  </a:lnTo>
                  <a:lnTo>
                    <a:pt x="7849074" y="2566517"/>
                  </a:lnTo>
                  <a:lnTo>
                    <a:pt x="7849724" y="2583537"/>
                  </a:lnTo>
                  <a:lnTo>
                    <a:pt x="7850373" y="2600631"/>
                  </a:lnTo>
                  <a:lnTo>
                    <a:pt x="7851023" y="2617740"/>
                  </a:lnTo>
                  <a:lnTo>
                    <a:pt x="7851673" y="2634854"/>
                  </a:lnTo>
                  <a:lnTo>
                    <a:pt x="7852323" y="2651591"/>
                  </a:lnTo>
                  <a:lnTo>
                    <a:pt x="7852973" y="2667778"/>
                  </a:lnTo>
                  <a:lnTo>
                    <a:pt x="7853623" y="2683623"/>
                  </a:lnTo>
                  <a:lnTo>
                    <a:pt x="7854273" y="2699167"/>
                  </a:lnTo>
                  <a:lnTo>
                    <a:pt x="7854923" y="2713690"/>
                  </a:lnTo>
                  <a:lnTo>
                    <a:pt x="7855573" y="2725890"/>
                  </a:lnTo>
                  <a:lnTo>
                    <a:pt x="7856223" y="2735509"/>
                  </a:lnTo>
                  <a:lnTo>
                    <a:pt x="7856873" y="2742192"/>
                  </a:lnTo>
                  <a:lnTo>
                    <a:pt x="7857523" y="2745627"/>
                  </a:lnTo>
                  <a:lnTo>
                    <a:pt x="7858173" y="2747236"/>
                  </a:lnTo>
                  <a:lnTo>
                    <a:pt x="7858823" y="2747631"/>
                  </a:lnTo>
                  <a:lnTo>
                    <a:pt x="7859473" y="2748288"/>
                  </a:lnTo>
                  <a:lnTo>
                    <a:pt x="7860123" y="2750686"/>
                  </a:lnTo>
                  <a:lnTo>
                    <a:pt x="7860772" y="2755300"/>
                  </a:lnTo>
                  <a:lnTo>
                    <a:pt x="7861422" y="2761994"/>
                  </a:lnTo>
                  <a:lnTo>
                    <a:pt x="7862072" y="2770760"/>
                  </a:lnTo>
                  <a:lnTo>
                    <a:pt x="7862722" y="2780567"/>
                  </a:lnTo>
                  <a:lnTo>
                    <a:pt x="7863372" y="2791048"/>
                  </a:lnTo>
                  <a:lnTo>
                    <a:pt x="7864022" y="2801943"/>
                  </a:lnTo>
                  <a:lnTo>
                    <a:pt x="7864672" y="2813517"/>
                  </a:lnTo>
                  <a:lnTo>
                    <a:pt x="7865322" y="2826048"/>
                  </a:lnTo>
                  <a:lnTo>
                    <a:pt x="7865972" y="2839593"/>
                  </a:lnTo>
                  <a:lnTo>
                    <a:pt x="7866622" y="2854008"/>
                  </a:lnTo>
                  <a:lnTo>
                    <a:pt x="7867272" y="2868830"/>
                  </a:lnTo>
                  <a:lnTo>
                    <a:pt x="7867922" y="2883405"/>
                  </a:lnTo>
                  <a:lnTo>
                    <a:pt x="7868572" y="2897661"/>
                  </a:lnTo>
                  <a:lnTo>
                    <a:pt x="7869222" y="2910891"/>
                  </a:lnTo>
                  <a:lnTo>
                    <a:pt x="7869872" y="2922656"/>
                  </a:lnTo>
                  <a:lnTo>
                    <a:pt x="7870521" y="2932184"/>
                  </a:lnTo>
                  <a:lnTo>
                    <a:pt x="7871171" y="2939293"/>
                  </a:lnTo>
                  <a:lnTo>
                    <a:pt x="7871821" y="2944158"/>
                  </a:lnTo>
                  <a:lnTo>
                    <a:pt x="7872471" y="2948106"/>
                  </a:lnTo>
                  <a:lnTo>
                    <a:pt x="7873121" y="2951616"/>
                  </a:lnTo>
                  <a:lnTo>
                    <a:pt x="7873771" y="2954854"/>
                  </a:lnTo>
                  <a:lnTo>
                    <a:pt x="7874421" y="2957207"/>
                  </a:lnTo>
                  <a:lnTo>
                    <a:pt x="7875071" y="2957488"/>
                  </a:lnTo>
                  <a:lnTo>
                    <a:pt x="7875721" y="2955207"/>
                  </a:lnTo>
                  <a:lnTo>
                    <a:pt x="7876371" y="2950108"/>
                  </a:lnTo>
                  <a:lnTo>
                    <a:pt x="7877021" y="2941871"/>
                  </a:lnTo>
                  <a:lnTo>
                    <a:pt x="7877671" y="2930969"/>
                  </a:lnTo>
                  <a:lnTo>
                    <a:pt x="7878321" y="2918069"/>
                  </a:lnTo>
                  <a:lnTo>
                    <a:pt x="7878971" y="2904051"/>
                  </a:lnTo>
                  <a:lnTo>
                    <a:pt x="7879621" y="2889986"/>
                  </a:lnTo>
                  <a:lnTo>
                    <a:pt x="7880271" y="2876411"/>
                  </a:lnTo>
                  <a:lnTo>
                    <a:pt x="7880920" y="2863647"/>
                  </a:lnTo>
                  <a:lnTo>
                    <a:pt x="7881570" y="2852490"/>
                  </a:lnTo>
                  <a:lnTo>
                    <a:pt x="7882220" y="2842998"/>
                  </a:lnTo>
                  <a:lnTo>
                    <a:pt x="7882870" y="2834695"/>
                  </a:lnTo>
                  <a:lnTo>
                    <a:pt x="7883520" y="2827183"/>
                  </a:lnTo>
                  <a:lnTo>
                    <a:pt x="7884170" y="2820439"/>
                  </a:lnTo>
                  <a:lnTo>
                    <a:pt x="7884820" y="2815445"/>
                  </a:lnTo>
                  <a:lnTo>
                    <a:pt x="7885470" y="2812388"/>
                  </a:lnTo>
                  <a:lnTo>
                    <a:pt x="7886120" y="2811233"/>
                  </a:lnTo>
                  <a:lnTo>
                    <a:pt x="7886770" y="2811958"/>
                  </a:lnTo>
                  <a:lnTo>
                    <a:pt x="7887420" y="2813995"/>
                  </a:lnTo>
                  <a:lnTo>
                    <a:pt x="7888070" y="2816789"/>
                  </a:lnTo>
                  <a:lnTo>
                    <a:pt x="7888720" y="2820028"/>
                  </a:lnTo>
                  <a:lnTo>
                    <a:pt x="7889370" y="2823020"/>
                  </a:lnTo>
                  <a:lnTo>
                    <a:pt x="7890020" y="2824835"/>
                  </a:lnTo>
                  <a:lnTo>
                    <a:pt x="7890669" y="2825597"/>
                  </a:lnTo>
                  <a:lnTo>
                    <a:pt x="7891319" y="2825020"/>
                  </a:lnTo>
                  <a:lnTo>
                    <a:pt x="7891969" y="2822980"/>
                  </a:lnTo>
                  <a:lnTo>
                    <a:pt x="7892619" y="2819307"/>
                  </a:lnTo>
                  <a:lnTo>
                    <a:pt x="7893269" y="2814493"/>
                  </a:lnTo>
                  <a:lnTo>
                    <a:pt x="7893919" y="2808895"/>
                  </a:lnTo>
                  <a:lnTo>
                    <a:pt x="7894569" y="2802444"/>
                  </a:lnTo>
                  <a:lnTo>
                    <a:pt x="7895219" y="2795445"/>
                  </a:lnTo>
                  <a:lnTo>
                    <a:pt x="7895869" y="2788304"/>
                  </a:lnTo>
                  <a:lnTo>
                    <a:pt x="7896519" y="2781410"/>
                  </a:lnTo>
                  <a:lnTo>
                    <a:pt x="7897169" y="2775034"/>
                  </a:lnTo>
                  <a:lnTo>
                    <a:pt x="7897819" y="2769320"/>
                  </a:lnTo>
                  <a:lnTo>
                    <a:pt x="7898469" y="2764230"/>
                  </a:lnTo>
                  <a:lnTo>
                    <a:pt x="7899119" y="2759741"/>
                  </a:lnTo>
                  <a:lnTo>
                    <a:pt x="7899769" y="2756265"/>
                  </a:lnTo>
                  <a:lnTo>
                    <a:pt x="7900419" y="2753507"/>
                  </a:lnTo>
                  <a:lnTo>
                    <a:pt x="7901068" y="2751232"/>
                  </a:lnTo>
                  <a:lnTo>
                    <a:pt x="7901718" y="2749401"/>
                  </a:lnTo>
                  <a:lnTo>
                    <a:pt x="7902368" y="2748217"/>
                  </a:lnTo>
                  <a:lnTo>
                    <a:pt x="7903018" y="2747565"/>
                  </a:lnTo>
                  <a:lnTo>
                    <a:pt x="7903668" y="2747468"/>
                  </a:lnTo>
                  <a:lnTo>
                    <a:pt x="7904318" y="2747935"/>
                  </a:lnTo>
                  <a:lnTo>
                    <a:pt x="7904968" y="2748788"/>
                  </a:lnTo>
                  <a:lnTo>
                    <a:pt x="7905618" y="2749707"/>
                  </a:lnTo>
                  <a:lnTo>
                    <a:pt x="7906268" y="2750603"/>
                  </a:lnTo>
                  <a:lnTo>
                    <a:pt x="7906918" y="2751466"/>
                  </a:lnTo>
                  <a:lnTo>
                    <a:pt x="7907568" y="2752892"/>
                  </a:lnTo>
                  <a:lnTo>
                    <a:pt x="7908218" y="2755295"/>
                  </a:lnTo>
                  <a:lnTo>
                    <a:pt x="7908868" y="2759021"/>
                  </a:lnTo>
                  <a:lnTo>
                    <a:pt x="7909518" y="2764472"/>
                  </a:lnTo>
                  <a:lnTo>
                    <a:pt x="7910168" y="2771429"/>
                  </a:lnTo>
                  <a:lnTo>
                    <a:pt x="7910817" y="2779715"/>
                  </a:lnTo>
                  <a:lnTo>
                    <a:pt x="7911467" y="2789114"/>
                  </a:lnTo>
                  <a:lnTo>
                    <a:pt x="7912117" y="2799022"/>
                  </a:lnTo>
                  <a:lnTo>
                    <a:pt x="7912767" y="2809024"/>
                  </a:lnTo>
                  <a:lnTo>
                    <a:pt x="7913417" y="2818819"/>
                  </a:lnTo>
                  <a:lnTo>
                    <a:pt x="7914067" y="2827984"/>
                  </a:lnTo>
                  <a:lnTo>
                    <a:pt x="7914717" y="2836429"/>
                  </a:lnTo>
                  <a:lnTo>
                    <a:pt x="7915367" y="2844486"/>
                  </a:lnTo>
                  <a:lnTo>
                    <a:pt x="7916017" y="2852320"/>
                  </a:lnTo>
                  <a:lnTo>
                    <a:pt x="7916667" y="2859667"/>
                  </a:lnTo>
                  <a:lnTo>
                    <a:pt x="7917317" y="2865882"/>
                  </a:lnTo>
                  <a:lnTo>
                    <a:pt x="7917967" y="2870715"/>
                  </a:lnTo>
                  <a:lnTo>
                    <a:pt x="7918617" y="2873932"/>
                  </a:lnTo>
                  <a:lnTo>
                    <a:pt x="7919267" y="2875225"/>
                  </a:lnTo>
                  <a:lnTo>
                    <a:pt x="7919917" y="2875029"/>
                  </a:lnTo>
                  <a:lnTo>
                    <a:pt x="7920567" y="2872731"/>
                  </a:lnTo>
                  <a:lnTo>
                    <a:pt x="7921216" y="2868249"/>
                  </a:lnTo>
                  <a:lnTo>
                    <a:pt x="7921866" y="2861850"/>
                  </a:lnTo>
                  <a:lnTo>
                    <a:pt x="7922516" y="2854956"/>
                  </a:lnTo>
                  <a:lnTo>
                    <a:pt x="7923166" y="2847579"/>
                  </a:lnTo>
                  <a:lnTo>
                    <a:pt x="7923816" y="2839387"/>
                  </a:lnTo>
                  <a:lnTo>
                    <a:pt x="7924466" y="2830767"/>
                  </a:lnTo>
                  <a:lnTo>
                    <a:pt x="7925116" y="2822975"/>
                  </a:lnTo>
                  <a:lnTo>
                    <a:pt x="7925766" y="2816041"/>
                  </a:lnTo>
                  <a:lnTo>
                    <a:pt x="7926416" y="2810147"/>
                  </a:lnTo>
                  <a:lnTo>
                    <a:pt x="7927066" y="2804869"/>
                  </a:lnTo>
                  <a:lnTo>
                    <a:pt x="7927716" y="2799815"/>
                  </a:lnTo>
                  <a:lnTo>
                    <a:pt x="7928366" y="2794827"/>
                  </a:lnTo>
                  <a:lnTo>
                    <a:pt x="7929016" y="2789729"/>
                  </a:lnTo>
                  <a:lnTo>
                    <a:pt x="7929666" y="2784179"/>
                  </a:lnTo>
                  <a:lnTo>
                    <a:pt x="7930316" y="2778783"/>
                  </a:lnTo>
                  <a:lnTo>
                    <a:pt x="7930965" y="2773808"/>
                  </a:lnTo>
                  <a:lnTo>
                    <a:pt x="7931615" y="2769901"/>
                  </a:lnTo>
                  <a:lnTo>
                    <a:pt x="7932265" y="2766425"/>
                  </a:lnTo>
                  <a:lnTo>
                    <a:pt x="7932915" y="2763602"/>
                  </a:lnTo>
                  <a:lnTo>
                    <a:pt x="7933565" y="2761897"/>
                  </a:lnTo>
                  <a:lnTo>
                    <a:pt x="7934215" y="2761112"/>
                  </a:lnTo>
                  <a:lnTo>
                    <a:pt x="7934865" y="2760135"/>
                  </a:lnTo>
                  <a:lnTo>
                    <a:pt x="7935515" y="2758836"/>
                  </a:lnTo>
                  <a:lnTo>
                    <a:pt x="7936165" y="2757235"/>
                  </a:lnTo>
                  <a:lnTo>
                    <a:pt x="7936815" y="2755592"/>
                  </a:lnTo>
                  <a:lnTo>
                    <a:pt x="7937465" y="2754030"/>
                  </a:lnTo>
                  <a:lnTo>
                    <a:pt x="7938115" y="2752557"/>
                  </a:lnTo>
                  <a:lnTo>
                    <a:pt x="7938765" y="2751253"/>
                  </a:lnTo>
                  <a:lnTo>
                    <a:pt x="7939415" y="2750502"/>
                  </a:lnTo>
                  <a:lnTo>
                    <a:pt x="7940065" y="2750414"/>
                  </a:lnTo>
                  <a:lnTo>
                    <a:pt x="7940714" y="2750992"/>
                  </a:lnTo>
                  <a:lnTo>
                    <a:pt x="7941364" y="2752049"/>
                  </a:lnTo>
                  <a:lnTo>
                    <a:pt x="7942014" y="2753246"/>
                  </a:lnTo>
                  <a:lnTo>
                    <a:pt x="7942664" y="2754553"/>
                  </a:lnTo>
                  <a:lnTo>
                    <a:pt x="7943314" y="2755809"/>
                  </a:lnTo>
                  <a:lnTo>
                    <a:pt x="7943964" y="2757038"/>
                  </a:lnTo>
                  <a:lnTo>
                    <a:pt x="7944614" y="2758226"/>
                  </a:lnTo>
                  <a:lnTo>
                    <a:pt x="7945264" y="2759374"/>
                  </a:lnTo>
                  <a:lnTo>
                    <a:pt x="7945914" y="2760607"/>
                  </a:lnTo>
                  <a:lnTo>
                    <a:pt x="7946564" y="2762095"/>
                  </a:lnTo>
                  <a:lnTo>
                    <a:pt x="7947214" y="2763970"/>
                  </a:lnTo>
                  <a:lnTo>
                    <a:pt x="7947864" y="2766227"/>
                  </a:lnTo>
                  <a:lnTo>
                    <a:pt x="7948514" y="2768755"/>
                  </a:lnTo>
                  <a:lnTo>
                    <a:pt x="7949164" y="2771604"/>
                  </a:lnTo>
                  <a:lnTo>
                    <a:pt x="7949814" y="2774598"/>
                  </a:lnTo>
                  <a:lnTo>
                    <a:pt x="7950464" y="2777272"/>
                  </a:lnTo>
                  <a:lnTo>
                    <a:pt x="7951113" y="2779362"/>
                  </a:lnTo>
                  <a:lnTo>
                    <a:pt x="7951763" y="2780862"/>
                  </a:lnTo>
                  <a:lnTo>
                    <a:pt x="7952413" y="2781852"/>
                  </a:lnTo>
                  <a:lnTo>
                    <a:pt x="7953063" y="2783571"/>
                  </a:lnTo>
                  <a:lnTo>
                    <a:pt x="7953713" y="2786328"/>
                  </a:lnTo>
                  <a:lnTo>
                    <a:pt x="7954363" y="2790684"/>
                  </a:lnTo>
                  <a:lnTo>
                    <a:pt x="7955013" y="2796647"/>
                  </a:lnTo>
                  <a:lnTo>
                    <a:pt x="7955663" y="2804009"/>
                  </a:lnTo>
                  <a:lnTo>
                    <a:pt x="7956313" y="2812872"/>
                  </a:lnTo>
                  <a:lnTo>
                    <a:pt x="7956963" y="2822869"/>
                  </a:lnTo>
                  <a:lnTo>
                    <a:pt x="7957613" y="2832990"/>
                  </a:lnTo>
                  <a:lnTo>
                    <a:pt x="7958263" y="2842979"/>
                  </a:lnTo>
                  <a:lnTo>
                    <a:pt x="7958913" y="2852469"/>
                  </a:lnTo>
                  <a:lnTo>
                    <a:pt x="7959563" y="2861721"/>
                  </a:lnTo>
                  <a:lnTo>
                    <a:pt x="7960213" y="2871305"/>
                  </a:lnTo>
                  <a:lnTo>
                    <a:pt x="7960862" y="2881269"/>
                  </a:lnTo>
                  <a:lnTo>
                    <a:pt x="7961512" y="2891991"/>
                  </a:lnTo>
                  <a:lnTo>
                    <a:pt x="7962162" y="2903799"/>
                  </a:lnTo>
                  <a:lnTo>
                    <a:pt x="7962812" y="2915544"/>
                  </a:lnTo>
                  <a:lnTo>
                    <a:pt x="7963462" y="2926882"/>
                  </a:lnTo>
                  <a:lnTo>
                    <a:pt x="7964112" y="2936817"/>
                  </a:lnTo>
                  <a:lnTo>
                    <a:pt x="7964762" y="2945077"/>
                  </a:lnTo>
                  <a:lnTo>
                    <a:pt x="7965412" y="2951639"/>
                  </a:lnTo>
                  <a:lnTo>
                    <a:pt x="7966062" y="2956132"/>
                  </a:lnTo>
                  <a:lnTo>
                    <a:pt x="7966712" y="2958875"/>
                  </a:lnTo>
                  <a:lnTo>
                    <a:pt x="7967362" y="2961150"/>
                  </a:lnTo>
                  <a:lnTo>
                    <a:pt x="7968012" y="2963374"/>
                  </a:lnTo>
                  <a:lnTo>
                    <a:pt x="7968662" y="2965670"/>
                  </a:lnTo>
                  <a:lnTo>
                    <a:pt x="7969312" y="2967956"/>
                  </a:lnTo>
                  <a:lnTo>
                    <a:pt x="7969962" y="2970267"/>
                  </a:lnTo>
                  <a:lnTo>
                    <a:pt x="7970612" y="2972851"/>
                  </a:lnTo>
                  <a:lnTo>
                    <a:pt x="7971261" y="2975500"/>
                  </a:lnTo>
                  <a:lnTo>
                    <a:pt x="7971911" y="2977730"/>
                  </a:lnTo>
                  <a:lnTo>
                    <a:pt x="7972561" y="2979370"/>
                  </a:lnTo>
                  <a:lnTo>
                    <a:pt x="7973211" y="2980321"/>
                  </a:lnTo>
                  <a:lnTo>
                    <a:pt x="7973861" y="2980901"/>
                  </a:lnTo>
                  <a:lnTo>
                    <a:pt x="7974511" y="2981582"/>
                  </a:lnTo>
                  <a:lnTo>
                    <a:pt x="7975161" y="2982409"/>
                  </a:lnTo>
                  <a:lnTo>
                    <a:pt x="7975811" y="2983361"/>
                  </a:lnTo>
                  <a:lnTo>
                    <a:pt x="7976461" y="2984317"/>
                  </a:lnTo>
                  <a:lnTo>
                    <a:pt x="7977111" y="2985274"/>
                  </a:lnTo>
                  <a:lnTo>
                    <a:pt x="7977761" y="2986246"/>
                  </a:lnTo>
                  <a:lnTo>
                    <a:pt x="7978411" y="2987240"/>
                  </a:lnTo>
                  <a:lnTo>
                    <a:pt x="7979061" y="2988235"/>
                  </a:lnTo>
                  <a:lnTo>
                    <a:pt x="7979711" y="2989213"/>
                  </a:lnTo>
                  <a:lnTo>
                    <a:pt x="7980361" y="2990189"/>
                  </a:lnTo>
                  <a:lnTo>
                    <a:pt x="7981010" y="2991186"/>
                  </a:lnTo>
                  <a:lnTo>
                    <a:pt x="7981660" y="2992159"/>
                  </a:lnTo>
                  <a:lnTo>
                    <a:pt x="7982310" y="2993242"/>
                  </a:lnTo>
                  <a:lnTo>
                    <a:pt x="7982960" y="2994864"/>
                  </a:lnTo>
                  <a:lnTo>
                    <a:pt x="7983610" y="2997119"/>
                  </a:lnTo>
                  <a:lnTo>
                    <a:pt x="7984260" y="3000085"/>
                  </a:lnTo>
                  <a:lnTo>
                    <a:pt x="7984910" y="3003857"/>
                  </a:lnTo>
                  <a:lnTo>
                    <a:pt x="7985560" y="3008190"/>
                  </a:lnTo>
                  <a:lnTo>
                    <a:pt x="7986210" y="3013221"/>
                  </a:lnTo>
                  <a:lnTo>
                    <a:pt x="7986860" y="3018842"/>
                  </a:lnTo>
                  <a:lnTo>
                    <a:pt x="7987510" y="3024548"/>
                  </a:lnTo>
                  <a:lnTo>
                    <a:pt x="7988160" y="3030308"/>
                  </a:lnTo>
                  <a:lnTo>
                    <a:pt x="7988810" y="3036122"/>
                  </a:lnTo>
                  <a:lnTo>
                    <a:pt x="7989460" y="3042005"/>
                  </a:lnTo>
                  <a:lnTo>
                    <a:pt x="7990110" y="3047993"/>
                  </a:lnTo>
                  <a:lnTo>
                    <a:pt x="7990760" y="3054110"/>
                  </a:lnTo>
                  <a:lnTo>
                    <a:pt x="7991409" y="3060358"/>
                  </a:lnTo>
                  <a:lnTo>
                    <a:pt x="7992059" y="3066578"/>
                  </a:lnTo>
                  <a:lnTo>
                    <a:pt x="7992709" y="3072325"/>
                  </a:lnTo>
                  <a:lnTo>
                    <a:pt x="7993359" y="3077731"/>
                  </a:lnTo>
                  <a:lnTo>
                    <a:pt x="7994009" y="3081860"/>
                  </a:lnTo>
                  <a:lnTo>
                    <a:pt x="7994659" y="3084428"/>
                  </a:lnTo>
                  <a:lnTo>
                    <a:pt x="7995309" y="3085766"/>
                  </a:lnTo>
                  <a:lnTo>
                    <a:pt x="7995959" y="3085884"/>
                  </a:lnTo>
                  <a:lnTo>
                    <a:pt x="7996609" y="3084924"/>
                  </a:lnTo>
                  <a:lnTo>
                    <a:pt x="7997259" y="3083449"/>
                  </a:lnTo>
                  <a:lnTo>
                    <a:pt x="7997909" y="3081790"/>
                  </a:lnTo>
                  <a:lnTo>
                    <a:pt x="7998559" y="3080131"/>
                  </a:lnTo>
                  <a:lnTo>
                    <a:pt x="7999209" y="3078464"/>
                  </a:lnTo>
                  <a:lnTo>
                    <a:pt x="7999859" y="3076746"/>
                  </a:lnTo>
                  <a:lnTo>
                    <a:pt x="8000509" y="3074937"/>
                  </a:lnTo>
                  <a:lnTo>
                    <a:pt x="8001158" y="3073035"/>
                  </a:lnTo>
                  <a:lnTo>
                    <a:pt x="8001808" y="3071043"/>
                  </a:lnTo>
                  <a:lnTo>
                    <a:pt x="8002458" y="3068909"/>
                  </a:lnTo>
                  <a:lnTo>
                    <a:pt x="8003108" y="3066374"/>
                  </a:lnTo>
                  <a:lnTo>
                    <a:pt x="8003758" y="3064024"/>
                  </a:lnTo>
                  <a:lnTo>
                    <a:pt x="8004408" y="3062101"/>
                  </a:lnTo>
                  <a:lnTo>
                    <a:pt x="8005058" y="3060623"/>
                  </a:lnTo>
                  <a:lnTo>
                    <a:pt x="8005708" y="3059588"/>
                  </a:lnTo>
                  <a:lnTo>
                    <a:pt x="8006358" y="3058992"/>
                  </a:lnTo>
                  <a:lnTo>
                    <a:pt x="8007008" y="3058834"/>
                  </a:lnTo>
                  <a:lnTo>
                    <a:pt x="8007658" y="3058833"/>
                  </a:lnTo>
                  <a:lnTo>
                    <a:pt x="8008308" y="3058833"/>
                  </a:lnTo>
                  <a:lnTo>
                    <a:pt x="8008958" y="3058833"/>
                  </a:lnTo>
                  <a:lnTo>
                    <a:pt x="8009608" y="3058833"/>
                  </a:lnTo>
                  <a:lnTo>
                    <a:pt x="8010258" y="3058833"/>
                  </a:lnTo>
                  <a:lnTo>
                    <a:pt x="8010908" y="3058833"/>
                  </a:lnTo>
                  <a:lnTo>
                    <a:pt x="8011557" y="3058833"/>
                  </a:lnTo>
                  <a:lnTo>
                    <a:pt x="8012207" y="3058833"/>
                  </a:lnTo>
                  <a:lnTo>
                    <a:pt x="8012857" y="3058833"/>
                  </a:lnTo>
                  <a:lnTo>
                    <a:pt x="8013507" y="3058833"/>
                  </a:lnTo>
                  <a:lnTo>
                    <a:pt x="8014157" y="3058833"/>
                  </a:lnTo>
                  <a:lnTo>
                    <a:pt x="8014807" y="3058833"/>
                  </a:lnTo>
                  <a:lnTo>
                    <a:pt x="8015457" y="3058833"/>
                  </a:lnTo>
                  <a:lnTo>
                    <a:pt x="8016107" y="3058833"/>
                  </a:lnTo>
                  <a:lnTo>
                    <a:pt x="8016757" y="3058833"/>
                  </a:lnTo>
                  <a:lnTo>
                    <a:pt x="8017407" y="3058833"/>
                  </a:lnTo>
                  <a:lnTo>
                    <a:pt x="8018057" y="3058833"/>
                  </a:lnTo>
                  <a:lnTo>
                    <a:pt x="8018707" y="3058823"/>
                  </a:lnTo>
                  <a:lnTo>
                    <a:pt x="8019357" y="3058787"/>
                  </a:lnTo>
                  <a:lnTo>
                    <a:pt x="8020007" y="3058726"/>
                  </a:lnTo>
                  <a:lnTo>
                    <a:pt x="8020657" y="3058639"/>
                  </a:lnTo>
                  <a:lnTo>
                    <a:pt x="8021306" y="3058526"/>
                  </a:lnTo>
                  <a:lnTo>
                    <a:pt x="8021956" y="3058389"/>
                  </a:lnTo>
                  <a:lnTo>
                    <a:pt x="8022606" y="3058229"/>
                  </a:lnTo>
                  <a:lnTo>
                    <a:pt x="8023256" y="3058070"/>
                  </a:lnTo>
                  <a:lnTo>
                    <a:pt x="8023906" y="3057910"/>
                  </a:lnTo>
                  <a:lnTo>
                    <a:pt x="8024556" y="3057725"/>
                  </a:lnTo>
                  <a:lnTo>
                    <a:pt x="8025206" y="3057515"/>
                  </a:lnTo>
                  <a:lnTo>
                    <a:pt x="8025856" y="3057315"/>
                  </a:lnTo>
                  <a:lnTo>
                    <a:pt x="8026506" y="3057526"/>
                  </a:lnTo>
                  <a:lnTo>
                    <a:pt x="8027156" y="3058149"/>
                  </a:lnTo>
                  <a:lnTo>
                    <a:pt x="8027806" y="3059141"/>
                  </a:lnTo>
                  <a:lnTo>
                    <a:pt x="8028456" y="3060499"/>
                  </a:lnTo>
                  <a:lnTo>
                    <a:pt x="8029106" y="3062320"/>
                  </a:lnTo>
                  <a:lnTo>
                    <a:pt x="8029756" y="3064614"/>
                  </a:lnTo>
                  <a:lnTo>
                    <a:pt x="8030406" y="3067101"/>
                  </a:lnTo>
                  <a:lnTo>
                    <a:pt x="8031056" y="3069625"/>
                  </a:lnTo>
                  <a:lnTo>
                    <a:pt x="8031705" y="3072186"/>
                  </a:lnTo>
                  <a:lnTo>
                    <a:pt x="8032355" y="3074781"/>
                  </a:lnTo>
                  <a:lnTo>
                    <a:pt x="8033005" y="3077387"/>
                  </a:lnTo>
                  <a:lnTo>
                    <a:pt x="8033655" y="3080003"/>
                  </a:lnTo>
                  <a:lnTo>
                    <a:pt x="8034305" y="3082658"/>
                  </a:lnTo>
                  <a:lnTo>
                    <a:pt x="8034955" y="3085352"/>
                  </a:lnTo>
                  <a:lnTo>
                    <a:pt x="8035605" y="3088046"/>
                  </a:lnTo>
                  <a:lnTo>
                    <a:pt x="8036255" y="3090319"/>
                  </a:lnTo>
                  <a:lnTo>
                    <a:pt x="8036905" y="3092163"/>
                  </a:lnTo>
                  <a:lnTo>
                    <a:pt x="8037555" y="3093624"/>
                  </a:lnTo>
                  <a:lnTo>
                    <a:pt x="8038205" y="3094713"/>
                  </a:lnTo>
                  <a:lnTo>
                    <a:pt x="8038855" y="3095330"/>
                  </a:lnTo>
                  <a:lnTo>
                    <a:pt x="8039505" y="3095432"/>
                  </a:lnTo>
                  <a:lnTo>
                    <a:pt x="8040155" y="3095330"/>
                  </a:lnTo>
                  <a:lnTo>
                    <a:pt x="8040805" y="3094851"/>
                  </a:lnTo>
                  <a:lnTo>
                    <a:pt x="8041454" y="3093917"/>
                  </a:lnTo>
                  <a:lnTo>
                    <a:pt x="8042104" y="3092585"/>
                  </a:lnTo>
                  <a:lnTo>
                    <a:pt x="8042754" y="3090916"/>
                  </a:lnTo>
                  <a:lnTo>
                    <a:pt x="8043404" y="3088441"/>
                  </a:lnTo>
                  <a:lnTo>
                    <a:pt x="8044054" y="3084911"/>
                  </a:lnTo>
                  <a:lnTo>
                    <a:pt x="8044704" y="3080258"/>
                  </a:lnTo>
                  <a:lnTo>
                    <a:pt x="8045354" y="3074794"/>
                  </a:lnTo>
                  <a:lnTo>
                    <a:pt x="8046004" y="3068541"/>
                  </a:lnTo>
                  <a:lnTo>
                    <a:pt x="8046654" y="3061618"/>
                  </a:lnTo>
                  <a:lnTo>
                    <a:pt x="8047304" y="3053808"/>
                  </a:lnTo>
                  <a:lnTo>
                    <a:pt x="8047954" y="3045363"/>
                  </a:lnTo>
                  <a:lnTo>
                    <a:pt x="8048604" y="3036956"/>
                  </a:lnTo>
                  <a:lnTo>
                    <a:pt x="8049254" y="3028619"/>
                  </a:lnTo>
                  <a:lnTo>
                    <a:pt x="8049904" y="3020397"/>
                  </a:lnTo>
                  <a:lnTo>
                    <a:pt x="8050554" y="3012614"/>
                  </a:lnTo>
                  <a:lnTo>
                    <a:pt x="8051204" y="3005338"/>
                  </a:lnTo>
                  <a:lnTo>
                    <a:pt x="8051853" y="2998517"/>
                  </a:lnTo>
                  <a:lnTo>
                    <a:pt x="8052503" y="2992087"/>
                  </a:lnTo>
                  <a:lnTo>
                    <a:pt x="8053153" y="2986437"/>
                  </a:lnTo>
                  <a:lnTo>
                    <a:pt x="8053803" y="2981759"/>
                  </a:lnTo>
                  <a:lnTo>
                    <a:pt x="8054453" y="2978098"/>
                  </a:lnTo>
                  <a:lnTo>
                    <a:pt x="8055103" y="2975115"/>
                  </a:lnTo>
                  <a:lnTo>
                    <a:pt x="8055753" y="2972779"/>
                  </a:lnTo>
                  <a:lnTo>
                    <a:pt x="8056403" y="2970755"/>
                  </a:lnTo>
                  <a:lnTo>
                    <a:pt x="8057053" y="2969220"/>
                  </a:lnTo>
                  <a:lnTo>
                    <a:pt x="8057703" y="2967982"/>
                  </a:lnTo>
                  <a:lnTo>
                    <a:pt x="8058353" y="2966473"/>
                  </a:lnTo>
                  <a:lnTo>
                    <a:pt x="8059003" y="2964916"/>
                  </a:lnTo>
                  <a:lnTo>
                    <a:pt x="8059653" y="2963381"/>
                  </a:lnTo>
                  <a:lnTo>
                    <a:pt x="8060303" y="2961783"/>
                  </a:lnTo>
                  <a:lnTo>
                    <a:pt x="8060953" y="2960081"/>
                  </a:lnTo>
                  <a:lnTo>
                    <a:pt x="8061602" y="2958283"/>
                  </a:lnTo>
                  <a:lnTo>
                    <a:pt x="8062252" y="2956386"/>
                  </a:lnTo>
                  <a:lnTo>
                    <a:pt x="8062902" y="2954389"/>
                  </a:lnTo>
                  <a:lnTo>
                    <a:pt x="8063552" y="2952298"/>
                  </a:lnTo>
                  <a:lnTo>
                    <a:pt x="8064202" y="2950146"/>
                  </a:lnTo>
                  <a:lnTo>
                    <a:pt x="8064852" y="2948014"/>
                  </a:lnTo>
                  <a:lnTo>
                    <a:pt x="8065502" y="2945967"/>
                  </a:lnTo>
                  <a:lnTo>
                    <a:pt x="8066152" y="2944230"/>
                  </a:lnTo>
                  <a:lnTo>
                    <a:pt x="8066802" y="2942833"/>
                  </a:lnTo>
                  <a:lnTo>
                    <a:pt x="8067452" y="2941779"/>
                  </a:lnTo>
                  <a:lnTo>
                    <a:pt x="8068102" y="2941069"/>
                  </a:lnTo>
                  <a:lnTo>
                    <a:pt x="8068752" y="2940487"/>
                  </a:lnTo>
                  <a:lnTo>
                    <a:pt x="8069402" y="2939889"/>
                  </a:lnTo>
                  <a:lnTo>
                    <a:pt x="8070052" y="2939293"/>
                  </a:lnTo>
                  <a:lnTo>
                    <a:pt x="8070702" y="2938752"/>
                  </a:lnTo>
                  <a:lnTo>
                    <a:pt x="8071352" y="2938257"/>
                  </a:lnTo>
                  <a:lnTo>
                    <a:pt x="8072001" y="2937813"/>
                  </a:lnTo>
                  <a:lnTo>
                    <a:pt x="8072651" y="2937414"/>
                  </a:lnTo>
                  <a:lnTo>
                    <a:pt x="8073301" y="2937341"/>
                  </a:lnTo>
                  <a:lnTo>
                    <a:pt x="8073951" y="2937667"/>
                  </a:lnTo>
                  <a:lnTo>
                    <a:pt x="8074601" y="2938349"/>
                  </a:lnTo>
                  <a:lnTo>
                    <a:pt x="8075251" y="2939296"/>
                  </a:lnTo>
                  <a:lnTo>
                    <a:pt x="8075901" y="2940850"/>
                  </a:lnTo>
                  <a:lnTo>
                    <a:pt x="8076551" y="2943030"/>
                  </a:lnTo>
                  <a:lnTo>
                    <a:pt x="8077201" y="2945721"/>
                  </a:lnTo>
                  <a:lnTo>
                    <a:pt x="8077851" y="2948500"/>
                  </a:lnTo>
                  <a:lnTo>
                    <a:pt x="8078501" y="2951228"/>
                  </a:lnTo>
                  <a:lnTo>
                    <a:pt x="8079151" y="2953684"/>
                  </a:lnTo>
                  <a:lnTo>
                    <a:pt x="8079801" y="2956103"/>
                  </a:lnTo>
                  <a:lnTo>
                    <a:pt x="8080451" y="2958435"/>
                  </a:lnTo>
                  <a:lnTo>
                    <a:pt x="8081101" y="2960579"/>
                  </a:lnTo>
                  <a:lnTo>
                    <a:pt x="8081750" y="2962779"/>
                  </a:lnTo>
                  <a:lnTo>
                    <a:pt x="8082400" y="2965035"/>
                  </a:lnTo>
                  <a:lnTo>
                    <a:pt x="8083050" y="2967020"/>
                  </a:lnTo>
                  <a:lnTo>
                    <a:pt x="8083700" y="2968628"/>
                  </a:lnTo>
                  <a:lnTo>
                    <a:pt x="8084350" y="2969900"/>
                  </a:lnTo>
                  <a:lnTo>
                    <a:pt x="8085000" y="2970887"/>
                  </a:lnTo>
                  <a:lnTo>
                    <a:pt x="8085650" y="2971215"/>
                  </a:lnTo>
                  <a:lnTo>
                    <a:pt x="8086300" y="2970614"/>
                  </a:lnTo>
                  <a:lnTo>
                    <a:pt x="8086950" y="2969182"/>
                  </a:lnTo>
                  <a:lnTo>
                    <a:pt x="8087600" y="2966965"/>
                  </a:lnTo>
                  <a:lnTo>
                    <a:pt x="8088250" y="2964102"/>
                  </a:lnTo>
                  <a:lnTo>
                    <a:pt x="8088900" y="2960283"/>
                  </a:lnTo>
                  <a:lnTo>
                    <a:pt x="8089550" y="2955102"/>
                  </a:lnTo>
                  <a:lnTo>
                    <a:pt x="8090200" y="2947933"/>
                  </a:lnTo>
                  <a:lnTo>
                    <a:pt x="8090850" y="2940093"/>
                  </a:lnTo>
                  <a:lnTo>
                    <a:pt x="8091499" y="2931318"/>
                  </a:lnTo>
                  <a:lnTo>
                    <a:pt x="8092149" y="2921318"/>
                  </a:lnTo>
                  <a:lnTo>
                    <a:pt x="8092799" y="2910136"/>
                  </a:lnTo>
                  <a:lnTo>
                    <a:pt x="8093449" y="2898452"/>
                  </a:lnTo>
                  <a:lnTo>
                    <a:pt x="8094099" y="2886350"/>
                  </a:lnTo>
                  <a:lnTo>
                    <a:pt x="8094749" y="2874115"/>
                  </a:lnTo>
                  <a:lnTo>
                    <a:pt x="8095399" y="2861806"/>
                  </a:lnTo>
                  <a:lnTo>
                    <a:pt x="8096049" y="2849691"/>
                  </a:lnTo>
                  <a:lnTo>
                    <a:pt x="8096699" y="2838070"/>
                  </a:lnTo>
                  <a:lnTo>
                    <a:pt x="8097349" y="2827189"/>
                  </a:lnTo>
                  <a:lnTo>
                    <a:pt x="8097999" y="2817001"/>
                  </a:lnTo>
                  <a:lnTo>
                    <a:pt x="8098649" y="2807624"/>
                  </a:lnTo>
                  <a:lnTo>
                    <a:pt x="8099299" y="2798830"/>
                  </a:lnTo>
                  <a:lnTo>
                    <a:pt x="8099949" y="2791119"/>
                  </a:lnTo>
                  <a:lnTo>
                    <a:pt x="8100599" y="2783555"/>
                  </a:lnTo>
                  <a:lnTo>
                    <a:pt x="8101249" y="2776237"/>
                  </a:lnTo>
                  <a:lnTo>
                    <a:pt x="8101898" y="2769695"/>
                  </a:lnTo>
                  <a:lnTo>
                    <a:pt x="8102548" y="2764065"/>
                  </a:lnTo>
                  <a:lnTo>
                    <a:pt x="8103198" y="2758925"/>
                  </a:lnTo>
                  <a:lnTo>
                    <a:pt x="8103848" y="2754292"/>
                  </a:lnTo>
                  <a:lnTo>
                    <a:pt x="8104498" y="2749963"/>
                  </a:lnTo>
                  <a:lnTo>
                    <a:pt x="8105148" y="2745935"/>
                  </a:lnTo>
                  <a:lnTo>
                    <a:pt x="8105798" y="2742163"/>
                  </a:lnTo>
                  <a:lnTo>
                    <a:pt x="8106448" y="2738263"/>
                  </a:lnTo>
                  <a:lnTo>
                    <a:pt x="8107098" y="2734221"/>
                  </a:lnTo>
                  <a:lnTo>
                    <a:pt x="8107748" y="2729947"/>
                  </a:lnTo>
                  <a:lnTo>
                    <a:pt x="8108398" y="2725826"/>
                  </a:lnTo>
                  <a:lnTo>
                    <a:pt x="8109048" y="2721997"/>
                  </a:lnTo>
                  <a:lnTo>
                    <a:pt x="8109698" y="2718610"/>
                  </a:lnTo>
                  <a:lnTo>
                    <a:pt x="8110348" y="2715705"/>
                  </a:lnTo>
                  <a:lnTo>
                    <a:pt x="8110998" y="2713425"/>
                  </a:lnTo>
                  <a:lnTo>
                    <a:pt x="8111647" y="2711345"/>
                  </a:lnTo>
                  <a:lnTo>
                    <a:pt x="8112297" y="2708811"/>
                  </a:lnTo>
                  <a:lnTo>
                    <a:pt x="8112947" y="2705788"/>
                  </a:lnTo>
                  <a:lnTo>
                    <a:pt x="8113597" y="2702385"/>
                  </a:lnTo>
                  <a:lnTo>
                    <a:pt x="8114247" y="2698244"/>
                  </a:lnTo>
                  <a:lnTo>
                    <a:pt x="8114897" y="2693451"/>
                  </a:lnTo>
                  <a:lnTo>
                    <a:pt x="8115547" y="2687880"/>
                  </a:lnTo>
                  <a:lnTo>
                    <a:pt x="8116197" y="2682096"/>
                  </a:lnTo>
                  <a:lnTo>
                    <a:pt x="8116847" y="2676492"/>
                  </a:lnTo>
                  <a:lnTo>
                    <a:pt x="8117497" y="2671220"/>
                  </a:lnTo>
                  <a:lnTo>
                    <a:pt x="8118147" y="2666184"/>
                  </a:lnTo>
                  <a:lnTo>
                    <a:pt x="8118797" y="2661687"/>
                  </a:lnTo>
                  <a:lnTo>
                    <a:pt x="8119447" y="2657606"/>
                  </a:lnTo>
                  <a:lnTo>
                    <a:pt x="8120097" y="2654169"/>
                  </a:lnTo>
                  <a:lnTo>
                    <a:pt x="8120747" y="2651193"/>
                  </a:lnTo>
                  <a:lnTo>
                    <a:pt x="8121397" y="2649309"/>
                  </a:lnTo>
                  <a:lnTo>
                    <a:pt x="8122046" y="2649155"/>
                  </a:lnTo>
                  <a:lnTo>
                    <a:pt x="8122696" y="2651111"/>
                  </a:lnTo>
                  <a:lnTo>
                    <a:pt x="8123346" y="2654317"/>
                  </a:lnTo>
                  <a:lnTo>
                    <a:pt x="8123996" y="2659022"/>
                  </a:lnTo>
                  <a:lnTo>
                    <a:pt x="8124646" y="2665313"/>
                  </a:lnTo>
                  <a:lnTo>
                    <a:pt x="8125296" y="2673443"/>
                  </a:lnTo>
                  <a:lnTo>
                    <a:pt x="8125946" y="2682671"/>
                  </a:lnTo>
                  <a:lnTo>
                    <a:pt x="8126596" y="2692625"/>
                  </a:lnTo>
                  <a:lnTo>
                    <a:pt x="8127246" y="2703087"/>
                  </a:lnTo>
                  <a:lnTo>
                    <a:pt x="8127896" y="2714039"/>
                  </a:lnTo>
                  <a:lnTo>
                    <a:pt x="8128546" y="2725283"/>
                  </a:lnTo>
                  <a:lnTo>
                    <a:pt x="8129196" y="2736416"/>
                  </a:lnTo>
                  <a:lnTo>
                    <a:pt x="8129846" y="2747042"/>
                  </a:lnTo>
                  <a:lnTo>
                    <a:pt x="8130496" y="2757111"/>
                  </a:lnTo>
                  <a:lnTo>
                    <a:pt x="8131146" y="2766294"/>
                  </a:lnTo>
                  <a:lnTo>
                    <a:pt x="8131795" y="2774692"/>
                  </a:lnTo>
                  <a:lnTo>
                    <a:pt x="8132445" y="2781725"/>
                  </a:lnTo>
                  <a:lnTo>
                    <a:pt x="8133095" y="2788201"/>
                  </a:lnTo>
                  <a:lnTo>
                    <a:pt x="8133745" y="2794364"/>
                  </a:lnTo>
                  <a:lnTo>
                    <a:pt x="8134395" y="2799869"/>
                  </a:lnTo>
                  <a:lnTo>
                    <a:pt x="8135045" y="2804496"/>
                  </a:lnTo>
                  <a:lnTo>
                    <a:pt x="8135695" y="2808590"/>
                  </a:lnTo>
                  <a:lnTo>
                    <a:pt x="8136345" y="2812152"/>
                  </a:lnTo>
                  <a:lnTo>
                    <a:pt x="8136995" y="2815409"/>
                  </a:lnTo>
                  <a:lnTo>
                    <a:pt x="8137645" y="2818350"/>
                  </a:lnTo>
                  <a:lnTo>
                    <a:pt x="8138295" y="2821021"/>
                  </a:lnTo>
                  <a:lnTo>
                    <a:pt x="8138945" y="2823998"/>
                  </a:lnTo>
                  <a:lnTo>
                    <a:pt x="8139595" y="2827408"/>
                  </a:lnTo>
                  <a:lnTo>
                    <a:pt x="8140245" y="2831404"/>
                  </a:lnTo>
                  <a:lnTo>
                    <a:pt x="8140895" y="2835545"/>
                  </a:lnTo>
                  <a:lnTo>
                    <a:pt x="8141545" y="2839692"/>
                  </a:lnTo>
                  <a:lnTo>
                    <a:pt x="8142194" y="2843773"/>
                  </a:lnTo>
                  <a:lnTo>
                    <a:pt x="8142844" y="2847862"/>
                  </a:lnTo>
                  <a:lnTo>
                    <a:pt x="8143494" y="2851313"/>
                  </a:lnTo>
                  <a:lnTo>
                    <a:pt x="8144144" y="2854345"/>
                  </a:lnTo>
                  <a:lnTo>
                    <a:pt x="8144794" y="2857897"/>
                  </a:lnTo>
                  <a:lnTo>
                    <a:pt x="8145444" y="2861882"/>
                  </a:lnTo>
                  <a:lnTo>
                    <a:pt x="8146094" y="2865854"/>
                  </a:lnTo>
                  <a:lnTo>
                    <a:pt x="8146744" y="2870102"/>
                  </a:lnTo>
                  <a:lnTo>
                    <a:pt x="8147394" y="2874497"/>
                  </a:lnTo>
                  <a:lnTo>
                    <a:pt x="8148044" y="2879099"/>
                  </a:lnTo>
                  <a:lnTo>
                    <a:pt x="8148694" y="2883132"/>
                  </a:lnTo>
                  <a:lnTo>
                    <a:pt x="8149344" y="2885879"/>
                  </a:lnTo>
                  <a:lnTo>
                    <a:pt x="8149994" y="2887410"/>
                  </a:lnTo>
                  <a:lnTo>
                    <a:pt x="8150644" y="2887844"/>
                  </a:lnTo>
                  <a:lnTo>
                    <a:pt x="8151294" y="2886916"/>
                  </a:lnTo>
                  <a:lnTo>
                    <a:pt x="8151943" y="2884755"/>
                  </a:lnTo>
                  <a:lnTo>
                    <a:pt x="8152593" y="2881215"/>
                  </a:lnTo>
                  <a:lnTo>
                    <a:pt x="8153243" y="2877264"/>
                  </a:lnTo>
                  <a:lnTo>
                    <a:pt x="8153893" y="2873040"/>
                  </a:lnTo>
                  <a:lnTo>
                    <a:pt x="8154543" y="2867804"/>
                  </a:lnTo>
                  <a:lnTo>
                    <a:pt x="8155193" y="2861796"/>
                  </a:lnTo>
                  <a:lnTo>
                    <a:pt x="8155843" y="2855587"/>
                  </a:lnTo>
                  <a:lnTo>
                    <a:pt x="8156493" y="2848779"/>
                  </a:lnTo>
                  <a:lnTo>
                    <a:pt x="8157143" y="2841724"/>
                  </a:lnTo>
                  <a:lnTo>
                    <a:pt x="8157793" y="2834502"/>
                  </a:lnTo>
                  <a:lnTo>
                    <a:pt x="8158443" y="2827704"/>
                  </a:lnTo>
                  <a:lnTo>
                    <a:pt x="8159093" y="2821846"/>
                  </a:lnTo>
                  <a:lnTo>
                    <a:pt x="8159743" y="2816602"/>
                  </a:lnTo>
                  <a:lnTo>
                    <a:pt x="8160393" y="2812110"/>
                  </a:lnTo>
                  <a:lnTo>
                    <a:pt x="8161043" y="2808350"/>
                  </a:lnTo>
                  <a:lnTo>
                    <a:pt x="8161693" y="2805473"/>
                  </a:lnTo>
                  <a:lnTo>
                    <a:pt x="8162342" y="2803693"/>
                  </a:lnTo>
                  <a:lnTo>
                    <a:pt x="8162992" y="2802613"/>
                  </a:lnTo>
                  <a:lnTo>
                    <a:pt x="8163642" y="2802056"/>
                  </a:lnTo>
                  <a:lnTo>
                    <a:pt x="8164292" y="2801935"/>
                  </a:lnTo>
                  <a:lnTo>
                    <a:pt x="8164942" y="2802294"/>
                  </a:lnTo>
                  <a:lnTo>
                    <a:pt x="8165592" y="2803168"/>
                  </a:lnTo>
                  <a:lnTo>
                    <a:pt x="8166242" y="2804467"/>
                  </a:lnTo>
                  <a:lnTo>
                    <a:pt x="8166892" y="2805915"/>
                  </a:lnTo>
                  <a:lnTo>
                    <a:pt x="8167542" y="2807396"/>
                  </a:lnTo>
                  <a:lnTo>
                    <a:pt x="8168192" y="2808888"/>
                  </a:lnTo>
                  <a:lnTo>
                    <a:pt x="8168842" y="2810406"/>
                  </a:lnTo>
                  <a:lnTo>
                    <a:pt x="8169492" y="2811885"/>
                  </a:lnTo>
                  <a:lnTo>
                    <a:pt x="8170142" y="2813062"/>
                  </a:lnTo>
                  <a:lnTo>
                    <a:pt x="8170792" y="2813827"/>
                  </a:lnTo>
                  <a:lnTo>
                    <a:pt x="8171442" y="2813993"/>
                  </a:lnTo>
                  <a:lnTo>
                    <a:pt x="8172091" y="2813446"/>
                  </a:lnTo>
                  <a:lnTo>
                    <a:pt x="8172741" y="2812293"/>
                  </a:lnTo>
                  <a:lnTo>
                    <a:pt x="8173391" y="2810716"/>
                  </a:lnTo>
                  <a:lnTo>
                    <a:pt x="8174041" y="2808850"/>
                  </a:lnTo>
                  <a:lnTo>
                    <a:pt x="8174691" y="2806834"/>
                  </a:lnTo>
                  <a:lnTo>
                    <a:pt x="8175341" y="2804751"/>
                  </a:lnTo>
                  <a:lnTo>
                    <a:pt x="8175991" y="2803151"/>
                  </a:lnTo>
                  <a:lnTo>
                    <a:pt x="8176641" y="2802404"/>
                  </a:lnTo>
                  <a:lnTo>
                    <a:pt x="8177291" y="2802276"/>
                  </a:lnTo>
                  <a:lnTo>
                    <a:pt x="8177941" y="2802637"/>
                  </a:lnTo>
                  <a:lnTo>
                    <a:pt x="8178591" y="2803380"/>
                  </a:lnTo>
                  <a:lnTo>
                    <a:pt x="8179241" y="2804575"/>
                  </a:lnTo>
                  <a:lnTo>
                    <a:pt x="8179891" y="2806273"/>
                  </a:lnTo>
                  <a:lnTo>
                    <a:pt x="8180541" y="2808595"/>
                  </a:lnTo>
                  <a:lnTo>
                    <a:pt x="8181191" y="2811634"/>
                  </a:lnTo>
                  <a:lnTo>
                    <a:pt x="8181841" y="2815876"/>
                  </a:lnTo>
                  <a:lnTo>
                    <a:pt x="8182490" y="2820949"/>
                  </a:lnTo>
                  <a:lnTo>
                    <a:pt x="8183140" y="2826465"/>
                  </a:lnTo>
                  <a:lnTo>
                    <a:pt x="8183790" y="2832236"/>
                  </a:lnTo>
                  <a:lnTo>
                    <a:pt x="8184440" y="2838182"/>
                  </a:lnTo>
                  <a:lnTo>
                    <a:pt x="8185090" y="2844485"/>
                  </a:lnTo>
                  <a:lnTo>
                    <a:pt x="8185740" y="2850564"/>
                  </a:lnTo>
                  <a:lnTo>
                    <a:pt x="8186390" y="2855949"/>
                  </a:lnTo>
                  <a:lnTo>
                    <a:pt x="8187040" y="2860711"/>
                  </a:lnTo>
                  <a:lnTo>
                    <a:pt x="8187690" y="2865230"/>
                  </a:lnTo>
                  <a:lnTo>
                    <a:pt x="8188340" y="2869647"/>
                  </a:lnTo>
                  <a:lnTo>
                    <a:pt x="8188990" y="2874176"/>
                  </a:lnTo>
                  <a:lnTo>
                    <a:pt x="8189640" y="2878518"/>
                  </a:lnTo>
                  <a:lnTo>
                    <a:pt x="8190290" y="2882018"/>
                  </a:lnTo>
                  <a:lnTo>
                    <a:pt x="8190940" y="2884595"/>
                  </a:lnTo>
                  <a:lnTo>
                    <a:pt x="8191590" y="2885689"/>
                  </a:lnTo>
                  <a:lnTo>
                    <a:pt x="8192239" y="2885654"/>
                  </a:lnTo>
                  <a:lnTo>
                    <a:pt x="8192889" y="2884512"/>
                  </a:lnTo>
                  <a:lnTo>
                    <a:pt x="8193539" y="2882102"/>
                  </a:lnTo>
                  <a:lnTo>
                    <a:pt x="8194189" y="2878684"/>
                  </a:lnTo>
                  <a:lnTo>
                    <a:pt x="8194839" y="2874584"/>
                  </a:lnTo>
                  <a:lnTo>
                    <a:pt x="8195489" y="2869892"/>
                  </a:lnTo>
                  <a:lnTo>
                    <a:pt x="8196139" y="2864867"/>
                  </a:lnTo>
                  <a:lnTo>
                    <a:pt x="8196789" y="2859646"/>
                  </a:lnTo>
                  <a:lnTo>
                    <a:pt x="8197439" y="2854176"/>
                  </a:lnTo>
                  <a:lnTo>
                    <a:pt x="8198089" y="2848522"/>
                  </a:lnTo>
                  <a:lnTo>
                    <a:pt x="8198739" y="2842574"/>
                  </a:lnTo>
                  <a:lnTo>
                    <a:pt x="8199389" y="2836694"/>
                  </a:lnTo>
                  <a:lnTo>
                    <a:pt x="8200039" y="2831507"/>
                  </a:lnTo>
                  <a:lnTo>
                    <a:pt x="8200689" y="2827006"/>
                  </a:lnTo>
                  <a:lnTo>
                    <a:pt x="8201339" y="2823227"/>
                  </a:lnTo>
                  <a:lnTo>
                    <a:pt x="8201989" y="2820281"/>
                  </a:lnTo>
                  <a:lnTo>
                    <a:pt x="8202638" y="2818472"/>
                  </a:lnTo>
                  <a:lnTo>
                    <a:pt x="8203288" y="2818108"/>
                  </a:lnTo>
                  <a:lnTo>
                    <a:pt x="8203938" y="2818883"/>
                  </a:lnTo>
                  <a:lnTo>
                    <a:pt x="8204588" y="2820230"/>
                  </a:lnTo>
                  <a:lnTo>
                    <a:pt x="8205238" y="2822178"/>
                  </a:lnTo>
                  <a:lnTo>
                    <a:pt x="8205888" y="2824514"/>
                  </a:lnTo>
                  <a:lnTo>
                    <a:pt x="8206538" y="2827279"/>
                  </a:lnTo>
                  <a:lnTo>
                    <a:pt x="8207188" y="2830217"/>
                  </a:lnTo>
                  <a:lnTo>
                    <a:pt x="8207838" y="2833231"/>
                  </a:lnTo>
                  <a:lnTo>
                    <a:pt x="8208488" y="2836297"/>
                  </a:lnTo>
                  <a:lnTo>
                    <a:pt x="8209138" y="2839431"/>
                  </a:lnTo>
                  <a:lnTo>
                    <a:pt x="8209788" y="2842724"/>
                  </a:lnTo>
                  <a:lnTo>
                    <a:pt x="8210438" y="2846316"/>
                  </a:lnTo>
                  <a:lnTo>
                    <a:pt x="8211088" y="2850200"/>
                  </a:lnTo>
                  <a:lnTo>
                    <a:pt x="8211738" y="2854322"/>
                  </a:lnTo>
                  <a:lnTo>
                    <a:pt x="8212387" y="2858659"/>
                  </a:lnTo>
                  <a:lnTo>
                    <a:pt x="8213037" y="2863240"/>
                  </a:lnTo>
                  <a:lnTo>
                    <a:pt x="8213687" y="2868026"/>
                  </a:lnTo>
                  <a:lnTo>
                    <a:pt x="8214337" y="2872660"/>
                  </a:lnTo>
                  <a:lnTo>
                    <a:pt x="8214987" y="2877263"/>
                  </a:lnTo>
                  <a:lnTo>
                    <a:pt x="8215637" y="2882102"/>
                  </a:lnTo>
                  <a:lnTo>
                    <a:pt x="8216287" y="2886989"/>
                  </a:lnTo>
                  <a:lnTo>
                    <a:pt x="8216937" y="2891788"/>
                  </a:lnTo>
                  <a:lnTo>
                    <a:pt x="8217587" y="2896415"/>
                  </a:lnTo>
                  <a:lnTo>
                    <a:pt x="8218237" y="2900489"/>
                  </a:lnTo>
                  <a:lnTo>
                    <a:pt x="8218887" y="2904158"/>
                  </a:lnTo>
                  <a:lnTo>
                    <a:pt x="8219537" y="2907278"/>
                  </a:lnTo>
                  <a:lnTo>
                    <a:pt x="8220187" y="2909782"/>
                  </a:lnTo>
                  <a:lnTo>
                    <a:pt x="8220837" y="2911791"/>
                  </a:lnTo>
                  <a:lnTo>
                    <a:pt x="8221487" y="2913274"/>
                  </a:lnTo>
                  <a:lnTo>
                    <a:pt x="8222136" y="2914361"/>
                  </a:lnTo>
                  <a:lnTo>
                    <a:pt x="8222786" y="2915484"/>
                  </a:lnTo>
                  <a:lnTo>
                    <a:pt x="8223436" y="2916647"/>
                  </a:lnTo>
                  <a:lnTo>
                    <a:pt x="8224086" y="2918259"/>
                  </a:lnTo>
                  <a:lnTo>
                    <a:pt x="8224736" y="2920373"/>
                  </a:lnTo>
                  <a:lnTo>
                    <a:pt x="8225386" y="2922632"/>
                  </a:lnTo>
                  <a:lnTo>
                    <a:pt x="8226036" y="2925010"/>
                  </a:lnTo>
                  <a:lnTo>
                    <a:pt x="8226686" y="2927073"/>
                  </a:lnTo>
                  <a:lnTo>
                    <a:pt x="8227336" y="2927332"/>
                  </a:lnTo>
                  <a:lnTo>
                    <a:pt x="8227986" y="2925658"/>
                  </a:lnTo>
                  <a:lnTo>
                    <a:pt x="8228636" y="2921812"/>
                  </a:lnTo>
                  <a:lnTo>
                    <a:pt x="8229286" y="2916605"/>
                  </a:lnTo>
                  <a:lnTo>
                    <a:pt x="8229936" y="2909903"/>
                  </a:lnTo>
                  <a:lnTo>
                    <a:pt x="8230586" y="2902533"/>
                  </a:lnTo>
                  <a:lnTo>
                    <a:pt x="8231236" y="2894447"/>
                  </a:lnTo>
                  <a:lnTo>
                    <a:pt x="8231886" y="2885510"/>
                  </a:lnTo>
                  <a:lnTo>
                    <a:pt x="8232535" y="2875353"/>
                  </a:lnTo>
                  <a:lnTo>
                    <a:pt x="8233185" y="2863586"/>
                  </a:lnTo>
                  <a:lnTo>
                    <a:pt x="8233835" y="2850229"/>
                  </a:lnTo>
                  <a:lnTo>
                    <a:pt x="8234485" y="2835628"/>
                  </a:lnTo>
                  <a:lnTo>
                    <a:pt x="8235135" y="2820130"/>
                  </a:lnTo>
                  <a:lnTo>
                    <a:pt x="8235785" y="2804170"/>
                  </a:lnTo>
                  <a:lnTo>
                    <a:pt x="8236435" y="2788527"/>
                  </a:lnTo>
                  <a:lnTo>
                    <a:pt x="8237085" y="2774543"/>
                  </a:lnTo>
                  <a:lnTo>
                    <a:pt x="8237735" y="2762786"/>
                  </a:lnTo>
                  <a:lnTo>
                    <a:pt x="8238385" y="2753197"/>
                  </a:lnTo>
                  <a:lnTo>
                    <a:pt x="8239035" y="2745077"/>
                  </a:lnTo>
                  <a:lnTo>
                    <a:pt x="8239685" y="2738076"/>
                  </a:lnTo>
                  <a:lnTo>
                    <a:pt x="8240335" y="2731367"/>
                  </a:lnTo>
                  <a:lnTo>
                    <a:pt x="8240985" y="2724929"/>
                  </a:lnTo>
                  <a:lnTo>
                    <a:pt x="8241635" y="2718716"/>
                  </a:lnTo>
                  <a:lnTo>
                    <a:pt x="8242284" y="2712615"/>
                  </a:lnTo>
                  <a:lnTo>
                    <a:pt x="8242934" y="2707050"/>
                  </a:lnTo>
                  <a:lnTo>
                    <a:pt x="8243584" y="2702267"/>
                  </a:lnTo>
                  <a:lnTo>
                    <a:pt x="8244234" y="2698162"/>
                  </a:lnTo>
                  <a:lnTo>
                    <a:pt x="8244884" y="2694694"/>
                  </a:lnTo>
                  <a:lnTo>
                    <a:pt x="8245534" y="2691707"/>
                  </a:lnTo>
                  <a:lnTo>
                    <a:pt x="8246184" y="2688829"/>
                  </a:lnTo>
                  <a:lnTo>
                    <a:pt x="8246834" y="2685814"/>
                  </a:lnTo>
                  <a:lnTo>
                    <a:pt x="8247484" y="2682237"/>
                  </a:lnTo>
                  <a:lnTo>
                    <a:pt x="8248134" y="2678212"/>
                  </a:lnTo>
                  <a:lnTo>
                    <a:pt x="8248784" y="2674049"/>
                  </a:lnTo>
                  <a:lnTo>
                    <a:pt x="8249434" y="2670238"/>
                  </a:lnTo>
                  <a:lnTo>
                    <a:pt x="8250084" y="2666863"/>
                  </a:lnTo>
                  <a:lnTo>
                    <a:pt x="8250734" y="2664317"/>
                  </a:lnTo>
                  <a:lnTo>
                    <a:pt x="8251384" y="2662387"/>
                  </a:lnTo>
                  <a:lnTo>
                    <a:pt x="8252034" y="2661238"/>
                  </a:lnTo>
                  <a:lnTo>
                    <a:pt x="8252683" y="2660559"/>
                  </a:lnTo>
                  <a:lnTo>
                    <a:pt x="8253333" y="2660024"/>
                  </a:lnTo>
                  <a:lnTo>
                    <a:pt x="8253983" y="2659364"/>
                  </a:lnTo>
                  <a:lnTo>
                    <a:pt x="8254633" y="2658473"/>
                  </a:lnTo>
                  <a:lnTo>
                    <a:pt x="8255283" y="2657356"/>
                  </a:lnTo>
                  <a:lnTo>
                    <a:pt x="8255933" y="2656211"/>
                  </a:lnTo>
                  <a:lnTo>
                    <a:pt x="8256583" y="2655222"/>
                  </a:lnTo>
                  <a:lnTo>
                    <a:pt x="8257233" y="2654752"/>
                  </a:lnTo>
                  <a:lnTo>
                    <a:pt x="8257883" y="2654929"/>
                  </a:lnTo>
                  <a:lnTo>
                    <a:pt x="8258533" y="2655812"/>
                  </a:lnTo>
                  <a:lnTo>
                    <a:pt x="8259183" y="2657299"/>
                  </a:lnTo>
                  <a:lnTo>
                    <a:pt x="8259833" y="2659781"/>
                  </a:lnTo>
                  <a:lnTo>
                    <a:pt x="8260483" y="2663344"/>
                  </a:lnTo>
                  <a:lnTo>
                    <a:pt x="8261133" y="2668301"/>
                  </a:lnTo>
                  <a:lnTo>
                    <a:pt x="8261783" y="2673760"/>
                  </a:lnTo>
                  <a:lnTo>
                    <a:pt x="8262432" y="2679819"/>
                  </a:lnTo>
                  <a:lnTo>
                    <a:pt x="8263082" y="2685929"/>
                  </a:lnTo>
                  <a:lnTo>
                    <a:pt x="8263732" y="2692412"/>
                  </a:lnTo>
                  <a:lnTo>
                    <a:pt x="8264382" y="2699638"/>
                  </a:lnTo>
                  <a:lnTo>
                    <a:pt x="8265032" y="2707500"/>
                  </a:lnTo>
                  <a:lnTo>
                    <a:pt x="8265682" y="2716524"/>
                  </a:lnTo>
                  <a:lnTo>
                    <a:pt x="8266332" y="2726797"/>
                  </a:lnTo>
                  <a:lnTo>
                    <a:pt x="8266982" y="2737960"/>
                  </a:lnTo>
                  <a:lnTo>
                    <a:pt x="8267632" y="2749752"/>
                  </a:lnTo>
                  <a:lnTo>
                    <a:pt x="8268282" y="2761577"/>
                  </a:lnTo>
                  <a:lnTo>
                    <a:pt x="8268932" y="2772618"/>
                  </a:lnTo>
                  <a:lnTo>
                    <a:pt x="8269582" y="2782433"/>
                  </a:lnTo>
                  <a:lnTo>
                    <a:pt x="8270232" y="2790043"/>
                  </a:lnTo>
                  <a:lnTo>
                    <a:pt x="8270882" y="2794887"/>
                  </a:lnTo>
                  <a:lnTo>
                    <a:pt x="8271532" y="2797669"/>
                  </a:lnTo>
                  <a:lnTo>
                    <a:pt x="8272182" y="2797986"/>
                  </a:lnTo>
                  <a:lnTo>
                    <a:pt x="8272831" y="2796586"/>
                  </a:lnTo>
                  <a:lnTo>
                    <a:pt x="8273481" y="2794389"/>
                  </a:lnTo>
                  <a:lnTo>
                    <a:pt x="8274131" y="2791167"/>
                  </a:lnTo>
                  <a:lnTo>
                    <a:pt x="8274781" y="2786927"/>
                  </a:lnTo>
                  <a:lnTo>
                    <a:pt x="8275431" y="2781490"/>
                  </a:lnTo>
                  <a:lnTo>
                    <a:pt x="8276081" y="2774771"/>
                  </a:lnTo>
                  <a:lnTo>
                    <a:pt x="8276731" y="2766893"/>
                  </a:lnTo>
                  <a:lnTo>
                    <a:pt x="8277381" y="2758078"/>
                  </a:lnTo>
                  <a:lnTo>
                    <a:pt x="8278031" y="2748618"/>
                  </a:lnTo>
                  <a:lnTo>
                    <a:pt x="8278681" y="2739649"/>
                  </a:lnTo>
                  <a:lnTo>
                    <a:pt x="8279331" y="2730813"/>
                  </a:lnTo>
                  <a:lnTo>
                    <a:pt x="8279981" y="2722564"/>
                  </a:lnTo>
                  <a:lnTo>
                    <a:pt x="8280631" y="2715260"/>
                  </a:lnTo>
                  <a:lnTo>
                    <a:pt x="8281281" y="2709159"/>
                  </a:lnTo>
                  <a:lnTo>
                    <a:pt x="8281931" y="2704678"/>
                  </a:lnTo>
                  <a:lnTo>
                    <a:pt x="8282580" y="2701569"/>
                  </a:lnTo>
                  <a:lnTo>
                    <a:pt x="8283230" y="2698417"/>
                  </a:lnTo>
                  <a:lnTo>
                    <a:pt x="8283880" y="2695432"/>
                  </a:lnTo>
                  <a:lnTo>
                    <a:pt x="8284530" y="2692809"/>
                  </a:lnTo>
                  <a:lnTo>
                    <a:pt x="8285180" y="2690338"/>
                  </a:lnTo>
                  <a:lnTo>
                    <a:pt x="8285830" y="2687934"/>
                  </a:lnTo>
                  <a:lnTo>
                    <a:pt x="8286480" y="2685714"/>
                  </a:lnTo>
                  <a:lnTo>
                    <a:pt x="8287130" y="2683878"/>
                  </a:lnTo>
                  <a:lnTo>
                    <a:pt x="8287780" y="2682532"/>
                  </a:lnTo>
                  <a:lnTo>
                    <a:pt x="8288430" y="2681302"/>
                  </a:lnTo>
                  <a:lnTo>
                    <a:pt x="8289080" y="2680189"/>
                  </a:lnTo>
                  <a:lnTo>
                    <a:pt x="8289730" y="2678506"/>
                  </a:lnTo>
                  <a:lnTo>
                    <a:pt x="8290380" y="2675939"/>
                  </a:lnTo>
                  <a:lnTo>
                    <a:pt x="8291030" y="2672321"/>
                  </a:lnTo>
                  <a:lnTo>
                    <a:pt x="8291680" y="2668084"/>
                  </a:lnTo>
                  <a:lnTo>
                    <a:pt x="8292330" y="2663746"/>
                  </a:lnTo>
                  <a:lnTo>
                    <a:pt x="8292979" y="2659706"/>
                  </a:lnTo>
                  <a:lnTo>
                    <a:pt x="8293629" y="2655801"/>
                  </a:lnTo>
                  <a:lnTo>
                    <a:pt x="8294279" y="2652631"/>
                  </a:lnTo>
                  <a:lnTo>
                    <a:pt x="8294929" y="2650180"/>
                  </a:lnTo>
                  <a:lnTo>
                    <a:pt x="8295579" y="2648556"/>
                  </a:lnTo>
                  <a:lnTo>
                    <a:pt x="8296229" y="2647603"/>
                  </a:lnTo>
                  <a:lnTo>
                    <a:pt x="8296879" y="2646741"/>
                  </a:lnTo>
                  <a:lnTo>
                    <a:pt x="8297529" y="2645875"/>
                  </a:lnTo>
                  <a:lnTo>
                    <a:pt x="8298179" y="2644875"/>
                  </a:lnTo>
                  <a:lnTo>
                    <a:pt x="8298829" y="2643927"/>
                  </a:lnTo>
                  <a:lnTo>
                    <a:pt x="8299479" y="2643521"/>
                  </a:lnTo>
                  <a:lnTo>
                    <a:pt x="8300129" y="2643901"/>
                  </a:lnTo>
                  <a:lnTo>
                    <a:pt x="8300779" y="2645164"/>
                  </a:lnTo>
                  <a:lnTo>
                    <a:pt x="8301429" y="2647414"/>
                  </a:lnTo>
                  <a:lnTo>
                    <a:pt x="8302079" y="2650269"/>
                  </a:lnTo>
                  <a:lnTo>
                    <a:pt x="8302728" y="2653809"/>
                  </a:lnTo>
                  <a:lnTo>
                    <a:pt x="8303378" y="2658233"/>
                  </a:lnTo>
                  <a:lnTo>
                    <a:pt x="8304028" y="2663053"/>
                  </a:lnTo>
                  <a:lnTo>
                    <a:pt x="8304678" y="2668957"/>
                  </a:lnTo>
                  <a:lnTo>
                    <a:pt x="8305328" y="2676112"/>
                  </a:lnTo>
                  <a:lnTo>
                    <a:pt x="8305978" y="2683810"/>
                  </a:lnTo>
                  <a:lnTo>
                    <a:pt x="8306628" y="2692307"/>
                  </a:lnTo>
                  <a:lnTo>
                    <a:pt x="8307278" y="2701730"/>
                  </a:lnTo>
                  <a:lnTo>
                    <a:pt x="8307928" y="2711917"/>
                  </a:lnTo>
                  <a:lnTo>
                    <a:pt x="8308578" y="2722792"/>
                  </a:lnTo>
                  <a:lnTo>
                    <a:pt x="8309228" y="2734376"/>
                  </a:lnTo>
                  <a:lnTo>
                    <a:pt x="8309878" y="2746542"/>
                  </a:lnTo>
                  <a:lnTo>
                    <a:pt x="8310528" y="2759246"/>
                  </a:lnTo>
                  <a:lnTo>
                    <a:pt x="8311178" y="2771760"/>
                  </a:lnTo>
                  <a:lnTo>
                    <a:pt x="8311828" y="2784714"/>
                  </a:lnTo>
                  <a:lnTo>
                    <a:pt x="8312478" y="2798134"/>
                  </a:lnTo>
                  <a:lnTo>
                    <a:pt x="8313127" y="2811631"/>
                  </a:lnTo>
                  <a:lnTo>
                    <a:pt x="8313777" y="2824696"/>
                  </a:lnTo>
                  <a:lnTo>
                    <a:pt x="8314427" y="2836189"/>
                  </a:lnTo>
                  <a:lnTo>
                    <a:pt x="8315077" y="2846064"/>
                  </a:lnTo>
                  <a:lnTo>
                    <a:pt x="8315727" y="2855668"/>
                  </a:lnTo>
                  <a:lnTo>
                    <a:pt x="8316377" y="2864827"/>
                  </a:lnTo>
                  <a:lnTo>
                    <a:pt x="8317027" y="2873129"/>
                  </a:lnTo>
                  <a:lnTo>
                    <a:pt x="8317677" y="2880869"/>
                  </a:lnTo>
                  <a:lnTo>
                    <a:pt x="8318327" y="2888420"/>
                  </a:lnTo>
                  <a:lnTo>
                    <a:pt x="8318977" y="2896013"/>
                  </a:lnTo>
                  <a:lnTo>
                    <a:pt x="8319627" y="2903523"/>
                  </a:lnTo>
                  <a:lnTo>
                    <a:pt x="8320277" y="2910766"/>
                  </a:lnTo>
                  <a:lnTo>
                    <a:pt x="8320927" y="2917975"/>
                  </a:lnTo>
                  <a:lnTo>
                    <a:pt x="8321577" y="2924876"/>
                  </a:lnTo>
                  <a:lnTo>
                    <a:pt x="8322227" y="2931937"/>
                  </a:lnTo>
                  <a:lnTo>
                    <a:pt x="8322876" y="2939614"/>
                  </a:lnTo>
                  <a:lnTo>
                    <a:pt x="8323526" y="2948347"/>
                  </a:lnTo>
                  <a:lnTo>
                    <a:pt x="8324176" y="2957873"/>
                  </a:lnTo>
                  <a:lnTo>
                    <a:pt x="8324826" y="2967868"/>
                  </a:lnTo>
                  <a:lnTo>
                    <a:pt x="8325476" y="2978113"/>
                  </a:lnTo>
                  <a:lnTo>
                    <a:pt x="8326126" y="2988599"/>
                  </a:lnTo>
                  <a:lnTo>
                    <a:pt x="8326776" y="2998928"/>
                  </a:lnTo>
                  <a:lnTo>
                    <a:pt x="8327426" y="3009189"/>
                  </a:lnTo>
                  <a:lnTo>
                    <a:pt x="8328076" y="3019109"/>
                  </a:lnTo>
                  <a:lnTo>
                    <a:pt x="8328726" y="3028431"/>
                  </a:lnTo>
                  <a:lnTo>
                    <a:pt x="8329376" y="3037543"/>
                  </a:lnTo>
                  <a:lnTo>
                    <a:pt x="8330026" y="3046647"/>
                  </a:lnTo>
                  <a:lnTo>
                    <a:pt x="8330676" y="3055775"/>
                  </a:lnTo>
                  <a:lnTo>
                    <a:pt x="8331326" y="3064523"/>
                  </a:lnTo>
                  <a:lnTo>
                    <a:pt x="8331976" y="3072167"/>
                  </a:lnTo>
                  <a:lnTo>
                    <a:pt x="8332626" y="3078185"/>
                  </a:lnTo>
                  <a:lnTo>
                    <a:pt x="8333275" y="3082360"/>
                  </a:lnTo>
                  <a:lnTo>
                    <a:pt x="8333925" y="3084861"/>
                  </a:lnTo>
                  <a:lnTo>
                    <a:pt x="8334575" y="3085666"/>
                  </a:lnTo>
                  <a:lnTo>
                    <a:pt x="8335225" y="3084723"/>
                  </a:lnTo>
                  <a:lnTo>
                    <a:pt x="8335875" y="3082374"/>
                  </a:lnTo>
                  <a:lnTo>
                    <a:pt x="8336525" y="3079554"/>
                  </a:lnTo>
                  <a:lnTo>
                    <a:pt x="8337175" y="3076324"/>
                  </a:lnTo>
                  <a:lnTo>
                    <a:pt x="8337825" y="3073015"/>
                  </a:lnTo>
                  <a:lnTo>
                    <a:pt x="8338475" y="3069520"/>
                  </a:lnTo>
                  <a:lnTo>
                    <a:pt x="8339125" y="3065644"/>
                  </a:lnTo>
                  <a:lnTo>
                    <a:pt x="8339775" y="3061771"/>
                  </a:lnTo>
                  <a:lnTo>
                    <a:pt x="8340425" y="3057908"/>
                  </a:lnTo>
                  <a:lnTo>
                    <a:pt x="8341075" y="3054012"/>
                  </a:lnTo>
                  <a:lnTo>
                    <a:pt x="8341725" y="3050073"/>
                  </a:lnTo>
                  <a:lnTo>
                    <a:pt x="8342375" y="3046119"/>
                  </a:lnTo>
                  <a:lnTo>
                    <a:pt x="8343024" y="3042286"/>
                  </a:lnTo>
                  <a:lnTo>
                    <a:pt x="8343674" y="3038899"/>
                  </a:lnTo>
                  <a:lnTo>
                    <a:pt x="8344324" y="3036026"/>
                  </a:lnTo>
                  <a:lnTo>
                    <a:pt x="8344974" y="3033688"/>
                  </a:lnTo>
                  <a:lnTo>
                    <a:pt x="8345624" y="3031905"/>
                  </a:lnTo>
                  <a:lnTo>
                    <a:pt x="8346274" y="3030545"/>
                  </a:lnTo>
                  <a:lnTo>
                    <a:pt x="8346924" y="3029600"/>
                  </a:lnTo>
                  <a:lnTo>
                    <a:pt x="8347574" y="3028809"/>
                  </a:lnTo>
                  <a:lnTo>
                    <a:pt x="8348224" y="3028279"/>
                  </a:lnTo>
                  <a:lnTo>
                    <a:pt x="8348874" y="3028197"/>
                  </a:lnTo>
                  <a:lnTo>
                    <a:pt x="8349524" y="3028226"/>
                  </a:lnTo>
                  <a:lnTo>
                    <a:pt x="8350174" y="3028361"/>
                  </a:lnTo>
                  <a:lnTo>
                    <a:pt x="8350824" y="3028612"/>
                  </a:lnTo>
                  <a:lnTo>
                    <a:pt x="8351474" y="3028942"/>
                  </a:lnTo>
                  <a:lnTo>
                    <a:pt x="8352124" y="3029340"/>
                  </a:lnTo>
                  <a:lnTo>
                    <a:pt x="8352774" y="3029775"/>
                  </a:lnTo>
                  <a:lnTo>
                    <a:pt x="8353423" y="3030212"/>
                  </a:lnTo>
                  <a:lnTo>
                    <a:pt x="8354073" y="3030661"/>
                  </a:lnTo>
                  <a:lnTo>
                    <a:pt x="8354723" y="3031135"/>
                  </a:lnTo>
                  <a:lnTo>
                    <a:pt x="8355373" y="3031610"/>
                  </a:lnTo>
                  <a:lnTo>
                    <a:pt x="8356023" y="3032083"/>
                  </a:lnTo>
                  <a:lnTo>
                    <a:pt x="8356673" y="3032517"/>
                  </a:lnTo>
                  <a:lnTo>
                    <a:pt x="8357323" y="3032861"/>
                  </a:lnTo>
                  <a:lnTo>
                    <a:pt x="8357973" y="3033114"/>
                  </a:lnTo>
                  <a:lnTo>
                    <a:pt x="8358623" y="3033271"/>
                  </a:lnTo>
                  <a:lnTo>
                    <a:pt x="8359273" y="3033303"/>
                  </a:lnTo>
                  <a:lnTo>
                    <a:pt x="8359923" y="3033156"/>
                  </a:lnTo>
                  <a:lnTo>
                    <a:pt x="8360573" y="3032877"/>
                  </a:lnTo>
                  <a:lnTo>
                    <a:pt x="8361223" y="3032520"/>
                  </a:lnTo>
                  <a:lnTo>
                    <a:pt x="8361873" y="3032137"/>
                  </a:lnTo>
                  <a:lnTo>
                    <a:pt x="8362523" y="3031731"/>
                  </a:lnTo>
                  <a:lnTo>
                    <a:pt x="8363172" y="3031299"/>
                  </a:lnTo>
                  <a:lnTo>
                    <a:pt x="8363822" y="3030858"/>
                  </a:lnTo>
                  <a:lnTo>
                    <a:pt x="8364472" y="3030438"/>
                  </a:lnTo>
                  <a:lnTo>
                    <a:pt x="8365122" y="3030067"/>
                  </a:lnTo>
                  <a:lnTo>
                    <a:pt x="8365772" y="3029854"/>
                  </a:lnTo>
                  <a:lnTo>
                    <a:pt x="8366422" y="3030074"/>
                  </a:lnTo>
                  <a:lnTo>
                    <a:pt x="8367072" y="3030819"/>
                  </a:lnTo>
                  <a:lnTo>
                    <a:pt x="8367722" y="3032134"/>
                  </a:lnTo>
                  <a:lnTo>
                    <a:pt x="8368372" y="3034051"/>
                  </a:lnTo>
                  <a:lnTo>
                    <a:pt x="8369022" y="3036431"/>
                  </a:lnTo>
                  <a:lnTo>
                    <a:pt x="8369672" y="3039302"/>
                  </a:lnTo>
                  <a:lnTo>
                    <a:pt x="8370322" y="3042361"/>
                  </a:lnTo>
                  <a:lnTo>
                    <a:pt x="8370972" y="3045711"/>
                  </a:lnTo>
                  <a:lnTo>
                    <a:pt x="8371622" y="3049520"/>
                  </a:lnTo>
                  <a:lnTo>
                    <a:pt x="8372272" y="3053452"/>
                  </a:lnTo>
                  <a:lnTo>
                    <a:pt x="8372921" y="3057471"/>
                  </a:lnTo>
                  <a:lnTo>
                    <a:pt x="8373571" y="3061560"/>
                  </a:lnTo>
                  <a:lnTo>
                    <a:pt x="8374221" y="3065416"/>
                  </a:lnTo>
                  <a:lnTo>
                    <a:pt x="8374871" y="3068605"/>
                  </a:lnTo>
                  <a:lnTo>
                    <a:pt x="8375521" y="3070941"/>
                  </a:lnTo>
                  <a:lnTo>
                    <a:pt x="8376171" y="3071862"/>
                  </a:lnTo>
                  <a:lnTo>
                    <a:pt x="8376821" y="3071662"/>
                  </a:lnTo>
                  <a:lnTo>
                    <a:pt x="8377471" y="3070460"/>
                  </a:lnTo>
                  <a:lnTo>
                    <a:pt x="8378121" y="3068295"/>
                  </a:lnTo>
                  <a:lnTo>
                    <a:pt x="8378771" y="3065624"/>
                  </a:lnTo>
                  <a:lnTo>
                    <a:pt x="8379421" y="3062559"/>
                  </a:lnTo>
                  <a:lnTo>
                    <a:pt x="8380071" y="3059440"/>
                  </a:lnTo>
                  <a:lnTo>
                    <a:pt x="8380721" y="3056150"/>
                  </a:lnTo>
                  <a:lnTo>
                    <a:pt x="8381371" y="3052482"/>
                  </a:lnTo>
                  <a:lnTo>
                    <a:pt x="8382021" y="3048764"/>
                  </a:lnTo>
                  <a:lnTo>
                    <a:pt x="8382671" y="3045035"/>
                  </a:lnTo>
                  <a:lnTo>
                    <a:pt x="8383320" y="3041296"/>
                  </a:lnTo>
                  <a:lnTo>
                    <a:pt x="8383970" y="3037810"/>
                  </a:lnTo>
                  <a:lnTo>
                    <a:pt x="8384620" y="3034950"/>
                  </a:lnTo>
                  <a:lnTo>
                    <a:pt x="8385270" y="3032762"/>
                  </a:lnTo>
                  <a:lnTo>
                    <a:pt x="8385920" y="3031486"/>
                  </a:lnTo>
                  <a:lnTo>
                    <a:pt x="8386570" y="3030730"/>
                  </a:lnTo>
                  <a:lnTo>
                    <a:pt x="8387220" y="3030243"/>
                  </a:lnTo>
                  <a:lnTo>
                    <a:pt x="8387870" y="3029674"/>
                  </a:lnTo>
                  <a:lnTo>
                    <a:pt x="8388520" y="3028758"/>
                  </a:lnTo>
                  <a:lnTo>
                    <a:pt x="8389170" y="3027038"/>
                  </a:lnTo>
                  <a:lnTo>
                    <a:pt x="8389820" y="3024279"/>
                  </a:lnTo>
                  <a:lnTo>
                    <a:pt x="8390470" y="3020531"/>
                  </a:lnTo>
                  <a:lnTo>
                    <a:pt x="8391120" y="3016387"/>
                  </a:lnTo>
                  <a:lnTo>
                    <a:pt x="8391770" y="3011944"/>
                  </a:lnTo>
                  <a:lnTo>
                    <a:pt x="8392420" y="3007486"/>
                  </a:lnTo>
                  <a:lnTo>
                    <a:pt x="8393069" y="3002817"/>
                  </a:lnTo>
                  <a:lnTo>
                    <a:pt x="8393719" y="2998028"/>
                  </a:lnTo>
                  <a:lnTo>
                    <a:pt x="8394369" y="2993275"/>
                  </a:lnTo>
                  <a:lnTo>
                    <a:pt x="8395019" y="2988560"/>
                  </a:lnTo>
                  <a:lnTo>
                    <a:pt x="8395669" y="2983889"/>
                  </a:lnTo>
                  <a:lnTo>
                    <a:pt x="8396319" y="2979287"/>
                  </a:lnTo>
                  <a:lnTo>
                    <a:pt x="8396969" y="2974836"/>
                  </a:lnTo>
                  <a:lnTo>
                    <a:pt x="8397619" y="2970787"/>
                  </a:lnTo>
                  <a:lnTo>
                    <a:pt x="8398269" y="2967138"/>
                  </a:lnTo>
                  <a:lnTo>
                    <a:pt x="8398919" y="2964224"/>
                  </a:lnTo>
                  <a:lnTo>
                    <a:pt x="8399569" y="2962167"/>
                  </a:lnTo>
                  <a:lnTo>
                    <a:pt x="8400219" y="2960922"/>
                  </a:lnTo>
                  <a:lnTo>
                    <a:pt x="8400869" y="2959961"/>
                  </a:lnTo>
                  <a:lnTo>
                    <a:pt x="8401519" y="2959219"/>
                  </a:lnTo>
                  <a:lnTo>
                    <a:pt x="8402169" y="2958482"/>
                  </a:lnTo>
                  <a:lnTo>
                    <a:pt x="8402819" y="2957952"/>
                  </a:lnTo>
                  <a:lnTo>
                    <a:pt x="8403468" y="2957550"/>
                  </a:lnTo>
                  <a:lnTo>
                    <a:pt x="8404118" y="2957148"/>
                  </a:lnTo>
                  <a:lnTo>
                    <a:pt x="8404768" y="2956763"/>
                  </a:lnTo>
                  <a:lnTo>
                    <a:pt x="8405418" y="2956400"/>
                  </a:lnTo>
                  <a:lnTo>
                    <a:pt x="8406068" y="2956081"/>
                  </a:lnTo>
                  <a:lnTo>
                    <a:pt x="8406718" y="2956040"/>
                  </a:lnTo>
                  <a:lnTo>
                    <a:pt x="8407368" y="2956621"/>
                  </a:lnTo>
                  <a:lnTo>
                    <a:pt x="8408018" y="2957821"/>
                  </a:lnTo>
                  <a:lnTo>
                    <a:pt x="8408668" y="2959848"/>
                  </a:lnTo>
                  <a:lnTo>
                    <a:pt x="8409318" y="2962454"/>
                  </a:lnTo>
                  <a:lnTo>
                    <a:pt x="8409968" y="2965523"/>
                  </a:lnTo>
                  <a:lnTo>
                    <a:pt x="8410618" y="2968990"/>
                  </a:lnTo>
                  <a:lnTo>
                    <a:pt x="8411268" y="2972602"/>
                  </a:lnTo>
                  <a:lnTo>
                    <a:pt x="8411918" y="2976246"/>
                  </a:lnTo>
                  <a:lnTo>
                    <a:pt x="8412568" y="2979885"/>
                  </a:lnTo>
                  <a:lnTo>
                    <a:pt x="8413217" y="2983478"/>
                  </a:lnTo>
                  <a:lnTo>
                    <a:pt x="8413867" y="2987015"/>
                  </a:lnTo>
                  <a:lnTo>
                    <a:pt x="8414517" y="2990553"/>
                  </a:lnTo>
                  <a:lnTo>
                    <a:pt x="8415167" y="2994086"/>
                  </a:lnTo>
                  <a:lnTo>
                    <a:pt x="8415817" y="2997582"/>
                  </a:lnTo>
                  <a:lnTo>
                    <a:pt x="8416467" y="3000740"/>
                  </a:lnTo>
                  <a:lnTo>
                    <a:pt x="8417117" y="3003069"/>
                  </a:lnTo>
                  <a:lnTo>
                    <a:pt x="8417767" y="3004148"/>
                  </a:lnTo>
                  <a:lnTo>
                    <a:pt x="8418417" y="3003382"/>
                  </a:lnTo>
                  <a:lnTo>
                    <a:pt x="8419067" y="3001103"/>
                  </a:lnTo>
                  <a:lnTo>
                    <a:pt x="8419717" y="2997562"/>
                  </a:lnTo>
                  <a:lnTo>
                    <a:pt x="8420367" y="2993128"/>
                  </a:lnTo>
                  <a:lnTo>
                    <a:pt x="8421017" y="2988409"/>
                  </a:lnTo>
                  <a:lnTo>
                    <a:pt x="8421667" y="2984208"/>
                  </a:lnTo>
                  <a:lnTo>
                    <a:pt x="8422317" y="2980856"/>
                  </a:lnTo>
                  <a:lnTo>
                    <a:pt x="8422967" y="2978365"/>
                  </a:lnTo>
                  <a:lnTo>
                    <a:pt x="8423616" y="2976109"/>
                  </a:lnTo>
                  <a:lnTo>
                    <a:pt x="8424266" y="2973893"/>
                  </a:lnTo>
                  <a:lnTo>
                    <a:pt x="8424916" y="2971732"/>
                  </a:lnTo>
                  <a:lnTo>
                    <a:pt x="8425566" y="2969804"/>
                  </a:lnTo>
                  <a:lnTo>
                    <a:pt x="8426216" y="2967910"/>
                  </a:lnTo>
                  <a:lnTo>
                    <a:pt x="8426866" y="2965885"/>
                  </a:lnTo>
                  <a:lnTo>
                    <a:pt x="8427516" y="2964272"/>
                  </a:lnTo>
                  <a:lnTo>
                    <a:pt x="8428166" y="2963529"/>
                  </a:lnTo>
                  <a:lnTo>
                    <a:pt x="8428816" y="2963700"/>
                  </a:lnTo>
                  <a:lnTo>
                    <a:pt x="8429466" y="2964683"/>
                  </a:lnTo>
                  <a:lnTo>
                    <a:pt x="8430116" y="2966182"/>
                  </a:lnTo>
                  <a:lnTo>
                    <a:pt x="8430766" y="2967883"/>
                  </a:lnTo>
                  <a:lnTo>
                    <a:pt x="8431416" y="2969145"/>
                  </a:lnTo>
                  <a:lnTo>
                    <a:pt x="8432066" y="2969727"/>
                  </a:lnTo>
                  <a:lnTo>
                    <a:pt x="8432716" y="2969633"/>
                  </a:lnTo>
                  <a:lnTo>
                    <a:pt x="8433365" y="2969452"/>
                  </a:lnTo>
                  <a:lnTo>
                    <a:pt x="8434015" y="2969301"/>
                  </a:lnTo>
                  <a:lnTo>
                    <a:pt x="8434665" y="2969135"/>
                  </a:lnTo>
                  <a:lnTo>
                    <a:pt x="8435315" y="2968733"/>
                  </a:lnTo>
                  <a:lnTo>
                    <a:pt x="8435965" y="2967924"/>
                  </a:lnTo>
                  <a:lnTo>
                    <a:pt x="8436615" y="2966526"/>
                  </a:lnTo>
                  <a:lnTo>
                    <a:pt x="8437265" y="2964383"/>
                  </a:lnTo>
                  <a:lnTo>
                    <a:pt x="8437915" y="2961601"/>
                  </a:lnTo>
                  <a:lnTo>
                    <a:pt x="8438565" y="2957905"/>
                  </a:lnTo>
                  <a:lnTo>
                    <a:pt x="8439215" y="2953095"/>
                  </a:lnTo>
                  <a:lnTo>
                    <a:pt x="8439865" y="2947345"/>
                  </a:lnTo>
                  <a:lnTo>
                    <a:pt x="8440515" y="2941040"/>
                  </a:lnTo>
                  <a:lnTo>
                    <a:pt x="8441165" y="2934611"/>
                  </a:lnTo>
                  <a:lnTo>
                    <a:pt x="8441815" y="2927910"/>
                  </a:lnTo>
                  <a:lnTo>
                    <a:pt x="8442465" y="2920871"/>
                  </a:lnTo>
                  <a:lnTo>
                    <a:pt x="8443115" y="2913773"/>
                  </a:lnTo>
                  <a:lnTo>
                    <a:pt x="8443764" y="2906682"/>
                  </a:lnTo>
                  <a:lnTo>
                    <a:pt x="8444414" y="2899679"/>
                  </a:lnTo>
                  <a:lnTo>
                    <a:pt x="8445064" y="2892809"/>
                  </a:lnTo>
                  <a:lnTo>
                    <a:pt x="8445714" y="2886466"/>
                  </a:lnTo>
                  <a:lnTo>
                    <a:pt x="8446364" y="2881034"/>
                  </a:lnTo>
                  <a:lnTo>
                    <a:pt x="8447014" y="2876424"/>
                  </a:lnTo>
                  <a:lnTo>
                    <a:pt x="8447664" y="2872441"/>
                  </a:lnTo>
                  <a:lnTo>
                    <a:pt x="8448314" y="2869291"/>
                  </a:lnTo>
                  <a:lnTo>
                    <a:pt x="8448964" y="2867201"/>
                  </a:lnTo>
                  <a:lnTo>
                    <a:pt x="8449614" y="2866156"/>
                  </a:lnTo>
                  <a:lnTo>
                    <a:pt x="8450264" y="2866155"/>
                  </a:lnTo>
                  <a:lnTo>
                    <a:pt x="8450914" y="2867053"/>
                  </a:lnTo>
                  <a:lnTo>
                    <a:pt x="8451564" y="2868984"/>
                  </a:lnTo>
                  <a:lnTo>
                    <a:pt x="8452214" y="2872029"/>
                  </a:lnTo>
                  <a:lnTo>
                    <a:pt x="8452864" y="2875966"/>
                  </a:lnTo>
                  <a:lnTo>
                    <a:pt x="8453513" y="2880486"/>
                  </a:lnTo>
                  <a:lnTo>
                    <a:pt x="8454163" y="2885255"/>
                  </a:lnTo>
                  <a:lnTo>
                    <a:pt x="8454813" y="2890172"/>
                  </a:lnTo>
                  <a:lnTo>
                    <a:pt x="8455463" y="2895199"/>
                  </a:lnTo>
                  <a:lnTo>
                    <a:pt x="8456113" y="2900410"/>
                  </a:lnTo>
                  <a:lnTo>
                    <a:pt x="8456763" y="2905894"/>
                  </a:lnTo>
                  <a:lnTo>
                    <a:pt x="8457413" y="2911353"/>
                  </a:lnTo>
                  <a:lnTo>
                    <a:pt x="8458063" y="2916101"/>
                  </a:lnTo>
                  <a:lnTo>
                    <a:pt x="8458713" y="2919332"/>
                  </a:lnTo>
                  <a:lnTo>
                    <a:pt x="8459363" y="2920373"/>
                  </a:lnTo>
                  <a:lnTo>
                    <a:pt x="8460013" y="2918419"/>
                  </a:lnTo>
                  <a:lnTo>
                    <a:pt x="8460663" y="2913401"/>
                  </a:lnTo>
                  <a:lnTo>
                    <a:pt x="8461313" y="2906063"/>
                  </a:lnTo>
                  <a:lnTo>
                    <a:pt x="8461963" y="2896815"/>
                  </a:lnTo>
                  <a:lnTo>
                    <a:pt x="8462613" y="2886132"/>
                  </a:lnTo>
                  <a:lnTo>
                    <a:pt x="8463263" y="2874881"/>
                  </a:lnTo>
                  <a:lnTo>
                    <a:pt x="8463912" y="2863582"/>
                  </a:lnTo>
                  <a:lnTo>
                    <a:pt x="8464562" y="2852097"/>
                  </a:lnTo>
                  <a:lnTo>
                    <a:pt x="8465212" y="2840287"/>
                  </a:lnTo>
                  <a:lnTo>
                    <a:pt x="8465862" y="2827910"/>
                  </a:lnTo>
                  <a:lnTo>
                    <a:pt x="8466512" y="2814775"/>
                  </a:lnTo>
                  <a:lnTo>
                    <a:pt x="8467162" y="2801201"/>
                  </a:lnTo>
                  <a:lnTo>
                    <a:pt x="8467812" y="2788059"/>
                  </a:lnTo>
                  <a:lnTo>
                    <a:pt x="8468462" y="2776343"/>
                  </a:lnTo>
                  <a:lnTo>
                    <a:pt x="8469112" y="2766872"/>
                  </a:lnTo>
                  <a:lnTo>
                    <a:pt x="8469762" y="2759903"/>
                  </a:lnTo>
                  <a:lnTo>
                    <a:pt x="8470412" y="2754985"/>
                  </a:lnTo>
                  <a:lnTo>
                    <a:pt x="8471062" y="2751905"/>
                  </a:lnTo>
                  <a:lnTo>
                    <a:pt x="8471712" y="2750563"/>
                  </a:lnTo>
                  <a:lnTo>
                    <a:pt x="8472362" y="2750519"/>
                  </a:lnTo>
                  <a:lnTo>
                    <a:pt x="8473012" y="2750965"/>
                  </a:lnTo>
                  <a:lnTo>
                    <a:pt x="8473661" y="2751166"/>
                  </a:lnTo>
                  <a:lnTo>
                    <a:pt x="8474311" y="2751347"/>
                  </a:lnTo>
                  <a:lnTo>
                    <a:pt x="8474961" y="2751781"/>
                  </a:lnTo>
                  <a:lnTo>
                    <a:pt x="8475611" y="2752574"/>
                  </a:lnTo>
                  <a:lnTo>
                    <a:pt x="8476261" y="2753724"/>
                  </a:lnTo>
                  <a:lnTo>
                    <a:pt x="8476911" y="2755395"/>
                  </a:lnTo>
                  <a:lnTo>
                    <a:pt x="8477561" y="2757335"/>
                  </a:lnTo>
                  <a:lnTo>
                    <a:pt x="8478211" y="2759086"/>
                  </a:lnTo>
                  <a:lnTo>
                    <a:pt x="8478861" y="2759961"/>
                  </a:lnTo>
                  <a:lnTo>
                    <a:pt x="8479511" y="2759725"/>
                  </a:lnTo>
                  <a:lnTo>
                    <a:pt x="8480161" y="2758522"/>
                  </a:lnTo>
                  <a:lnTo>
                    <a:pt x="8480811" y="2755050"/>
                  </a:lnTo>
                  <a:lnTo>
                    <a:pt x="8481461" y="2748420"/>
                  </a:lnTo>
                  <a:lnTo>
                    <a:pt x="8482111" y="2738048"/>
                  </a:lnTo>
                  <a:lnTo>
                    <a:pt x="8482761" y="2724518"/>
                  </a:lnTo>
                  <a:lnTo>
                    <a:pt x="8483411" y="2708550"/>
                  </a:lnTo>
                  <a:lnTo>
                    <a:pt x="8484060" y="2690404"/>
                  </a:lnTo>
                  <a:lnTo>
                    <a:pt x="8484710" y="2669485"/>
                  </a:lnTo>
                  <a:lnTo>
                    <a:pt x="8485360" y="2647107"/>
                  </a:lnTo>
                  <a:lnTo>
                    <a:pt x="8486010" y="2625036"/>
                  </a:lnTo>
                  <a:lnTo>
                    <a:pt x="8486660" y="2603724"/>
                  </a:lnTo>
                  <a:lnTo>
                    <a:pt x="8487310" y="2583170"/>
                  </a:lnTo>
                  <a:lnTo>
                    <a:pt x="8487960" y="2563367"/>
                  </a:lnTo>
                  <a:lnTo>
                    <a:pt x="8488610" y="2544349"/>
                  </a:lnTo>
                  <a:lnTo>
                    <a:pt x="8489260" y="2526338"/>
                  </a:lnTo>
                  <a:lnTo>
                    <a:pt x="8489910" y="2509258"/>
                  </a:lnTo>
                  <a:lnTo>
                    <a:pt x="8490560" y="2493598"/>
                  </a:lnTo>
                  <a:lnTo>
                    <a:pt x="8491210" y="2479940"/>
                  </a:lnTo>
                  <a:lnTo>
                    <a:pt x="8491860" y="2468945"/>
                  </a:lnTo>
                  <a:lnTo>
                    <a:pt x="8492510" y="2459998"/>
                  </a:lnTo>
                  <a:lnTo>
                    <a:pt x="8493160" y="2453126"/>
                  </a:lnTo>
                  <a:lnTo>
                    <a:pt x="8493809" y="2447699"/>
                  </a:lnTo>
                  <a:lnTo>
                    <a:pt x="8494459" y="2444532"/>
                  </a:lnTo>
                  <a:lnTo>
                    <a:pt x="8495109" y="2442903"/>
                  </a:lnTo>
                  <a:lnTo>
                    <a:pt x="8495759" y="2441382"/>
                  </a:lnTo>
                  <a:lnTo>
                    <a:pt x="8496409" y="2439364"/>
                  </a:lnTo>
                  <a:lnTo>
                    <a:pt x="8497059" y="2437155"/>
                  </a:lnTo>
                  <a:lnTo>
                    <a:pt x="8497709" y="2434852"/>
                  </a:lnTo>
                  <a:lnTo>
                    <a:pt x="8498359" y="2432625"/>
                  </a:lnTo>
                  <a:lnTo>
                    <a:pt x="8499009" y="2430413"/>
                  </a:lnTo>
                  <a:lnTo>
                    <a:pt x="8499659" y="2427565"/>
                  </a:lnTo>
                  <a:lnTo>
                    <a:pt x="8500309" y="2423808"/>
                  </a:lnTo>
                  <a:lnTo>
                    <a:pt x="8500959" y="2418626"/>
                  </a:lnTo>
                  <a:lnTo>
                    <a:pt x="8501609" y="2411319"/>
                  </a:lnTo>
                  <a:lnTo>
                    <a:pt x="8502259" y="2402443"/>
                  </a:lnTo>
                  <a:lnTo>
                    <a:pt x="8502909" y="2392056"/>
                  </a:lnTo>
                  <a:lnTo>
                    <a:pt x="8503559" y="2379859"/>
                  </a:lnTo>
                  <a:lnTo>
                    <a:pt x="8504208" y="2366315"/>
                  </a:lnTo>
                  <a:lnTo>
                    <a:pt x="8504858" y="2351938"/>
                  </a:lnTo>
                  <a:lnTo>
                    <a:pt x="8505508" y="2337721"/>
                  </a:lnTo>
                  <a:lnTo>
                    <a:pt x="8506158" y="2324228"/>
                  </a:lnTo>
                  <a:lnTo>
                    <a:pt x="8506808" y="2311150"/>
                  </a:lnTo>
                  <a:lnTo>
                    <a:pt x="8507458" y="2298351"/>
                  </a:lnTo>
                  <a:lnTo>
                    <a:pt x="8508108" y="2285775"/>
                  </a:lnTo>
                  <a:lnTo>
                    <a:pt x="8508758" y="2273547"/>
                  </a:lnTo>
                  <a:lnTo>
                    <a:pt x="8509408" y="2262078"/>
                  </a:lnTo>
                  <a:lnTo>
                    <a:pt x="8510058" y="2251468"/>
                  </a:lnTo>
                  <a:lnTo>
                    <a:pt x="8510708" y="2241906"/>
                  </a:lnTo>
                  <a:lnTo>
                    <a:pt x="8511358" y="2233826"/>
                  </a:lnTo>
                  <a:lnTo>
                    <a:pt x="8512008" y="2227117"/>
                  </a:lnTo>
                  <a:lnTo>
                    <a:pt x="8512658" y="2221631"/>
                  </a:lnTo>
                  <a:lnTo>
                    <a:pt x="8513308" y="2218337"/>
                  </a:lnTo>
                  <a:lnTo>
                    <a:pt x="8513957" y="2217005"/>
                  </a:lnTo>
                  <a:lnTo>
                    <a:pt x="8514607" y="2217281"/>
                  </a:lnTo>
                  <a:lnTo>
                    <a:pt x="8515257" y="2218329"/>
                  </a:lnTo>
                  <a:lnTo>
                    <a:pt x="8515907" y="2219690"/>
                  </a:lnTo>
                  <a:lnTo>
                    <a:pt x="8516557" y="2221273"/>
                  </a:lnTo>
                  <a:lnTo>
                    <a:pt x="8517207" y="2221273"/>
                  </a:lnTo>
                  <a:lnTo>
                    <a:pt x="8517857" y="2221273"/>
                  </a:lnTo>
                  <a:lnTo>
                    <a:pt x="8518507" y="2221273"/>
                  </a:lnTo>
                  <a:lnTo>
                    <a:pt x="8519157" y="2221273"/>
                  </a:lnTo>
                  <a:lnTo>
                    <a:pt x="8519807" y="2221273"/>
                  </a:lnTo>
                  <a:lnTo>
                    <a:pt x="8520457" y="2221273"/>
                  </a:lnTo>
                  <a:lnTo>
                    <a:pt x="8521107" y="2221273"/>
                  </a:lnTo>
                  <a:lnTo>
                    <a:pt x="8521757" y="2221273"/>
                  </a:lnTo>
                  <a:lnTo>
                    <a:pt x="8522407" y="2221273"/>
                  </a:lnTo>
                  <a:lnTo>
                    <a:pt x="8523057" y="2221273"/>
                  </a:lnTo>
                  <a:lnTo>
                    <a:pt x="8523706" y="2221273"/>
                  </a:lnTo>
                  <a:lnTo>
                    <a:pt x="8524356" y="2221273"/>
                  </a:lnTo>
                  <a:lnTo>
                    <a:pt x="8525006" y="2221273"/>
                  </a:lnTo>
                  <a:lnTo>
                    <a:pt x="8525656" y="2221273"/>
                  </a:lnTo>
                  <a:lnTo>
                    <a:pt x="8526306" y="2221273"/>
                  </a:lnTo>
                  <a:lnTo>
                    <a:pt x="8526956" y="2221273"/>
                  </a:lnTo>
                  <a:lnTo>
                    <a:pt x="8527606" y="2221273"/>
                  </a:lnTo>
                  <a:lnTo>
                    <a:pt x="8528256" y="2221273"/>
                  </a:lnTo>
                  <a:lnTo>
                    <a:pt x="8528906" y="2221273"/>
                  </a:lnTo>
                  <a:lnTo>
                    <a:pt x="8529556" y="2221273"/>
                  </a:lnTo>
                  <a:lnTo>
                    <a:pt x="8530206" y="2221273"/>
                  </a:lnTo>
                  <a:lnTo>
                    <a:pt x="8530856" y="2221273"/>
                  </a:lnTo>
                  <a:lnTo>
                    <a:pt x="8531506" y="2221273"/>
                  </a:lnTo>
                  <a:lnTo>
                    <a:pt x="8532156" y="2221273"/>
                  </a:lnTo>
                  <a:lnTo>
                    <a:pt x="8532806" y="2221273"/>
                  </a:lnTo>
                  <a:lnTo>
                    <a:pt x="8532806" y="3142277"/>
                  </a:lnTo>
                  <a:lnTo>
                    <a:pt x="8532156" y="3142277"/>
                  </a:lnTo>
                  <a:lnTo>
                    <a:pt x="8531506" y="3142277"/>
                  </a:lnTo>
                  <a:lnTo>
                    <a:pt x="8530856" y="3142277"/>
                  </a:lnTo>
                  <a:lnTo>
                    <a:pt x="8530206" y="3142277"/>
                  </a:lnTo>
                  <a:lnTo>
                    <a:pt x="8529556" y="3142277"/>
                  </a:lnTo>
                  <a:lnTo>
                    <a:pt x="8528906" y="3142277"/>
                  </a:lnTo>
                  <a:lnTo>
                    <a:pt x="8528256" y="3142277"/>
                  </a:lnTo>
                  <a:lnTo>
                    <a:pt x="8527606" y="3142277"/>
                  </a:lnTo>
                  <a:lnTo>
                    <a:pt x="8526956" y="3142277"/>
                  </a:lnTo>
                  <a:lnTo>
                    <a:pt x="8526306" y="3142277"/>
                  </a:lnTo>
                  <a:lnTo>
                    <a:pt x="8525656" y="3142277"/>
                  </a:lnTo>
                  <a:lnTo>
                    <a:pt x="8525006" y="3142277"/>
                  </a:lnTo>
                  <a:lnTo>
                    <a:pt x="8524356" y="3142277"/>
                  </a:lnTo>
                  <a:lnTo>
                    <a:pt x="8523706" y="3142277"/>
                  </a:lnTo>
                  <a:lnTo>
                    <a:pt x="8523057" y="3142277"/>
                  </a:lnTo>
                  <a:lnTo>
                    <a:pt x="8522407" y="3142277"/>
                  </a:lnTo>
                  <a:lnTo>
                    <a:pt x="8521757" y="3142277"/>
                  </a:lnTo>
                  <a:lnTo>
                    <a:pt x="8521107" y="3142277"/>
                  </a:lnTo>
                  <a:lnTo>
                    <a:pt x="8520457" y="3142277"/>
                  </a:lnTo>
                  <a:lnTo>
                    <a:pt x="8519807" y="3142277"/>
                  </a:lnTo>
                  <a:lnTo>
                    <a:pt x="8519157" y="3142277"/>
                  </a:lnTo>
                  <a:lnTo>
                    <a:pt x="8518507" y="3142277"/>
                  </a:lnTo>
                  <a:lnTo>
                    <a:pt x="8517857" y="3142277"/>
                  </a:lnTo>
                  <a:lnTo>
                    <a:pt x="8517207" y="3142277"/>
                  </a:lnTo>
                  <a:lnTo>
                    <a:pt x="8516557" y="3142277"/>
                  </a:lnTo>
                  <a:lnTo>
                    <a:pt x="8515907" y="3142277"/>
                  </a:lnTo>
                  <a:lnTo>
                    <a:pt x="8515257" y="3142277"/>
                  </a:lnTo>
                  <a:lnTo>
                    <a:pt x="8514607" y="3142277"/>
                  </a:lnTo>
                  <a:lnTo>
                    <a:pt x="8513957" y="3142277"/>
                  </a:lnTo>
                  <a:lnTo>
                    <a:pt x="8513308" y="3142277"/>
                  </a:lnTo>
                  <a:lnTo>
                    <a:pt x="8512658" y="3142277"/>
                  </a:lnTo>
                  <a:lnTo>
                    <a:pt x="8512008" y="3142277"/>
                  </a:lnTo>
                  <a:lnTo>
                    <a:pt x="8511358" y="3142277"/>
                  </a:lnTo>
                  <a:lnTo>
                    <a:pt x="8510708" y="3142277"/>
                  </a:lnTo>
                  <a:lnTo>
                    <a:pt x="8510058" y="3142277"/>
                  </a:lnTo>
                  <a:lnTo>
                    <a:pt x="8509408" y="3142277"/>
                  </a:lnTo>
                  <a:lnTo>
                    <a:pt x="8508758" y="3142277"/>
                  </a:lnTo>
                  <a:lnTo>
                    <a:pt x="8508108" y="3142277"/>
                  </a:lnTo>
                  <a:lnTo>
                    <a:pt x="8507458" y="3142277"/>
                  </a:lnTo>
                  <a:lnTo>
                    <a:pt x="8506808" y="3142277"/>
                  </a:lnTo>
                  <a:lnTo>
                    <a:pt x="8506158" y="3142277"/>
                  </a:lnTo>
                  <a:lnTo>
                    <a:pt x="8505508" y="3142277"/>
                  </a:lnTo>
                  <a:lnTo>
                    <a:pt x="8504858" y="3142277"/>
                  </a:lnTo>
                  <a:lnTo>
                    <a:pt x="8504208" y="3142277"/>
                  </a:lnTo>
                  <a:lnTo>
                    <a:pt x="8503559" y="3142277"/>
                  </a:lnTo>
                  <a:lnTo>
                    <a:pt x="8502909" y="3142277"/>
                  </a:lnTo>
                  <a:lnTo>
                    <a:pt x="8502259" y="3142277"/>
                  </a:lnTo>
                  <a:lnTo>
                    <a:pt x="8501609" y="3142277"/>
                  </a:lnTo>
                  <a:lnTo>
                    <a:pt x="8500959" y="3142277"/>
                  </a:lnTo>
                  <a:lnTo>
                    <a:pt x="8500309" y="3142277"/>
                  </a:lnTo>
                  <a:lnTo>
                    <a:pt x="8499659" y="3142277"/>
                  </a:lnTo>
                  <a:lnTo>
                    <a:pt x="8499009" y="3142277"/>
                  </a:lnTo>
                  <a:lnTo>
                    <a:pt x="8498359" y="3142277"/>
                  </a:lnTo>
                  <a:lnTo>
                    <a:pt x="8497709" y="3142277"/>
                  </a:lnTo>
                  <a:lnTo>
                    <a:pt x="8497059" y="3142277"/>
                  </a:lnTo>
                  <a:lnTo>
                    <a:pt x="8496409" y="3142277"/>
                  </a:lnTo>
                  <a:lnTo>
                    <a:pt x="8495759" y="3142277"/>
                  </a:lnTo>
                  <a:lnTo>
                    <a:pt x="8495109" y="3142277"/>
                  </a:lnTo>
                  <a:lnTo>
                    <a:pt x="8494459" y="3142277"/>
                  </a:lnTo>
                  <a:lnTo>
                    <a:pt x="8493809" y="3142277"/>
                  </a:lnTo>
                  <a:lnTo>
                    <a:pt x="8493160" y="3142277"/>
                  </a:lnTo>
                  <a:lnTo>
                    <a:pt x="8492510" y="3142277"/>
                  </a:lnTo>
                  <a:lnTo>
                    <a:pt x="8491860" y="3142277"/>
                  </a:lnTo>
                  <a:lnTo>
                    <a:pt x="8491210" y="3142277"/>
                  </a:lnTo>
                  <a:lnTo>
                    <a:pt x="8490560" y="3142277"/>
                  </a:lnTo>
                  <a:lnTo>
                    <a:pt x="8489910" y="3142277"/>
                  </a:lnTo>
                  <a:lnTo>
                    <a:pt x="8489260" y="3142277"/>
                  </a:lnTo>
                  <a:lnTo>
                    <a:pt x="8488610" y="3142277"/>
                  </a:lnTo>
                  <a:lnTo>
                    <a:pt x="8487960" y="3142277"/>
                  </a:lnTo>
                  <a:lnTo>
                    <a:pt x="8487310" y="3142277"/>
                  </a:lnTo>
                  <a:lnTo>
                    <a:pt x="8486660" y="3142277"/>
                  </a:lnTo>
                  <a:lnTo>
                    <a:pt x="8486010" y="3142277"/>
                  </a:lnTo>
                  <a:lnTo>
                    <a:pt x="8485360" y="3142277"/>
                  </a:lnTo>
                  <a:lnTo>
                    <a:pt x="8484710" y="3142277"/>
                  </a:lnTo>
                  <a:lnTo>
                    <a:pt x="8484060" y="3142277"/>
                  </a:lnTo>
                  <a:lnTo>
                    <a:pt x="8483411" y="3142277"/>
                  </a:lnTo>
                  <a:lnTo>
                    <a:pt x="8482761" y="3142277"/>
                  </a:lnTo>
                  <a:lnTo>
                    <a:pt x="8482111" y="3142277"/>
                  </a:lnTo>
                  <a:lnTo>
                    <a:pt x="8481461" y="3142277"/>
                  </a:lnTo>
                  <a:lnTo>
                    <a:pt x="8480811" y="3142277"/>
                  </a:lnTo>
                  <a:lnTo>
                    <a:pt x="8480161" y="3142277"/>
                  </a:lnTo>
                  <a:lnTo>
                    <a:pt x="8479511" y="3142277"/>
                  </a:lnTo>
                  <a:lnTo>
                    <a:pt x="8478861" y="3142277"/>
                  </a:lnTo>
                  <a:lnTo>
                    <a:pt x="8478211" y="3142277"/>
                  </a:lnTo>
                  <a:lnTo>
                    <a:pt x="8477561" y="3142277"/>
                  </a:lnTo>
                  <a:lnTo>
                    <a:pt x="8476911" y="3142277"/>
                  </a:lnTo>
                  <a:lnTo>
                    <a:pt x="8476261" y="3142277"/>
                  </a:lnTo>
                  <a:lnTo>
                    <a:pt x="8475611" y="3142277"/>
                  </a:lnTo>
                  <a:lnTo>
                    <a:pt x="8474961" y="3142277"/>
                  </a:lnTo>
                  <a:lnTo>
                    <a:pt x="8474311" y="3142277"/>
                  </a:lnTo>
                  <a:lnTo>
                    <a:pt x="8473661" y="3142277"/>
                  </a:lnTo>
                  <a:lnTo>
                    <a:pt x="8473012" y="3142277"/>
                  </a:lnTo>
                  <a:lnTo>
                    <a:pt x="8472362" y="3142277"/>
                  </a:lnTo>
                  <a:lnTo>
                    <a:pt x="8471712" y="3142277"/>
                  </a:lnTo>
                  <a:lnTo>
                    <a:pt x="8471062" y="3142277"/>
                  </a:lnTo>
                  <a:lnTo>
                    <a:pt x="8470412" y="3142277"/>
                  </a:lnTo>
                  <a:lnTo>
                    <a:pt x="8469762" y="3142277"/>
                  </a:lnTo>
                  <a:lnTo>
                    <a:pt x="8469112" y="3142277"/>
                  </a:lnTo>
                  <a:lnTo>
                    <a:pt x="8468462" y="3142277"/>
                  </a:lnTo>
                  <a:lnTo>
                    <a:pt x="8467812" y="3142277"/>
                  </a:lnTo>
                  <a:lnTo>
                    <a:pt x="8467162" y="3142277"/>
                  </a:lnTo>
                  <a:lnTo>
                    <a:pt x="8466512" y="3142277"/>
                  </a:lnTo>
                  <a:lnTo>
                    <a:pt x="8465862" y="3142277"/>
                  </a:lnTo>
                  <a:lnTo>
                    <a:pt x="8465212" y="3142277"/>
                  </a:lnTo>
                  <a:lnTo>
                    <a:pt x="8464562" y="3142277"/>
                  </a:lnTo>
                  <a:lnTo>
                    <a:pt x="8463912" y="3142277"/>
                  </a:lnTo>
                  <a:lnTo>
                    <a:pt x="8463263" y="3142277"/>
                  </a:lnTo>
                  <a:lnTo>
                    <a:pt x="8462613" y="3142277"/>
                  </a:lnTo>
                  <a:lnTo>
                    <a:pt x="8461963" y="3142277"/>
                  </a:lnTo>
                  <a:lnTo>
                    <a:pt x="8461313" y="3142277"/>
                  </a:lnTo>
                  <a:lnTo>
                    <a:pt x="8460663" y="3142277"/>
                  </a:lnTo>
                  <a:lnTo>
                    <a:pt x="8460013" y="3142277"/>
                  </a:lnTo>
                  <a:lnTo>
                    <a:pt x="8459363" y="3142277"/>
                  </a:lnTo>
                  <a:lnTo>
                    <a:pt x="8458713" y="3142277"/>
                  </a:lnTo>
                  <a:lnTo>
                    <a:pt x="8458063" y="3142277"/>
                  </a:lnTo>
                  <a:lnTo>
                    <a:pt x="8457413" y="3142277"/>
                  </a:lnTo>
                  <a:lnTo>
                    <a:pt x="8456763" y="3142277"/>
                  </a:lnTo>
                  <a:lnTo>
                    <a:pt x="8456113" y="3142277"/>
                  </a:lnTo>
                  <a:lnTo>
                    <a:pt x="8455463" y="3142277"/>
                  </a:lnTo>
                  <a:lnTo>
                    <a:pt x="8454813" y="3142277"/>
                  </a:lnTo>
                  <a:lnTo>
                    <a:pt x="8454163" y="3142277"/>
                  </a:lnTo>
                  <a:lnTo>
                    <a:pt x="8453513" y="3142277"/>
                  </a:lnTo>
                  <a:lnTo>
                    <a:pt x="8452864" y="3142277"/>
                  </a:lnTo>
                  <a:lnTo>
                    <a:pt x="8452214" y="3142277"/>
                  </a:lnTo>
                  <a:lnTo>
                    <a:pt x="8451564" y="3142277"/>
                  </a:lnTo>
                  <a:lnTo>
                    <a:pt x="8450914" y="3142277"/>
                  </a:lnTo>
                  <a:lnTo>
                    <a:pt x="8450264" y="3142277"/>
                  </a:lnTo>
                  <a:lnTo>
                    <a:pt x="8449614" y="3142277"/>
                  </a:lnTo>
                  <a:lnTo>
                    <a:pt x="8448964" y="3142277"/>
                  </a:lnTo>
                  <a:lnTo>
                    <a:pt x="8448314" y="3142277"/>
                  </a:lnTo>
                  <a:lnTo>
                    <a:pt x="8447664" y="3142277"/>
                  </a:lnTo>
                  <a:lnTo>
                    <a:pt x="8447014" y="3142277"/>
                  </a:lnTo>
                  <a:lnTo>
                    <a:pt x="8446364" y="3142277"/>
                  </a:lnTo>
                  <a:lnTo>
                    <a:pt x="8445714" y="3142277"/>
                  </a:lnTo>
                  <a:lnTo>
                    <a:pt x="8445064" y="3142277"/>
                  </a:lnTo>
                  <a:lnTo>
                    <a:pt x="8444414" y="3142277"/>
                  </a:lnTo>
                  <a:lnTo>
                    <a:pt x="8443764" y="3142277"/>
                  </a:lnTo>
                  <a:lnTo>
                    <a:pt x="8443115" y="3142277"/>
                  </a:lnTo>
                  <a:lnTo>
                    <a:pt x="8442465" y="3142277"/>
                  </a:lnTo>
                  <a:lnTo>
                    <a:pt x="8441815" y="3142277"/>
                  </a:lnTo>
                  <a:lnTo>
                    <a:pt x="8441165" y="3142277"/>
                  </a:lnTo>
                  <a:lnTo>
                    <a:pt x="8440515" y="3142277"/>
                  </a:lnTo>
                  <a:lnTo>
                    <a:pt x="8439865" y="3142277"/>
                  </a:lnTo>
                  <a:lnTo>
                    <a:pt x="8439215" y="3142277"/>
                  </a:lnTo>
                  <a:lnTo>
                    <a:pt x="8438565" y="3142277"/>
                  </a:lnTo>
                  <a:lnTo>
                    <a:pt x="8437915" y="3142277"/>
                  </a:lnTo>
                  <a:lnTo>
                    <a:pt x="8437265" y="3142277"/>
                  </a:lnTo>
                  <a:lnTo>
                    <a:pt x="8436615" y="3142277"/>
                  </a:lnTo>
                  <a:lnTo>
                    <a:pt x="8435965" y="3142277"/>
                  </a:lnTo>
                  <a:lnTo>
                    <a:pt x="8435315" y="3142277"/>
                  </a:lnTo>
                  <a:lnTo>
                    <a:pt x="8434665" y="3142277"/>
                  </a:lnTo>
                  <a:lnTo>
                    <a:pt x="8434015" y="3142277"/>
                  </a:lnTo>
                  <a:lnTo>
                    <a:pt x="8433365" y="3142277"/>
                  </a:lnTo>
                  <a:lnTo>
                    <a:pt x="8432716" y="3142277"/>
                  </a:lnTo>
                  <a:lnTo>
                    <a:pt x="8432066" y="3142277"/>
                  </a:lnTo>
                  <a:lnTo>
                    <a:pt x="8431416" y="3142277"/>
                  </a:lnTo>
                  <a:lnTo>
                    <a:pt x="8430766" y="3142277"/>
                  </a:lnTo>
                  <a:lnTo>
                    <a:pt x="8430116" y="3142277"/>
                  </a:lnTo>
                  <a:lnTo>
                    <a:pt x="8429466" y="3142277"/>
                  </a:lnTo>
                  <a:lnTo>
                    <a:pt x="8428816" y="3142277"/>
                  </a:lnTo>
                  <a:lnTo>
                    <a:pt x="8428166" y="3142277"/>
                  </a:lnTo>
                  <a:lnTo>
                    <a:pt x="8427516" y="3142277"/>
                  </a:lnTo>
                  <a:lnTo>
                    <a:pt x="8426866" y="3142277"/>
                  </a:lnTo>
                  <a:lnTo>
                    <a:pt x="8426216" y="3142277"/>
                  </a:lnTo>
                  <a:lnTo>
                    <a:pt x="8425566" y="3142277"/>
                  </a:lnTo>
                  <a:lnTo>
                    <a:pt x="8424916" y="3142277"/>
                  </a:lnTo>
                  <a:lnTo>
                    <a:pt x="8424266" y="3142277"/>
                  </a:lnTo>
                  <a:lnTo>
                    <a:pt x="8423616" y="3142277"/>
                  </a:lnTo>
                  <a:lnTo>
                    <a:pt x="8422967" y="3142277"/>
                  </a:lnTo>
                  <a:lnTo>
                    <a:pt x="8422317" y="3142277"/>
                  </a:lnTo>
                  <a:lnTo>
                    <a:pt x="8421667" y="3142277"/>
                  </a:lnTo>
                  <a:lnTo>
                    <a:pt x="8421017" y="3142277"/>
                  </a:lnTo>
                  <a:lnTo>
                    <a:pt x="8420367" y="3142277"/>
                  </a:lnTo>
                  <a:lnTo>
                    <a:pt x="8419717" y="3142277"/>
                  </a:lnTo>
                  <a:lnTo>
                    <a:pt x="8419067" y="3142277"/>
                  </a:lnTo>
                  <a:lnTo>
                    <a:pt x="8418417" y="3142277"/>
                  </a:lnTo>
                  <a:lnTo>
                    <a:pt x="8417767" y="3142277"/>
                  </a:lnTo>
                  <a:lnTo>
                    <a:pt x="8417117" y="3142277"/>
                  </a:lnTo>
                  <a:lnTo>
                    <a:pt x="8416467" y="3142277"/>
                  </a:lnTo>
                  <a:lnTo>
                    <a:pt x="8415817" y="3142277"/>
                  </a:lnTo>
                  <a:lnTo>
                    <a:pt x="8415167" y="3142277"/>
                  </a:lnTo>
                  <a:lnTo>
                    <a:pt x="8414517" y="3142277"/>
                  </a:lnTo>
                  <a:lnTo>
                    <a:pt x="8413867" y="3142277"/>
                  </a:lnTo>
                  <a:lnTo>
                    <a:pt x="8413217" y="3142277"/>
                  </a:lnTo>
                  <a:lnTo>
                    <a:pt x="8412568" y="3142277"/>
                  </a:lnTo>
                  <a:lnTo>
                    <a:pt x="8411918" y="3142277"/>
                  </a:lnTo>
                  <a:lnTo>
                    <a:pt x="8411268" y="3142277"/>
                  </a:lnTo>
                  <a:lnTo>
                    <a:pt x="8410618" y="3142277"/>
                  </a:lnTo>
                  <a:lnTo>
                    <a:pt x="8409968" y="3142277"/>
                  </a:lnTo>
                  <a:lnTo>
                    <a:pt x="8409318" y="3142277"/>
                  </a:lnTo>
                  <a:lnTo>
                    <a:pt x="8408668" y="3142277"/>
                  </a:lnTo>
                  <a:lnTo>
                    <a:pt x="8408018" y="3142277"/>
                  </a:lnTo>
                  <a:lnTo>
                    <a:pt x="8407368" y="3142277"/>
                  </a:lnTo>
                  <a:lnTo>
                    <a:pt x="8406718" y="3142277"/>
                  </a:lnTo>
                  <a:lnTo>
                    <a:pt x="8406068" y="3142277"/>
                  </a:lnTo>
                  <a:lnTo>
                    <a:pt x="8405418" y="3142277"/>
                  </a:lnTo>
                  <a:lnTo>
                    <a:pt x="8404768" y="3142277"/>
                  </a:lnTo>
                  <a:lnTo>
                    <a:pt x="8404118" y="3142277"/>
                  </a:lnTo>
                  <a:lnTo>
                    <a:pt x="8403468" y="3142277"/>
                  </a:lnTo>
                  <a:lnTo>
                    <a:pt x="8402819" y="3142277"/>
                  </a:lnTo>
                  <a:lnTo>
                    <a:pt x="8402169" y="3142277"/>
                  </a:lnTo>
                  <a:lnTo>
                    <a:pt x="8401519" y="3142277"/>
                  </a:lnTo>
                  <a:lnTo>
                    <a:pt x="8400869" y="3142277"/>
                  </a:lnTo>
                  <a:lnTo>
                    <a:pt x="8400219" y="3142277"/>
                  </a:lnTo>
                  <a:lnTo>
                    <a:pt x="8399569" y="3142277"/>
                  </a:lnTo>
                  <a:lnTo>
                    <a:pt x="8398919" y="3142277"/>
                  </a:lnTo>
                  <a:lnTo>
                    <a:pt x="8398269" y="3142277"/>
                  </a:lnTo>
                  <a:lnTo>
                    <a:pt x="8397619" y="3142277"/>
                  </a:lnTo>
                  <a:lnTo>
                    <a:pt x="8396969" y="3142277"/>
                  </a:lnTo>
                  <a:lnTo>
                    <a:pt x="8396319" y="3142277"/>
                  </a:lnTo>
                  <a:lnTo>
                    <a:pt x="8395669" y="3142277"/>
                  </a:lnTo>
                  <a:lnTo>
                    <a:pt x="8395019" y="3142277"/>
                  </a:lnTo>
                  <a:lnTo>
                    <a:pt x="8394369" y="3142277"/>
                  </a:lnTo>
                  <a:lnTo>
                    <a:pt x="8393719" y="3142277"/>
                  </a:lnTo>
                  <a:lnTo>
                    <a:pt x="8393069" y="3142277"/>
                  </a:lnTo>
                  <a:lnTo>
                    <a:pt x="8392420" y="3142277"/>
                  </a:lnTo>
                  <a:lnTo>
                    <a:pt x="8391770" y="3142277"/>
                  </a:lnTo>
                  <a:lnTo>
                    <a:pt x="8391120" y="3142277"/>
                  </a:lnTo>
                  <a:lnTo>
                    <a:pt x="8390470" y="3142277"/>
                  </a:lnTo>
                  <a:lnTo>
                    <a:pt x="8389820" y="3142277"/>
                  </a:lnTo>
                  <a:lnTo>
                    <a:pt x="8389170" y="3142277"/>
                  </a:lnTo>
                  <a:lnTo>
                    <a:pt x="8388520" y="3142277"/>
                  </a:lnTo>
                  <a:lnTo>
                    <a:pt x="8387870" y="3142277"/>
                  </a:lnTo>
                  <a:lnTo>
                    <a:pt x="8387220" y="3142277"/>
                  </a:lnTo>
                  <a:lnTo>
                    <a:pt x="8386570" y="3142277"/>
                  </a:lnTo>
                  <a:lnTo>
                    <a:pt x="8385920" y="3142277"/>
                  </a:lnTo>
                  <a:lnTo>
                    <a:pt x="8385270" y="3142277"/>
                  </a:lnTo>
                  <a:lnTo>
                    <a:pt x="8384620" y="3142277"/>
                  </a:lnTo>
                  <a:lnTo>
                    <a:pt x="8383970" y="3142277"/>
                  </a:lnTo>
                  <a:lnTo>
                    <a:pt x="8383320" y="3142277"/>
                  </a:lnTo>
                  <a:lnTo>
                    <a:pt x="8382671" y="3142277"/>
                  </a:lnTo>
                  <a:lnTo>
                    <a:pt x="8382021" y="3142277"/>
                  </a:lnTo>
                  <a:lnTo>
                    <a:pt x="8381371" y="3142277"/>
                  </a:lnTo>
                  <a:lnTo>
                    <a:pt x="8380721" y="3142277"/>
                  </a:lnTo>
                  <a:lnTo>
                    <a:pt x="8380071" y="3142277"/>
                  </a:lnTo>
                  <a:lnTo>
                    <a:pt x="8379421" y="3142277"/>
                  </a:lnTo>
                  <a:lnTo>
                    <a:pt x="8378771" y="3142277"/>
                  </a:lnTo>
                  <a:lnTo>
                    <a:pt x="8378121" y="3142277"/>
                  </a:lnTo>
                  <a:lnTo>
                    <a:pt x="8377471" y="3142277"/>
                  </a:lnTo>
                  <a:lnTo>
                    <a:pt x="8376821" y="3142277"/>
                  </a:lnTo>
                  <a:lnTo>
                    <a:pt x="8376171" y="3142277"/>
                  </a:lnTo>
                  <a:lnTo>
                    <a:pt x="8375521" y="3142277"/>
                  </a:lnTo>
                  <a:lnTo>
                    <a:pt x="8374871" y="3142277"/>
                  </a:lnTo>
                  <a:lnTo>
                    <a:pt x="8374221" y="3142277"/>
                  </a:lnTo>
                  <a:lnTo>
                    <a:pt x="8373571" y="3142277"/>
                  </a:lnTo>
                  <a:lnTo>
                    <a:pt x="8372921" y="3142277"/>
                  </a:lnTo>
                  <a:lnTo>
                    <a:pt x="8372272" y="3142277"/>
                  </a:lnTo>
                  <a:lnTo>
                    <a:pt x="8371622" y="3142277"/>
                  </a:lnTo>
                  <a:lnTo>
                    <a:pt x="8370972" y="3142277"/>
                  </a:lnTo>
                  <a:lnTo>
                    <a:pt x="8370322" y="3142277"/>
                  </a:lnTo>
                  <a:lnTo>
                    <a:pt x="8369672" y="3142277"/>
                  </a:lnTo>
                  <a:lnTo>
                    <a:pt x="8369022" y="3142277"/>
                  </a:lnTo>
                  <a:lnTo>
                    <a:pt x="8368372" y="3142277"/>
                  </a:lnTo>
                  <a:lnTo>
                    <a:pt x="8367722" y="3142277"/>
                  </a:lnTo>
                  <a:lnTo>
                    <a:pt x="8367072" y="3142277"/>
                  </a:lnTo>
                  <a:lnTo>
                    <a:pt x="8366422" y="3142277"/>
                  </a:lnTo>
                  <a:lnTo>
                    <a:pt x="8365772" y="3142277"/>
                  </a:lnTo>
                  <a:lnTo>
                    <a:pt x="8365122" y="3142277"/>
                  </a:lnTo>
                  <a:lnTo>
                    <a:pt x="8364472" y="3142277"/>
                  </a:lnTo>
                  <a:lnTo>
                    <a:pt x="8363822" y="3142277"/>
                  </a:lnTo>
                  <a:lnTo>
                    <a:pt x="8363172" y="3142277"/>
                  </a:lnTo>
                  <a:lnTo>
                    <a:pt x="8362523" y="3142277"/>
                  </a:lnTo>
                  <a:lnTo>
                    <a:pt x="8361873" y="3142277"/>
                  </a:lnTo>
                  <a:lnTo>
                    <a:pt x="8361223" y="3142277"/>
                  </a:lnTo>
                  <a:lnTo>
                    <a:pt x="8360573" y="3142277"/>
                  </a:lnTo>
                  <a:lnTo>
                    <a:pt x="8359923" y="3142277"/>
                  </a:lnTo>
                  <a:lnTo>
                    <a:pt x="8359273" y="3142277"/>
                  </a:lnTo>
                  <a:lnTo>
                    <a:pt x="8358623" y="3142277"/>
                  </a:lnTo>
                  <a:lnTo>
                    <a:pt x="8357973" y="3142277"/>
                  </a:lnTo>
                  <a:lnTo>
                    <a:pt x="8357323" y="3142277"/>
                  </a:lnTo>
                  <a:lnTo>
                    <a:pt x="8356673" y="3142277"/>
                  </a:lnTo>
                  <a:lnTo>
                    <a:pt x="8356023" y="3142277"/>
                  </a:lnTo>
                  <a:lnTo>
                    <a:pt x="8355373" y="3142277"/>
                  </a:lnTo>
                  <a:lnTo>
                    <a:pt x="8354723" y="3142277"/>
                  </a:lnTo>
                  <a:lnTo>
                    <a:pt x="8354073" y="3142277"/>
                  </a:lnTo>
                  <a:lnTo>
                    <a:pt x="8353423" y="3142277"/>
                  </a:lnTo>
                  <a:lnTo>
                    <a:pt x="8352774" y="3142277"/>
                  </a:lnTo>
                  <a:lnTo>
                    <a:pt x="8352124" y="3142277"/>
                  </a:lnTo>
                  <a:lnTo>
                    <a:pt x="8351474" y="3142277"/>
                  </a:lnTo>
                  <a:lnTo>
                    <a:pt x="8350824" y="3142277"/>
                  </a:lnTo>
                  <a:lnTo>
                    <a:pt x="8350174" y="3142277"/>
                  </a:lnTo>
                  <a:lnTo>
                    <a:pt x="8349524" y="3142277"/>
                  </a:lnTo>
                  <a:lnTo>
                    <a:pt x="8348874" y="3142277"/>
                  </a:lnTo>
                  <a:lnTo>
                    <a:pt x="8348224" y="3142277"/>
                  </a:lnTo>
                  <a:lnTo>
                    <a:pt x="8347574" y="3142277"/>
                  </a:lnTo>
                  <a:lnTo>
                    <a:pt x="8346924" y="3142277"/>
                  </a:lnTo>
                  <a:lnTo>
                    <a:pt x="8346274" y="3142277"/>
                  </a:lnTo>
                  <a:lnTo>
                    <a:pt x="8345624" y="3142277"/>
                  </a:lnTo>
                  <a:lnTo>
                    <a:pt x="8344974" y="3142277"/>
                  </a:lnTo>
                  <a:lnTo>
                    <a:pt x="8344324" y="3142277"/>
                  </a:lnTo>
                  <a:lnTo>
                    <a:pt x="8343674" y="3142277"/>
                  </a:lnTo>
                  <a:lnTo>
                    <a:pt x="8343024" y="3142277"/>
                  </a:lnTo>
                  <a:lnTo>
                    <a:pt x="8342375" y="3142277"/>
                  </a:lnTo>
                  <a:lnTo>
                    <a:pt x="8341725" y="3142277"/>
                  </a:lnTo>
                  <a:lnTo>
                    <a:pt x="8341075" y="3142277"/>
                  </a:lnTo>
                  <a:lnTo>
                    <a:pt x="8340425" y="3142277"/>
                  </a:lnTo>
                  <a:lnTo>
                    <a:pt x="8339775" y="3142277"/>
                  </a:lnTo>
                  <a:lnTo>
                    <a:pt x="8339125" y="3142277"/>
                  </a:lnTo>
                  <a:lnTo>
                    <a:pt x="8338475" y="3142277"/>
                  </a:lnTo>
                  <a:lnTo>
                    <a:pt x="8337825" y="3142277"/>
                  </a:lnTo>
                  <a:lnTo>
                    <a:pt x="8337175" y="3142277"/>
                  </a:lnTo>
                  <a:lnTo>
                    <a:pt x="8336525" y="3142277"/>
                  </a:lnTo>
                  <a:lnTo>
                    <a:pt x="8335875" y="3142277"/>
                  </a:lnTo>
                  <a:lnTo>
                    <a:pt x="8335225" y="3142277"/>
                  </a:lnTo>
                  <a:lnTo>
                    <a:pt x="8334575" y="3142277"/>
                  </a:lnTo>
                  <a:lnTo>
                    <a:pt x="8333925" y="3142277"/>
                  </a:lnTo>
                  <a:lnTo>
                    <a:pt x="8333275" y="3142277"/>
                  </a:lnTo>
                  <a:lnTo>
                    <a:pt x="8332626" y="3142277"/>
                  </a:lnTo>
                  <a:lnTo>
                    <a:pt x="8331976" y="3142277"/>
                  </a:lnTo>
                  <a:lnTo>
                    <a:pt x="8331326" y="3142277"/>
                  </a:lnTo>
                  <a:lnTo>
                    <a:pt x="8330676" y="3142277"/>
                  </a:lnTo>
                  <a:lnTo>
                    <a:pt x="8330026" y="3142277"/>
                  </a:lnTo>
                  <a:lnTo>
                    <a:pt x="8329376" y="3142277"/>
                  </a:lnTo>
                  <a:lnTo>
                    <a:pt x="8328726" y="3142277"/>
                  </a:lnTo>
                  <a:lnTo>
                    <a:pt x="8328076" y="3142277"/>
                  </a:lnTo>
                  <a:lnTo>
                    <a:pt x="8327426" y="3142277"/>
                  </a:lnTo>
                  <a:lnTo>
                    <a:pt x="8326776" y="3142277"/>
                  </a:lnTo>
                  <a:lnTo>
                    <a:pt x="8326126" y="3142277"/>
                  </a:lnTo>
                  <a:lnTo>
                    <a:pt x="8325476" y="3142277"/>
                  </a:lnTo>
                  <a:lnTo>
                    <a:pt x="8324826" y="3142277"/>
                  </a:lnTo>
                  <a:lnTo>
                    <a:pt x="8324176" y="3142277"/>
                  </a:lnTo>
                  <a:lnTo>
                    <a:pt x="8323526" y="3142277"/>
                  </a:lnTo>
                  <a:lnTo>
                    <a:pt x="8322876" y="3142277"/>
                  </a:lnTo>
                  <a:lnTo>
                    <a:pt x="8322227" y="3142277"/>
                  </a:lnTo>
                  <a:lnTo>
                    <a:pt x="8321577" y="3142277"/>
                  </a:lnTo>
                  <a:lnTo>
                    <a:pt x="8320927" y="3142277"/>
                  </a:lnTo>
                  <a:lnTo>
                    <a:pt x="8320277" y="3142277"/>
                  </a:lnTo>
                  <a:lnTo>
                    <a:pt x="8319627" y="3142277"/>
                  </a:lnTo>
                  <a:lnTo>
                    <a:pt x="8318977" y="3142277"/>
                  </a:lnTo>
                  <a:lnTo>
                    <a:pt x="8318327" y="3142277"/>
                  </a:lnTo>
                  <a:lnTo>
                    <a:pt x="8317677" y="3142277"/>
                  </a:lnTo>
                  <a:lnTo>
                    <a:pt x="8317027" y="3142277"/>
                  </a:lnTo>
                  <a:lnTo>
                    <a:pt x="8316377" y="3142277"/>
                  </a:lnTo>
                  <a:lnTo>
                    <a:pt x="8315727" y="3142277"/>
                  </a:lnTo>
                  <a:lnTo>
                    <a:pt x="8315077" y="3142277"/>
                  </a:lnTo>
                  <a:lnTo>
                    <a:pt x="8314427" y="3142277"/>
                  </a:lnTo>
                  <a:lnTo>
                    <a:pt x="8313777" y="3142277"/>
                  </a:lnTo>
                  <a:lnTo>
                    <a:pt x="8313127" y="3142277"/>
                  </a:lnTo>
                  <a:lnTo>
                    <a:pt x="8312478" y="3142277"/>
                  </a:lnTo>
                  <a:lnTo>
                    <a:pt x="8311828" y="3142277"/>
                  </a:lnTo>
                  <a:lnTo>
                    <a:pt x="8311178" y="3142277"/>
                  </a:lnTo>
                  <a:lnTo>
                    <a:pt x="8310528" y="3142277"/>
                  </a:lnTo>
                  <a:lnTo>
                    <a:pt x="8309878" y="3142277"/>
                  </a:lnTo>
                  <a:lnTo>
                    <a:pt x="8309228" y="3142277"/>
                  </a:lnTo>
                  <a:lnTo>
                    <a:pt x="8308578" y="3142277"/>
                  </a:lnTo>
                  <a:lnTo>
                    <a:pt x="8307928" y="3142277"/>
                  </a:lnTo>
                  <a:lnTo>
                    <a:pt x="8307278" y="3142277"/>
                  </a:lnTo>
                  <a:lnTo>
                    <a:pt x="8306628" y="3142277"/>
                  </a:lnTo>
                  <a:lnTo>
                    <a:pt x="8305978" y="3142277"/>
                  </a:lnTo>
                  <a:lnTo>
                    <a:pt x="8305328" y="3142277"/>
                  </a:lnTo>
                  <a:lnTo>
                    <a:pt x="8304678" y="3142277"/>
                  </a:lnTo>
                  <a:lnTo>
                    <a:pt x="8304028" y="3142277"/>
                  </a:lnTo>
                  <a:lnTo>
                    <a:pt x="8303378" y="3142277"/>
                  </a:lnTo>
                  <a:lnTo>
                    <a:pt x="8302728" y="3142277"/>
                  </a:lnTo>
                  <a:lnTo>
                    <a:pt x="8302079" y="3142277"/>
                  </a:lnTo>
                  <a:lnTo>
                    <a:pt x="8301429" y="3142277"/>
                  </a:lnTo>
                  <a:lnTo>
                    <a:pt x="8300779" y="3142277"/>
                  </a:lnTo>
                  <a:lnTo>
                    <a:pt x="8300129" y="3142277"/>
                  </a:lnTo>
                  <a:lnTo>
                    <a:pt x="8299479" y="3142277"/>
                  </a:lnTo>
                  <a:lnTo>
                    <a:pt x="8298829" y="3142277"/>
                  </a:lnTo>
                  <a:lnTo>
                    <a:pt x="8298179" y="3142277"/>
                  </a:lnTo>
                  <a:lnTo>
                    <a:pt x="8297529" y="3142277"/>
                  </a:lnTo>
                  <a:lnTo>
                    <a:pt x="8296879" y="3142277"/>
                  </a:lnTo>
                  <a:lnTo>
                    <a:pt x="8296229" y="3142277"/>
                  </a:lnTo>
                  <a:lnTo>
                    <a:pt x="8295579" y="3142277"/>
                  </a:lnTo>
                  <a:lnTo>
                    <a:pt x="8294929" y="3142277"/>
                  </a:lnTo>
                  <a:lnTo>
                    <a:pt x="8294279" y="3142277"/>
                  </a:lnTo>
                  <a:lnTo>
                    <a:pt x="8293629" y="3142277"/>
                  </a:lnTo>
                  <a:lnTo>
                    <a:pt x="8292979" y="3142277"/>
                  </a:lnTo>
                  <a:lnTo>
                    <a:pt x="8292330" y="3142277"/>
                  </a:lnTo>
                  <a:lnTo>
                    <a:pt x="8291680" y="3142277"/>
                  </a:lnTo>
                  <a:lnTo>
                    <a:pt x="8291030" y="3142277"/>
                  </a:lnTo>
                  <a:lnTo>
                    <a:pt x="8290380" y="3142277"/>
                  </a:lnTo>
                  <a:lnTo>
                    <a:pt x="8289730" y="3142277"/>
                  </a:lnTo>
                  <a:lnTo>
                    <a:pt x="8289080" y="3142277"/>
                  </a:lnTo>
                  <a:lnTo>
                    <a:pt x="8288430" y="3142277"/>
                  </a:lnTo>
                  <a:lnTo>
                    <a:pt x="8287780" y="3142277"/>
                  </a:lnTo>
                  <a:lnTo>
                    <a:pt x="8287130" y="3142277"/>
                  </a:lnTo>
                  <a:lnTo>
                    <a:pt x="8286480" y="3142277"/>
                  </a:lnTo>
                  <a:lnTo>
                    <a:pt x="8285830" y="3142277"/>
                  </a:lnTo>
                  <a:lnTo>
                    <a:pt x="8285180" y="3142277"/>
                  </a:lnTo>
                  <a:lnTo>
                    <a:pt x="8284530" y="3142277"/>
                  </a:lnTo>
                  <a:lnTo>
                    <a:pt x="8283880" y="3142277"/>
                  </a:lnTo>
                  <a:lnTo>
                    <a:pt x="8283230" y="3142277"/>
                  </a:lnTo>
                  <a:lnTo>
                    <a:pt x="8282580" y="3142277"/>
                  </a:lnTo>
                  <a:lnTo>
                    <a:pt x="8281931" y="3142277"/>
                  </a:lnTo>
                  <a:lnTo>
                    <a:pt x="8281281" y="3142277"/>
                  </a:lnTo>
                  <a:lnTo>
                    <a:pt x="8280631" y="3142277"/>
                  </a:lnTo>
                  <a:lnTo>
                    <a:pt x="8279981" y="3142277"/>
                  </a:lnTo>
                  <a:lnTo>
                    <a:pt x="8279331" y="3142277"/>
                  </a:lnTo>
                  <a:lnTo>
                    <a:pt x="8278681" y="3142277"/>
                  </a:lnTo>
                  <a:lnTo>
                    <a:pt x="8278031" y="3142277"/>
                  </a:lnTo>
                  <a:lnTo>
                    <a:pt x="8277381" y="3142277"/>
                  </a:lnTo>
                  <a:lnTo>
                    <a:pt x="8276731" y="3142277"/>
                  </a:lnTo>
                  <a:lnTo>
                    <a:pt x="8276081" y="3142277"/>
                  </a:lnTo>
                  <a:lnTo>
                    <a:pt x="8275431" y="3142277"/>
                  </a:lnTo>
                  <a:lnTo>
                    <a:pt x="8274781" y="3142277"/>
                  </a:lnTo>
                  <a:lnTo>
                    <a:pt x="8274131" y="3142277"/>
                  </a:lnTo>
                  <a:lnTo>
                    <a:pt x="8273481" y="3142277"/>
                  </a:lnTo>
                  <a:lnTo>
                    <a:pt x="8272831" y="3142277"/>
                  </a:lnTo>
                  <a:lnTo>
                    <a:pt x="8272182" y="3142277"/>
                  </a:lnTo>
                  <a:lnTo>
                    <a:pt x="8271532" y="3142277"/>
                  </a:lnTo>
                  <a:lnTo>
                    <a:pt x="8270882" y="3142277"/>
                  </a:lnTo>
                  <a:lnTo>
                    <a:pt x="8270232" y="3142277"/>
                  </a:lnTo>
                  <a:lnTo>
                    <a:pt x="8269582" y="3142277"/>
                  </a:lnTo>
                  <a:lnTo>
                    <a:pt x="8268932" y="3142277"/>
                  </a:lnTo>
                  <a:lnTo>
                    <a:pt x="8268282" y="3142277"/>
                  </a:lnTo>
                  <a:lnTo>
                    <a:pt x="8267632" y="3142277"/>
                  </a:lnTo>
                  <a:lnTo>
                    <a:pt x="8266982" y="3142277"/>
                  </a:lnTo>
                  <a:lnTo>
                    <a:pt x="8266332" y="3142277"/>
                  </a:lnTo>
                  <a:lnTo>
                    <a:pt x="8265682" y="3142277"/>
                  </a:lnTo>
                  <a:lnTo>
                    <a:pt x="8265032" y="3142277"/>
                  </a:lnTo>
                  <a:lnTo>
                    <a:pt x="8264382" y="3142277"/>
                  </a:lnTo>
                  <a:lnTo>
                    <a:pt x="8263732" y="3142277"/>
                  </a:lnTo>
                  <a:lnTo>
                    <a:pt x="8263082" y="3142277"/>
                  </a:lnTo>
                  <a:lnTo>
                    <a:pt x="8262432" y="3142277"/>
                  </a:lnTo>
                  <a:lnTo>
                    <a:pt x="8261783" y="3142277"/>
                  </a:lnTo>
                  <a:lnTo>
                    <a:pt x="8261133" y="3142277"/>
                  </a:lnTo>
                  <a:lnTo>
                    <a:pt x="8260483" y="3142277"/>
                  </a:lnTo>
                  <a:lnTo>
                    <a:pt x="8259833" y="3142277"/>
                  </a:lnTo>
                  <a:lnTo>
                    <a:pt x="8259183" y="3142277"/>
                  </a:lnTo>
                  <a:lnTo>
                    <a:pt x="8258533" y="3142277"/>
                  </a:lnTo>
                  <a:lnTo>
                    <a:pt x="8257883" y="3142277"/>
                  </a:lnTo>
                  <a:lnTo>
                    <a:pt x="8257233" y="3142277"/>
                  </a:lnTo>
                  <a:lnTo>
                    <a:pt x="8256583" y="3142277"/>
                  </a:lnTo>
                  <a:lnTo>
                    <a:pt x="8255933" y="3142277"/>
                  </a:lnTo>
                  <a:lnTo>
                    <a:pt x="8255283" y="3142277"/>
                  </a:lnTo>
                  <a:lnTo>
                    <a:pt x="8254633" y="3142277"/>
                  </a:lnTo>
                  <a:lnTo>
                    <a:pt x="8253983" y="3142277"/>
                  </a:lnTo>
                  <a:lnTo>
                    <a:pt x="8253333" y="3142277"/>
                  </a:lnTo>
                  <a:lnTo>
                    <a:pt x="8252683" y="3142277"/>
                  </a:lnTo>
                  <a:lnTo>
                    <a:pt x="8252034" y="3142277"/>
                  </a:lnTo>
                  <a:lnTo>
                    <a:pt x="8251384" y="3142277"/>
                  </a:lnTo>
                  <a:lnTo>
                    <a:pt x="8250734" y="3142277"/>
                  </a:lnTo>
                  <a:lnTo>
                    <a:pt x="8250084" y="3142277"/>
                  </a:lnTo>
                  <a:lnTo>
                    <a:pt x="8249434" y="3142277"/>
                  </a:lnTo>
                  <a:lnTo>
                    <a:pt x="8248784" y="3142277"/>
                  </a:lnTo>
                  <a:lnTo>
                    <a:pt x="8248134" y="3142277"/>
                  </a:lnTo>
                  <a:lnTo>
                    <a:pt x="8247484" y="3142277"/>
                  </a:lnTo>
                  <a:lnTo>
                    <a:pt x="8246834" y="3142277"/>
                  </a:lnTo>
                  <a:lnTo>
                    <a:pt x="8246184" y="3142277"/>
                  </a:lnTo>
                  <a:lnTo>
                    <a:pt x="8245534" y="3142277"/>
                  </a:lnTo>
                  <a:lnTo>
                    <a:pt x="8244884" y="3142277"/>
                  </a:lnTo>
                  <a:lnTo>
                    <a:pt x="8244234" y="3142277"/>
                  </a:lnTo>
                  <a:lnTo>
                    <a:pt x="8243584" y="3142277"/>
                  </a:lnTo>
                  <a:lnTo>
                    <a:pt x="8242934" y="3142277"/>
                  </a:lnTo>
                  <a:lnTo>
                    <a:pt x="8242284" y="3142277"/>
                  </a:lnTo>
                  <a:lnTo>
                    <a:pt x="8241635" y="3142277"/>
                  </a:lnTo>
                  <a:lnTo>
                    <a:pt x="8240985" y="3142277"/>
                  </a:lnTo>
                  <a:lnTo>
                    <a:pt x="8240335" y="3142277"/>
                  </a:lnTo>
                  <a:lnTo>
                    <a:pt x="8239685" y="3142277"/>
                  </a:lnTo>
                  <a:lnTo>
                    <a:pt x="8239035" y="3142277"/>
                  </a:lnTo>
                  <a:lnTo>
                    <a:pt x="8238385" y="3142277"/>
                  </a:lnTo>
                  <a:lnTo>
                    <a:pt x="8237735" y="3142277"/>
                  </a:lnTo>
                  <a:lnTo>
                    <a:pt x="8237085" y="3142277"/>
                  </a:lnTo>
                  <a:lnTo>
                    <a:pt x="8236435" y="3142277"/>
                  </a:lnTo>
                  <a:lnTo>
                    <a:pt x="8235785" y="3142277"/>
                  </a:lnTo>
                  <a:lnTo>
                    <a:pt x="8235135" y="3142277"/>
                  </a:lnTo>
                  <a:lnTo>
                    <a:pt x="8234485" y="3142277"/>
                  </a:lnTo>
                  <a:lnTo>
                    <a:pt x="8233835" y="3142277"/>
                  </a:lnTo>
                  <a:lnTo>
                    <a:pt x="8233185" y="3142277"/>
                  </a:lnTo>
                  <a:lnTo>
                    <a:pt x="8232535" y="3142277"/>
                  </a:lnTo>
                  <a:lnTo>
                    <a:pt x="8231886" y="3142277"/>
                  </a:lnTo>
                  <a:lnTo>
                    <a:pt x="8231236" y="3142277"/>
                  </a:lnTo>
                  <a:lnTo>
                    <a:pt x="8230586" y="3142277"/>
                  </a:lnTo>
                  <a:lnTo>
                    <a:pt x="8229936" y="3142277"/>
                  </a:lnTo>
                  <a:lnTo>
                    <a:pt x="8229286" y="3142277"/>
                  </a:lnTo>
                  <a:lnTo>
                    <a:pt x="8228636" y="3142277"/>
                  </a:lnTo>
                  <a:lnTo>
                    <a:pt x="8227986" y="3142277"/>
                  </a:lnTo>
                  <a:lnTo>
                    <a:pt x="8227336" y="3142277"/>
                  </a:lnTo>
                  <a:lnTo>
                    <a:pt x="8226686" y="3142277"/>
                  </a:lnTo>
                  <a:lnTo>
                    <a:pt x="8226036" y="3142277"/>
                  </a:lnTo>
                  <a:lnTo>
                    <a:pt x="8225386" y="3142277"/>
                  </a:lnTo>
                  <a:lnTo>
                    <a:pt x="8224736" y="3142277"/>
                  </a:lnTo>
                  <a:lnTo>
                    <a:pt x="8224086" y="3142277"/>
                  </a:lnTo>
                  <a:lnTo>
                    <a:pt x="8223436" y="3142277"/>
                  </a:lnTo>
                  <a:lnTo>
                    <a:pt x="8222786" y="3142277"/>
                  </a:lnTo>
                  <a:lnTo>
                    <a:pt x="8222136" y="3142277"/>
                  </a:lnTo>
                  <a:lnTo>
                    <a:pt x="8221487" y="3142277"/>
                  </a:lnTo>
                  <a:lnTo>
                    <a:pt x="8220837" y="3142277"/>
                  </a:lnTo>
                  <a:lnTo>
                    <a:pt x="8220187" y="3142277"/>
                  </a:lnTo>
                  <a:lnTo>
                    <a:pt x="8219537" y="3142277"/>
                  </a:lnTo>
                  <a:lnTo>
                    <a:pt x="8218887" y="3142277"/>
                  </a:lnTo>
                  <a:lnTo>
                    <a:pt x="8218237" y="3142277"/>
                  </a:lnTo>
                  <a:lnTo>
                    <a:pt x="8217587" y="3142277"/>
                  </a:lnTo>
                  <a:lnTo>
                    <a:pt x="8216937" y="3142277"/>
                  </a:lnTo>
                  <a:lnTo>
                    <a:pt x="8216287" y="3142277"/>
                  </a:lnTo>
                  <a:lnTo>
                    <a:pt x="8215637" y="3142277"/>
                  </a:lnTo>
                  <a:lnTo>
                    <a:pt x="8214987" y="3142277"/>
                  </a:lnTo>
                  <a:lnTo>
                    <a:pt x="8214337" y="3142277"/>
                  </a:lnTo>
                  <a:lnTo>
                    <a:pt x="8213687" y="3142277"/>
                  </a:lnTo>
                  <a:lnTo>
                    <a:pt x="8213037" y="3142277"/>
                  </a:lnTo>
                  <a:lnTo>
                    <a:pt x="8212387" y="3142277"/>
                  </a:lnTo>
                  <a:lnTo>
                    <a:pt x="8211738" y="3142277"/>
                  </a:lnTo>
                  <a:lnTo>
                    <a:pt x="8211088" y="3142277"/>
                  </a:lnTo>
                  <a:lnTo>
                    <a:pt x="8210438" y="3142277"/>
                  </a:lnTo>
                  <a:lnTo>
                    <a:pt x="8209788" y="3142277"/>
                  </a:lnTo>
                  <a:lnTo>
                    <a:pt x="8209138" y="3142277"/>
                  </a:lnTo>
                  <a:lnTo>
                    <a:pt x="8208488" y="3142277"/>
                  </a:lnTo>
                  <a:lnTo>
                    <a:pt x="8207838" y="3142277"/>
                  </a:lnTo>
                  <a:lnTo>
                    <a:pt x="8207188" y="3142277"/>
                  </a:lnTo>
                  <a:lnTo>
                    <a:pt x="8206538" y="3142277"/>
                  </a:lnTo>
                  <a:lnTo>
                    <a:pt x="8205888" y="3142277"/>
                  </a:lnTo>
                  <a:lnTo>
                    <a:pt x="8205238" y="3142277"/>
                  </a:lnTo>
                  <a:lnTo>
                    <a:pt x="8204588" y="3142277"/>
                  </a:lnTo>
                  <a:lnTo>
                    <a:pt x="8203938" y="3142277"/>
                  </a:lnTo>
                  <a:lnTo>
                    <a:pt x="8203288" y="3142277"/>
                  </a:lnTo>
                  <a:lnTo>
                    <a:pt x="8202638" y="3142277"/>
                  </a:lnTo>
                  <a:lnTo>
                    <a:pt x="8201989" y="3142277"/>
                  </a:lnTo>
                  <a:lnTo>
                    <a:pt x="8201339" y="3142277"/>
                  </a:lnTo>
                  <a:lnTo>
                    <a:pt x="8200689" y="3142277"/>
                  </a:lnTo>
                  <a:lnTo>
                    <a:pt x="8200039" y="3142277"/>
                  </a:lnTo>
                  <a:lnTo>
                    <a:pt x="8199389" y="3142277"/>
                  </a:lnTo>
                  <a:lnTo>
                    <a:pt x="8198739" y="3142277"/>
                  </a:lnTo>
                  <a:lnTo>
                    <a:pt x="8198089" y="3142277"/>
                  </a:lnTo>
                  <a:lnTo>
                    <a:pt x="8197439" y="3142277"/>
                  </a:lnTo>
                  <a:lnTo>
                    <a:pt x="8196789" y="3142277"/>
                  </a:lnTo>
                  <a:lnTo>
                    <a:pt x="8196139" y="3142277"/>
                  </a:lnTo>
                  <a:lnTo>
                    <a:pt x="8195489" y="3142277"/>
                  </a:lnTo>
                  <a:lnTo>
                    <a:pt x="8194839" y="3142277"/>
                  </a:lnTo>
                  <a:lnTo>
                    <a:pt x="8194189" y="3142277"/>
                  </a:lnTo>
                  <a:lnTo>
                    <a:pt x="8193539" y="3142277"/>
                  </a:lnTo>
                  <a:lnTo>
                    <a:pt x="8192889" y="3142277"/>
                  </a:lnTo>
                  <a:lnTo>
                    <a:pt x="8192239" y="3142277"/>
                  </a:lnTo>
                  <a:lnTo>
                    <a:pt x="8191590" y="3142277"/>
                  </a:lnTo>
                  <a:lnTo>
                    <a:pt x="8190940" y="3142277"/>
                  </a:lnTo>
                  <a:lnTo>
                    <a:pt x="8190290" y="3142277"/>
                  </a:lnTo>
                  <a:lnTo>
                    <a:pt x="8189640" y="3142277"/>
                  </a:lnTo>
                  <a:lnTo>
                    <a:pt x="8188990" y="3142277"/>
                  </a:lnTo>
                  <a:lnTo>
                    <a:pt x="8188340" y="3142277"/>
                  </a:lnTo>
                  <a:lnTo>
                    <a:pt x="8187690" y="3142277"/>
                  </a:lnTo>
                  <a:lnTo>
                    <a:pt x="8187040" y="3142277"/>
                  </a:lnTo>
                  <a:lnTo>
                    <a:pt x="8186390" y="3142277"/>
                  </a:lnTo>
                  <a:lnTo>
                    <a:pt x="8185740" y="3142277"/>
                  </a:lnTo>
                  <a:lnTo>
                    <a:pt x="8185090" y="3142277"/>
                  </a:lnTo>
                  <a:lnTo>
                    <a:pt x="8184440" y="3142277"/>
                  </a:lnTo>
                  <a:lnTo>
                    <a:pt x="8183790" y="3142277"/>
                  </a:lnTo>
                  <a:lnTo>
                    <a:pt x="8183140" y="3142277"/>
                  </a:lnTo>
                  <a:lnTo>
                    <a:pt x="8182490" y="3142277"/>
                  </a:lnTo>
                  <a:lnTo>
                    <a:pt x="8181841" y="3142277"/>
                  </a:lnTo>
                  <a:lnTo>
                    <a:pt x="8181191" y="3142277"/>
                  </a:lnTo>
                  <a:lnTo>
                    <a:pt x="8180541" y="3142277"/>
                  </a:lnTo>
                  <a:lnTo>
                    <a:pt x="8179891" y="3142277"/>
                  </a:lnTo>
                  <a:lnTo>
                    <a:pt x="8179241" y="3142277"/>
                  </a:lnTo>
                  <a:lnTo>
                    <a:pt x="8178591" y="3142277"/>
                  </a:lnTo>
                  <a:lnTo>
                    <a:pt x="8177941" y="3142277"/>
                  </a:lnTo>
                  <a:lnTo>
                    <a:pt x="8177291" y="3142277"/>
                  </a:lnTo>
                  <a:lnTo>
                    <a:pt x="8176641" y="3142277"/>
                  </a:lnTo>
                  <a:lnTo>
                    <a:pt x="8175991" y="3142277"/>
                  </a:lnTo>
                  <a:lnTo>
                    <a:pt x="8175341" y="3142277"/>
                  </a:lnTo>
                  <a:lnTo>
                    <a:pt x="8174691" y="3142277"/>
                  </a:lnTo>
                  <a:lnTo>
                    <a:pt x="8174041" y="3142277"/>
                  </a:lnTo>
                  <a:lnTo>
                    <a:pt x="8173391" y="3142277"/>
                  </a:lnTo>
                  <a:lnTo>
                    <a:pt x="8172741" y="3142277"/>
                  </a:lnTo>
                  <a:lnTo>
                    <a:pt x="8172091" y="3142277"/>
                  </a:lnTo>
                  <a:lnTo>
                    <a:pt x="8171442" y="3142277"/>
                  </a:lnTo>
                  <a:lnTo>
                    <a:pt x="8170792" y="3142277"/>
                  </a:lnTo>
                  <a:lnTo>
                    <a:pt x="8170142" y="3142277"/>
                  </a:lnTo>
                  <a:lnTo>
                    <a:pt x="8169492" y="3142277"/>
                  </a:lnTo>
                  <a:lnTo>
                    <a:pt x="8168842" y="3142277"/>
                  </a:lnTo>
                  <a:lnTo>
                    <a:pt x="8168192" y="3142277"/>
                  </a:lnTo>
                  <a:lnTo>
                    <a:pt x="8167542" y="3142277"/>
                  </a:lnTo>
                  <a:lnTo>
                    <a:pt x="8166892" y="3142277"/>
                  </a:lnTo>
                  <a:lnTo>
                    <a:pt x="8166242" y="3142277"/>
                  </a:lnTo>
                  <a:lnTo>
                    <a:pt x="8165592" y="3142277"/>
                  </a:lnTo>
                  <a:lnTo>
                    <a:pt x="8164942" y="3142277"/>
                  </a:lnTo>
                  <a:lnTo>
                    <a:pt x="8164292" y="3142277"/>
                  </a:lnTo>
                  <a:lnTo>
                    <a:pt x="8163642" y="3142277"/>
                  </a:lnTo>
                  <a:lnTo>
                    <a:pt x="8162992" y="3142277"/>
                  </a:lnTo>
                  <a:lnTo>
                    <a:pt x="8162342" y="3142277"/>
                  </a:lnTo>
                  <a:lnTo>
                    <a:pt x="8161693" y="3142277"/>
                  </a:lnTo>
                  <a:lnTo>
                    <a:pt x="8161043" y="3142277"/>
                  </a:lnTo>
                  <a:lnTo>
                    <a:pt x="8160393" y="3142277"/>
                  </a:lnTo>
                  <a:lnTo>
                    <a:pt x="8159743" y="3142277"/>
                  </a:lnTo>
                  <a:lnTo>
                    <a:pt x="8159093" y="3142277"/>
                  </a:lnTo>
                  <a:lnTo>
                    <a:pt x="8158443" y="3142277"/>
                  </a:lnTo>
                  <a:lnTo>
                    <a:pt x="8157793" y="3142277"/>
                  </a:lnTo>
                  <a:lnTo>
                    <a:pt x="8157143" y="3142277"/>
                  </a:lnTo>
                  <a:lnTo>
                    <a:pt x="8156493" y="3142277"/>
                  </a:lnTo>
                  <a:lnTo>
                    <a:pt x="8155843" y="3142277"/>
                  </a:lnTo>
                  <a:lnTo>
                    <a:pt x="8155193" y="3142277"/>
                  </a:lnTo>
                  <a:lnTo>
                    <a:pt x="8154543" y="3142277"/>
                  </a:lnTo>
                  <a:lnTo>
                    <a:pt x="8153893" y="3142277"/>
                  </a:lnTo>
                  <a:lnTo>
                    <a:pt x="8153243" y="3142277"/>
                  </a:lnTo>
                  <a:lnTo>
                    <a:pt x="8152593" y="3142277"/>
                  </a:lnTo>
                  <a:lnTo>
                    <a:pt x="8151943" y="3142277"/>
                  </a:lnTo>
                  <a:lnTo>
                    <a:pt x="8151294" y="3142277"/>
                  </a:lnTo>
                  <a:lnTo>
                    <a:pt x="8150644" y="3142277"/>
                  </a:lnTo>
                  <a:lnTo>
                    <a:pt x="8149994" y="3142277"/>
                  </a:lnTo>
                  <a:lnTo>
                    <a:pt x="8149344" y="3142277"/>
                  </a:lnTo>
                  <a:lnTo>
                    <a:pt x="8148694" y="3142277"/>
                  </a:lnTo>
                  <a:lnTo>
                    <a:pt x="8148044" y="3142277"/>
                  </a:lnTo>
                  <a:lnTo>
                    <a:pt x="8147394" y="3142277"/>
                  </a:lnTo>
                  <a:lnTo>
                    <a:pt x="8146744" y="3142277"/>
                  </a:lnTo>
                  <a:lnTo>
                    <a:pt x="8146094" y="3142277"/>
                  </a:lnTo>
                  <a:lnTo>
                    <a:pt x="8145444" y="3142277"/>
                  </a:lnTo>
                  <a:lnTo>
                    <a:pt x="8144794" y="3142277"/>
                  </a:lnTo>
                  <a:lnTo>
                    <a:pt x="8144144" y="3142277"/>
                  </a:lnTo>
                  <a:lnTo>
                    <a:pt x="8143494" y="3142277"/>
                  </a:lnTo>
                  <a:lnTo>
                    <a:pt x="8142844" y="3142277"/>
                  </a:lnTo>
                  <a:lnTo>
                    <a:pt x="8142194" y="3142277"/>
                  </a:lnTo>
                  <a:lnTo>
                    <a:pt x="8141545" y="3142277"/>
                  </a:lnTo>
                  <a:lnTo>
                    <a:pt x="8140895" y="3142277"/>
                  </a:lnTo>
                  <a:lnTo>
                    <a:pt x="8140245" y="3142277"/>
                  </a:lnTo>
                  <a:lnTo>
                    <a:pt x="8139595" y="3142277"/>
                  </a:lnTo>
                  <a:lnTo>
                    <a:pt x="8138945" y="3142277"/>
                  </a:lnTo>
                  <a:lnTo>
                    <a:pt x="8138295" y="3142277"/>
                  </a:lnTo>
                  <a:lnTo>
                    <a:pt x="8137645" y="3142277"/>
                  </a:lnTo>
                  <a:lnTo>
                    <a:pt x="8136995" y="3142277"/>
                  </a:lnTo>
                  <a:lnTo>
                    <a:pt x="8136345" y="3142277"/>
                  </a:lnTo>
                  <a:lnTo>
                    <a:pt x="8135695" y="3142277"/>
                  </a:lnTo>
                  <a:lnTo>
                    <a:pt x="8135045" y="3142277"/>
                  </a:lnTo>
                  <a:lnTo>
                    <a:pt x="8134395" y="3142277"/>
                  </a:lnTo>
                  <a:lnTo>
                    <a:pt x="8133745" y="3142277"/>
                  </a:lnTo>
                  <a:lnTo>
                    <a:pt x="8133095" y="3142277"/>
                  </a:lnTo>
                  <a:lnTo>
                    <a:pt x="8132445" y="3142277"/>
                  </a:lnTo>
                  <a:lnTo>
                    <a:pt x="8131795" y="3142277"/>
                  </a:lnTo>
                  <a:lnTo>
                    <a:pt x="8131146" y="3142277"/>
                  </a:lnTo>
                  <a:lnTo>
                    <a:pt x="8130496" y="3142277"/>
                  </a:lnTo>
                  <a:lnTo>
                    <a:pt x="8129846" y="3142277"/>
                  </a:lnTo>
                  <a:lnTo>
                    <a:pt x="8129196" y="3142277"/>
                  </a:lnTo>
                  <a:lnTo>
                    <a:pt x="8128546" y="3142277"/>
                  </a:lnTo>
                  <a:lnTo>
                    <a:pt x="8127896" y="3142277"/>
                  </a:lnTo>
                  <a:lnTo>
                    <a:pt x="8127246" y="3142277"/>
                  </a:lnTo>
                  <a:lnTo>
                    <a:pt x="8126596" y="3142277"/>
                  </a:lnTo>
                  <a:lnTo>
                    <a:pt x="8125946" y="3142277"/>
                  </a:lnTo>
                  <a:lnTo>
                    <a:pt x="8125296" y="3142277"/>
                  </a:lnTo>
                  <a:lnTo>
                    <a:pt x="8124646" y="3142277"/>
                  </a:lnTo>
                  <a:lnTo>
                    <a:pt x="8123996" y="3142277"/>
                  </a:lnTo>
                  <a:lnTo>
                    <a:pt x="8123346" y="3142277"/>
                  </a:lnTo>
                  <a:lnTo>
                    <a:pt x="8122696" y="3142277"/>
                  </a:lnTo>
                  <a:lnTo>
                    <a:pt x="8122046" y="3142277"/>
                  </a:lnTo>
                  <a:lnTo>
                    <a:pt x="8121397" y="3142277"/>
                  </a:lnTo>
                  <a:lnTo>
                    <a:pt x="8120747" y="3142277"/>
                  </a:lnTo>
                  <a:lnTo>
                    <a:pt x="8120097" y="3142277"/>
                  </a:lnTo>
                  <a:lnTo>
                    <a:pt x="8119447" y="3142277"/>
                  </a:lnTo>
                  <a:lnTo>
                    <a:pt x="8118797" y="3142277"/>
                  </a:lnTo>
                  <a:lnTo>
                    <a:pt x="8118147" y="3142277"/>
                  </a:lnTo>
                  <a:lnTo>
                    <a:pt x="8117497" y="3142277"/>
                  </a:lnTo>
                  <a:lnTo>
                    <a:pt x="8116847" y="3142277"/>
                  </a:lnTo>
                  <a:lnTo>
                    <a:pt x="8116197" y="3142277"/>
                  </a:lnTo>
                  <a:lnTo>
                    <a:pt x="8115547" y="3142277"/>
                  </a:lnTo>
                  <a:lnTo>
                    <a:pt x="8114897" y="3142277"/>
                  </a:lnTo>
                  <a:lnTo>
                    <a:pt x="8114247" y="3142277"/>
                  </a:lnTo>
                  <a:lnTo>
                    <a:pt x="8113597" y="3142277"/>
                  </a:lnTo>
                  <a:lnTo>
                    <a:pt x="8112947" y="3142277"/>
                  </a:lnTo>
                  <a:lnTo>
                    <a:pt x="8112297" y="3142277"/>
                  </a:lnTo>
                  <a:lnTo>
                    <a:pt x="8111647" y="3142277"/>
                  </a:lnTo>
                  <a:lnTo>
                    <a:pt x="8110998" y="3142277"/>
                  </a:lnTo>
                  <a:lnTo>
                    <a:pt x="8110348" y="3142277"/>
                  </a:lnTo>
                  <a:lnTo>
                    <a:pt x="8109698" y="3142277"/>
                  </a:lnTo>
                  <a:lnTo>
                    <a:pt x="8109048" y="3142277"/>
                  </a:lnTo>
                  <a:lnTo>
                    <a:pt x="8108398" y="3142277"/>
                  </a:lnTo>
                  <a:lnTo>
                    <a:pt x="8107748" y="3142277"/>
                  </a:lnTo>
                  <a:lnTo>
                    <a:pt x="8107098" y="3142277"/>
                  </a:lnTo>
                  <a:lnTo>
                    <a:pt x="8106448" y="3142277"/>
                  </a:lnTo>
                  <a:lnTo>
                    <a:pt x="8105798" y="3142277"/>
                  </a:lnTo>
                  <a:lnTo>
                    <a:pt x="8105148" y="3142277"/>
                  </a:lnTo>
                  <a:lnTo>
                    <a:pt x="8104498" y="3142277"/>
                  </a:lnTo>
                  <a:lnTo>
                    <a:pt x="8103848" y="3142277"/>
                  </a:lnTo>
                  <a:lnTo>
                    <a:pt x="8103198" y="3142277"/>
                  </a:lnTo>
                  <a:lnTo>
                    <a:pt x="8102548" y="3142277"/>
                  </a:lnTo>
                  <a:lnTo>
                    <a:pt x="8101898" y="3142277"/>
                  </a:lnTo>
                  <a:lnTo>
                    <a:pt x="8101249" y="3142277"/>
                  </a:lnTo>
                  <a:lnTo>
                    <a:pt x="8100599" y="3142277"/>
                  </a:lnTo>
                  <a:lnTo>
                    <a:pt x="8099949" y="3142277"/>
                  </a:lnTo>
                  <a:lnTo>
                    <a:pt x="8099299" y="3142277"/>
                  </a:lnTo>
                  <a:lnTo>
                    <a:pt x="8098649" y="3142277"/>
                  </a:lnTo>
                  <a:lnTo>
                    <a:pt x="8097999" y="3142277"/>
                  </a:lnTo>
                  <a:lnTo>
                    <a:pt x="8097349" y="3142277"/>
                  </a:lnTo>
                  <a:lnTo>
                    <a:pt x="8096699" y="3142277"/>
                  </a:lnTo>
                  <a:lnTo>
                    <a:pt x="8096049" y="3142277"/>
                  </a:lnTo>
                  <a:lnTo>
                    <a:pt x="8095399" y="3142277"/>
                  </a:lnTo>
                  <a:lnTo>
                    <a:pt x="8094749" y="3142277"/>
                  </a:lnTo>
                  <a:lnTo>
                    <a:pt x="8094099" y="3142277"/>
                  </a:lnTo>
                  <a:lnTo>
                    <a:pt x="8093449" y="3142277"/>
                  </a:lnTo>
                  <a:lnTo>
                    <a:pt x="8092799" y="3142277"/>
                  </a:lnTo>
                  <a:lnTo>
                    <a:pt x="8092149" y="3142277"/>
                  </a:lnTo>
                  <a:lnTo>
                    <a:pt x="8091499" y="3142277"/>
                  </a:lnTo>
                  <a:lnTo>
                    <a:pt x="8090850" y="3142277"/>
                  </a:lnTo>
                  <a:lnTo>
                    <a:pt x="8090200" y="3142277"/>
                  </a:lnTo>
                  <a:lnTo>
                    <a:pt x="8089550" y="3142277"/>
                  </a:lnTo>
                  <a:lnTo>
                    <a:pt x="8088900" y="3142277"/>
                  </a:lnTo>
                  <a:lnTo>
                    <a:pt x="8088250" y="3142277"/>
                  </a:lnTo>
                  <a:lnTo>
                    <a:pt x="8087600" y="3142277"/>
                  </a:lnTo>
                  <a:lnTo>
                    <a:pt x="8086950" y="3142277"/>
                  </a:lnTo>
                  <a:lnTo>
                    <a:pt x="8086300" y="3142277"/>
                  </a:lnTo>
                  <a:lnTo>
                    <a:pt x="8085650" y="3142277"/>
                  </a:lnTo>
                  <a:lnTo>
                    <a:pt x="8085000" y="3142277"/>
                  </a:lnTo>
                  <a:lnTo>
                    <a:pt x="8084350" y="3142277"/>
                  </a:lnTo>
                  <a:lnTo>
                    <a:pt x="8083700" y="3142277"/>
                  </a:lnTo>
                  <a:lnTo>
                    <a:pt x="8083050" y="3142277"/>
                  </a:lnTo>
                  <a:lnTo>
                    <a:pt x="8082400" y="3142277"/>
                  </a:lnTo>
                  <a:lnTo>
                    <a:pt x="8081750" y="3142277"/>
                  </a:lnTo>
                  <a:lnTo>
                    <a:pt x="8081101" y="3142277"/>
                  </a:lnTo>
                  <a:lnTo>
                    <a:pt x="8080451" y="3142277"/>
                  </a:lnTo>
                  <a:lnTo>
                    <a:pt x="8079801" y="3142277"/>
                  </a:lnTo>
                  <a:lnTo>
                    <a:pt x="8079151" y="3142277"/>
                  </a:lnTo>
                  <a:lnTo>
                    <a:pt x="8078501" y="3142277"/>
                  </a:lnTo>
                  <a:lnTo>
                    <a:pt x="8077851" y="3142277"/>
                  </a:lnTo>
                  <a:lnTo>
                    <a:pt x="8077201" y="3142277"/>
                  </a:lnTo>
                  <a:lnTo>
                    <a:pt x="8076551" y="3142277"/>
                  </a:lnTo>
                  <a:lnTo>
                    <a:pt x="8075901" y="3142277"/>
                  </a:lnTo>
                  <a:lnTo>
                    <a:pt x="8075251" y="3142277"/>
                  </a:lnTo>
                  <a:lnTo>
                    <a:pt x="8074601" y="3142277"/>
                  </a:lnTo>
                  <a:lnTo>
                    <a:pt x="8073951" y="3142277"/>
                  </a:lnTo>
                  <a:lnTo>
                    <a:pt x="8073301" y="3142277"/>
                  </a:lnTo>
                  <a:lnTo>
                    <a:pt x="8072651" y="3142277"/>
                  </a:lnTo>
                  <a:lnTo>
                    <a:pt x="8072001" y="3142277"/>
                  </a:lnTo>
                  <a:lnTo>
                    <a:pt x="8071352" y="3142277"/>
                  </a:lnTo>
                  <a:lnTo>
                    <a:pt x="8070702" y="3142277"/>
                  </a:lnTo>
                  <a:lnTo>
                    <a:pt x="8070052" y="3142277"/>
                  </a:lnTo>
                  <a:lnTo>
                    <a:pt x="8069402" y="3142277"/>
                  </a:lnTo>
                  <a:lnTo>
                    <a:pt x="8068752" y="3142277"/>
                  </a:lnTo>
                  <a:lnTo>
                    <a:pt x="8068102" y="3142277"/>
                  </a:lnTo>
                  <a:lnTo>
                    <a:pt x="8067452" y="3142277"/>
                  </a:lnTo>
                  <a:lnTo>
                    <a:pt x="8066802" y="3142277"/>
                  </a:lnTo>
                  <a:lnTo>
                    <a:pt x="8066152" y="3142277"/>
                  </a:lnTo>
                  <a:lnTo>
                    <a:pt x="8065502" y="3142277"/>
                  </a:lnTo>
                  <a:lnTo>
                    <a:pt x="8064852" y="3142277"/>
                  </a:lnTo>
                  <a:lnTo>
                    <a:pt x="8064202" y="3142277"/>
                  </a:lnTo>
                  <a:lnTo>
                    <a:pt x="8063552" y="3142277"/>
                  </a:lnTo>
                  <a:lnTo>
                    <a:pt x="8062902" y="3142277"/>
                  </a:lnTo>
                  <a:lnTo>
                    <a:pt x="8062252" y="3142277"/>
                  </a:lnTo>
                  <a:lnTo>
                    <a:pt x="8061602" y="3142277"/>
                  </a:lnTo>
                  <a:lnTo>
                    <a:pt x="8060953" y="3142277"/>
                  </a:lnTo>
                  <a:lnTo>
                    <a:pt x="8060303" y="3142277"/>
                  </a:lnTo>
                  <a:lnTo>
                    <a:pt x="8059653" y="3142277"/>
                  </a:lnTo>
                  <a:lnTo>
                    <a:pt x="8059003" y="3142277"/>
                  </a:lnTo>
                  <a:lnTo>
                    <a:pt x="8058353" y="3142277"/>
                  </a:lnTo>
                  <a:lnTo>
                    <a:pt x="8057703" y="3142277"/>
                  </a:lnTo>
                  <a:lnTo>
                    <a:pt x="8057053" y="3142277"/>
                  </a:lnTo>
                  <a:lnTo>
                    <a:pt x="8056403" y="3142277"/>
                  </a:lnTo>
                  <a:lnTo>
                    <a:pt x="8055753" y="3142277"/>
                  </a:lnTo>
                  <a:lnTo>
                    <a:pt x="8055103" y="3142277"/>
                  </a:lnTo>
                  <a:lnTo>
                    <a:pt x="8054453" y="3142277"/>
                  </a:lnTo>
                  <a:lnTo>
                    <a:pt x="8053803" y="3142277"/>
                  </a:lnTo>
                  <a:lnTo>
                    <a:pt x="8053153" y="3142277"/>
                  </a:lnTo>
                  <a:lnTo>
                    <a:pt x="8052503" y="3142277"/>
                  </a:lnTo>
                  <a:lnTo>
                    <a:pt x="8051853" y="3142277"/>
                  </a:lnTo>
                  <a:lnTo>
                    <a:pt x="8051204" y="3142277"/>
                  </a:lnTo>
                  <a:lnTo>
                    <a:pt x="8050554" y="3142277"/>
                  </a:lnTo>
                  <a:lnTo>
                    <a:pt x="8049904" y="3142277"/>
                  </a:lnTo>
                  <a:lnTo>
                    <a:pt x="8049254" y="3142277"/>
                  </a:lnTo>
                  <a:lnTo>
                    <a:pt x="8048604" y="3142277"/>
                  </a:lnTo>
                  <a:lnTo>
                    <a:pt x="8047954" y="3142277"/>
                  </a:lnTo>
                  <a:lnTo>
                    <a:pt x="8047304" y="3142277"/>
                  </a:lnTo>
                  <a:lnTo>
                    <a:pt x="8046654" y="3142277"/>
                  </a:lnTo>
                  <a:lnTo>
                    <a:pt x="8046004" y="3142277"/>
                  </a:lnTo>
                  <a:lnTo>
                    <a:pt x="8045354" y="3142277"/>
                  </a:lnTo>
                  <a:lnTo>
                    <a:pt x="8044704" y="3142277"/>
                  </a:lnTo>
                  <a:lnTo>
                    <a:pt x="8044054" y="3142277"/>
                  </a:lnTo>
                  <a:lnTo>
                    <a:pt x="8043404" y="3142277"/>
                  </a:lnTo>
                  <a:lnTo>
                    <a:pt x="8042754" y="3142277"/>
                  </a:lnTo>
                  <a:lnTo>
                    <a:pt x="8042104" y="3142277"/>
                  </a:lnTo>
                  <a:lnTo>
                    <a:pt x="8041454" y="3142277"/>
                  </a:lnTo>
                  <a:lnTo>
                    <a:pt x="8040805" y="3142277"/>
                  </a:lnTo>
                  <a:lnTo>
                    <a:pt x="8040155" y="3142277"/>
                  </a:lnTo>
                  <a:lnTo>
                    <a:pt x="8039505" y="3142277"/>
                  </a:lnTo>
                  <a:lnTo>
                    <a:pt x="8038855" y="3142277"/>
                  </a:lnTo>
                  <a:lnTo>
                    <a:pt x="8038205" y="3142277"/>
                  </a:lnTo>
                  <a:lnTo>
                    <a:pt x="8037555" y="3142277"/>
                  </a:lnTo>
                  <a:lnTo>
                    <a:pt x="8036905" y="3142277"/>
                  </a:lnTo>
                  <a:lnTo>
                    <a:pt x="8036255" y="3142277"/>
                  </a:lnTo>
                  <a:lnTo>
                    <a:pt x="8035605" y="3142277"/>
                  </a:lnTo>
                  <a:lnTo>
                    <a:pt x="8034955" y="3142277"/>
                  </a:lnTo>
                  <a:lnTo>
                    <a:pt x="8034305" y="3142277"/>
                  </a:lnTo>
                  <a:lnTo>
                    <a:pt x="8033655" y="3142277"/>
                  </a:lnTo>
                  <a:lnTo>
                    <a:pt x="8033005" y="3142277"/>
                  </a:lnTo>
                  <a:lnTo>
                    <a:pt x="8032355" y="3142277"/>
                  </a:lnTo>
                  <a:lnTo>
                    <a:pt x="8031705" y="3142277"/>
                  </a:lnTo>
                  <a:lnTo>
                    <a:pt x="8031056" y="3142277"/>
                  </a:lnTo>
                  <a:lnTo>
                    <a:pt x="8030406" y="3142277"/>
                  </a:lnTo>
                  <a:lnTo>
                    <a:pt x="8029756" y="3142277"/>
                  </a:lnTo>
                  <a:lnTo>
                    <a:pt x="8029106" y="3142277"/>
                  </a:lnTo>
                  <a:lnTo>
                    <a:pt x="8028456" y="3142277"/>
                  </a:lnTo>
                  <a:lnTo>
                    <a:pt x="8027806" y="3142277"/>
                  </a:lnTo>
                  <a:lnTo>
                    <a:pt x="8027156" y="3142277"/>
                  </a:lnTo>
                  <a:lnTo>
                    <a:pt x="8026506" y="3142277"/>
                  </a:lnTo>
                  <a:lnTo>
                    <a:pt x="8025856" y="3142277"/>
                  </a:lnTo>
                  <a:lnTo>
                    <a:pt x="8025206" y="3142277"/>
                  </a:lnTo>
                  <a:lnTo>
                    <a:pt x="8024556" y="3142277"/>
                  </a:lnTo>
                  <a:lnTo>
                    <a:pt x="8023906" y="3142277"/>
                  </a:lnTo>
                  <a:lnTo>
                    <a:pt x="8023256" y="3142277"/>
                  </a:lnTo>
                  <a:lnTo>
                    <a:pt x="8022606" y="3142277"/>
                  </a:lnTo>
                  <a:lnTo>
                    <a:pt x="8021956" y="3142277"/>
                  </a:lnTo>
                  <a:lnTo>
                    <a:pt x="8021306" y="3142277"/>
                  </a:lnTo>
                  <a:lnTo>
                    <a:pt x="8020657" y="3142277"/>
                  </a:lnTo>
                  <a:lnTo>
                    <a:pt x="8020007" y="3142277"/>
                  </a:lnTo>
                  <a:lnTo>
                    <a:pt x="8019357" y="3142277"/>
                  </a:lnTo>
                  <a:lnTo>
                    <a:pt x="8018707" y="3142277"/>
                  </a:lnTo>
                  <a:lnTo>
                    <a:pt x="8018057" y="3142277"/>
                  </a:lnTo>
                  <a:lnTo>
                    <a:pt x="8017407" y="3142277"/>
                  </a:lnTo>
                  <a:lnTo>
                    <a:pt x="8016757" y="3142277"/>
                  </a:lnTo>
                  <a:lnTo>
                    <a:pt x="8016107" y="3142277"/>
                  </a:lnTo>
                  <a:lnTo>
                    <a:pt x="8015457" y="3142277"/>
                  </a:lnTo>
                  <a:lnTo>
                    <a:pt x="8014807" y="3142277"/>
                  </a:lnTo>
                  <a:lnTo>
                    <a:pt x="8014157" y="3142277"/>
                  </a:lnTo>
                  <a:lnTo>
                    <a:pt x="8013507" y="3142277"/>
                  </a:lnTo>
                  <a:lnTo>
                    <a:pt x="8012857" y="3142277"/>
                  </a:lnTo>
                  <a:lnTo>
                    <a:pt x="8012207" y="3142277"/>
                  </a:lnTo>
                  <a:lnTo>
                    <a:pt x="8011557" y="3142277"/>
                  </a:lnTo>
                  <a:lnTo>
                    <a:pt x="8010908" y="3142277"/>
                  </a:lnTo>
                  <a:lnTo>
                    <a:pt x="8010258" y="3142277"/>
                  </a:lnTo>
                  <a:lnTo>
                    <a:pt x="8009608" y="3142277"/>
                  </a:lnTo>
                  <a:lnTo>
                    <a:pt x="8008958" y="3142277"/>
                  </a:lnTo>
                  <a:lnTo>
                    <a:pt x="8008308" y="3142277"/>
                  </a:lnTo>
                  <a:lnTo>
                    <a:pt x="8007658" y="3142277"/>
                  </a:lnTo>
                  <a:lnTo>
                    <a:pt x="8007008" y="3142277"/>
                  </a:lnTo>
                  <a:lnTo>
                    <a:pt x="8006358" y="3142277"/>
                  </a:lnTo>
                  <a:lnTo>
                    <a:pt x="8005708" y="3142277"/>
                  </a:lnTo>
                  <a:lnTo>
                    <a:pt x="8005058" y="3142277"/>
                  </a:lnTo>
                  <a:lnTo>
                    <a:pt x="8004408" y="3142277"/>
                  </a:lnTo>
                  <a:lnTo>
                    <a:pt x="8003758" y="3142277"/>
                  </a:lnTo>
                  <a:lnTo>
                    <a:pt x="8003108" y="3142277"/>
                  </a:lnTo>
                  <a:lnTo>
                    <a:pt x="8002458" y="3142277"/>
                  </a:lnTo>
                  <a:lnTo>
                    <a:pt x="8001808" y="3142277"/>
                  </a:lnTo>
                  <a:lnTo>
                    <a:pt x="8001158" y="3142277"/>
                  </a:lnTo>
                  <a:lnTo>
                    <a:pt x="8000509" y="3142277"/>
                  </a:lnTo>
                  <a:lnTo>
                    <a:pt x="7999859" y="3142277"/>
                  </a:lnTo>
                  <a:lnTo>
                    <a:pt x="7999209" y="3142277"/>
                  </a:lnTo>
                  <a:lnTo>
                    <a:pt x="7998559" y="3142277"/>
                  </a:lnTo>
                  <a:lnTo>
                    <a:pt x="7997909" y="3142277"/>
                  </a:lnTo>
                  <a:lnTo>
                    <a:pt x="7997259" y="3142277"/>
                  </a:lnTo>
                  <a:lnTo>
                    <a:pt x="7996609" y="3142277"/>
                  </a:lnTo>
                  <a:lnTo>
                    <a:pt x="7995959" y="3142277"/>
                  </a:lnTo>
                  <a:lnTo>
                    <a:pt x="7995309" y="3142277"/>
                  </a:lnTo>
                  <a:lnTo>
                    <a:pt x="7994659" y="3142277"/>
                  </a:lnTo>
                  <a:lnTo>
                    <a:pt x="7994009" y="3142277"/>
                  </a:lnTo>
                  <a:lnTo>
                    <a:pt x="7993359" y="3142277"/>
                  </a:lnTo>
                  <a:lnTo>
                    <a:pt x="7992709" y="3142277"/>
                  </a:lnTo>
                  <a:lnTo>
                    <a:pt x="7992059" y="3142277"/>
                  </a:lnTo>
                  <a:lnTo>
                    <a:pt x="7991409" y="3142277"/>
                  </a:lnTo>
                  <a:lnTo>
                    <a:pt x="7990760" y="3142277"/>
                  </a:lnTo>
                  <a:lnTo>
                    <a:pt x="7990110" y="3142277"/>
                  </a:lnTo>
                  <a:lnTo>
                    <a:pt x="7989460" y="3142277"/>
                  </a:lnTo>
                  <a:lnTo>
                    <a:pt x="7988810" y="3142277"/>
                  </a:lnTo>
                  <a:lnTo>
                    <a:pt x="7988160" y="3142277"/>
                  </a:lnTo>
                  <a:lnTo>
                    <a:pt x="7987510" y="3142277"/>
                  </a:lnTo>
                  <a:lnTo>
                    <a:pt x="7986860" y="3142277"/>
                  </a:lnTo>
                  <a:lnTo>
                    <a:pt x="7986210" y="3142277"/>
                  </a:lnTo>
                  <a:lnTo>
                    <a:pt x="7985560" y="3142277"/>
                  </a:lnTo>
                  <a:lnTo>
                    <a:pt x="7984910" y="3142277"/>
                  </a:lnTo>
                  <a:lnTo>
                    <a:pt x="7984260" y="3142277"/>
                  </a:lnTo>
                  <a:lnTo>
                    <a:pt x="7983610" y="3142277"/>
                  </a:lnTo>
                  <a:lnTo>
                    <a:pt x="7982960" y="3142277"/>
                  </a:lnTo>
                  <a:lnTo>
                    <a:pt x="7982310" y="3142277"/>
                  </a:lnTo>
                  <a:lnTo>
                    <a:pt x="7981660" y="3142277"/>
                  </a:lnTo>
                  <a:lnTo>
                    <a:pt x="7981010" y="3142277"/>
                  </a:lnTo>
                  <a:lnTo>
                    <a:pt x="7980361" y="3142277"/>
                  </a:lnTo>
                  <a:lnTo>
                    <a:pt x="7979711" y="3142277"/>
                  </a:lnTo>
                  <a:lnTo>
                    <a:pt x="7979061" y="3142277"/>
                  </a:lnTo>
                  <a:lnTo>
                    <a:pt x="7978411" y="3142277"/>
                  </a:lnTo>
                  <a:lnTo>
                    <a:pt x="7977761" y="3142277"/>
                  </a:lnTo>
                  <a:lnTo>
                    <a:pt x="7977111" y="3142277"/>
                  </a:lnTo>
                  <a:lnTo>
                    <a:pt x="7976461" y="3142277"/>
                  </a:lnTo>
                  <a:lnTo>
                    <a:pt x="7975811" y="3142277"/>
                  </a:lnTo>
                  <a:lnTo>
                    <a:pt x="7975161" y="3142277"/>
                  </a:lnTo>
                  <a:lnTo>
                    <a:pt x="7974511" y="3142277"/>
                  </a:lnTo>
                  <a:lnTo>
                    <a:pt x="7973861" y="3142277"/>
                  </a:lnTo>
                  <a:lnTo>
                    <a:pt x="7973211" y="3142277"/>
                  </a:lnTo>
                  <a:lnTo>
                    <a:pt x="7972561" y="3142277"/>
                  </a:lnTo>
                  <a:lnTo>
                    <a:pt x="7971911" y="3142277"/>
                  </a:lnTo>
                  <a:lnTo>
                    <a:pt x="7971261" y="3142277"/>
                  </a:lnTo>
                  <a:lnTo>
                    <a:pt x="7970612" y="3142277"/>
                  </a:lnTo>
                  <a:lnTo>
                    <a:pt x="7969962" y="3142277"/>
                  </a:lnTo>
                  <a:lnTo>
                    <a:pt x="7969312" y="3142277"/>
                  </a:lnTo>
                  <a:lnTo>
                    <a:pt x="7968662" y="3142277"/>
                  </a:lnTo>
                  <a:lnTo>
                    <a:pt x="7968012" y="3142277"/>
                  </a:lnTo>
                  <a:lnTo>
                    <a:pt x="7967362" y="3142277"/>
                  </a:lnTo>
                  <a:lnTo>
                    <a:pt x="7966712" y="3142277"/>
                  </a:lnTo>
                  <a:lnTo>
                    <a:pt x="7966062" y="3142277"/>
                  </a:lnTo>
                  <a:lnTo>
                    <a:pt x="7965412" y="3142277"/>
                  </a:lnTo>
                  <a:lnTo>
                    <a:pt x="7964762" y="3142277"/>
                  </a:lnTo>
                  <a:lnTo>
                    <a:pt x="7964112" y="3142277"/>
                  </a:lnTo>
                  <a:lnTo>
                    <a:pt x="7963462" y="3142277"/>
                  </a:lnTo>
                  <a:lnTo>
                    <a:pt x="7962812" y="3142277"/>
                  </a:lnTo>
                  <a:lnTo>
                    <a:pt x="7962162" y="3142277"/>
                  </a:lnTo>
                  <a:lnTo>
                    <a:pt x="7961512" y="3142277"/>
                  </a:lnTo>
                  <a:lnTo>
                    <a:pt x="7960862" y="3142277"/>
                  </a:lnTo>
                  <a:lnTo>
                    <a:pt x="7960213" y="3142277"/>
                  </a:lnTo>
                  <a:lnTo>
                    <a:pt x="7959563" y="3142277"/>
                  </a:lnTo>
                  <a:lnTo>
                    <a:pt x="7958913" y="3142277"/>
                  </a:lnTo>
                  <a:lnTo>
                    <a:pt x="7958263" y="3142277"/>
                  </a:lnTo>
                  <a:lnTo>
                    <a:pt x="7957613" y="3142277"/>
                  </a:lnTo>
                  <a:lnTo>
                    <a:pt x="7956963" y="3142277"/>
                  </a:lnTo>
                  <a:lnTo>
                    <a:pt x="7956313" y="3142277"/>
                  </a:lnTo>
                  <a:lnTo>
                    <a:pt x="7955663" y="3142277"/>
                  </a:lnTo>
                  <a:lnTo>
                    <a:pt x="7955013" y="3142277"/>
                  </a:lnTo>
                  <a:lnTo>
                    <a:pt x="7954363" y="3142277"/>
                  </a:lnTo>
                  <a:lnTo>
                    <a:pt x="7953713" y="3142277"/>
                  </a:lnTo>
                  <a:lnTo>
                    <a:pt x="7953063" y="3142277"/>
                  </a:lnTo>
                  <a:lnTo>
                    <a:pt x="7952413" y="3142277"/>
                  </a:lnTo>
                  <a:lnTo>
                    <a:pt x="7951763" y="3142277"/>
                  </a:lnTo>
                  <a:lnTo>
                    <a:pt x="7951113" y="3142277"/>
                  </a:lnTo>
                  <a:lnTo>
                    <a:pt x="7950464" y="3142277"/>
                  </a:lnTo>
                  <a:lnTo>
                    <a:pt x="7949814" y="3142277"/>
                  </a:lnTo>
                  <a:lnTo>
                    <a:pt x="7949164" y="3142277"/>
                  </a:lnTo>
                  <a:lnTo>
                    <a:pt x="7948514" y="3142277"/>
                  </a:lnTo>
                  <a:lnTo>
                    <a:pt x="7947864" y="3142277"/>
                  </a:lnTo>
                  <a:lnTo>
                    <a:pt x="7947214" y="3142277"/>
                  </a:lnTo>
                  <a:lnTo>
                    <a:pt x="7946564" y="3142277"/>
                  </a:lnTo>
                  <a:lnTo>
                    <a:pt x="7945914" y="3142277"/>
                  </a:lnTo>
                  <a:lnTo>
                    <a:pt x="7945264" y="3142277"/>
                  </a:lnTo>
                  <a:lnTo>
                    <a:pt x="7944614" y="3142277"/>
                  </a:lnTo>
                  <a:lnTo>
                    <a:pt x="7943964" y="3142277"/>
                  </a:lnTo>
                  <a:lnTo>
                    <a:pt x="7943314" y="3142277"/>
                  </a:lnTo>
                  <a:lnTo>
                    <a:pt x="7942664" y="3142277"/>
                  </a:lnTo>
                  <a:lnTo>
                    <a:pt x="7942014" y="3142277"/>
                  </a:lnTo>
                  <a:lnTo>
                    <a:pt x="7941364" y="3142277"/>
                  </a:lnTo>
                  <a:lnTo>
                    <a:pt x="7940714" y="3142277"/>
                  </a:lnTo>
                  <a:lnTo>
                    <a:pt x="7940065" y="3142277"/>
                  </a:lnTo>
                  <a:lnTo>
                    <a:pt x="7939415" y="3142277"/>
                  </a:lnTo>
                  <a:lnTo>
                    <a:pt x="7938765" y="3142277"/>
                  </a:lnTo>
                  <a:lnTo>
                    <a:pt x="7938115" y="3142277"/>
                  </a:lnTo>
                  <a:lnTo>
                    <a:pt x="7937465" y="3142277"/>
                  </a:lnTo>
                  <a:lnTo>
                    <a:pt x="7936815" y="3142277"/>
                  </a:lnTo>
                  <a:lnTo>
                    <a:pt x="7936165" y="3142277"/>
                  </a:lnTo>
                  <a:lnTo>
                    <a:pt x="7935515" y="3142277"/>
                  </a:lnTo>
                  <a:lnTo>
                    <a:pt x="7934865" y="3142277"/>
                  </a:lnTo>
                  <a:lnTo>
                    <a:pt x="7934215" y="3142277"/>
                  </a:lnTo>
                  <a:lnTo>
                    <a:pt x="7933565" y="3142277"/>
                  </a:lnTo>
                  <a:lnTo>
                    <a:pt x="7932915" y="3142277"/>
                  </a:lnTo>
                  <a:lnTo>
                    <a:pt x="7932265" y="3142277"/>
                  </a:lnTo>
                  <a:lnTo>
                    <a:pt x="7931615" y="3142277"/>
                  </a:lnTo>
                  <a:lnTo>
                    <a:pt x="7930965" y="3142277"/>
                  </a:lnTo>
                  <a:lnTo>
                    <a:pt x="7930316" y="3142277"/>
                  </a:lnTo>
                  <a:lnTo>
                    <a:pt x="7929666" y="3142277"/>
                  </a:lnTo>
                  <a:lnTo>
                    <a:pt x="7929016" y="3142277"/>
                  </a:lnTo>
                  <a:lnTo>
                    <a:pt x="7928366" y="3142277"/>
                  </a:lnTo>
                  <a:lnTo>
                    <a:pt x="7927716" y="3142277"/>
                  </a:lnTo>
                  <a:lnTo>
                    <a:pt x="7927066" y="3142277"/>
                  </a:lnTo>
                  <a:lnTo>
                    <a:pt x="7926416" y="3142277"/>
                  </a:lnTo>
                  <a:lnTo>
                    <a:pt x="7925766" y="3142277"/>
                  </a:lnTo>
                  <a:lnTo>
                    <a:pt x="7925116" y="3142277"/>
                  </a:lnTo>
                  <a:lnTo>
                    <a:pt x="7924466" y="3142277"/>
                  </a:lnTo>
                  <a:lnTo>
                    <a:pt x="7923816" y="3142277"/>
                  </a:lnTo>
                  <a:lnTo>
                    <a:pt x="7923166" y="3142277"/>
                  </a:lnTo>
                  <a:lnTo>
                    <a:pt x="7922516" y="3142277"/>
                  </a:lnTo>
                  <a:lnTo>
                    <a:pt x="7921866" y="3142277"/>
                  </a:lnTo>
                  <a:lnTo>
                    <a:pt x="7921216" y="3142277"/>
                  </a:lnTo>
                  <a:lnTo>
                    <a:pt x="7920567" y="3142277"/>
                  </a:lnTo>
                  <a:lnTo>
                    <a:pt x="7919917" y="3142277"/>
                  </a:lnTo>
                  <a:lnTo>
                    <a:pt x="7919267" y="3142277"/>
                  </a:lnTo>
                  <a:lnTo>
                    <a:pt x="7918617" y="3142277"/>
                  </a:lnTo>
                  <a:lnTo>
                    <a:pt x="7917967" y="3142277"/>
                  </a:lnTo>
                  <a:lnTo>
                    <a:pt x="7917317" y="3142277"/>
                  </a:lnTo>
                  <a:lnTo>
                    <a:pt x="7916667" y="3142277"/>
                  </a:lnTo>
                  <a:lnTo>
                    <a:pt x="7916017" y="3142277"/>
                  </a:lnTo>
                  <a:lnTo>
                    <a:pt x="7915367" y="3142277"/>
                  </a:lnTo>
                  <a:lnTo>
                    <a:pt x="7914717" y="3142277"/>
                  </a:lnTo>
                  <a:lnTo>
                    <a:pt x="7914067" y="3142277"/>
                  </a:lnTo>
                  <a:lnTo>
                    <a:pt x="7913417" y="3142277"/>
                  </a:lnTo>
                  <a:lnTo>
                    <a:pt x="7912767" y="3142277"/>
                  </a:lnTo>
                  <a:lnTo>
                    <a:pt x="7912117" y="3142277"/>
                  </a:lnTo>
                  <a:lnTo>
                    <a:pt x="7911467" y="3142277"/>
                  </a:lnTo>
                  <a:lnTo>
                    <a:pt x="7910817" y="3142277"/>
                  </a:lnTo>
                  <a:lnTo>
                    <a:pt x="7910168" y="3142277"/>
                  </a:lnTo>
                  <a:lnTo>
                    <a:pt x="7909518" y="3142277"/>
                  </a:lnTo>
                  <a:lnTo>
                    <a:pt x="7908868" y="3142277"/>
                  </a:lnTo>
                  <a:lnTo>
                    <a:pt x="7908218" y="3142277"/>
                  </a:lnTo>
                  <a:lnTo>
                    <a:pt x="7907568" y="3142277"/>
                  </a:lnTo>
                  <a:lnTo>
                    <a:pt x="7906918" y="3142277"/>
                  </a:lnTo>
                  <a:lnTo>
                    <a:pt x="7906268" y="3142277"/>
                  </a:lnTo>
                  <a:lnTo>
                    <a:pt x="7905618" y="3142277"/>
                  </a:lnTo>
                  <a:lnTo>
                    <a:pt x="7904968" y="3142277"/>
                  </a:lnTo>
                  <a:lnTo>
                    <a:pt x="7904318" y="3142277"/>
                  </a:lnTo>
                  <a:lnTo>
                    <a:pt x="7903668" y="3142277"/>
                  </a:lnTo>
                  <a:lnTo>
                    <a:pt x="7903018" y="3142277"/>
                  </a:lnTo>
                  <a:lnTo>
                    <a:pt x="7902368" y="3142277"/>
                  </a:lnTo>
                  <a:lnTo>
                    <a:pt x="7901718" y="3142277"/>
                  </a:lnTo>
                  <a:lnTo>
                    <a:pt x="7901068" y="3142277"/>
                  </a:lnTo>
                  <a:lnTo>
                    <a:pt x="7900419" y="3142277"/>
                  </a:lnTo>
                  <a:lnTo>
                    <a:pt x="7899769" y="3142277"/>
                  </a:lnTo>
                  <a:lnTo>
                    <a:pt x="7899119" y="3142277"/>
                  </a:lnTo>
                  <a:lnTo>
                    <a:pt x="7898469" y="3142277"/>
                  </a:lnTo>
                  <a:lnTo>
                    <a:pt x="7897819" y="3142277"/>
                  </a:lnTo>
                  <a:lnTo>
                    <a:pt x="7897169" y="3142277"/>
                  </a:lnTo>
                  <a:lnTo>
                    <a:pt x="7896519" y="3142277"/>
                  </a:lnTo>
                  <a:lnTo>
                    <a:pt x="7895869" y="3142277"/>
                  </a:lnTo>
                  <a:lnTo>
                    <a:pt x="7895219" y="3142277"/>
                  </a:lnTo>
                  <a:lnTo>
                    <a:pt x="7894569" y="3142277"/>
                  </a:lnTo>
                  <a:lnTo>
                    <a:pt x="7893919" y="3142277"/>
                  </a:lnTo>
                  <a:lnTo>
                    <a:pt x="7893269" y="3142277"/>
                  </a:lnTo>
                  <a:lnTo>
                    <a:pt x="7892619" y="3142277"/>
                  </a:lnTo>
                  <a:lnTo>
                    <a:pt x="7891969" y="3142277"/>
                  </a:lnTo>
                  <a:lnTo>
                    <a:pt x="7891319" y="3142277"/>
                  </a:lnTo>
                  <a:lnTo>
                    <a:pt x="7890669" y="3142277"/>
                  </a:lnTo>
                  <a:lnTo>
                    <a:pt x="7890020" y="3142277"/>
                  </a:lnTo>
                  <a:lnTo>
                    <a:pt x="7889370" y="3142277"/>
                  </a:lnTo>
                  <a:lnTo>
                    <a:pt x="7888720" y="3142277"/>
                  </a:lnTo>
                  <a:lnTo>
                    <a:pt x="7888070" y="3142277"/>
                  </a:lnTo>
                  <a:lnTo>
                    <a:pt x="7887420" y="3142277"/>
                  </a:lnTo>
                  <a:lnTo>
                    <a:pt x="7886770" y="3142277"/>
                  </a:lnTo>
                  <a:lnTo>
                    <a:pt x="7886120" y="3142277"/>
                  </a:lnTo>
                  <a:lnTo>
                    <a:pt x="7885470" y="3142277"/>
                  </a:lnTo>
                  <a:lnTo>
                    <a:pt x="7884820" y="3142277"/>
                  </a:lnTo>
                  <a:lnTo>
                    <a:pt x="7884170" y="3142277"/>
                  </a:lnTo>
                  <a:lnTo>
                    <a:pt x="7883520" y="3142277"/>
                  </a:lnTo>
                  <a:lnTo>
                    <a:pt x="7882870" y="3142277"/>
                  </a:lnTo>
                  <a:lnTo>
                    <a:pt x="7882220" y="3142277"/>
                  </a:lnTo>
                  <a:lnTo>
                    <a:pt x="7881570" y="3142277"/>
                  </a:lnTo>
                  <a:lnTo>
                    <a:pt x="7880920" y="3142277"/>
                  </a:lnTo>
                  <a:lnTo>
                    <a:pt x="7880271" y="3142277"/>
                  </a:lnTo>
                  <a:lnTo>
                    <a:pt x="7879621" y="3142277"/>
                  </a:lnTo>
                  <a:lnTo>
                    <a:pt x="7878971" y="3142277"/>
                  </a:lnTo>
                  <a:lnTo>
                    <a:pt x="7878321" y="3142277"/>
                  </a:lnTo>
                  <a:lnTo>
                    <a:pt x="7877671" y="3142277"/>
                  </a:lnTo>
                  <a:lnTo>
                    <a:pt x="7877021" y="3142277"/>
                  </a:lnTo>
                  <a:lnTo>
                    <a:pt x="7876371" y="3142277"/>
                  </a:lnTo>
                  <a:lnTo>
                    <a:pt x="7875721" y="3142277"/>
                  </a:lnTo>
                  <a:lnTo>
                    <a:pt x="7875071" y="3142277"/>
                  </a:lnTo>
                  <a:lnTo>
                    <a:pt x="7874421" y="3142277"/>
                  </a:lnTo>
                  <a:lnTo>
                    <a:pt x="7873771" y="3142277"/>
                  </a:lnTo>
                  <a:lnTo>
                    <a:pt x="7873121" y="3142277"/>
                  </a:lnTo>
                  <a:lnTo>
                    <a:pt x="7872471" y="3142277"/>
                  </a:lnTo>
                  <a:lnTo>
                    <a:pt x="7871821" y="3142277"/>
                  </a:lnTo>
                  <a:lnTo>
                    <a:pt x="7871171" y="3142277"/>
                  </a:lnTo>
                  <a:lnTo>
                    <a:pt x="7870521" y="3142277"/>
                  </a:lnTo>
                  <a:lnTo>
                    <a:pt x="7869872" y="3142277"/>
                  </a:lnTo>
                  <a:lnTo>
                    <a:pt x="7869222" y="3142277"/>
                  </a:lnTo>
                  <a:lnTo>
                    <a:pt x="7868572" y="3142277"/>
                  </a:lnTo>
                  <a:lnTo>
                    <a:pt x="7867922" y="3142277"/>
                  </a:lnTo>
                  <a:lnTo>
                    <a:pt x="7867272" y="3142277"/>
                  </a:lnTo>
                  <a:lnTo>
                    <a:pt x="7866622" y="3142277"/>
                  </a:lnTo>
                  <a:lnTo>
                    <a:pt x="7865972" y="3142277"/>
                  </a:lnTo>
                  <a:lnTo>
                    <a:pt x="7865322" y="3142277"/>
                  </a:lnTo>
                  <a:lnTo>
                    <a:pt x="7864672" y="3142277"/>
                  </a:lnTo>
                  <a:lnTo>
                    <a:pt x="7864022" y="3142277"/>
                  </a:lnTo>
                  <a:lnTo>
                    <a:pt x="7863372" y="3142277"/>
                  </a:lnTo>
                  <a:lnTo>
                    <a:pt x="7862722" y="3142277"/>
                  </a:lnTo>
                  <a:lnTo>
                    <a:pt x="7862072" y="3142277"/>
                  </a:lnTo>
                  <a:lnTo>
                    <a:pt x="7861422" y="3142277"/>
                  </a:lnTo>
                  <a:lnTo>
                    <a:pt x="7860772" y="3142277"/>
                  </a:lnTo>
                  <a:lnTo>
                    <a:pt x="7860123" y="3142277"/>
                  </a:lnTo>
                  <a:lnTo>
                    <a:pt x="7859473" y="3142277"/>
                  </a:lnTo>
                  <a:lnTo>
                    <a:pt x="7858823" y="3142277"/>
                  </a:lnTo>
                  <a:lnTo>
                    <a:pt x="7858173" y="3142277"/>
                  </a:lnTo>
                  <a:lnTo>
                    <a:pt x="7857523" y="3142277"/>
                  </a:lnTo>
                  <a:lnTo>
                    <a:pt x="7856873" y="3142277"/>
                  </a:lnTo>
                  <a:lnTo>
                    <a:pt x="7856223" y="3142277"/>
                  </a:lnTo>
                  <a:lnTo>
                    <a:pt x="7855573" y="3142277"/>
                  </a:lnTo>
                  <a:lnTo>
                    <a:pt x="7854923" y="3142277"/>
                  </a:lnTo>
                  <a:lnTo>
                    <a:pt x="7854273" y="3142277"/>
                  </a:lnTo>
                  <a:lnTo>
                    <a:pt x="7853623" y="3142277"/>
                  </a:lnTo>
                  <a:lnTo>
                    <a:pt x="7852973" y="3142277"/>
                  </a:lnTo>
                  <a:lnTo>
                    <a:pt x="7852323" y="3142277"/>
                  </a:lnTo>
                  <a:lnTo>
                    <a:pt x="7851673" y="3142277"/>
                  </a:lnTo>
                  <a:lnTo>
                    <a:pt x="7851023" y="3142277"/>
                  </a:lnTo>
                  <a:lnTo>
                    <a:pt x="7850373" y="3142277"/>
                  </a:lnTo>
                  <a:lnTo>
                    <a:pt x="7849724" y="3142277"/>
                  </a:lnTo>
                  <a:lnTo>
                    <a:pt x="7849074" y="3142277"/>
                  </a:lnTo>
                  <a:lnTo>
                    <a:pt x="7848424" y="3142277"/>
                  </a:lnTo>
                  <a:lnTo>
                    <a:pt x="7847774" y="3142277"/>
                  </a:lnTo>
                  <a:lnTo>
                    <a:pt x="7847124" y="3142277"/>
                  </a:lnTo>
                  <a:lnTo>
                    <a:pt x="7846474" y="3142277"/>
                  </a:lnTo>
                  <a:lnTo>
                    <a:pt x="7845824" y="3142277"/>
                  </a:lnTo>
                  <a:lnTo>
                    <a:pt x="7845174" y="3142277"/>
                  </a:lnTo>
                  <a:lnTo>
                    <a:pt x="7844524" y="3142277"/>
                  </a:lnTo>
                  <a:lnTo>
                    <a:pt x="7843874" y="3142277"/>
                  </a:lnTo>
                  <a:lnTo>
                    <a:pt x="7843224" y="3142277"/>
                  </a:lnTo>
                  <a:lnTo>
                    <a:pt x="7842574" y="3142277"/>
                  </a:lnTo>
                  <a:lnTo>
                    <a:pt x="7841924" y="3142277"/>
                  </a:lnTo>
                  <a:lnTo>
                    <a:pt x="7841274" y="3142277"/>
                  </a:lnTo>
                  <a:lnTo>
                    <a:pt x="7840624" y="3142277"/>
                  </a:lnTo>
                  <a:lnTo>
                    <a:pt x="7839975" y="3142277"/>
                  </a:lnTo>
                  <a:lnTo>
                    <a:pt x="7839325" y="3142277"/>
                  </a:lnTo>
                  <a:lnTo>
                    <a:pt x="7838675" y="3142277"/>
                  </a:lnTo>
                  <a:lnTo>
                    <a:pt x="7838025" y="3142277"/>
                  </a:lnTo>
                  <a:lnTo>
                    <a:pt x="7837375" y="3142277"/>
                  </a:lnTo>
                  <a:lnTo>
                    <a:pt x="7836725" y="3142277"/>
                  </a:lnTo>
                  <a:lnTo>
                    <a:pt x="7836075" y="3142277"/>
                  </a:lnTo>
                  <a:lnTo>
                    <a:pt x="7835425" y="3142277"/>
                  </a:lnTo>
                  <a:lnTo>
                    <a:pt x="7834775" y="3142277"/>
                  </a:lnTo>
                  <a:lnTo>
                    <a:pt x="7834125" y="3142277"/>
                  </a:lnTo>
                  <a:lnTo>
                    <a:pt x="7833475" y="3142277"/>
                  </a:lnTo>
                  <a:lnTo>
                    <a:pt x="7832825" y="3142277"/>
                  </a:lnTo>
                  <a:lnTo>
                    <a:pt x="7832175" y="3142277"/>
                  </a:lnTo>
                  <a:lnTo>
                    <a:pt x="7831525" y="3142277"/>
                  </a:lnTo>
                  <a:lnTo>
                    <a:pt x="7830875" y="3142277"/>
                  </a:lnTo>
                  <a:lnTo>
                    <a:pt x="7830225" y="3142277"/>
                  </a:lnTo>
                  <a:lnTo>
                    <a:pt x="7829576" y="3142277"/>
                  </a:lnTo>
                  <a:lnTo>
                    <a:pt x="7828926" y="3142277"/>
                  </a:lnTo>
                  <a:lnTo>
                    <a:pt x="7828276" y="3142277"/>
                  </a:lnTo>
                  <a:lnTo>
                    <a:pt x="7827626" y="3142277"/>
                  </a:lnTo>
                  <a:lnTo>
                    <a:pt x="7826976" y="3142277"/>
                  </a:lnTo>
                  <a:lnTo>
                    <a:pt x="7826326" y="3142277"/>
                  </a:lnTo>
                  <a:lnTo>
                    <a:pt x="7825676" y="3142277"/>
                  </a:lnTo>
                  <a:lnTo>
                    <a:pt x="7825026" y="3142277"/>
                  </a:lnTo>
                  <a:lnTo>
                    <a:pt x="7824376" y="3142277"/>
                  </a:lnTo>
                  <a:lnTo>
                    <a:pt x="7823726" y="3142277"/>
                  </a:lnTo>
                  <a:lnTo>
                    <a:pt x="7823076" y="3142277"/>
                  </a:lnTo>
                  <a:lnTo>
                    <a:pt x="7822426" y="3142277"/>
                  </a:lnTo>
                  <a:lnTo>
                    <a:pt x="7821776" y="3142277"/>
                  </a:lnTo>
                  <a:lnTo>
                    <a:pt x="7821126" y="3142277"/>
                  </a:lnTo>
                  <a:lnTo>
                    <a:pt x="7820476" y="3142277"/>
                  </a:lnTo>
                  <a:lnTo>
                    <a:pt x="7819827" y="3142277"/>
                  </a:lnTo>
                  <a:lnTo>
                    <a:pt x="7819177" y="3142277"/>
                  </a:lnTo>
                  <a:lnTo>
                    <a:pt x="7818527" y="3142277"/>
                  </a:lnTo>
                  <a:lnTo>
                    <a:pt x="7817877" y="3142277"/>
                  </a:lnTo>
                  <a:lnTo>
                    <a:pt x="7817227" y="3142277"/>
                  </a:lnTo>
                  <a:lnTo>
                    <a:pt x="7816577" y="3142277"/>
                  </a:lnTo>
                  <a:lnTo>
                    <a:pt x="7815927" y="3142277"/>
                  </a:lnTo>
                  <a:lnTo>
                    <a:pt x="7815277" y="3142277"/>
                  </a:lnTo>
                  <a:lnTo>
                    <a:pt x="7814627" y="3142277"/>
                  </a:lnTo>
                  <a:lnTo>
                    <a:pt x="7813977" y="3142277"/>
                  </a:lnTo>
                  <a:lnTo>
                    <a:pt x="7813327" y="3142277"/>
                  </a:lnTo>
                  <a:lnTo>
                    <a:pt x="7812677" y="3142277"/>
                  </a:lnTo>
                  <a:lnTo>
                    <a:pt x="7812027" y="3142277"/>
                  </a:lnTo>
                  <a:lnTo>
                    <a:pt x="7811377" y="3142277"/>
                  </a:lnTo>
                  <a:lnTo>
                    <a:pt x="7810727" y="3142277"/>
                  </a:lnTo>
                  <a:lnTo>
                    <a:pt x="7810077" y="3142277"/>
                  </a:lnTo>
                  <a:lnTo>
                    <a:pt x="7809428" y="3142277"/>
                  </a:lnTo>
                  <a:lnTo>
                    <a:pt x="7808778" y="3142277"/>
                  </a:lnTo>
                  <a:lnTo>
                    <a:pt x="7808128" y="3142277"/>
                  </a:lnTo>
                  <a:lnTo>
                    <a:pt x="7807478" y="3142277"/>
                  </a:lnTo>
                  <a:lnTo>
                    <a:pt x="7806828" y="3142277"/>
                  </a:lnTo>
                  <a:lnTo>
                    <a:pt x="7806178" y="3142277"/>
                  </a:lnTo>
                  <a:lnTo>
                    <a:pt x="7805528" y="3142277"/>
                  </a:lnTo>
                  <a:lnTo>
                    <a:pt x="7804878" y="3142277"/>
                  </a:lnTo>
                  <a:lnTo>
                    <a:pt x="7804228" y="3142277"/>
                  </a:lnTo>
                  <a:lnTo>
                    <a:pt x="7803578" y="3142277"/>
                  </a:lnTo>
                  <a:lnTo>
                    <a:pt x="7802928" y="3142277"/>
                  </a:lnTo>
                  <a:lnTo>
                    <a:pt x="7802278" y="3142277"/>
                  </a:lnTo>
                  <a:lnTo>
                    <a:pt x="7801628" y="3142277"/>
                  </a:lnTo>
                  <a:lnTo>
                    <a:pt x="7800978" y="3142277"/>
                  </a:lnTo>
                  <a:lnTo>
                    <a:pt x="7800328" y="3142277"/>
                  </a:lnTo>
                  <a:lnTo>
                    <a:pt x="7799679" y="3142277"/>
                  </a:lnTo>
                  <a:lnTo>
                    <a:pt x="7799029" y="3142277"/>
                  </a:lnTo>
                  <a:lnTo>
                    <a:pt x="7798379" y="3142277"/>
                  </a:lnTo>
                  <a:lnTo>
                    <a:pt x="7797729" y="3142277"/>
                  </a:lnTo>
                  <a:lnTo>
                    <a:pt x="7797079" y="3142277"/>
                  </a:lnTo>
                  <a:lnTo>
                    <a:pt x="7796429" y="3142277"/>
                  </a:lnTo>
                  <a:lnTo>
                    <a:pt x="7795779" y="3142277"/>
                  </a:lnTo>
                  <a:lnTo>
                    <a:pt x="7795129" y="3142277"/>
                  </a:lnTo>
                  <a:lnTo>
                    <a:pt x="7794479" y="3142277"/>
                  </a:lnTo>
                  <a:lnTo>
                    <a:pt x="7793829" y="3142277"/>
                  </a:lnTo>
                  <a:lnTo>
                    <a:pt x="7793179" y="3142277"/>
                  </a:lnTo>
                  <a:lnTo>
                    <a:pt x="7792529" y="3142277"/>
                  </a:lnTo>
                  <a:lnTo>
                    <a:pt x="7791879" y="3142277"/>
                  </a:lnTo>
                  <a:lnTo>
                    <a:pt x="7791229" y="3142277"/>
                  </a:lnTo>
                  <a:lnTo>
                    <a:pt x="7790579" y="3142277"/>
                  </a:lnTo>
                  <a:lnTo>
                    <a:pt x="7789929" y="3142277"/>
                  </a:lnTo>
                  <a:lnTo>
                    <a:pt x="7789280" y="3142277"/>
                  </a:lnTo>
                  <a:lnTo>
                    <a:pt x="7788630" y="3142277"/>
                  </a:lnTo>
                  <a:lnTo>
                    <a:pt x="7787980" y="3142277"/>
                  </a:lnTo>
                  <a:lnTo>
                    <a:pt x="7787330" y="3142277"/>
                  </a:lnTo>
                  <a:lnTo>
                    <a:pt x="7786680" y="3142277"/>
                  </a:lnTo>
                  <a:lnTo>
                    <a:pt x="7786030" y="3142277"/>
                  </a:lnTo>
                  <a:lnTo>
                    <a:pt x="7785380" y="3142277"/>
                  </a:lnTo>
                  <a:lnTo>
                    <a:pt x="7784730" y="3142277"/>
                  </a:lnTo>
                  <a:lnTo>
                    <a:pt x="7784080" y="3142277"/>
                  </a:lnTo>
                  <a:lnTo>
                    <a:pt x="7783430" y="3142277"/>
                  </a:lnTo>
                  <a:lnTo>
                    <a:pt x="7782780" y="3142277"/>
                  </a:lnTo>
                  <a:lnTo>
                    <a:pt x="7782130" y="3142277"/>
                  </a:lnTo>
                  <a:lnTo>
                    <a:pt x="7781480" y="3142277"/>
                  </a:lnTo>
                  <a:lnTo>
                    <a:pt x="7780830" y="3142277"/>
                  </a:lnTo>
                  <a:lnTo>
                    <a:pt x="7780180" y="3142277"/>
                  </a:lnTo>
                  <a:lnTo>
                    <a:pt x="7779531" y="3142277"/>
                  </a:lnTo>
                  <a:lnTo>
                    <a:pt x="7778881" y="3142277"/>
                  </a:lnTo>
                  <a:lnTo>
                    <a:pt x="7778231" y="3142277"/>
                  </a:lnTo>
                  <a:lnTo>
                    <a:pt x="7777581" y="3142277"/>
                  </a:lnTo>
                  <a:lnTo>
                    <a:pt x="7776931" y="3142277"/>
                  </a:lnTo>
                  <a:lnTo>
                    <a:pt x="7776281" y="3142277"/>
                  </a:lnTo>
                  <a:lnTo>
                    <a:pt x="7775631" y="3142277"/>
                  </a:lnTo>
                  <a:lnTo>
                    <a:pt x="7774981" y="3142277"/>
                  </a:lnTo>
                  <a:lnTo>
                    <a:pt x="7774331" y="3142277"/>
                  </a:lnTo>
                  <a:lnTo>
                    <a:pt x="7773681" y="3142277"/>
                  </a:lnTo>
                  <a:lnTo>
                    <a:pt x="7773031" y="3142277"/>
                  </a:lnTo>
                  <a:lnTo>
                    <a:pt x="7772381" y="3142277"/>
                  </a:lnTo>
                  <a:lnTo>
                    <a:pt x="7771731" y="3142277"/>
                  </a:lnTo>
                  <a:lnTo>
                    <a:pt x="7771081" y="3142277"/>
                  </a:lnTo>
                  <a:lnTo>
                    <a:pt x="7770431" y="3142277"/>
                  </a:lnTo>
                  <a:lnTo>
                    <a:pt x="7769782" y="3142277"/>
                  </a:lnTo>
                  <a:lnTo>
                    <a:pt x="7769132" y="3142277"/>
                  </a:lnTo>
                  <a:lnTo>
                    <a:pt x="7768482" y="3142277"/>
                  </a:lnTo>
                  <a:lnTo>
                    <a:pt x="7767832" y="3142277"/>
                  </a:lnTo>
                  <a:lnTo>
                    <a:pt x="7767182" y="3142277"/>
                  </a:lnTo>
                  <a:lnTo>
                    <a:pt x="7766532" y="3142277"/>
                  </a:lnTo>
                  <a:lnTo>
                    <a:pt x="7765882" y="3142277"/>
                  </a:lnTo>
                  <a:lnTo>
                    <a:pt x="7765232" y="3142277"/>
                  </a:lnTo>
                  <a:lnTo>
                    <a:pt x="7764582" y="3142277"/>
                  </a:lnTo>
                  <a:lnTo>
                    <a:pt x="7763932" y="3142277"/>
                  </a:lnTo>
                  <a:lnTo>
                    <a:pt x="7763282" y="3142277"/>
                  </a:lnTo>
                  <a:lnTo>
                    <a:pt x="7762632" y="3142277"/>
                  </a:lnTo>
                  <a:lnTo>
                    <a:pt x="7761982" y="3142277"/>
                  </a:lnTo>
                  <a:lnTo>
                    <a:pt x="7761332" y="3142277"/>
                  </a:lnTo>
                  <a:lnTo>
                    <a:pt x="7760682" y="3142277"/>
                  </a:lnTo>
                  <a:lnTo>
                    <a:pt x="7760032" y="3142277"/>
                  </a:lnTo>
                  <a:lnTo>
                    <a:pt x="7759383" y="3142277"/>
                  </a:lnTo>
                  <a:lnTo>
                    <a:pt x="7758733" y="3142277"/>
                  </a:lnTo>
                  <a:lnTo>
                    <a:pt x="7758083" y="3142277"/>
                  </a:lnTo>
                  <a:lnTo>
                    <a:pt x="7757433" y="3142277"/>
                  </a:lnTo>
                  <a:lnTo>
                    <a:pt x="7756783" y="3142277"/>
                  </a:lnTo>
                  <a:lnTo>
                    <a:pt x="7756133" y="3142277"/>
                  </a:lnTo>
                  <a:lnTo>
                    <a:pt x="7755483" y="3142277"/>
                  </a:lnTo>
                  <a:lnTo>
                    <a:pt x="7754833" y="3142277"/>
                  </a:lnTo>
                  <a:lnTo>
                    <a:pt x="7754183" y="3142277"/>
                  </a:lnTo>
                  <a:lnTo>
                    <a:pt x="7753533" y="3142277"/>
                  </a:lnTo>
                  <a:lnTo>
                    <a:pt x="7752883" y="3142277"/>
                  </a:lnTo>
                  <a:lnTo>
                    <a:pt x="7752233" y="3142277"/>
                  </a:lnTo>
                  <a:lnTo>
                    <a:pt x="7751583" y="3142277"/>
                  </a:lnTo>
                  <a:lnTo>
                    <a:pt x="7750933" y="3142277"/>
                  </a:lnTo>
                  <a:lnTo>
                    <a:pt x="7750283" y="3142277"/>
                  </a:lnTo>
                  <a:lnTo>
                    <a:pt x="7749634" y="3142277"/>
                  </a:lnTo>
                  <a:lnTo>
                    <a:pt x="7748984" y="3142277"/>
                  </a:lnTo>
                  <a:lnTo>
                    <a:pt x="7748334" y="3142277"/>
                  </a:lnTo>
                  <a:lnTo>
                    <a:pt x="7747684" y="3142277"/>
                  </a:lnTo>
                  <a:lnTo>
                    <a:pt x="7747034" y="3142277"/>
                  </a:lnTo>
                  <a:lnTo>
                    <a:pt x="7746384" y="3142277"/>
                  </a:lnTo>
                  <a:lnTo>
                    <a:pt x="7745734" y="3142277"/>
                  </a:lnTo>
                  <a:lnTo>
                    <a:pt x="7745084" y="3142277"/>
                  </a:lnTo>
                  <a:lnTo>
                    <a:pt x="7744434" y="3142277"/>
                  </a:lnTo>
                  <a:lnTo>
                    <a:pt x="7743784" y="3142277"/>
                  </a:lnTo>
                  <a:lnTo>
                    <a:pt x="7743134" y="3142277"/>
                  </a:lnTo>
                  <a:lnTo>
                    <a:pt x="7742484" y="3142277"/>
                  </a:lnTo>
                  <a:lnTo>
                    <a:pt x="7741834" y="3142277"/>
                  </a:lnTo>
                  <a:lnTo>
                    <a:pt x="7741184" y="3142277"/>
                  </a:lnTo>
                  <a:lnTo>
                    <a:pt x="7740534" y="3142277"/>
                  </a:lnTo>
                  <a:lnTo>
                    <a:pt x="7739884" y="3142277"/>
                  </a:lnTo>
                  <a:lnTo>
                    <a:pt x="7739235" y="3142277"/>
                  </a:lnTo>
                  <a:lnTo>
                    <a:pt x="7738585" y="3142277"/>
                  </a:lnTo>
                  <a:lnTo>
                    <a:pt x="7737935" y="3142277"/>
                  </a:lnTo>
                  <a:lnTo>
                    <a:pt x="7737285" y="3142277"/>
                  </a:lnTo>
                  <a:lnTo>
                    <a:pt x="7736635" y="3142277"/>
                  </a:lnTo>
                  <a:lnTo>
                    <a:pt x="7735985" y="3142277"/>
                  </a:lnTo>
                  <a:lnTo>
                    <a:pt x="7735335" y="3142277"/>
                  </a:lnTo>
                  <a:lnTo>
                    <a:pt x="7734685" y="3142277"/>
                  </a:lnTo>
                  <a:lnTo>
                    <a:pt x="7734035" y="3142277"/>
                  </a:lnTo>
                  <a:lnTo>
                    <a:pt x="7733385" y="3142277"/>
                  </a:lnTo>
                  <a:lnTo>
                    <a:pt x="7732735" y="3142277"/>
                  </a:lnTo>
                  <a:lnTo>
                    <a:pt x="7732085" y="3142277"/>
                  </a:lnTo>
                  <a:lnTo>
                    <a:pt x="7731435" y="3142277"/>
                  </a:lnTo>
                  <a:lnTo>
                    <a:pt x="7730785" y="3142277"/>
                  </a:lnTo>
                  <a:lnTo>
                    <a:pt x="7730135" y="3142277"/>
                  </a:lnTo>
                  <a:lnTo>
                    <a:pt x="7729486" y="3142277"/>
                  </a:lnTo>
                  <a:lnTo>
                    <a:pt x="7728836" y="3142277"/>
                  </a:lnTo>
                  <a:lnTo>
                    <a:pt x="7728186" y="3142277"/>
                  </a:lnTo>
                  <a:lnTo>
                    <a:pt x="7727536" y="3142277"/>
                  </a:lnTo>
                  <a:lnTo>
                    <a:pt x="7726886" y="3142277"/>
                  </a:lnTo>
                  <a:lnTo>
                    <a:pt x="7726236" y="3142277"/>
                  </a:lnTo>
                  <a:lnTo>
                    <a:pt x="7725586" y="3142277"/>
                  </a:lnTo>
                  <a:lnTo>
                    <a:pt x="7724936" y="3142277"/>
                  </a:lnTo>
                  <a:lnTo>
                    <a:pt x="7724286" y="3142277"/>
                  </a:lnTo>
                  <a:lnTo>
                    <a:pt x="7723636" y="3142277"/>
                  </a:lnTo>
                  <a:lnTo>
                    <a:pt x="7722986" y="3142277"/>
                  </a:lnTo>
                  <a:lnTo>
                    <a:pt x="7722336" y="3142277"/>
                  </a:lnTo>
                  <a:lnTo>
                    <a:pt x="7721686" y="3142277"/>
                  </a:lnTo>
                  <a:lnTo>
                    <a:pt x="7721036" y="3142277"/>
                  </a:lnTo>
                  <a:lnTo>
                    <a:pt x="7720386" y="3142277"/>
                  </a:lnTo>
                  <a:lnTo>
                    <a:pt x="7719736" y="3142277"/>
                  </a:lnTo>
                  <a:lnTo>
                    <a:pt x="7719087" y="3142277"/>
                  </a:lnTo>
                  <a:lnTo>
                    <a:pt x="7718437" y="3142277"/>
                  </a:lnTo>
                  <a:lnTo>
                    <a:pt x="7717787" y="3142277"/>
                  </a:lnTo>
                  <a:lnTo>
                    <a:pt x="7717137" y="3142277"/>
                  </a:lnTo>
                  <a:lnTo>
                    <a:pt x="7716487" y="3142277"/>
                  </a:lnTo>
                  <a:lnTo>
                    <a:pt x="7715837" y="3142277"/>
                  </a:lnTo>
                  <a:lnTo>
                    <a:pt x="7715187" y="3142277"/>
                  </a:lnTo>
                  <a:lnTo>
                    <a:pt x="7714537" y="3142277"/>
                  </a:lnTo>
                  <a:lnTo>
                    <a:pt x="7713887" y="3142277"/>
                  </a:lnTo>
                  <a:lnTo>
                    <a:pt x="7713237" y="3142277"/>
                  </a:lnTo>
                  <a:lnTo>
                    <a:pt x="7712587" y="3142277"/>
                  </a:lnTo>
                  <a:lnTo>
                    <a:pt x="7711937" y="3142277"/>
                  </a:lnTo>
                  <a:lnTo>
                    <a:pt x="7711287" y="3142277"/>
                  </a:lnTo>
                  <a:lnTo>
                    <a:pt x="7710637" y="3142277"/>
                  </a:lnTo>
                  <a:lnTo>
                    <a:pt x="7709987" y="3142277"/>
                  </a:lnTo>
                  <a:lnTo>
                    <a:pt x="7709338" y="3142277"/>
                  </a:lnTo>
                  <a:lnTo>
                    <a:pt x="7708688" y="3142277"/>
                  </a:lnTo>
                  <a:lnTo>
                    <a:pt x="7708038" y="3142277"/>
                  </a:lnTo>
                  <a:lnTo>
                    <a:pt x="7707388" y="3142277"/>
                  </a:lnTo>
                  <a:lnTo>
                    <a:pt x="7706738" y="3142277"/>
                  </a:lnTo>
                  <a:lnTo>
                    <a:pt x="7706088" y="3142277"/>
                  </a:lnTo>
                  <a:lnTo>
                    <a:pt x="7705438" y="3142277"/>
                  </a:lnTo>
                  <a:lnTo>
                    <a:pt x="7704788" y="3142277"/>
                  </a:lnTo>
                  <a:lnTo>
                    <a:pt x="7704138" y="3142277"/>
                  </a:lnTo>
                  <a:lnTo>
                    <a:pt x="7703488" y="3142277"/>
                  </a:lnTo>
                  <a:lnTo>
                    <a:pt x="7702838" y="3142277"/>
                  </a:lnTo>
                  <a:lnTo>
                    <a:pt x="7702188" y="3142277"/>
                  </a:lnTo>
                  <a:lnTo>
                    <a:pt x="7701538" y="3142277"/>
                  </a:lnTo>
                  <a:lnTo>
                    <a:pt x="7700888" y="3142277"/>
                  </a:lnTo>
                  <a:lnTo>
                    <a:pt x="7700238" y="3142277"/>
                  </a:lnTo>
                  <a:lnTo>
                    <a:pt x="7699588" y="3142277"/>
                  </a:lnTo>
                  <a:lnTo>
                    <a:pt x="7698939" y="3142277"/>
                  </a:lnTo>
                  <a:lnTo>
                    <a:pt x="7698289" y="3142277"/>
                  </a:lnTo>
                  <a:lnTo>
                    <a:pt x="7697639" y="3142277"/>
                  </a:lnTo>
                  <a:lnTo>
                    <a:pt x="7696989" y="3142277"/>
                  </a:lnTo>
                  <a:lnTo>
                    <a:pt x="7696339" y="3142277"/>
                  </a:lnTo>
                  <a:lnTo>
                    <a:pt x="7695689" y="3142277"/>
                  </a:lnTo>
                  <a:lnTo>
                    <a:pt x="7695039" y="3142277"/>
                  </a:lnTo>
                  <a:lnTo>
                    <a:pt x="7694389" y="3142277"/>
                  </a:lnTo>
                  <a:lnTo>
                    <a:pt x="7693739" y="3142277"/>
                  </a:lnTo>
                  <a:lnTo>
                    <a:pt x="7693089" y="3142277"/>
                  </a:lnTo>
                  <a:lnTo>
                    <a:pt x="7692439" y="3142277"/>
                  </a:lnTo>
                  <a:lnTo>
                    <a:pt x="7691789" y="3142277"/>
                  </a:lnTo>
                  <a:lnTo>
                    <a:pt x="7691139" y="3142277"/>
                  </a:lnTo>
                  <a:lnTo>
                    <a:pt x="7690489" y="3142277"/>
                  </a:lnTo>
                  <a:lnTo>
                    <a:pt x="7689839" y="3142277"/>
                  </a:lnTo>
                  <a:lnTo>
                    <a:pt x="7689190" y="3142277"/>
                  </a:lnTo>
                  <a:lnTo>
                    <a:pt x="7688540" y="3142277"/>
                  </a:lnTo>
                  <a:lnTo>
                    <a:pt x="7687890" y="3142277"/>
                  </a:lnTo>
                  <a:lnTo>
                    <a:pt x="7687240" y="3142277"/>
                  </a:lnTo>
                  <a:lnTo>
                    <a:pt x="7686590" y="3142277"/>
                  </a:lnTo>
                  <a:lnTo>
                    <a:pt x="7685940" y="3142277"/>
                  </a:lnTo>
                  <a:lnTo>
                    <a:pt x="7685290" y="3142277"/>
                  </a:lnTo>
                  <a:lnTo>
                    <a:pt x="7684640" y="3142277"/>
                  </a:lnTo>
                  <a:lnTo>
                    <a:pt x="7683990" y="3142277"/>
                  </a:lnTo>
                  <a:lnTo>
                    <a:pt x="7683340" y="3142277"/>
                  </a:lnTo>
                  <a:lnTo>
                    <a:pt x="7682690" y="3142277"/>
                  </a:lnTo>
                  <a:lnTo>
                    <a:pt x="7682040" y="3142277"/>
                  </a:lnTo>
                  <a:lnTo>
                    <a:pt x="7681390" y="3142277"/>
                  </a:lnTo>
                  <a:lnTo>
                    <a:pt x="7680740" y="3142277"/>
                  </a:lnTo>
                  <a:lnTo>
                    <a:pt x="7680090" y="3142277"/>
                  </a:lnTo>
                  <a:lnTo>
                    <a:pt x="7679440" y="3142277"/>
                  </a:lnTo>
                  <a:lnTo>
                    <a:pt x="7678791" y="3142277"/>
                  </a:lnTo>
                  <a:lnTo>
                    <a:pt x="7678141" y="3142277"/>
                  </a:lnTo>
                  <a:lnTo>
                    <a:pt x="7677491" y="3142277"/>
                  </a:lnTo>
                  <a:lnTo>
                    <a:pt x="7676841" y="3142277"/>
                  </a:lnTo>
                  <a:lnTo>
                    <a:pt x="7676191" y="3142277"/>
                  </a:lnTo>
                  <a:lnTo>
                    <a:pt x="7675541" y="3142277"/>
                  </a:lnTo>
                  <a:lnTo>
                    <a:pt x="7674891" y="3142277"/>
                  </a:lnTo>
                  <a:lnTo>
                    <a:pt x="7674241" y="3142277"/>
                  </a:lnTo>
                  <a:lnTo>
                    <a:pt x="7673591" y="3142277"/>
                  </a:lnTo>
                  <a:lnTo>
                    <a:pt x="7672941" y="3142277"/>
                  </a:lnTo>
                  <a:lnTo>
                    <a:pt x="7672291" y="3142277"/>
                  </a:lnTo>
                  <a:lnTo>
                    <a:pt x="7671641" y="3142277"/>
                  </a:lnTo>
                  <a:lnTo>
                    <a:pt x="7670991" y="3142277"/>
                  </a:lnTo>
                  <a:lnTo>
                    <a:pt x="7670341" y="3142277"/>
                  </a:lnTo>
                  <a:lnTo>
                    <a:pt x="7669691" y="3142277"/>
                  </a:lnTo>
                  <a:lnTo>
                    <a:pt x="7669042" y="3142277"/>
                  </a:lnTo>
                  <a:lnTo>
                    <a:pt x="7668392" y="3142277"/>
                  </a:lnTo>
                  <a:lnTo>
                    <a:pt x="7667742" y="3142277"/>
                  </a:lnTo>
                  <a:lnTo>
                    <a:pt x="7667092" y="3142277"/>
                  </a:lnTo>
                  <a:lnTo>
                    <a:pt x="7666442" y="3142277"/>
                  </a:lnTo>
                  <a:lnTo>
                    <a:pt x="7665792" y="3142277"/>
                  </a:lnTo>
                  <a:lnTo>
                    <a:pt x="7665142" y="3142277"/>
                  </a:lnTo>
                  <a:lnTo>
                    <a:pt x="7664492" y="3142277"/>
                  </a:lnTo>
                  <a:lnTo>
                    <a:pt x="7663842" y="3142277"/>
                  </a:lnTo>
                  <a:lnTo>
                    <a:pt x="7663192" y="3142277"/>
                  </a:lnTo>
                  <a:lnTo>
                    <a:pt x="7662542" y="3142277"/>
                  </a:lnTo>
                  <a:lnTo>
                    <a:pt x="7661892" y="3142277"/>
                  </a:lnTo>
                  <a:lnTo>
                    <a:pt x="7661242" y="3142277"/>
                  </a:lnTo>
                  <a:lnTo>
                    <a:pt x="7660592" y="3142277"/>
                  </a:lnTo>
                  <a:lnTo>
                    <a:pt x="7659942" y="3142277"/>
                  </a:lnTo>
                  <a:lnTo>
                    <a:pt x="7659292" y="3142277"/>
                  </a:lnTo>
                  <a:lnTo>
                    <a:pt x="7658643" y="3142277"/>
                  </a:lnTo>
                  <a:lnTo>
                    <a:pt x="7657993" y="3142277"/>
                  </a:lnTo>
                  <a:lnTo>
                    <a:pt x="7657343" y="3142277"/>
                  </a:lnTo>
                  <a:lnTo>
                    <a:pt x="7656693" y="3142277"/>
                  </a:lnTo>
                  <a:lnTo>
                    <a:pt x="7656043" y="3142277"/>
                  </a:lnTo>
                  <a:lnTo>
                    <a:pt x="7655393" y="3142277"/>
                  </a:lnTo>
                  <a:lnTo>
                    <a:pt x="7654743" y="3142277"/>
                  </a:lnTo>
                  <a:lnTo>
                    <a:pt x="7654093" y="3142277"/>
                  </a:lnTo>
                  <a:lnTo>
                    <a:pt x="7653443" y="3142277"/>
                  </a:lnTo>
                  <a:lnTo>
                    <a:pt x="7652793" y="3142277"/>
                  </a:lnTo>
                  <a:lnTo>
                    <a:pt x="7652143" y="3142277"/>
                  </a:lnTo>
                  <a:lnTo>
                    <a:pt x="7651493" y="3142277"/>
                  </a:lnTo>
                  <a:lnTo>
                    <a:pt x="7650843" y="3142277"/>
                  </a:lnTo>
                  <a:lnTo>
                    <a:pt x="7650193" y="3142277"/>
                  </a:lnTo>
                  <a:lnTo>
                    <a:pt x="7649543" y="3142277"/>
                  </a:lnTo>
                  <a:lnTo>
                    <a:pt x="7648894" y="3142277"/>
                  </a:lnTo>
                  <a:lnTo>
                    <a:pt x="7648244" y="3142277"/>
                  </a:lnTo>
                  <a:lnTo>
                    <a:pt x="7647594" y="3142277"/>
                  </a:lnTo>
                  <a:lnTo>
                    <a:pt x="7646944" y="3142277"/>
                  </a:lnTo>
                  <a:lnTo>
                    <a:pt x="7646294" y="3142277"/>
                  </a:lnTo>
                  <a:lnTo>
                    <a:pt x="7645644" y="3142277"/>
                  </a:lnTo>
                  <a:lnTo>
                    <a:pt x="7644994" y="3142277"/>
                  </a:lnTo>
                  <a:lnTo>
                    <a:pt x="7644344" y="3142277"/>
                  </a:lnTo>
                  <a:lnTo>
                    <a:pt x="7643694" y="3142277"/>
                  </a:lnTo>
                  <a:lnTo>
                    <a:pt x="7643044" y="3142277"/>
                  </a:lnTo>
                  <a:lnTo>
                    <a:pt x="7642394" y="3142277"/>
                  </a:lnTo>
                  <a:lnTo>
                    <a:pt x="7641744" y="3142277"/>
                  </a:lnTo>
                  <a:lnTo>
                    <a:pt x="7641094" y="3142277"/>
                  </a:lnTo>
                  <a:lnTo>
                    <a:pt x="7640444" y="3142277"/>
                  </a:lnTo>
                  <a:lnTo>
                    <a:pt x="7639794" y="3142277"/>
                  </a:lnTo>
                  <a:lnTo>
                    <a:pt x="7639144" y="3142277"/>
                  </a:lnTo>
                  <a:lnTo>
                    <a:pt x="7638495" y="3142277"/>
                  </a:lnTo>
                  <a:lnTo>
                    <a:pt x="7637845" y="3142277"/>
                  </a:lnTo>
                  <a:lnTo>
                    <a:pt x="7637195" y="3142277"/>
                  </a:lnTo>
                  <a:lnTo>
                    <a:pt x="7636545" y="3142277"/>
                  </a:lnTo>
                  <a:lnTo>
                    <a:pt x="7635895" y="3142277"/>
                  </a:lnTo>
                  <a:lnTo>
                    <a:pt x="7635245" y="3142277"/>
                  </a:lnTo>
                  <a:lnTo>
                    <a:pt x="7634595" y="3142277"/>
                  </a:lnTo>
                  <a:lnTo>
                    <a:pt x="7633945" y="3142277"/>
                  </a:lnTo>
                  <a:lnTo>
                    <a:pt x="7633295" y="3142277"/>
                  </a:lnTo>
                  <a:lnTo>
                    <a:pt x="7632645" y="3142277"/>
                  </a:lnTo>
                  <a:lnTo>
                    <a:pt x="7631995" y="3142277"/>
                  </a:lnTo>
                  <a:lnTo>
                    <a:pt x="7631345" y="3142277"/>
                  </a:lnTo>
                  <a:lnTo>
                    <a:pt x="7630695" y="3142277"/>
                  </a:lnTo>
                  <a:lnTo>
                    <a:pt x="7630045" y="3142277"/>
                  </a:lnTo>
                  <a:lnTo>
                    <a:pt x="7629395" y="3142277"/>
                  </a:lnTo>
                  <a:lnTo>
                    <a:pt x="7628746" y="3142277"/>
                  </a:lnTo>
                  <a:lnTo>
                    <a:pt x="7628096" y="3142277"/>
                  </a:lnTo>
                  <a:lnTo>
                    <a:pt x="7627446" y="3142277"/>
                  </a:lnTo>
                  <a:lnTo>
                    <a:pt x="7626796" y="3142277"/>
                  </a:lnTo>
                  <a:lnTo>
                    <a:pt x="7626146" y="3142277"/>
                  </a:lnTo>
                  <a:lnTo>
                    <a:pt x="7625496" y="3142277"/>
                  </a:lnTo>
                  <a:lnTo>
                    <a:pt x="7624846" y="3142277"/>
                  </a:lnTo>
                  <a:lnTo>
                    <a:pt x="7624196" y="3142277"/>
                  </a:lnTo>
                  <a:lnTo>
                    <a:pt x="7623546" y="3142277"/>
                  </a:lnTo>
                  <a:lnTo>
                    <a:pt x="7622896" y="3142277"/>
                  </a:lnTo>
                  <a:lnTo>
                    <a:pt x="7622246" y="3142277"/>
                  </a:lnTo>
                  <a:lnTo>
                    <a:pt x="7621596" y="3142277"/>
                  </a:lnTo>
                  <a:lnTo>
                    <a:pt x="7620946" y="3142277"/>
                  </a:lnTo>
                  <a:lnTo>
                    <a:pt x="7620296" y="3142277"/>
                  </a:lnTo>
                  <a:lnTo>
                    <a:pt x="7619646" y="3142277"/>
                  </a:lnTo>
                  <a:lnTo>
                    <a:pt x="7618997" y="3142277"/>
                  </a:lnTo>
                  <a:lnTo>
                    <a:pt x="7618347" y="3142277"/>
                  </a:lnTo>
                  <a:lnTo>
                    <a:pt x="7617697" y="3142277"/>
                  </a:lnTo>
                  <a:lnTo>
                    <a:pt x="7617047" y="3142277"/>
                  </a:lnTo>
                  <a:lnTo>
                    <a:pt x="7616397" y="3142277"/>
                  </a:lnTo>
                  <a:lnTo>
                    <a:pt x="7615747" y="3142277"/>
                  </a:lnTo>
                  <a:lnTo>
                    <a:pt x="7615097" y="3142277"/>
                  </a:lnTo>
                  <a:lnTo>
                    <a:pt x="7614447" y="3142277"/>
                  </a:lnTo>
                  <a:lnTo>
                    <a:pt x="7613797" y="3142277"/>
                  </a:lnTo>
                  <a:lnTo>
                    <a:pt x="7613147" y="3142277"/>
                  </a:lnTo>
                  <a:lnTo>
                    <a:pt x="7612497" y="3142277"/>
                  </a:lnTo>
                  <a:lnTo>
                    <a:pt x="7611847" y="3142277"/>
                  </a:lnTo>
                  <a:lnTo>
                    <a:pt x="7611197" y="3142277"/>
                  </a:lnTo>
                  <a:lnTo>
                    <a:pt x="7610547" y="3142277"/>
                  </a:lnTo>
                  <a:lnTo>
                    <a:pt x="7609897" y="3142277"/>
                  </a:lnTo>
                  <a:lnTo>
                    <a:pt x="7609247" y="3142277"/>
                  </a:lnTo>
                  <a:lnTo>
                    <a:pt x="7608598" y="3142277"/>
                  </a:lnTo>
                  <a:lnTo>
                    <a:pt x="7607948" y="3142277"/>
                  </a:lnTo>
                  <a:lnTo>
                    <a:pt x="7607298" y="3142277"/>
                  </a:lnTo>
                  <a:lnTo>
                    <a:pt x="7606648" y="3142277"/>
                  </a:lnTo>
                  <a:lnTo>
                    <a:pt x="7605998" y="3142277"/>
                  </a:lnTo>
                  <a:lnTo>
                    <a:pt x="7605348" y="3142277"/>
                  </a:lnTo>
                  <a:lnTo>
                    <a:pt x="7604698" y="3142277"/>
                  </a:lnTo>
                  <a:lnTo>
                    <a:pt x="7604048" y="3142277"/>
                  </a:lnTo>
                  <a:lnTo>
                    <a:pt x="7603398" y="3142277"/>
                  </a:lnTo>
                  <a:lnTo>
                    <a:pt x="7602748" y="3142277"/>
                  </a:lnTo>
                  <a:lnTo>
                    <a:pt x="7602098" y="3142277"/>
                  </a:lnTo>
                  <a:lnTo>
                    <a:pt x="7601448" y="3142277"/>
                  </a:lnTo>
                  <a:lnTo>
                    <a:pt x="7600798" y="3142277"/>
                  </a:lnTo>
                  <a:lnTo>
                    <a:pt x="7600148" y="3142277"/>
                  </a:lnTo>
                  <a:lnTo>
                    <a:pt x="7599498" y="3142277"/>
                  </a:lnTo>
                  <a:lnTo>
                    <a:pt x="7598849" y="3142277"/>
                  </a:lnTo>
                  <a:lnTo>
                    <a:pt x="7598199" y="3142277"/>
                  </a:lnTo>
                  <a:lnTo>
                    <a:pt x="7597549" y="3142277"/>
                  </a:lnTo>
                  <a:lnTo>
                    <a:pt x="7596899" y="3142277"/>
                  </a:lnTo>
                  <a:lnTo>
                    <a:pt x="7596249" y="3142277"/>
                  </a:lnTo>
                  <a:lnTo>
                    <a:pt x="7595599" y="3142277"/>
                  </a:lnTo>
                  <a:lnTo>
                    <a:pt x="7594949" y="3142277"/>
                  </a:lnTo>
                  <a:lnTo>
                    <a:pt x="7594299" y="3142277"/>
                  </a:lnTo>
                  <a:lnTo>
                    <a:pt x="7593649" y="3142277"/>
                  </a:lnTo>
                  <a:lnTo>
                    <a:pt x="7592999" y="3142277"/>
                  </a:lnTo>
                  <a:lnTo>
                    <a:pt x="7592349" y="3142277"/>
                  </a:lnTo>
                  <a:lnTo>
                    <a:pt x="7591699" y="3142277"/>
                  </a:lnTo>
                  <a:lnTo>
                    <a:pt x="7591049" y="3142277"/>
                  </a:lnTo>
                  <a:lnTo>
                    <a:pt x="7590399" y="3142277"/>
                  </a:lnTo>
                  <a:lnTo>
                    <a:pt x="7589749" y="3142277"/>
                  </a:lnTo>
                  <a:lnTo>
                    <a:pt x="7589099" y="3142277"/>
                  </a:lnTo>
                  <a:lnTo>
                    <a:pt x="7588450" y="3142277"/>
                  </a:lnTo>
                  <a:lnTo>
                    <a:pt x="7587800" y="3142277"/>
                  </a:lnTo>
                  <a:lnTo>
                    <a:pt x="7587150" y="3142277"/>
                  </a:lnTo>
                  <a:lnTo>
                    <a:pt x="7586500" y="3142277"/>
                  </a:lnTo>
                  <a:lnTo>
                    <a:pt x="7585850" y="3142277"/>
                  </a:lnTo>
                  <a:lnTo>
                    <a:pt x="7585200" y="3142277"/>
                  </a:lnTo>
                  <a:lnTo>
                    <a:pt x="7584550" y="3142277"/>
                  </a:lnTo>
                  <a:lnTo>
                    <a:pt x="7583900" y="3142277"/>
                  </a:lnTo>
                  <a:lnTo>
                    <a:pt x="7583250" y="3142277"/>
                  </a:lnTo>
                  <a:lnTo>
                    <a:pt x="7582600" y="3142277"/>
                  </a:lnTo>
                  <a:lnTo>
                    <a:pt x="7581950" y="3142277"/>
                  </a:lnTo>
                  <a:lnTo>
                    <a:pt x="7581300" y="3142277"/>
                  </a:lnTo>
                  <a:lnTo>
                    <a:pt x="7580650" y="3142277"/>
                  </a:lnTo>
                  <a:lnTo>
                    <a:pt x="7580000" y="3142277"/>
                  </a:lnTo>
                  <a:lnTo>
                    <a:pt x="7579350" y="3142277"/>
                  </a:lnTo>
                  <a:lnTo>
                    <a:pt x="7578701" y="3142277"/>
                  </a:lnTo>
                  <a:lnTo>
                    <a:pt x="7578051" y="3142277"/>
                  </a:lnTo>
                  <a:lnTo>
                    <a:pt x="7577401" y="3142277"/>
                  </a:lnTo>
                  <a:lnTo>
                    <a:pt x="7576751" y="3142277"/>
                  </a:lnTo>
                  <a:lnTo>
                    <a:pt x="7576101" y="3142277"/>
                  </a:lnTo>
                  <a:lnTo>
                    <a:pt x="7575451" y="3142277"/>
                  </a:lnTo>
                  <a:lnTo>
                    <a:pt x="7574801" y="3142277"/>
                  </a:lnTo>
                  <a:lnTo>
                    <a:pt x="7574151" y="3142277"/>
                  </a:lnTo>
                  <a:lnTo>
                    <a:pt x="7573501" y="3142277"/>
                  </a:lnTo>
                  <a:lnTo>
                    <a:pt x="7572851" y="3142277"/>
                  </a:lnTo>
                  <a:lnTo>
                    <a:pt x="7572201" y="3142277"/>
                  </a:lnTo>
                  <a:lnTo>
                    <a:pt x="7571551" y="3142277"/>
                  </a:lnTo>
                  <a:lnTo>
                    <a:pt x="7570901" y="3142277"/>
                  </a:lnTo>
                  <a:lnTo>
                    <a:pt x="7570251" y="3142277"/>
                  </a:lnTo>
                  <a:lnTo>
                    <a:pt x="7569601" y="3142277"/>
                  </a:lnTo>
                  <a:lnTo>
                    <a:pt x="7568951" y="3142277"/>
                  </a:lnTo>
                  <a:lnTo>
                    <a:pt x="7568302" y="3142277"/>
                  </a:lnTo>
                  <a:lnTo>
                    <a:pt x="7567652" y="3142277"/>
                  </a:lnTo>
                  <a:lnTo>
                    <a:pt x="7567002" y="3142277"/>
                  </a:lnTo>
                  <a:lnTo>
                    <a:pt x="7566352" y="3142277"/>
                  </a:lnTo>
                  <a:lnTo>
                    <a:pt x="7565702" y="3142277"/>
                  </a:lnTo>
                  <a:lnTo>
                    <a:pt x="7565052" y="3142277"/>
                  </a:lnTo>
                  <a:lnTo>
                    <a:pt x="7564402" y="3142277"/>
                  </a:lnTo>
                  <a:lnTo>
                    <a:pt x="7563752" y="3142277"/>
                  </a:lnTo>
                  <a:lnTo>
                    <a:pt x="7563102" y="3142277"/>
                  </a:lnTo>
                  <a:lnTo>
                    <a:pt x="7562452" y="3142277"/>
                  </a:lnTo>
                  <a:lnTo>
                    <a:pt x="7561802" y="3142277"/>
                  </a:lnTo>
                  <a:lnTo>
                    <a:pt x="7561152" y="3142277"/>
                  </a:lnTo>
                  <a:lnTo>
                    <a:pt x="7560502" y="3142277"/>
                  </a:lnTo>
                  <a:lnTo>
                    <a:pt x="7559852" y="3142277"/>
                  </a:lnTo>
                  <a:lnTo>
                    <a:pt x="7559202" y="3142277"/>
                  </a:lnTo>
                  <a:lnTo>
                    <a:pt x="7558553" y="3142277"/>
                  </a:lnTo>
                  <a:lnTo>
                    <a:pt x="7557903" y="3142277"/>
                  </a:lnTo>
                  <a:lnTo>
                    <a:pt x="7557253" y="3142277"/>
                  </a:lnTo>
                  <a:lnTo>
                    <a:pt x="7556603" y="3142277"/>
                  </a:lnTo>
                  <a:lnTo>
                    <a:pt x="7555953" y="3142277"/>
                  </a:lnTo>
                  <a:lnTo>
                    <a:pt x="7555303" y="3142277"/>
                  </a:lnTo>
                  <a:lnTo>
                    <a:pt x="7554653" y="3142277"/>
                  </a:lnTo>
                  <a:lnTo>
                    <a:pt x="7554003" y="3142277"/>
                  </a:lnTo>
                  <a:lnTo>
                    <a:pt x="7553353" y="3142277"/>
                  </a:lnTo>
                  <a:lnTo>
                    <a:pt x="7552703" y="3142277"/>
                  </a:lnTo>
                  <a:lnTo>
                    <a:pt x="7552053" y="3142277"/>
                  </a:lnTo>
                  <a:lnTo>
                    <a:pt x="7551403" y="3142277"/>
                  </a:lnTo>
                  <a:lnTo>
                    <a:pt x="7550753" y="3142277"/>
                  </a:lnTo>
                  <a:lnTo>
                    <a:pt x="7550103" y="3142277"/>
                  </a:lnTo>
                  <a:lnTo>
                    <a:pt x="7549453" y="3142277"/>
                  </a:lnTo>
                  <a:lnTo>
                    <a:pt x="7548803" y="3142277"/>
                  </a:lnTo>
                  <a:lnTo>
                    <a:pt x="7548154" y="3142277"/>
                  </a:lnTo>
                  <a:lnTo>
                    <a:pt x="7547504" y="3142277"/>
                  </a:lnTo>
                  <a:lnTo>
                    <a:pt x="7546854" y="3142277"/>
                  </a:lnTo>
                  <a:lnTo>
                    <a:pt x="7546204" y="3142277"/>
                  </a:lnTo>
                  <a:lnTo>
                    <a:pt x="7545554" y="3142277"/>
                  </a:lnTo>
                  <a:lnTo>
                    <a:pt x="7544904" y="3142277"/>
                  </a:lnTo>
                  <a:lnTo>
                    <a:pt x="7544254" y="3142277"/>
                  </a:lnTo>
                  <a:lnTo>
                    <a:pt x="7543604" y="3142277"/>
                  </a:lnTo>
                  <a:lnTo>
                    <a:pt x="7542954" y="3142277"/>
                  </a:lnTo>
                  <a:lnTo>
                    <a:pt x="7542304" y="3142277"/>
                  </a:lnTo>
                  <a:lnTo>
                    <a:pt x="7541654" y="3142277"/>
                  </a:lnTo>
                  <a:lnTo>
                    <a:pt x="7541004" y="3142277"/>
                  </a:lnTo>
                  <a:lnTo>
                    <a:pt x="7540354" y="3142277"/>
                  </a:lnTo>
                  <a:lnTo>
                    <a:pt x="7539704" y="3142277"/>
                  </a:lnTo>
                  <a:lnTo>
                    <a:pt x="7539054" y="3142277"/>
                  </a:lnTo>
                  <a:lnTo>
                    <a:pt x="7538405" y="3142277"/>
                  </a:lnTo>
                  <a:lnTo>
                    <a:pt x="7537755" y="3142277"/>
                  </a:lnTo>
                  <a:lnTo>
                    <a:pt x="7537105" y="3142277"/>
                  </a:lnTo>
                  <a:lnTo>
                    <a:pt x="7536455" y="3142277"/>
                  </a:lnTo>
                  <a:lnTo>
                    <a:pt x="7535805" y="3142277"/>
                  </a:lnTo>
                  <a:lnTo>
                    <a:pt x="7535155" y="3142277"/>
                  </a:lnTo>
                  <a:lnTo>
                    <a:pt x="7534505" y="3142277"/>
                  </a:lnTo>
                  <a:lnTo>
                    <a:pt x="7533855" y="3142277"/>
                  </a:lnTo>
                  <a:lnTo>
                    <a:pt x="7533205" y="3142277"/>
                  </a:lnTo>
                  <a:lnTo>
                    <a:pt x="7532555" y="3142277"/>
                  </a:lnTo>
                  <a:lnTo>
                    <a:pt x="7531905" y="3142277"/>
                  </a:lnTo>
                  <a:lnTo>
                    <a:pt x="7531255" y="3142277"/>
                  </a:lnTo>
                  <a:lnTo>
                    <a:pt x="7530605" y="3142277"/>
                  </a:lnTo>
                  <a:lnTo>
                    <a:pt x="7529955" y="3142277"/>
                  </a:lnTo>
                  <a:lnTo>
                    <a:pt x="7529305" y="3142277"/>
                  </a:lnTo>
                  <a:lnTo>
                    <a:pt x="7528655" y="3142277"/>
                  </a:lnTo>
                  <a:lnTo>
                    <a:pt x="7528006" y="3142277"/>
                  </a:lnTo>
                  <a:lnTo>
                    <a:pt x="7527356" y="3142277"/>
                  </a:lnTo>
                  <a:lnTo>
                    <a:pt x="7526706" y="3142277"/>
                  </a:lnTo>
                  <a:lnTo>
                    <a:pt x="7526056" y="3142277"/>
                  </a:lnTo>
                  <a:lnTo>
                    <a:pt x="7525406" y="3142277"/>
                  </a:lnTo>
                  <a:lnTo>
                    <a:pt x="7524756" y="3142277"/>
                  </a:lnTo>
                  <a:lnTo>
                    <a:pt x="7524106" y="3142277"/>
                  </a:lnTo>
                  <a:lnTo>
                    <a:pt x="7523456" y="3142277"/>
                  </a:lnTo>
                  <a:lnTo>
                    <a:pt x="7522806" y="3142277"/>
                  </a:lnTo>
                  <a:lnTo>
                    <a:pt x="7522156" y="3142277"/>
                  </a:lnTo>
                  <a:lnTo>
                    <a:pt x="7521506" y="3142277"/>
                  </a:lnTo>
                  <a:lnTo>
                    <a:pt x="7520856" y="3142277"/>
                  </a:lnTo>
                  <a:lnTo>
                    <a:pt x="7520206" y="3142277"/>
                  </a:lnTo>
                  <a:lnTo>
                    <a:pt x="7519556" y="3142277"/>
                  </a:lnTo>
                  <a:lnTo>
                    <a:pt x="7518906" y="3142277"/>
                  </a:lnTo>
                  <a:lnTo>
                    <a:pt x="7518257" y="3142277"/>
                  </a:lnTo>
                  <a:lnTo>
                    <a:pt x="7517607" y="3142277"/>
                  </a:lnTo>
                  <a:lnTo>
                    <a:pt x="7516957" y="3142277"/>
                  </a:lnTo>
                  <a:lnTo>
                    <a:pt x="7516307" y="3142277"/>
                  </a:lnTo>
                  <a:lnTo>
                    <a:pt x="7515657" y="3142277"/>
                  </a:lnTo>
                  <a:lnTo>
                    <a:pt x="7515007" y="3142277"/>
                  </a:lnTo>
                  <a:lnTo>
                    <a:pt x="7514357" y="3142277"/>
                  </a:lnTo>
                  <a:lnTo>
                    <a:pt x="7513707" y="3142277"/>
                  </a:lnTo>
                  <a:lnTo>
                    <a:pt x="7513057" y="3142277"/>
                  </a:lnTo>
                  <a:lnTo>
                    <a:pt x="7512407" y="3142277"/>
                  </a:lnTo>
                  <a:lnTo>
                    <a:pt x="7511757" y="3142277"/>
                  </a:lnTo>
                  <a:lnTo>
                    <a:pt x="7511107" y="3142277"/>
                  </a:lnTo>
                  <a:lnTo>
                    <a:pt x="7510457" y="3142277"/>
                  </a:lnTo>
                  <a:lnTo>
                    <a:pt x="7509807" y="3142277"/>
                  </a:lnTo>
                  <a:lnTo>
                    <a:pt x="7509157" y="3142277"/>
                  </a:lnTo>
                  <a:lnTo>
                    <a:pt x="7508507" y="3142277"/>
                  </a:lnTo>
                  <a:lnTo>
                    <a:pt x="7507858" y="3142277"/>
                  </a:lnTo>
                  <a:lnTo>
                    <a:pt x="7507208" y="3142277"/>
                  </a:lnTo>
                  <a:lnTo>
                    <a:pt x="7506558" y="3142277"/>
                  </a:lnTo>
                  <a:lnTo>
                    <a:pt x="7505908" y="3142277"/>
                  </a:lnTo>
                  <a:lnTo>
                    <a:pt x="7505258" y="3142277"/>
                  </a:lnTo>
                  <a:lnTo>
                    <a:pt x="7504608" y="3142277"/>
                  </a:lnTo>
                  <a:lnTo>
                    <a:pt x="7503958" y="3142277"/>
                  </a:lnTo>
                  <a:lnTo>
                    <a:pt x="7503308" y="3142277"/>
                  </a:lnTo>
                  <a:lnTo>
                    <a:pt x="7502658" y="3142277"/>
                  </a:lnTo>
                  <a:lnTo>
                    <a:pt x="7502008" y="3142277"/>
                  </a:lnTo>
                  <a:lnTo>
                    <a:pt x="7501358" y="3142277"/>
                  </a:lnTo>
                  <a:lnTo>
                    <a:pt x="7500708" y="3142277"/>
                  </a:lnTo>
                  <a:lnTo>
                    <a:pt x="7500058" y="3142277"/>
                  </a:lnTo>
                  <a:lnTo>
                    <a:pt x="7499408" y="3142277"/>
                  </a:lnTo>
                  <a:lnTo>
                    <a:pt x="7498758" y="3142277"/>
                  </a:lnTo>
                  <a:lnTo>
                    <a:pt x="7498109" y="3142277"/>
                  </a:lnTo>
                  <a:lnTo>
                    <a:pt x="7497459" y="3142277"/>
                  </a:lnTo>
                  <a:lnTo>
                    <a:pt x="7496809" y="3142277"/>
                  </a:lnTo>
                  <a:lnTo>
                    <a:pt x="7496159" y="3142277"/>
                  </a:lnTo>
                  <a:lnTo>
                    <a:pt x="7495509" y="3142277"/>
                  </a:lnTo>
                  <a:lnTo>
                    <a:pt x="7494859" y="3142277"/>
                  </a:lnTo>
                  <a:lnTo>
                    <a:pt x="7494209" y="3142277"/>
                  </a:lnTo>
                  <a:lnTo>
                    <a:pt x="7493559" y="3142277"/>
                  </a:lnTo>
                  <a:lnTo>
                    <a:pt x="7492909" y="3142277"/>
                  </a:lnTo>
                  <a:lnTo>
                    <a:pt x="7492259" y="3142277"/>
                  </a:lnTo>
                  <a:lnTo>
                    <a:pt x="7491609" y="3142277"/>
                  </a:lnTo>
                  <a:lnTo>
                    <a:pt x="7490959" y="3142277"/>
                  </a:lnTo>
                  <a:lnTo>
                    <a:pt x="7490309" y="3142277"/>
                  </a:lnTo>
                  <a:lnTo>
                    <a:pt x="7489659" y="3142277"/>
                  </a:lnTo>
                  <a:lnTo>
                    <a:pt x="7489009" y="3142277"/>
                  </a:lnTo>
                  <a:lnTo>
                    <a:pt x="7488360" y="3142277"/>
                  </a:lnTo>
                  <a:lnTo>
                    <a:pt x="7487710" y="3142277"/>
                  </a:lnTo>
                  <a:lnTo>
                    <a:pt x="7487060" y="3142277"/>
                  </a:lnTo>
                  <a:lnTo>
                    <a:pt x="7486410" y="3142277"/>
                  </a:lnTo>
                  <a:lnTo>
                    <a:pt x="7485760" y="3142277"/>
                  </a:lnTo>
                  <a:lnTo>
                    <a:pt x="7485110" y="3142277"/>
                  </a:lnTo>
                  <a:lnTo>
                    <a:pt x="7484460" y="3142277"/>
                  </a:lnTo>
                  <a:lnTo>
                    <a:pt x="7483810" y="3142277"/>
                  </a:lnTo>
                  <a:lnTo>
                    <a:pt x="7483160" y="3142277"/>
                  </a:lnTo>
                  <a:lnTo>
                    <a:pt x="7482510" y="3142277"/>
                  </a:lnTo>
                  <a:lnTo>
                    <a:pt x="7481860" y="3142277"/>
                  </a:lnTo>
                  <a:lnTo>
                    <a:pt x="7481210" y="3142277"/>
                  </a:lnTo>
                  <a:lnTo>
                    <a:pt x="7480560" y="3142277"/>
                  </a:lnTo>
                  <a:lnTo>
                    <a:pt x="7479910" y="3142277"/>
                  </a:lnTo>
                  <a:lnTo>
                    <a:pt x="7479260" y="3142277"/>
                  </a:lnTo>
                  <a:lnTo>
                    <a:pt x="7478610" y="3142277"/>
                  </a:lnTo>
                  <a:lnTo>
                    <a:pt x="7477961" y="3142277"/>
                  </a:lnTo>
                  <a:lnTo>
                    <a:pt x="7477311" y="3142277"/>
                  </a:lnTo>
                  <a:lnTo>
                    <a:pt x="7476661" y="3142277"/>
                  </a:lnTo>
                  <a:lnTo>
                    <a:pt x="7476011" y="3142277"/>
                  </a:lnTo>
                  <a:lnTo>
                    <a:pt x="7475361" y="3142277"/>
                  </a:lnTo>
                  <a:lnTo>
                    <a:pt x="7474711" y="3142277"/>
                  </a:lnTo>
                  <a:lnTo>
                    <a:pt x="7474061" y="3142277"/>
                  </a:lnTo>
                  <a:lnTo>
                    <a:pt x="7473411" y="3142277"/>
                  </a:lnTo>
                  <a:lnTo>
                    <a:pt x="7472761" y="3142277"/>
                  </a:lnTo>
                  <a:lnTo>
                    <a:pt x="7472111" y="3142277"/>
                  </a:lnTo>
                  <a:lnTo>
                    <a:pt x="7471461" y="3142277"/>
                  </a:lnTo>
                  <a:lnTo>
                    <a:pt x="7470811" y="3142277"/>
                  </a:lnTo>
                  <a:lnTo>
                    <a:pt x="7470161" y="3142277"/>
                  </a:lnTo>
                  <a:lnTo>
                    <a:pt x="7469511" y="3142277"/>
                  </a:lnTo>
                  <a:lnTo>
                    <a:pt x="7468861" y="3142277"/>
                  </a:lnTo>
                  <a:lnTo>
                    <a:pt x="7468212" y="3142277"/>
                  </a:lnTo>
                  <a:lnTo>
                    <a:pt x="7467562" y="3142277"/>
                  </a:lnTo>
                  <a:lnTo>
                    <a:pt x="7466912" y="3142277"/>
                  </a:lnTo>
                  <a:lnTo>
                    <a:pt x="7466262" y="3142277"/>
                  </a:lnTo>
                  <a:lnTo>
                    <a:pt x="7465612" y="3142277"/>
                  </a:lnTo>
                  <a:lnTo>
                    <a:pt x="7464962" y="3142277"/>
                  </a:lnTo>
                  <a:lnTo>
                    <a:pt x="7464312" y="3142277"/>
                  </a:lnTo>
                  <a:lnTo>
                    <a:pt x="7463662" y="3142277"/>
                  </a:lnTo>
                  <a:lnTo>
                    <a:pt x="7463012" y="3142277"/>
                  </a:lnTo>
                  <a:lnTo>
                    <a:pt x="7462362" y="3142277"/>
                  </a:lnTo>
                  <a:lnTo>
                    <a:pt x="7461712" y="3142277"/>
                  </a:lnTo>
                  <a:lnTo>
                    <a:pt x="7461062" y="3142277"/>
                  </a:lnTo>
                  <a:lnTo>
                    <a:pt x="7460412" y="3142277"/>
                  </a:lnTo>
                  <a:lnTo>
                    <a:pt x="7459762" y="3142277"/>
                  </a:lnTo>
                  <a:lnTo>
                    <a:pt x="7459112" y="3142277"/>
                  </a:lnTo>
                  <a:lnTo>
                    <a:pt x="7458462" y="3142277"/>
                  </a:lnTo>
                  <a:lnTo>
                    <a:pt x="7457813" y="3142277"/>
                  </a:lnTo>
                  <a:lnTo>
                    <a:pt x="7457163" y="3142277"/>
                  </a:lnTo>
                  <a:lnTo>
                    <a:pt x="7456513" y="3142277"/>
                  </a:lnTo>
                  <a:lnTo>
                    <a:pt x="7455863" y="3142277"/>
                  </a:lnTo>
                  <a:lnTo>
                    <a:pt x="7455213" y="3142277"/>
                  </a:lnTo>
                  <a:lnTo>
                    <a:pt x="7454563" y="3142277"/>
                  </a:lnTo>
                  <a:lnTo>
                    <a:pt x="7453913" y="3142277"/>
                  </a:lnTo>
                  <a:lnTo>
                    <a:pt x="7453263" y="3142277"/>
                  </a:lnTo>
                  <a:lnTo>
                    <a:pt x="7452613" y="3142277"/>
                  </a:lnTo>
                  <a:lnTo>
                    <a:pt x="7451963" y="3142277"/>
                  </a:lnTo>
                  <a:lnTo>
                    <a:pt x="7451313" y="3142277"/>
                  </a:lnTo>
                  <a:lnTo>
                    <a:pt x="7450663" y="3142277"/>
                  </a:lnTo>
                  <a:lnTo>
                    <a:pt x="7450013" y="3142277"/>
                  </a:lnTo>
                  <a:lnTo>
                    <a:pt x="7449363" y="3142277"/>
                  </a:lnTo>
                  <a:lnTo>
                    <a:pt x="7448713" y="3142277"/>
                  </a:lnTo>
                  <a:lnTo>
                    <a:pt x="7448064" y="3142277"/>
                  </a:lnTo>
                  <a:lnTo>
                    <a:pt x="7447414" y="3142277"/>
                  </a:lnTo>
                  <a:lnTo>
                    <a:pt x="7446764" y="3142277"/>
                  </a:lnTo>
                  <a:lnTo>
                    <a:pt x="7446114" y="3142277"/>
                  </a:lnTo>
                  <a:lnTo>
                    <a:pt x="7445464" y="3142277"/>
                  </a:lnTo>
                  <a:lnTo>
                    <a:pt x="7444814" y="3142277"/>
                  </a:lnTo>
                  <a:lnTo>
                    <a:pt x="7444164" y="3142277"/>
                  </a:lnTo>
                  <a:lnTo>
                    <a:pt x="7443514" y="3142277"/>
                  </a:lnTo>
                  <a:lnTo>
                    <a:pt x="7442864" y="3142277"/>
                  </a:lnTo>
                  <a:lnTo>
                    <a:pt x="7442214" y="3142277"/>
                  </a:lnTo>
                  <a:lnTo>
                    <a:pt x="7441564" y="3142277"/>
                  </a:lnTo>
                  <a:lnTo>
                    <a:pt x="7440914" y="3142277"/>
                  </a:lnTo>
                  <a:lnTo>
                    <a:pt x="7440264" y="3142277"/>
                  </a:lnTo>
                  <a:lnTo>
                    <a:pt x="7439614" y="3142277"/>
                  </a:lnTo>
                  <a:lnTo>
                    <a:pt x="7438964" y="3142277"/>
                  </a:lnTo>
                  <a:lnTo>
                    <a:pt x="7438314" y="3142277"/>
                  </a:lnTo>
                  <a:lnTo>
                    <a:pt x="7437665" y="3142277"/>
                  </a:lnTo>
                  <a:lnTo>
                    <a:pt x="7437015" y="3142277"/>
                  </a:lnTo>
                  <a:lnTo>
                    <a:pt x="7436365" y="3142277"/>
                  </a:lnTo>
                  <a:lnTo>
                    <a:pt x="7435715" y="3142277"/>
                  </a:lnTo>
                  <a:lnTo>
                    <a:pt x="7435065" y="3142277"/>
                  </a:lnTo>
                  <a:lnTo>
                    <a:pt x="7434415" y="3142277"/>
                  </a:lnTo>
                  <a:lnTo>
                    <a:pt x="7433765" y="3142277"/>
                  </a:lnTo>
                  <a:lnTo>
                    <a:pt x="7433115" y="3142277"/>
                  </a:lnTo>
                  <a:lnTo>
                    <a:pt x="7432465" y="3142277"/>
                  </a:lnTo>
                  <a:lnTo>
                    <a:pt x="7431815" y="3142277"/>
                  </a:lnTo>
                  <a:lnTo>
                    <a:pt x="7431165" y="3142277"/>
                  </a:lnTo>
                  <a:lnTo>
                    <a:pt x="7430515" y="3142277"/>
                  </a:lnTo>
                  <a:lnTo>
                    <a:pt x="7429865" y="3142277"/>
                  </a:lnTo>
                  <a:lnTo>
                    <a:pt x="7429215" y="3142277"/>
                  </a:lnTo>
                  <a:lnTo>
                    <a:pt x="7428565" y="3142277"/>
                  </a:lnTo>
                  <a:lnTo>
                    <a:pt x="7427916" y="3142277"/>
                  </a:lnTo>
                  <a:lnTo>
                    <a:pt x="7427266" y="3142277"/>
                  </a:lnTo>
                  <a:lnTo>
                    <a:pt x="7426616" y="3142277"/>
                  </a:lnTo>
                  <a:lnTo>
                    <a:pt x="7425966" y="3142277"/>
                  </a:lnTo>
                  <a:lnTo>
                    <a:pt x="7425316" y="3142277"/>
                  </a:lnTo>
                  <a:lnTo>
                    <a:pt x="7424666" y="3142277"/>
                  </a:lnTo>
                  <a:lnTo>
                    <a:pt x="7424016" y="3142277"/>
                  </a:lnTo>
                  <a:lnTo>
                    <a:pt x="7423366" y="3142277"/>
                  </a:lnTo>
                  <a:lnTo>
                    <a:pt x="7422716" y="3142277"/>
                  </a:lnTo>
                  <a:lnTo>
                    <a:pt x="7422066" y="3142277"/>
                  </a:lnTo>
                  <a:lnTo>
                    <a:pt x="7421416" y="3142277"/>
                  </a:lnTo>
                  <a:lnTo>
                    <a:pt x="7420766" y="3142277"/>
                  </a:lnTo>
                  <a:lnTo>
                    <a:pt x="7420116" y="3142277"/>
                  </a:lnTo>
                  <a:lnTo>
                    <a:pt x="7419466" y="3142277"/>
                  </a:lnTo>
                  <a:lnTo>
                    <a:pt x="7418816" y="3142277"/>
                  </a:lnTo>
                  <a:lnTo>
                    <a:pt x="7418166" y="3142277"/>
                  </a:lnTo>
                  <a:lnTo>
                    <a:pt x="7417517" y="3142277"/>
                  </a:lnTo>
                  <a:lnTo>
                    <a:pt x="7416867" y="3142277"/>
                  </a:lnTo>
                  <a:lnTo>
                    <a:pt x="7416217" y="3142277"/>
                  </a:lnTo>
                  <a:lnTo>
                    <a:pt x="7415567" y="3142277"/>
                  </a:lnTo>
                  <a:lnTo>
                    <a:pt x="7414917" y="3142277"/>
                  </a:lnTo>
                  <a:lnTo>
                    <a:pt x="7414267" y="3142277"/>
                  </a:lnTo>
                  <a:lnTo>
                    <a:pt x="7413617" y="3142277"/>
                  </a:lnTo>
                  <a:lnTo>
                    <a:pt x="7412967" y="3142277"/>
                  </a:lnTo>
                  <a:lnTo>
                    <a:pt x="7412317" y="3142277"/>
                  </a:lnTo>
                  <a:lnTo>
                    <a:pt x="7411667" y="3142277"/>
                  </a:lnTo>
                  <a:lnTo>
                    <a:pt x="7411017" y="3142277"/>
                  </a:lnTo>
                  <a:lnTo>
                    <a:pt x="7410367" y="3142277"/>
                  </a:lnTo>
                  <a:lnTo>
                    <a:pt x="7409717" y="3142277"/>
                  </a:lnTo>
                  <a:lnTo>
                    <a:pt x="7409067" y="3142277"/>
                  </a:lnTo>
                  <a:lnTo>
                    <a:pt x="7408417" y="3142277"/>
                  </a:lnTo>
                  <a:lnTo>
                    <a:pt x="7407768" y="3142277"/>
                  </a:lnTo>
                  <a:lnTo>
                    <a:pt x="7407118" y="3142277"/>
                  </a:lnTo>
                  <a:lnTo>
                    <a:pt x="7406468" y="3142277"/>
                  </a:lnTo>
                  <a:lnTo>
                    <a:pt x="7405818" y="3142277"/>
                  </a:lnTo>
                  <a:lnTo>
                    <a:pt x="7405168" y="3142277"/>
                  </a:lnTo>
                  <a:lnTo>
                    <a:pt x="7404518" y="3142277"/>
                  </a:lnTo>
                  <a:lnTo>
                    <a:pt x="7403868" y="3142277"/>
                  </a:lnTo>
                  <a:lnTo>
                    <a:pt x="7403218" y="3142277"/>
                  </a:lnTo>
                  <a:lnTo>
                    <a:pt x="7402568" y="3142277"/>
                  </a:lnTo>
                  <a:lnTo>
                    <a:pt x="7401918" y="3142277"/>
                  </a:lnTo>
                  <a:lnTo>
                    <a:pt x="7401268" y="3142277"/>
                  </a:lnTo>
                  <a:lnTo>
                    <a:pt x="7400618" y="3142277"/>
                  </a:lnTo>
                  <a:lnTo>
                    <a:pt x="7399968" y="3142277"/>
                  </a:lnTo>
                  <a:lnTo>
                    <a:pt x="7399318" y="3142277"/>
                  </a:lnTo>
                  <a:lnTo>
                    <a:pt x="7398668" y="3142277"/>
                  </a:lnTo>
                  <a:lnTo>
                    <a:pt x="7398018" y="3142277"/>
                  </a:lnTo>
                  <a:lnTo>
                    <a:pt x="7397369" y="3142277"/>
                  </a:lnTo>
                  <a:lnTo>
                    <a:pt x="7396719" y="3142277"/>
                  </a:lnTo>
                  <a:lnTo>
                    <a:pt x="7396069" y="3142277"/>
                  </a:lnTo>
                  <a:lnTo>
                    <a:pt x="7395419" y="3142277"/>
                  </a:lnTo>
                  <a:lnTo>
                    <a:pt x="7394769" y="3142277"/>
                  </a:lnTo>
                  <a:lnTo>
                    <a:pt x="7394119" y="3142277"/>
                  </a:lnTo>
                  <a:lnTo>
                    <a:pt x="7393469" y="3142277"/>
                  </a:lnTo>
                  <a:lnTo>
                    <a:pt x="7392819" y="3142277"/>
                  </a:lnTo>
                  <a:lnTo>
                    <a:pt x="7392169" y="3142277"/>
                  </a:lnTo>
                  <a:lnTo>
                    <a:pt x="7391519" y="3142277"/>
                  </a:lnTo>
                  <a:lnTo>
                    <a:pt x="7390869" y="3142277"/>
                  </a:lnTo>
                  <a:lnTo>
                    <a:pt x="7390219" y="3142277"/>
                  </a:lnTo>
                  <a:lnTo>
                    <a:pt x="7389569" y="3142277"/>
                  </a:lnTo>
                  <a:lnTo>
                    <a:pt x="7388919" y="3142277"/>
                  </a:lnTo>
                  <a:lnTo>
                    <a:pt x="7388269" y="3142277"/>
                  </a:lnTo>
                  <a:lnTo>
                    <a:pt x="7387620" y="3142277"/>
                  </a:lnTo>
                  <a:lnTo>
                    <a:pt x="7386970" y="3142277"/>
                  </a:lnTo>
                  <a:lnTo>
                    <a:pt x="7386320" y="3142277"/>
                  </a:lnTo>
                  <a:lnTo>
                    <a:pt x="7385670" y="3142277"/>
                  </a:lnTo>
                  <a:lnTo>
                    <a:pt x="7385020" y="3142277"/>
                  </a:lnTo>
                  <a:lnTo>
                    <a:pt x="7384370" y="3142277"/>
                  </a:lnTo>
                  <a:lnTo>
                    <a:pt x="7383720" y="3142277"/>
                  </a:lnTo>
                  <a:lnTo>
                    <a:pt x="7383070" y="3142277"/>
                  </a:lnTo>
                  <a:lnTo>
                    <a:pt x="7382420" y="3142277"/>
                  </a:lnTo>
                  <a:lnTo>
                    <a:pt x="7381770" y="3142277"/>
                  </a:lnTo>
                  <a:lnTo>
                    <a:pt x="7381120" y="3142277"/>
                  </a:lnTo>
                  <a:lnTo>
                    <a:pt x="7380470" y="3142277"/>
                  </a:lnTo>
                  <a:lnTo>
                    <a:pt x="7379820" y="3142277"/>
                  </a:lnTo>
                  <a:lnTo>
                    <a:pt x="7379170" y="3142277"/>
                  </a:lnTo>
                  <a:lnTo>
                    <a:pt x="7378520" y="3142277"/>
                  </a:lnTo>
                  <a:lnTo>
                    <a:pt x="7377870" y="3142277"/>
                  </a:lnTo>
                  <a:lnTo>
                    <a:pt x="7377221" y="3142277"/>
                  </a:lnTo>
                  <a:lnTo>
                    <a:pt x="7376571" y="3142277"/>
                  </a:lnTo>
                  <a:lnTo>
                    <a:pt x="7375921" y="3142277"/>
                  </a:lnTo>
                  <a:lnTo>
                    <a:pt x="7375271" y="3142277"/>
                  </a:lnTo>
                  <a:lnTo>
                    <a:pt x="7374621" y="3142277"/>
                  </a:lnTo>
                  <a:lnTo>
                    <a:pt x="7373971" y="3142277"/>
                  </a:lnTo>
                  <a:lnTo>
                    <a:pt x="7373321" y="3142277"/>
                  </a:lnTo>
                  <a:lnTo>
                    <a:pt x="7372671" y="3142277"/>
                  </a:lnTo>
                  <a:lnTo>
                    <a:pt x="7372021" y="3142277"/>
                  </a:lnTo>
                  <a:lnTo>
                    <a:pt x="7371371" y="3142277"/>
                  </a:lnTo>
                  <a:lnTo>
                    <a:pt x="7370721" y="3142277"/>
                  </a:lnTo>
                  <a:lnTo>
                    <a:pt x="7370071" y="3142277"/>
                  </a:lnTo>
                  <a:lnTo>
                    <a:pt x="7369421" y="3142277"/>
                  </a:lnTo>
                  <a:lnTo>
                    <a:pt x="7368771" y="3142277"/>
                  </a:lnTo>
                  <a:lnTo>
                    <a:pt x="7368121" y="3142277"/>
                  </a:lnTo>
                  <a:lnTo>
                    <a:pt x="7367472" y="3142277"/>
                  </a:lnTo>
                  <a:lnTo>
                    <a:pt x="7366822" y="3142277"/>
                  </a:lnTo>
                  <a:lnTo>
                    <a:pt x="7366172" y="3142277"/>
                  </a:lnTo>
                  <a:lnTo>
                    <a:pt x="7365522" y="3142277"/>
                  </a:lnTo>
                  <a:lnTo>
                    <a:pt x="7364872" y="3142277"/>
                  </a:lnTo>
                  <a:lnTo>
                    <a:pt x="7364222" y="3142277"/>
                  </a:lnTo>
                  <a:lnTo>
                    <a:pt x="7363572" y="3142277"/>
                  </a:lnTo>
                  <a:lnTo>
                    <a:pt x="7362922" y="3142277"/>
                  </a:lnTo>
                  <a:lnTo>
                    <a:pt x="7362272" y="3142277"/>
                  </a:lnTo>
                  <a:lnTo>
                    <a:pt x="7361622" y="3142277"/>
                  </a:lnTo>
                  <a:lnTo>
                    <a:pt x="7360972" y="3142277"/>
                  </a:lnTo>
                  <a:lnTo>
                    <a:pt x="7360322" y="3142277"/>
                  </a:lnTo>
                  <a:lnTo>
                    <a:pt x="7359672" y="3142277"/>
                  </a:lnTo>
                  <a:lnTo>
                    <a:pt x="7359022" y="3142277"/>
                  </a:lnTo>
                  <a:lnTo>
                    <a:pt x="7358372" y="3142277"/>
                  </a:lnTo>
                  <a:lnTo>
                    <a:pt x="7357722" y="3142277"/>
                  </a:lnTo>
                  <a:lnTo>
                    <a:pt x="7357073" y="3142277"/>
                  </a:lnTo>
                  <a:lnTo>
                    <a:pt x="7356423" y="3142277"/>
                  </a:lnTo>
                  <a:lnTo>
                    <a:pt x="7355773" y="3142277"/>
                  </a:lnTo>
                  <a:lnTo>
                    <a:pt x="7355123" y="3142277"/>
                  </a:lnTo>
                  <a:lnTo>
                    <a:pt x="7354473" y="3142277"/>
                  </a:lnTo>
                  <a:lnTo>
                    <a:pt x="7353823" y="3142277"/>
                  </a:lnTo>
                  <a:lnTo>
                    <a:pt x="7353173" y="3142277"/>
                  </a:lnTo>
                  <a:lnTo>
                    <a:pt x="7352523" y="3142277"/>
                  </a:lnTo>
                  <a:lnTo>
                    <a:pt x="7351873" y="3142277"/>
                  </a:lnTo>
                  <a:lnTo>
                    <a:pt x="7351223" y="3142277"/>
                  </a:lnTo>
                  <a:lnTo>
                    <a:pt x="7350573" y="3142277"/>
                  </a:lnTo>
                  <a:lnTo>
                    <a:pt x="7349923" y="3142277"/>
                  </a:lnTo>
                  <a:lnTo>
                    <a:pt x="7349273" y="3142277"/>
                  </a:lnTo>
                  <a:lnTo>
                    <a:pt x="7348623" y="3142277"/>
                  </a:lnTo>
                  <a:lnTo>
                    <a:pt x="7347973" y="3142277"/>
                  </a:lnTo>
                  <a:lnTo>
                    <a:pt x="7347324" y="3142277"/>
                  </a:lnTo>
                  <a:lnTo>
                    <a:pt x="7346674" y="3142277"/>
                  </a:lnTo>
                  <a:lnTo>
                    <a:pt x="7346024" y="3142277"/>
                  </a:lnTo>
                  <a:lnTo>
                    <a:pt x="7345374" y="3142277"/>
                  </a:lnTo>
                  <a:lnTo>
                    <a:pt x="7344724" y="3142277"/>
                  </a:lnTo>
                  <a:lnTo>
                    <a:pt x="7344074" y="3142277"/>
                  </a:lnTo>
                  <a:lnTo>
                    <a:pt x="7343424" y="3142277"/>
                  </a:lnTo>
                  <a:lnTo>
                    <a:pt x="7342774" y="3142277"/>
                  </a:lnTo>
                  <a:lnTo>
                    <a:pt x="7342124" y="3142277"/>
                  </a:lnTo>
                  <a:lnTo>
                    <a:pt x="7341474" y="3142277"/>
                  </a:lnTo>
                  <a:lnTo>
                    <a:pt x="7340824" y="3142277"/>
                  </a:lnTo>
                  <a:lnTo>
                    <a:pt x="7340174" y="3142277"/>
                  </a:lnTo>
                  <a:lnTo>
                    <a:pt x="7339524" y="3142277"/>
                  </a:lnTo>
                  <a:lnTo>
                    <a:pt x="7338874" y="3142277"/>
                  </a:lnTo>
                  <a:lnTo>
                    <a:pt x="7338224" y="3142277"/>
                  </a:lnTo>
                  <a:lnTo>
                    <a:pt x="7337575" y="3142277"/>
                  </a:lnTo>
                  <a:lnTo>
                    <a:pt x="7336925" y="3142277"/>
                  </a:lnTo>
                  <a:lnTo>
                    <a:pt x="7336275" y="3142277"/>
                  </a:lnTo>
                  <a:lnTo>
                    <a:pt x="7335625" y="3142277"/>
                  </a:lnTo>
                  <a:lnTo>
                    <a:pt x="7334975" y="3142277"/>
                  </a:lnTo>
                  <a:lnTo>
                    <a:pt x="7334325" y="3142277"/>
                  </a:lnTo>
                  <a:lnTo>
                    <a:pt x="7333675" y="3142277"/>
                  </a:lnTo>
                  <a:lnTo>
                    <a:pt x="7333025" y="3142277"/>
                  </a:lnTo>
                  <a:lnTo>
                    <a:pt x="7332375" y="3142277"/>
                  </a:lnTo>
                  <a:lnTo>
                    <a:pt x="7331725" y="3142277"/>
                  </a:lnTo>
                  <a:lnTo>
                    <a:pt x="7331075" y="3142277"/>
                  </a:lnTo>
                  <a:lnTo>
                    <a:pt x="7330425" y="3142277"/>
                  </a:lnTo>
                  <a:lnTo>
                    <a:pt x="7329775" y="3142277"/>
                  </a:lnTo>
                  <a:lnTo>
                    <a:pt x="7329125" y="3142277"/>
                  </a:lnTo>
                  <a:lnTo>
                    <a:pt x="7328475" y="3142277"/>
                  </a:lnTo>
                  <a:lnTo>
                    <a:pt x="7327825" y="3142277"/>
                  </a:lnTo>
                  <a:lnTo>
                    <a:pt x="7327176" y="3142277"/>
                  </a:lnTo>
                  <a:lnTo>
                    <a:pt x="7326526" y="3142277"/>
                  </a:lnTo>
                  <a:lnTo>
                    <a:pt x="7325876" y="3142277"/>
                  </a:lnTo>
                  <a:lnTo>
                    <a:pt x="7325226" y="3142277"/>
                  </a:lnTo>
                  <a:lnTo>
                    <a:pt x="7324576" y="3142277"/>
                  </a:lnTo>
                  <a:lnTo>
                    <a:pt x="7323926" y="3142277"/>
                  </a:lnTo>
                  <a:lnTo>
                    <a:pt x="7323276" y="3142277"/>
                  </a:lnTo>
                  <a:lnTo>
                    <a:pt x="7322626" y="3142277"/>
                  </a:lnTo>
                  <a:lnTo>
                    <a:pt x="7321976" y="3142277"/>
                  </a:lnTo>
                  <a:lnTo>
                    <a:pt x="7321326" y="3142277"/>
                  </a:lnTo>
                  <a:lnTo>
                    <a:pt x="7320676" y="3142277"/>
                  </a:lnTo>
                  <a:lnTo>
                    <a:pt x="7320026" y="3142277"/>
                  </a:lnTo>
                  <a:lnTo>
                    <a:pt x="7319376" y="3142277"/>
                  </a:lnTo>
                  <a:lnTo>
                    <a:pt x="7318726" y="3142277"/>
                  </a:lnTo>
                  <a:lnTo>
                    <a:pt x="7318076" y="3142277"/>
                  </a:lnTo>
                  <a:lnTo>
                    <a:pt x="7317427" y="3142277"/>
                  </a:lnTo>
                  <a:lnTo>
                    <a:pt x="7316777" y="3142277"/>
                  </a:lnTo>
                  <a:lnTo>
                    <a:pt x="7316127" y="3142277"/>
                  </a:lnTo>
                  <a:lnTo>
                    <a:pt x="7315477" y="3142277"/>
                  </a:lnTo>
                  <a:lnTo>
                    <a:pt x="7314827" y="3142277"/>
                  </a:lnTo>
                  <a:lnTo>
                    <a:pt x="7314177" y="3142277"/>
                  </a:lnTo>
                  <a:lnTo>
                    <a:pt x="7313527" y="3142277"/>
                  </a:lnTo>
                  <a:lnTo>
                    <a:pt x="7312877" y="3142277"/>
                  </a:lnTo>
                  <a:lnTo>
                    <a:pt x="7312227" y="3142277"/>
                  </a:lnTo>
                  <a:lnTo>
                    <a:pt x="7311577" y="3142277"/>
                  </a:lnTo>
                  <a:lnTo>
                    <a:pt x="7310927" y="3142277"/>
                  </a:lnTo>
                  <a:lnTo>
                    <a:pt x="7310277" y="3142277"/>
                  </a:lnTo>
                  <a:lnTo>
                    <a:pt x="7309627" y="3142277"/>
                  </a:lnTo>
                  <a:lnTo>
                    <a:pt x="7308977" y="3142277"/>
                  </a:lnTo>
                  <a:lnTo>
                    <a:pt x="7308327" y="3142277"/>
                  </a:lnTo>
                  <a:lnTo>
                    <a:pt x="7307677" y="3142277"/>
                  </a:lnTo>
                  <a:lnTo>
                    <a:pt x="7307028" y="3142277"/>
                  </a:lnTo>
                  <a:lnTo>
                    <a:pt x="7306378" y="3142277"/>
                  </a:lnTo>
                  <a:lnTo>
                    <a:pt x="7305728" y="3142277"/>
                  </a:lnTo>
                  <a:lnTo>
                    <a:pt x="7305078" y="3142277"/>
                  </a:lnTo>
                  <a:lnTo>
                    <a:pt x="7304428" y="3142277"/>
                  </a:lnTo>
                  <a:lnTo>
                    <a:pt x="7303778" y="3142277"/>
                  </a:lnTo>
                  <a:lnTo>
                    <a:pt x="7303128" y="3142277"/>
                  </a:lnTo>
                  <a:lnTo>
                    <a:pt x="7302478" y="3142277"/>
                  </a:lnTo>
                  <a:lnTo>
                    <a:pt x="7301828" y="3142277"/>
                  </a:lnTo>
                  <a:lnTo>
                    <a:pt x="7301178" y="3142277"/>
                  </a:lnTo>
                  <a:lnTo>
                    <a:pt x="7300528" y="3142277"/>
                  </a:lnTo>
                  <a:lnTo>
                    <a:pt x="7299878" y="3142277"/>
                  </a:lnTo>
                  <a:lnTo>
                    <a:pt x="7299228" y="3142277"/>
                  </a:lnTo>
                  <a:lnTo>
                    <a:pt x="7298578" y="3142277"/>
                  </a:lnTo>
                  <a:lnTo>
                    <a:pt x="7297928" y="3142277"/>
                  </a:lnTo>
                  <a:lnTo>
                    <a:pt x="7297279" y="3142277"/>
                  </a:lnTo>
                  <a:lnTo>
                    <a:pt x="7296629" y="3142277"/>
                  </a:lnTo>
                  <a:lnTo>
                    <a:pt x="7295979" y="3142277"/>
                  </a:lnTo>
                  <a:lnTo>
                    <a:pt x="7295329" y="3142277"/>
                  </a:lnTo>
                  <a:lnTo>
                    <a:pt x="7294679" y="3142277"/>
                  </a:lnTo>
                  <a:lnTo>
                    <a:pt x="7294029" y="3142277"/>
                  </a:lnTo>
                  <a:lnTo>
                    <a:pt x="7293379" y="3142277"/>
                  </a:lnTo>
                  <a:lnTo>
                    <a:pt x="7292729" y="3142277"/>
                  </a:lnTo>
                  <a:lnTo>
                    <a:pt x="7292079" y="3142277"/>
                  </a:lnTo>
                  <a:lnTo>
                    <a:pt x="7291429" y="3142277"/>
                  </a:lnTo>
                  <a:lnTo>
                    <a:pt x="7290779" y="3142277"/>
                  </a:lnTo>
                  <a:lnTo>
                    <a:pt x="7290129" y="3142277"/>
                  </a:lnTo>
                  <a:lnTo>
                    <a:pt x="7289479" y="3142277"/>
                  </a:lnTo>
                  <a:lnTo>
                    <a:pt x="7288829" y="3142277"/>
                  </a:lnTo>
                  <a:lnTo>
                    <a:pt x="7288179" y="3142277"/>
                  </a:lnTo>
                  <a:lnTo>
                    <a:pt x="7287529" y="3142277"/>
                  </a:lnTo>
                  <a:lnTo>
                    <a:pt x="7286880" y="3142277"/>
                  </a:lnTo>
                  <a:lnTo>
                    <a:pt x="7286230" y="3142277"/>
                  </a:lnTo>
                  <a:lnTo>
                    <a:pt x="7285580" y="3142277"/>
                  </a:lnTo>
                  <a:lnTo>
                    <a:pt x="7284930" y="3142277"/>
                  </a:lnTo>
                  <a:lnTo>
                    <a:pt x="7284280" y="3142277"/>
                  </a:lnTo>
                  <a:lnTo>
                    <a:pt x="7283630" y="3142277"/>
                  </a:lnTo>
                  <a:lnTo>
                    <a:pt x="7282980" y="3142277"/>
                  </a:lnTo>
                  <a:lnTo>
                    <a:pt x="7282330" y="3142277"/>
                  </a:lnTo>
                  <a:lnTo>
                    <a:pt x="7281680" y="3142277"/>
                  </a:lnTo>
                  <a:lnTo>
                    <a:pt x="7281030" y="3142277"/>
                  </a:lnTo>
                  <a:lnTo>
                    <a:pt x="7280380" y="3142277"/>
                  </a:lnTo>
                  <a:lnTo>
                    <a:pt x="7279730" y="3142277"/>
                  </a:lnTo>
                  <a:lnTo>
                    <a:pt x="7279080" y="3142277"/>
                  </a:lnTo>
                  <a:lnTo>
                    <a:pt x="7278430" y="3142277"/>
                  </a:lnTo>
                  <a:lnTo>
                    <a:pt x="7277780" y="3142277"/>
                  </a:lnTo>
                  <a:lnTo>
                    <a:pt x="7277131" y="3142277"/>
                  </a:lnTo>
                  <a:lnTo>
                    <a:pt x="7276481" y="3142277"/>
                  </a:lnTo>
                  <a:lnTo>
                    <a:pt x="7275831" y="3142277"/>
                  </a:lnTo>
                  <a:lnTo>
                    <a:pt x="7275181" y="3142277"/>
                  </a:lnTo>
                  <a:lnTo>
                    <a:pt x="7274531" y="3142277"/>
                  </a:lnTo>
                  <a:lnTo>
                    <a:pt x="7273881" y="3142277"/>
                  </a:lnTo>
                  <a:lnTo>
                    <a:pt x="7273231" y="3142277"/>
                  </a:lnTo>
                  <a:lnTo>
                    <a:pt x="7272581" y="3142277"/>
                  </a:lnTo>
                  <a:lnTo>
                    <a:pt x="7271931" y="3142277"/>
                  </a:lnTo>
                  <a:lnTo>
                    <a:pt x="7271281" y="3142277"/>
                  </a:lnTo>
                  <a:lnTo>
                    <a:pt x="7270631" y="3142277"/>
                  </a:lnTo>
                  <a:lnTo>
                    <a:pt x="7269981" y="3142277"/>
                  </a:lnTo>
                  <a:lnTo>
                    <a:pt x="7269331" y="3142277"/>
                  </a:lnTo>
                  <a:lnTo>
                    <a:pt x="7268681" y="3142277"/>
                  </a:lnTo>
                  <a:lnTo>
                    <a:pt x="7268031" y="3142277"/>
                  </a:lnTo>
                  <a:lnTo>
                    <a:pt x="7267381" y="3142277"/>
                  </a:lnTo>
                  <a:lnTo>
                    <a:pt x="7266732" y="3142277"/>
                  </a:lnTo>
                  <a:lnTo>
                    <a:pt x="7266082" y="3142277"/>
                  </a:lnTo>
                  <a:lnTo>
                    <a:pt x="7265432" y="3142277"/>
                  </a:lnTo>
                  <a:lnTo>
                    <a:pt x="7264782" y="3142277"/>
                  </a:lnTo>
                  <a:lnTo>
                    <a:pt x="7264132" y="3142277"/>
                  </a:lnTo>
                  <a:lnTo>
                    <a:pt x="7263482" y="3142277"/>
                  </a:lnTo>
                  <a:lnTo>
                    <a:pt x="7262832" y="3142277"/>
                  </a:lnTo>
                  <a:lnTo>
                    <a:pt x="7262182" y="3142277"/>
                  </a:lnTo>
                  <a:lnTo>
                    <a:pt x="7261532" y="3142277"/>
                  </a:lnTo>
                  <a:lnTo>
                    <a:pt x="7260882" y="3142277"/>
                  </a:lnTo>
                  <a:lnTo>
                    <a:pt x="7260232" y="3142277"/>
                  </a:lnTo>
                  <a:lnTo>
                    <a:pt x="7259582" y="3142277"/>
                  </a:lnTo>
                  <a:lnTo>
                    <a:pt x="7258932" y="3142277"/>
                  </a:lnTo>
                  <a:lnTo>
                    <a:pt x="7258282" y="3142277"/>
                  </a:lnTo>
                  <a:lnTo>
                    <a:pt x="7257632" y="3142277"/>
                  </a:lnTo>
                  <a:lnTo>
                    <a:pt x="7256983" y="3142277"/>
                  </a:lnTo>
                  <a:lnTo>
                    <a:pt x="7256333" y="3142277"/>
                  </a:lnTo>
                  <a:lnTo>
                    <a:pt x="7255683" y="3142277"/>
                  </a:lnTo>
                  <a:lnTo>
                    <a:pt x="7255033" y="3142277"/>
                  </a:lnTo>
                  <a:lnTo>
                    <a:pt x="7254383" y="3142277"/>
                  </a:lnTo>
                  <a:lnTo>
                    <a:pt x="7253733" y="3142277"/>
                  </a:lnTo>
                  <a:lnTo>
                    <a:pt x="7253083" y="3142277"/>
                  </a:lnTo>
                  <a:lnTo>
                    <a:pt x="7252433" y="3142277"/>
                  </a:lnTo>
                  <a:lnTo>
                    <a:pt x="7251783" y="3142277"/>
                  </a:lnTo>
                  <a:lnTo>
                    <a:pt x="7251133" y="3142277"/>
                  </a:lnTo>
                  <a:lnTo>
                    <a:pt x="7250483" y="3142277"/>
                  </a:lnTo>
                  <a:lnTo>
                    <a:pt x="7249833" y="3142277"/>
                  </a:lnTo>
                  <a:lnTo>
                    <a:pt x="7249183" y="3142277"/>
                  </a:lnTo>
                  <a:lnTo>
                    <a:pt x="7248533" y="3142277"/>
                  </a:lnTo>
                  <a:lnTo>
                    <a:pt x="7247883" y="3142277"/>
                  </a:lnTo>
                  <a:lnTo>
                    <a:pt x="7247233" y="3142277"/>
                  </a:lnTo>
                  <a:lnTo>
                    <a:pt x="7246584" y="3142277"/>
                  </a:lnTo>
                  <a:lnTo>
                    <a:pt x="7245934" y="3142277"/>
                  </a:lnTo>
                  <a:lnTo>
                    <a:pt x="7245284" y="3142277"/>
                  </a:lnTo>
                  <a:lnTo>
                    <a:pt x="7244634" y="3142277"/>
                  </a:lnTo>
                  <a:lnTo>
                    <a:pt x="7243984" y="3142277"/>
                  </a:lnTo>
                  <a:lnTo>
                    <a:pt x="7243334" y="3142277"/>
                  </a:lnTo>
                  <a:lnTo>
                    <a:pt x="7242684" y="3142277"/>
                  </a:lnTo>
                  <a:lnTo>
                    <a:pt x="7242034" y="3142277"/>
                  </a:lnTo>
                  <a:lnTo>
                    <a:pt x="7241384" y="3142277"/>
                  </a:lnTo>
                  <a:lnTo>
                    <a:pt x="7240734" y="3142277"/>
                  </a:lnTo>
                  <a:lnTo>
                    <a:pt x="7240084" y="3142277"/>
                  </a:lnTo>
                  <a:lnTo>
                    <a:pt x="7239434" y="3142277"/>
                  </a:lnTo>
                  <a:lnTo>
                    <a:pt x="7238784" y="3142277"/>
                  </a:lnTo>
                  <a:lnTo>
                    <a:pt x="7238134" y="3142277"/>
                  </a:lnTo>
                  <a:lnTo>
                    <a:pt x="7237484" y="3142277"/>
                  </a:lnTo>
                  <a:lnTo>
                    <a:pt x="7236835" y="3142277"/>
                  </a:lnTo>
                  <a:lnTo>
                    <a:pt x="7236185" y="3142277"/>
                  </a:lnTo>
                  <a:lnTo>
                    <a:pt x="7235535" y="3142277"/>
                  </a:lnTo>
                  <a:lnTo>
                    <a:pt x="7234885" y="3142277"/>
                  </a:lnTo>
                  <a:lnTo>
                    <a:pt x="7234235" y="3142277"/>
                  </a:lnTo>
                  <a:lnTo>
                    <a:pt x="7233585" y="3142277"/>
                  </a:lnTo>
                  <a:lnTo>
                    <a:pt x="7232935" y="3142277"/>
                  </a:lnTo>
                  <a:lnTo>
                    <a:pt x="7232285" y="3142277"/>
                  </a:lnTo>
                  <a:lnTo>
                    <a:pt x="7231635" y="3142277"/>
                  </a:lnTo>
                  <a:lnTo>
                    <a:pt x="7230985" y="3142277"/>
                  </a:lnTo>
                  <a:lnTo>
                    <a:pt x="7230335" y="3142277"/>
                  </a:lnTo>
                  <a:lnTo>
                    <a:pt x="7229685" y="3142277"/>
                  </a:lnTo>
                  <a:lnTo>
                    <a:pt x="7229035" y="3142277"/>
                  </a:lnTo>
                  <a:lnTo>
                    <a:pt x="7228385" y="3142277"/>
                  </a:lnTo>
                  <a:lnTo>
                    <a:pt x="7227735" y="3142277"/>
                  </a:lnTo>
                  <a:lnTo>
                    <a:pt x="7227085" y="3142277"/>
                  </a:lnTo>
                  <a:lnTo>
                    <a:pt x="7226436" y="3142277"/>
                  </a:lnTo>
                  <a:lnTo>
                    <a:pt x="7225786" y="3142277"/>
                  </a:lnTo>
                  <a:lnTo>
                    <a:pt x="7225136" y="3142277"/>
                  </a:lnTo>
                  <a:lnTo>
                    <a:pt x="7224486" y="3142277"/>
                  </a:lnTo>
                  <a:lnTo>
                    <a:pt x="7223836" y="3142277"/>
                  </a:lnTo>
                  <a:lnTo>
                    <a:pt x="7223186" y="3142277"/>
                  </a:lnTo>
                  <a:lnTo>
                    <a:pt x="7222536" y="3142277"/>
                  </a:lnTo>
                  <a:lnTo>
                    <a:pt x="7221886" y="3142277"/>
                  </a:lnTo>
                  <a:lnTo>
                    <a:pt x="7221236" y="3142277"/>
                  </a:lnTo>
                  <a:lnTo>
                    <a:pt x="7220586" y="3142277"/>
                  </a:lnTo>
                  <a:lnTo>
                    <a:pt x="7219936" y="3142277"/>
                  </a:lnTo>
                  <a:lnTo>
                    <a:pt x="7219286" y="3142277"/>
                  </a:lnTo>
                  <a:lnTo>
                    <a:pt x="7218636" y="3142277"/>
                  </a:lnTo>
                  <a:lnTo>
                    <a:pt x="7217986" y="3142277"/>
                  </a:lnTo>
                  <a:lnTo>
                    <a:pt x="7217336" y="3142277"/>
                  </a:lnTo>
                  <a:lnTo>
                    <a:pt x="7216687" y="3142277"/>
                  </a:lnTo>
                  <a:lnTo>
                    <a:pt x="7216037" y="3142277"/>
                  </a:lnTo>
                  <a:lnTo>
                    <a:pt x="7215387" y="3142277"/>
                  </a:lnTo>
                  <a:lnTo>
                    <a:pt x="7214737" y="3142277"/>
                  </a:lnTo>
                  <a:lnTo>
                    <a:pt x="7214087" y="3142277"/>
                  </a:lnTo>
                  <a:lnTo>
                    <a:pt x="7213437" y="3142277"/>
                  </a:lnTo>
                  <a:lnTo>
                    <a:pt x="7212787" y="3142277"/>
                  </a:lnTo>
                  <a:lnTo>
                    <a:pt x="7212137" y="3142277"/>
                  </a:lnTo>
                  <a:lnTo>
                    <a:pt x="7211487" y="3142277"/>
                  </a:lnTo>
                  <a:lnTo>
                    <a:pt x="7210837" y="3142277"/>
                  </a:lnTo>
                  <a:lnTo>
                    <a:pt x="7210187" y="3142277"/>
                  </a:lnTo>
                  <a:lnTo>
                    <a:pt x="7209537" y="3142277"/>
                  </a:lnTo>
                  <a:lnTo>
                    <a:pt x="7208887" y="3142277"/>
                  </a:lnTo>
                  <a:lnTo>
                    <a:pt x="7208237" y="3142277"/>
                  </a:lnTo>
                  <a:lnTo>
                    <a:pt x="7207587" y="3142277"/>
                  </a:lnTo>
                  <a:lnTo>
                    <a:pt x="7206937" y="3142277"/>
                  </a:lnTo>
                  <a:lnTo>
                    <a:pt x="7206288" y="3142277"/>
                  </a:lnTo>
                  <a:lnTo>
                    <a:pt x="7205638" y="3142277"/>
                  </a:lnTo>
                  <a:lnTo>
                    <a:pt x="7204988" y="3142277"/>
                  </a:lnTo>
                  <a:lnTo>
                    <a:pt x="7204338" y="3142277"/>
                  </a:lnTo>
                  <a:lnTo>
                    <a:pt x="7203688" y="3142277"/>
                  </a:lnTo>
                  <a:lnTo>
                    <a:pt x="7203038" y="3142277"/>
                  </a:lnTo>
                  <a:lnTo>
                    <a:pt x="7202388" y="3142277"/>
                  </a:lnTo>
                  <a:lnTo>
                    <a:pt x="7201738" y="3142277"/>
                  </a:lnTo>
                  <a:lnTo>
                    <a:pt x="7201088" y="3142277"/>
                  </a:lnTo>
                  <a:lnTo>
                    <a:pt x="7200438" y="3142277"/>
                  </a:lnTo>
                  <a:lnTo>
                    <a:pt x="7199788" y="3142277"/>
                  </a:lnTo>
                  <a:lnTo>
                    <a:pt x="7199138" y="3142277"/>
                  </a:lnTo>
                  <a:lnTo>
                    <a:pt x="7198488" y="3142277"/>
                  </a:lnTo>
                  <a:lnTo>
                    <a:pt x="7197838" y="3142277"/>
                  </a:lnTo>
                  <a:lnTo>
                    <a:pt x="7197188" y="3142277"/>
                  </a:lnTo>
                  <a:lnTo>
                    <a:pt x="7196539" y="3142277"/>
                  </a:lnTo>
                  <a:lnTo>
                    <a:pt x="7195889" y="3142277"/>
                  </a:lnTo>
                  <a:lnTo>
                    <a:pt x="7195239" y="3142277"/>
                  </a:lnTo>
                  <a:lnTo>
                    <a:pt x="7194589" y="3142277"/>
                  </a:lnTo>
                  <a:lnTo>
                    <a:pt x="7193939" y="3142277"/>
                  </a:lnTo>
                  <a:lnTo>
                    <a:pt x="7193289" y="3142277"/>
                  </a:lnTo>
                  <a:lnTo>
                    <a:pt x="7192639" y="3142277"/>
                  </a:lnTo>
                  <a:lnTo>
                    <a:pt x="7191989" y="3142277"/>
                  </a:lnTo>
                  <a:lnTo>
                    <a:pt x="7191339" y="3142277"/>
                  </a:lnTo>
                  <a:lnTo>
                    <a:pt x="7190689" y="3142277"/>
                  </a:lnTo>
                  <a:lnTo>
                    <a:pt x="7190039" y="3142277"/>
                  </a:lnTo>
                  <a:lnTo>
                    <a:pt x="7189389" y="3142277"/>
                  </a:lnTo>
                  <a:lnTo>
                    <a:pt x="7188739" y="3142277"/>
                  </a:lnTo>
                  <a:lnTo>
                    <a:pt x="7188089" y="3142277"/>
                  </a:lnTo>
                  <a:lnTo>
                    <a:pt x="7187439" y="3142277"/>
                  </a:lnTo>
                  <a:lnTo>
                    <a:pt x="7186790" y="3142277"/>
                  </a:lnTo>
                  <a:lnTo>
                    <a:pt x="7186140" y="3142277"/>
                  </a:lnTo>
                  <a:lnTo>
                    <a:pt x="7185490" y="3142277"/>
                  </a:lnTo>
                  <a:lnTo>
                    <a:pt x="7184840" y="3142277"/>
                  </a:lnTo>
                  <a:lnTo>
                    <a:pt x="7184190" y="3142277"/>
                  </a:lnTo>
                  <a:lnTo>
                    <a:pt x="7183540" y="3142277"/>
                  </a:lnTo>
                  <a:lnTo>
                    <a:pt x="7182890" y="3142277"/>
                  </a:lnTo>
                  <a:lnTo>
                    <a:pt x="7182240" y="3142277"/>
                  </a:lnTo>
                  <a:lnTo>
                    <a:pt x="7181590" y="3142277"/>
                  </a:lnTo>
                  <a:lnTo>
                    <a:pt x="7180940" y="3142277"/>
                  </a:lnTo>
                  <a:lnTo>
                    <a:pt x="7180290" y="3142277"/>
                  </a:lnTo>
                  <a:lnTo>
                    <a:pt x="7179640" y="3142277"/>
                  </a:lnTo>
                  <a:lnTo>
                    <a:pt x="7178990" y="3142277"/>
                  </a:lnTo>
                  <a:lnTo>
                    <a:pt x="7178340" y="3142277"/>
                  </a:lnTo>
                  <a:lnTo>
                    <a:pt x="7177690" y="3142277"/>
                  </a:lnTo>
                  <a:lnTo>
                    <a:pt x="7177040" y="3142277"/>
                  </a:lnTo>
                  <a:lnTo>
                    <a:pt x="7176391" y="3142277"/>
                  </a:lnTo>
                  <a:lnTo>
                    <a:pt x="7175741" y="3142277"/>
                  </a:lnTo>
                  <a:lnTo>
                    <a:pt x="7175091" y="3142277"/>
                  </a:lnTo>
                  <a:lnTo>
                    <a:pt x="7174441" y="3142277"/>
                  </a:lnTo>
                  <a:lnTo>
                    <a:pt x="7173791" y="3142277"/>
                  </a:lnTo>
                  <a:lnTo>
                    <a:pt x="7173141" y="3142277"/>
                  </a:lnTo>
                  <a:lnTo>
                    <a:pt x="7172491" y="3142277"/>
                  </a:lnTo>
                  <a:lnTo>
                    <a:pt x="7171841" y="3142277"/>
                  </a:lnTo>
                  <a:lnTo>
                    <a:pt x="7171191" y="3142277"/>
                  </a:lnTo>
                  <a:lnTo>
                    <a:pt x="7170541" y="3142277"/>
                  </a:lnTo>
                  <a:lnTo>
                    <a:pt x="7169891" y="3142277"/>
                  </a:lnTo>
                  <a:lnTo>
                    <a:pt x="7169241" y="3142277"/>
                  </a:lnTo>
                  <a:lnTo>
                    <a:pt x="7168591" y="3142277"/>
                  </a:lnTo>
                  <a:lnTo>
                    <a:pt x="7167941" y="3142277"/>
                  </a:lnTo>
                  <a:lnTo>
                    <a:pt x="7167291" y="3142277"/>
                  </a:lnTo>
                  <a:lnTo>
                    <a:pt x="7166642" y="3142277"/>
                  </a:lnTo>
                  <a:lnTo>
                    <a:pt x="7165992" y="3142277"/>
                  </a:lnTo>
                  <a:lnTo>
                    <a:pt x="7165342" y="3142277"/>
                  </a:lnTo>
                  <a:lnTo>
                    <a:pt x="7164692" y="3142277"/>
                  </a:lnTo>
                  <a:lnTo>
                    <a:pt x="7164042" y="3142277"/>
                  </a:lnTo>
                  <a:lnTo>
                    <a:pt x="7163392" y="3142277"/>
                  </a:lnTo>
                  <a:lnTo>
                    <a:pt x="7162742" y="3142277"/>
                  </a:lnTo>
                  <a:lnTo>
                    <a:pt x="7162092" y="3142277"/>
                  </a:lnTo>
                  <a:lnTo>
                    <a:pt x="7161442" y="3142277"/>
                  </a:lnTo>
                  <a:lnTo>
                    <a:pt x="7160792" y="3142277"/>
                  </a:lnTo>
                  <a:lnTo>
                    <a:pt x="7160142" y="3142277"/>
                  </a:lnTo>
                  <a:lnTo>
                    <a:pt x="7159492" y="3142277"/>
                  </a:lnTo>
                  <a:lnTo>
                    <a:pt x="7158842" y="3142277"/>
                  </a:lnTo>
                  <a:lnTo>
                    <a:pt x="7158192" y="3142277"/>
                  </a:lnTo>
                  <a:lnTo>
                    <a:pt x="7157542" y="3142277"/>
                  </a:lnTo>
                  <a:lnTo>
                    <a:pt x="7156892" y="3142277"/>
                  </a:lnTo>
                  <a:lnTo>
                    <a:pt x="7156243" y="3142277"/>
                  </a:lnTo>
                  <a:lnTo>
                    <a:pt x="7155593" y="3142277"/>
                  </a:lnTo>
                  <a:lnTo>
                    <a:pt x="7154943" y="3142277"/>
                  </a:lnTo>
                  <a:lnTo>
                    <a:pt x="7154293" y="3142277"/>
                  </a:lnTo>
                  <a:lnTo>
                    <a:pt x="7153643" y="3142277"/>
                  </a:lnTo>
                  <a:lnTo>
                    <a:pt x="7152993" y="3142277"/>
                  </a:lnTo>
                  <a:lnTo>
                    <a:pt x="7152343" y="3142277"/>
                  </a:lnTo>
                  <a:lnTo>
                    <a:pt x="7151693" y="3142277"/>
                  </a:lnTo>
                  <a:lnTo>
                    <a:pt x="7151043" y="3142277"/>
                  </a:lnTo>
                  <a:lnTo>
                    <a:pt x="7150393" y="3142277"/>
                  </a:lnTo>
                  <a:lnTo>
                    <a:pt x="7149743" y="3142277"/>
                  </a:lnTo>
                  <a:lnTo>
                    <a:pt x="7149093" y="3142277"/>
                  </a:lnTo>
                  <a:lnTo>
                    <a:pt x="7148443" y="3142277"/>
                  </a:lnTo>
                  <a:lnTo>
                    <a:pt x="7147793" y="3142277"/>
                  </a:lnTo>
                  <a:lnTo>
                    <a:pt x="7147143" y="3142277"/>
                  </a:lnTo>
                  <a:lnTo>
                    <a:pt x="7146494" y="3142277"/>
                  </a:lnTo>
                  <a:lnTo>
                    <a:pt x="7145844" y="3142277"/>
                  </a:lnTo>
                  <a:lnTo>
                    <a:pt x="7145194" y="3142277"/>
                  </a:lnTo>
                  <a:lnTo>
                    <a:pt x="7144544" y="3142277"/>
                  </a:lnTo>
                  <a:lnTo>
                    <a:pt x="7143894" y="3142277"/>
                  </a:lnTo>
                  <a:lnTo>
                    <a:pt x="7143244" y="3142277"/>
                  </a:lnTo>
                  <a:lnTo>
                    <a:pt x="7142594" y="3142277"/>
                  </a:lnTo>
                  <a:lnTo>
                    <a:pt x="7141944" y="3142277"/>
                  </a:lnTo>
                  <a:lnTo>
                    <a:pt x="7141294" y="3142277"/>
                  </a:lnTo>
                  <a:lnTo>
                    <a:pt x="7140644" y="3142277"/>
                  </a:lnTo>
                  <a:lnTo>
                    <a:pt x="7139994" y="3142277"/>
                  </a:lnTo>
                  <a:lnTo>
                    <a:pt x="7139344" y="3142277"/>
                  </a:lnTo>
                  <a:lnTo>
                    <a:pt x="7138694" y="3142277"/>
                  </a:lnTo>
                  <a:lnTo>
                    <a:pt x="7138044" y="3142277"/>
                  </a:lnTo>
                  <a:lnTo>
                    <a:pt x="7137394" y="3142277"/>
                  </a:lnTo>
                  <a:lnTo>
                    <a:pt x="7136744" y="3142277"/>
                  </a:lnTo>
                  <a:lnTo>
                    <a:pt x="7136095" y="3142277"/>
                  </a:lnTo>
                  <a:lnTo>
                    <a:pt x="7135445" y="3142277"/>
                  </a:lnTo>
                  <a:lnTo>
                    <a:pt x="7134795" y="3142277"/>
                  </a:lnTo>
                  <a:lnTo>
                    <a:pt x="7134145" y="3142277"/>
                  </a:lnTo>
                  <a:lnTo>
                    <a:pt x="7133495" y="3142277"/>
                  </a:lnTo>
                  <a:lnTo>
                    <a:pt x="7132845" y="3142277"/>
                  </a:lnTo>
                  <a:lnTo>
                    <a:pt x="7132195" y="3142277"/>
                  </a:lnTo>
                  <a:lnTo>
                    <a:pt x="7131545" y="3142277"/>
                  </a:lnTo>
                  <a:lnTo>
                    <a:pt x="7130895" y="3142277"/>
                  </a:lnTo>
                  <a:lnTo>
                    <a:pt x="7130245" y="3142277"/>
                  </a:lnTo>
                  <a:lnTo>
                    <a:pt x="7129595" y="3142277"/>
                  </a:lnTo>
                  <a:lnTo>
                    <a:pt x="7128945" y="3142277"/>
                  </a:lnTo>
                  <a:lnTo>
                    <a:pt x="7128295" y="3142277"/>
                  </a:lnTo>
                  <a:lnTo>
                    <a:pt x="7127645" y="3142277"/>
                  </a:lnTo>
                  <a:lnTo>
                    <a:pt x="7126995" y="3142277"/>
                  </a:lnTo>
                  <a:lnTo>
                    <a:pt x="7126346" y="3142277"/>
                  </a:lnTo>
                  <a:lnTo>
                    <a:pt x="7125696" y="3142277"/>
                  </a:lnTo>
                  <a:lnTo>
                    <a:pt x="7125046" y="3142277"/>
                  </a:lnTo>
                  <a:lnTo>
                    <a:pt x="7124396" y="3142277"/>
                  </a:lnTo>
                  <a:lnTo>
                    <a:pt x="7123746" y="3142277"/>
                  </a:lnTo>
                  <a:lnTo>
                    <a:pt x="7123096" y="3142277"/>
                  </a:lnTo>
                  <a:lnTo>
                    <a:pt x="7122446" y="3142277"/>
                  </a:lnTo>
                  <a:lnTo>
                    <a:pt x="7121796" y="3142277"/>
                  </a:lnTo>
                  <a:lnTo>
                    <a:pt x="7121146" y="3142277"/>
                  </a:lnTo>
                  <a:lnTo>
                    <a:pt x="7120496" y="3142277"/>
                  </a:lnTo>
                  <a:lnTo>
                    <a:pt x="7119846" y="3142277"/>
                  </a:lnTo>
                  <a:lnTo>
                    <a:pt x="7119196" y="3142277"/>
                  </a:lnTo>
                  <a:lnTo>
                    <a:pt x="7118546" y="3142277"/>
                  </a:lnTo>
                  <a:lnTo>
                    <a:pt x="7117896" y="3142277"/>
                  </a:lnTo>
                  <a:lnTo>
                    <a:pt x="7117246" y="3142277"/>
                  </a:lnTo>
                  <a:lnTo>
                    <a:pt x="7116596" y="3142277"/>
                  </a:lnTo>
                  <a:lnTo>
                    <a:pt x="7115947" y="3142277"/>
                  </a:lnTo>
                  <a:lnTo>
                    <a:pt x="7115297" y="3142277"/>
                  </a:lnTo>
                  <a:lnTo>
                    <a:pt x="7114647" y="3142277"/>
                  </a:lnTo>
                  <a:lnTo>
                    <a:pt x="7113997" y="3142277"/>
                  </a:lnTo>
                  <a:lnTo>
                    <a:pt x="7113347" y="3142277"/>
                  </a:lnTo>
                  <a:lnTo>
                    <a:pt x="7112697" y="3142277"/>
                  </a:lnTo>
                  <a:lnTo>
                    <a:pt x="7112047" y="3142277"/>
                  </a:lnTo>
                  <a:lnTo>
                    <a:pt x="7111397" y="3142277"/>
                  </a:lnTo>
                  <a:lnTo>
                    <a:pt x="7110747" y="3142277"/>
                  </a:lnTo>
                  <a:lnTo>
                    <a:pt x="7110097" y="3142277"/>
                  </a:lnTo>
                  <a:lnTo>
                    <a:pt x="7109447" y="3142277"/>
                  </a:lnTo>
                  <a:lnTo>
                    <a:pt x="7108797" y="3142277"/>
                  </a:lnTo>
                  <a:lnTo>
                    <a:pt x="7108147" y="3142277"/>
                  </a:lnTo>
                  <a:lnTo>
                    <a:pt x="7107497" y="3142277"/>
                  </a:lnTo>
                  <a:lnTo>
                    <a:pt x="7106847" y="3142277"/>
                  </a:lnTo>
                  <a:lnTo>
                    <a:pt x="7106198" y="3142277"/>
                  </a:lnTo>
                  <a:lnTo>
                    <a:pt x="7105548" y="3142277"/>
                  </a:lnTo>
                  <a:lnTo>
                    <a:pt x="7104898" y="3142277"/>
                  </a:lnTo>
                  <a:lnTo>
                    <a:pt x="7104248" y="3142277"/>
                  </a:lnTo>
                  <a:lnTo>
                    <a:pt x="7103598" y="3142277"/>
                  </a:lnTo>
                  <a:lnTo>
                    <a:pt x="7102948" y="3142277"/>
                  </a:lnTo>
                  <a:lnTo>
                    <a:pt x="7102298" y="3142277"/>
                  </a:lnTo>
                  <a:lnTo>
                    <a:pt x="7101648" y="3142277"/>
                  </a:lnTo>
                  <a:lnTo>
                    <a:pt x="7100998" y="3142277"/>
                  </a:lnTo>
                  <a:lnTo>
                    <a:pt x="7100348" y="3142277"/>
                  </a:lnTo>
                  <a:lnTo>
                    <a:pt x="7099698" y="3142277"/>
                  </a:lnTo>
                  <a:lnTo>
                    <a:pt x="7099048" y="3142277"/>
                  </a:lnTo>
                  <a:lnTo>
                    <a:pt x="7098398" y="3142277"/>
                  </a:lnTo>
                  <a:lnTo>
                    <a:pt x="7097748" y="3142277"/>
                  </a:lnTo>
                  <a:lnTo>
                    <a:pt x="7097098" y="3142277"/>
                  </a:lnTo>
                  <a:lnTo>
                    <a:pt x="7096448" y="3142277"/>
                  </a:lnTo>
                  <a:lnTo>
                    <a:pt x="7095799" y="3142277"/>
                  </a:lnTo>
                  <a:lnTo>
                    <a:pt x="7095149" y="3142277"/>
                  </a:lnTo>
                  <a:lnTo>
                    <a:pt x="7094499" y="3142277"/>
                  </a:lnTo>
                  <a:lnTo>
                    <a:pt x="7093849" y="3142277"/>
                  </a:lnTo>
                  <a:lnTo>
                    <a:pt x="7093199" y="3142277"/>
                  </a:lnTo>
                  <a:lnTo>
                    <a:pt x="7092549" y="3142277"/>
                  </a:lnTo>
                  <a:lnTo>
                    <a:pt x="7091899" y="3142277"/>
                  </a:lnTo>
                  <a:lnTo>
                    <a:pt x="7091249" y="3142277"/>
                  </a:lnTo>
                  <a:lnTo>
                    <a:pt x="7090599" y="3142277"/>
                  </a:lnTo>
                  <a:lnTo>
                    <a:pt x="7089949" y="3142277"/>
                  </a:lnTo>
                  <a:lnTo>
                    <a:pt x="7089299" y="3142277"/>
                  </a:lnTo>
                  <a:lnTo>
                    <a:pt x="7088649" y="3142277"/>
                  </a:lnTo>
                  <a:lnTo>
                    <a:pt x="7087999" y="3142277"/>
                  </a:lnTo>
                  <a:lnTo>
                    <a:pt x="7087349" y="3142277"/>
                  </a:lnTo>
                  <a:lnTo>
                    <a:pt x="7086699" y="3142277"/>
                  </a:lnTo>
                  <a:lnTo>
                    <a:pt x="7086050" y="3142277"/>
                  </a:lnTo>
                  <a:lnTo>
                    <a:pt x="7085400" y="3142277"/>
                  </a:lnTo>
                  <a:lnTo>
                    <a:pt x="7084750" y="3142277"/>
                  </a:lnTo>
                  <a:lnTo>
                    <a:pt x="7084100" y="3142277"/>
                  </a:lnTo>
                  <a:lnTo>
                    <a:pt x="7083450" y="3142277"/>
                  </a:lnTo>
                  <a:lnTo>
                    <a:pt x="7082800" y="3142277"/>
                  </a:lnTo>
                  <a:lnTo>
                    <a:pt x="7082150" y="3142277"/>
                  </a:lnTo>
                  <a:lnTo>
                    <a:pt x="7081500" y="3142277"/>
                  </a:lnTo>
                  <a:lnTo>
                    <a:pt x="7080850" y="3142277"/>
                  </a:lnTo>
                  <a:lnTo>
                    <a:pt x="7080200" y="3142277"/>
                  </a:lnTo>
                  <a:lnTo>
                    <a:pt x="7079550" y="3142277"/>
                  </a:lnTo>
                  <a:lnTo>
                    <a:pt x="7078900" y="3142277"/>
                  </a:lnTo>
                  <a:lnTo>
                    <a:pt x="7078250" y="3142277"/>
                  </a:lnTo>
                  <a:lnTo>
                    <a:pt x="7077600" y="3142277"/>
                  </a:lnTo>
                  <a:lnTo>
                    <a:pt x="7076950" y="3142277"/>
                  </a:lnTo>
                  <a:lnTo>
                    <a:pt x="7076300" y="3142277"/>
                  </a:lnTo>
                  <a:lnTo>
                    <a:pt x="7075651" y="3142277"/>
                  </a:lnTo>
                  <a:lnTo>
                    <a:pt x="7075001" y="3142277"/>
                  </a:lnTo>
                  <a:lnTo>
                    <a:pt x="7074351" y="3142277"/>
                  </a:lnTo>
                  <a:lnTo>
                    <a:pt x="7073701" y="3142277"/>
                  </a:lnTo>
                  <a:lnTo>
                    <a:pt x="7073051" y="3142277"/>
                  </a:lnTo>
                  <a:lnTo>
                    <a:pt x="7072401" y="3142277"/>
                  </a:lnTo>
                  <a:lnTo>
                    <a:pt x="7071751" y="3142277"/>
                  </a:lnTo>
                  <a:lnTo>
                    <a:pt x="7071101" y="3142277"/>
                  </a:lnTo>
                  <a:lnTo>
                    <a:pt x="7070451" y="3142277"/>
                  </a:lnTo>
                  <a:lnTo>
                    <a:pt x="7069801" y="3142277"/>
                  </a:lnTo>
                  <a:lnTo>
                    <a:pt x="7069151" y="3142277"/>
                  </a:lnTo>
                  <a:lnTo>
                    <a:pt x="7068501" y="3142277"/>
                  </a:lnTo>
                  <a:lnTo>
                    <a:pt x="7067851" y="3142277"/>
                  </a:lnTo>
                  <a:lnTo>
                    <a:pt x="7067201" y="3142277"/>
                  </a:lnTo>
                  <a:lnTo>
                    <a:pt x="7066551" y="3142277"/>
                  </a:lnTo>
                  <a:lnTo>
                    <a:pt x="7065902" y="3142277"/>
                  </a:lnTo>
                  <a:lnTo>
                    <a:pt x="7065252" y="3142277"/>
                  </a:lnTo>
                  <a:lnTo>
                    <a:pt x="7064602" y="3142277"/>
                  </a:lnTo>
                  <a:lnTo>
                    <a:pt x="7063952" y="3142277"/>
                  </a:lnTo>
                  <a:lnTo>
                    <a:pt x="7063302" y="3142277"/>
                  </a:lnTo>
                  <a:lnTo>
                    <a:pt x="7062652" y="3142277"/>
                  </a:lnTo>
                  <a:lnTo>
                    <a:pt x="7062002" y="3142277"/>
                  </a:lnTo>
                  <a:lnTo>
                    <a:pt x="7061352" y="3142277"/>
                  </a:lnTo>
                  <a:lnTo>
                    <a:pt x="7060702" y="3142277"/>
                  </a:lnTo>
                  <a:lnTo>
                    <a:pt x="7060052" y="3142277"/>
                  </a:lnTo>
                  <a:lnTo>
                    <a:pt x="7059402" y="3142277"/>
                  </a:lnTo>
                  <a:lnTo>
                    <a:pt x="7058752" y="3142277"/>
                  </a:lnTo>
                  <a:lnTo>
                    <a:pt x="7058102" y="3142277"/>
                  </a:lnTo>
                  <a:lnTo>
                    <a:pt x="7057452" y="3142277"/>
                  </a:lnTo>
                  <a:lnTo>
                    <a:pt x="7056802" y="3142277"/>
                  </a:lnTo>
                  <a:lnTo>
                    <a:pt x="7056152" y="3142277"/>
                  </a:lnTo>
                  <a:lnTo>
                    <a:pt x="7055503" y="3142277"/>
                  </a:lnTo>
                  <a:lnTo>
                    <a:pt x="7054853" y="3142277"/>
                  </a:lnTo>
                  <a:lnTo>
                    <a:pt x="7054203" y="3142277"/>
                  </a:lnTo>
                  <a:lnTo>
                    <a:pt x="7053553" y="3142277"/>
                  </a:lnTo>
                  <a:lnTo>
                    <a:pt x="7052903" y="3142277"/>
                  </a:lnTo>
                  <a:lnTo>
                    <a:pt x="7052253" y="3142277"/>
                  </a:lnTo>
                  <a:lnTo>
                    <a:pt x="7051603" y="3142277"/>
                  </a:lnTo>
                  <a:lnTo>
                    <a:pt x="7050953" y="3142277"/>
                  </a:lnTo>
                  <a:lnTo>
                    <a:pt x="7050303" y="3142277"/>
                  </a:lnTo>
                  <a:lnTo>
                    <a:pt x="7049653" y="3142277"/>
                  </a:lnTo>
                  <a:lnTo>
                    <a:pt x="7049003" y="3142277"/>
                  </a:lnTo>
                  <a:lnTo>
                    <a:pt x="7048353" y="3142277"/>
                  </a:lnTo>
                  <a:lnTo>
                    <a:pt x="7047703" y="3142277"/>
                  </a:lnTo>
                  <a:lnTo>
                    <a:pt x="7047053" y="3142277"/>
                  </a:lnTo>
                  <a:lnTo>
                    <a:pt x="7046403" y="3142277"/>
                  </a:lnTo>
                  <a:lnTo>
                    <a:pt x="7045754" y="3142277"/>
                  </a:lnTo>
                  <a:lnTo>
                    <a:pt x="7045104" y="3142277"/>
                  </a:lnTo>
                  <a:lnTo>
                    <a:pt x="7044454" y="3142277"/>
                  </a:lnTo>
                  <a:lnTo>
                    <a:pt x="7043804" y="3142277"/>
                  </a:lnTo>
                  <a:lnTo>
                    <a:pt x="7043154" y="3142277"/>
                  </a:lnTo>
                  <a:lnTo>
                    <a:pt x="7042504" y="3142277"/>
                  </a:lnTo>
                  <a:lnTo>
                    <a:pt x="7041854" y="3142277"/>
                  </a:lnTo>
                  <a:lnTo>
                    <a:pt x="7041204" y="3142277"/>
                  </a:lnTo>
                  <a:lnTo>
                    <a:pt x="7040554" y="3142277"/>
                  </a:lnTo>
                  <a:lnTo>
                    <a:pt x="7039904" y="3142277"/>
                  </a:lnTo>
                  <a:lnTo>
                    <a:pt x="7039254" y="3142277"/>
                  </a:lnTo>
                  <a:lnTo>
                    <a:pt x="7038604" y="3142277"/>
                  </a:lnTo>
                  <a:lnTo>
                    <a:pt x="7037954" y="3142277"/>
                  </a:lnTo>
                  <a:lnTo>
                    <a:pt x="7037304" y="3142277"/>
                  </a:lnTo>
                  <a:lnTo>
                    <a:pt x="7036654" y="3142277"/>
                  </a:lnTo>
                  <a:lnTo>
                    <a:pt x="7036005" y="3142277"/>
                  </a:lnTo>
                  <a:lnTo>
                    <a:pt x="7035355" y="3142277"/>
                  </a:lnTo>
                  <a:lnTo>
                    <a:pt x="7034705" y="3142277"/>
                  </a:lnTo>
                  <a:lnTo>
                    <a:pt x="7034055" y="3142277"/>
                  </a:lnTo>
                  <a:lnTo>
                    <a:pt x="7033405" y="3142277"/>
                  </a:lnTo>
                  <a:lnTo>
                    <a:pt x="7032755" y="3142277"/>
                  </a:lnTo>
                  <a:lnTo>
                    <a:pt x="7032105" y="3142277"/>
                  </a:lnTo>
                  <a:lnTo>
                    <a:pt x="7031455" y="3142277"/>
                  </a:lnTo>
                  <a:lnTo>
                    <a:pt x="7030805" y="3142277"/>
                  </a:lnTo>
                  <a:lnTo>
                    <a:pt x="7030155" y="3142277"/>
                  </a:lnTo>
                  <a:lnTo>
                    <a:pt x="7029505" y="3142277"/>
                  </a:lnTo>
                  <a:lnTo>
                    <a:pt x="7028855" y="3142277"/>
                  </a:lnTo>
                  <a:lnTo>
                    <a:pt x="7028205" y="3142277"/>
                  </a:lnTo>
                  <a:lnTo>
                    <a:pt x="7027555" y="3142277"/>
                  </a:lnTo>
                  <a:lnTo>
                    <a:pt x="7026905" y="3142277"/>
                  </a:lnTo>
                  <a:lnTo>
                    <a:pt x="7026255" y="3142277"/>
                  </a:lnTo>
                  <a:lnTo>
                    <a:pt x="7025606" y="3142277"/>
                  </a:lnTo>
                  <a:lnTo>
                    <a:pt x="7024956" y="3142277"/>
                  </a:lnTo>
                  <a:lnTo>
                    <a:pt x="7024306" y="3142277"/>
                  </a:lnTo>
                  <a:lnTo>
                    <a:pt x="7023656" y="3142277"/>
                  </a:lnTo>
                  <a:lnTo>
                    <a:pt x="7023006" y="3142277"/>
                  </a:lnTo>
                  <a:lnTo>
                    <a:pt x="7022356" y="3142277"/>
                  </a:lnTo>
                  <a:lnTo>
                    <a:pt x="7021706" y="3142277"/>
                  </a:lnTo>
                  <a:lnTo>
                    <a:pt x="7021056" y="3142277"/>
                  </a:lnTo>
                  <a:lnTo>
                    <a:pt x="7020406" y="3142277"/>
                  </a:lnTo>
                  <a:lnTo>
                    <a:pt x="7019756" y="3142277"/>
                  </a:lnTo>
                  <a:lnTo>
                    <a:pt x="7019106" y="3142277"/>
                  </a:lnTo>
                  <a:lnTo>
                    <a:pt x="7018456" y="3142277"/>
                  </a:lnTo>
                  <a:lnTo>
                    <a:pt x="7017806" y="3142277"/>
                  </a:lnTo>
                  <a:lnTo>
                    <a:pt x="7017156" y="3142277"/>
                  </a:lnTo>
                  <a:lnTo>
                    <a:pt x="7016506" y="3142277"/>
                  </a:lnTo>
                  <a:lnTo>
                    <a:pt x="7015857" y="3142277"/>
                  </a:lnTo>
                  <a:lnTo>
                    <a:pt x="7015207" y="3142277"/>
                  </a:lnTo>
                  <a:lnTo>
                    <a:pt x="7014557" y="3142277"/>
                  </a:lnTo>
                  <a:lnTo>
                    <a:pt x="7013907" y="3142277"/>
                  </a:lnTo>
                  <a:lnTo>
                    <a:pt x="7013257" y="3142277"/>
                  </a:lnTo>
                  <a:lnTo>
                    <a:pt x="7012607" y="3142277"/>
                  </a:lnTo>
                  <a:lnTo>
                    <a:pt x="7011957" y="3142277"/>
                  </a:lnTo>
                  <a:lnTo>
                    <a:pt x="7011307" y="3142277"/>
                  </a:lnTo>
                  <a:lnTo>
                    <a:pt x="7010657" y="3142277"/>
                  </a:lnTo>
                  <a:lnTo>
                    <a:pt x="7010007" y="3142277"/>
                  </a:lnTo>
                  <a:lnTo>
                    <a:pt x="7009357" y="3142277"/>
                  </a:lnTo>
                  <a:lnTo>
                    <a:pt x="7008707" y="3142277"/>
                  </a:lnTo>
                  <a:lnTo>
                    <a:pt x="7008057" y="3142277"/>
                  </a:lnTo>
                  <a:lnTo>
                    <a:pt x="7007407" y="3142277"/>
                  </a:lnTo>
                  <a:lnTo>
                    <a:pt x="7006757" y="3142277"/>
                  </a:lnTo>
                  <a:lnTo>
                    <a:pt x="7006107" y="3142277"/>
                  </a:lnTo>
                  <a:lnTo>
                    <a:pt x="7005458" y="3142277"/>
                  </a:lnTo>
                  <a:lnTo>
                    <a:pt x="7004808" y="3142277"/>
                  </a:lnTo>
                  <a:lnTo>
                    <a:pt x="7004158" y="3142277"/>
                  </a:lnTo>
                  <a:lnTo>
                    <a:pt x="7003508" y="3142277"/>
                  </a:lnTo>
                  <a:lnTo>
                    <a:pt x="7002858" y="3142277"/>
                  </a:lnTo>
                  <a:lnTo>
                    <a:pt x="7002208" y="3142277"/>
                  </a:lnTo>
                  <a:lnTo>
                    <a:pt x="7001558" y="3142277"/>
                  </a:lnTo>
                  <a:lnTo>
                    <a:pt x="7000908" y="3142277"/>
                  </a:lnTo>
                  <a:lnTo>
                    <a:pt x="7000258" y="3142277"/>
                  </a:lnTo>
                  <a:lnTo>
                    <a:pt x="6999608" y="3142277"/>
                  </a:lnTo>
                  <a:lnTo>
                    <a:pt x="6998958" y="3142277"/>
                  </a:lnTo>
                  <a:lnTo>
                    <a:pt x="6998308" y="3142277"/>
                  </a:lnTo>
                  <a:lnTo>
                    <a:pt x="6997658" y="3142277"/>
                  </a:lnTo>
                  <a:lnTo>
                    <a:pt x="6997008" y="3142277"/>
                  </a:lnTo>
                  <a:lnTo>
                    <a:pt x="6996358" y="3142277"/>
                  </a:lnTo>
                  <a:lnTo>
                    <a:pt x="6995709" y="3142277"/>
                  </a:lnTo>
                  <a:lnTo>
                    <a:pt x="6995059" y="3142277"/>
                  </a:lnTo>
                  <a:lnTo>
                    <a:pt x="6994409" y="3142277"/>
                  </a:lnTo>
                  <a:lnTo>
                    <a:pt x="6993759" y="3142277"/>
                  </a:lnTo>
                  <a:lnTo>
                    <a:pt x="6993109" y="3142277"/>
                  </a:lnTo>
                  <a:lnTo>
                    <a:pt x="6992459" y="3142277"/>
                  </a:lnTo>
                  <a:lnTo>
                    <a:pt x="6991809" y="3142277"/>
                  </a:lnTo>
                  <a:lnTo>
                    <a:pt x="6991159" y="3142277"/>
                  </a:lnTo>
                  <a:lnTo>
                    <a:pt x="6990509" y="3142277"/>
                  </a:lnTo>
                  <a:lnTo>
                    <a:pt x="6989859" y="3142277"/>
                  </a:lnTo>
                  <a:lnTo>
                    <a:pt x="6989209" y="3142277"/>
                  </a:lnTo>
                  <a:lnTo>
                    <a:pt x="6988559" y="3142277"/>
                  </a:lnTo>
                  <a:lnTo>
                    <a:pt x="6987909" y="3142277"/>
                  </a:lnTo>
                  <a:lnTo>
                    <a:pt x="6987259" y="3142277"/>
                  </a:lnTo>
                  <a:lnTo>
                    <a:pt x="6986609" y="3142277"/>
                  </a:lnTo>
                  <a:lnTo>
                    <a:pt x="6985959" y="3142277"/>
                  </a:lnTo>
                  <a:lnTo>
                    <a:pt x="6985310" y="3142277"/>
                  </a:lnTo>
                  <a:lnTo>
                    <a:pt x="6984660" y="3142277"/>
                  </a:lnTo>
                  <a:lnTo>
                    <a:pt x="6984010" y="3142277"/>
                  </a:lnTo>
                  <a:lnTo>
                    <a:pt x="6983360" y="3142277"/>
                  </a:lnTo>
                  <a:lnTo>
                    <a:pt x="6982710" y="3142277"/>
                  </a:lnTo>
                  <a:lnTo>
                    <a:pt x="6982060" y="3142277"/>
                  </a:lnTo>
                  <a:lnTo>
                    <a:pt x="6981410" y="3142277"/>
                  </a:lnTo>
                  <a:lnTo>
                    <a:pt x="6980760" y="3142277"/>
                  </a:lnTo>
                  <a:lnTo>
                    <a:pt x="6980110" y="3142277"/>
                  </a:lnTo>
                  <a:lnTo>
                    <a:pt x="6979460" y="3142277"/>
                  </a:lnTo>
                  <a:lnTo>
                    <a:pt x="6978810" y="3142277"/>
                  </a:lnTo>
                  <a:lnTo>
                    <a:pt x="6978160" y="3142277"/>
                  </a:lnTo>
                  <a:lnTo>
                    <a:pt x="6977510" y="3142277"/>
                  </a:lnTo>
                  <a:lnTo>
                    <a:pt x="6976860" y="3142277"/>
                  </a:lnTo>
                  <a:lnTo>
                    <a:pt x="6976210" y="3142277"/>
                  </a:lnTo>
                  <a:lnTo>
                    <a:pt x="6975561" y="3142277"/>
                  </a:lnTo>
                  <a:lnTo>
                    <a:pt x="6974911" y="3142277"/>
                  </a:lnTo>
                  <a:lnTo>
                    <a:pt x="6974261" y="3142277"/>
                  </a:lnTo>
                  <a:lnTo>
                    <a:pt x="6973611" y="3142277"/>
                  </a:lnTo>
                  <a:lnTo>
                    <a:pt x="6972961" y="3142277"/>
                  </a:lnTo>
                  <a:lnTo>
                    <a:pt x="6972311" y="3142277"/>
                  </a:lnTo>
                  <a:lnTo>
                    <a:pt x="6971661" y="3142277"/>
                  </a:lnTo>
                  <a:lnTo>
                    <a:pt x="6971011" y="3142277"/>
                  </a:lnTo>
                  <a:lnTo>
                    <a:pt x="6970361" y="3142277"/>
                  </a:lnTo>
                  <a:lnTo>
                    <a:pt x="6969711" y="3142277"/>
                  </a:lnTo>
                  <a:lnTo>
                    <a:pt x="6969061" y="3142277"/>
                  </a:lnTo>
                  <a:lnTo>
                    <a:pt x="6968411" y="3142277"/>
                  </a:lnTo>
                  <a:lnTo>
                    <a:pt x="6967761" y="3142277"/>
                  </a:lnTo>
                  <a:lnTo>
                    <a:pt x="6967111" y="3142277"/>
                  </a:lnTo>
                  <a:lnTo>
                    <a:pt x="6966461" y="3142277"/>
                  </a:lnTo>
                  <a:lnTo>
                    <a:pt x="6965811" y="3142277"/>
                  </a:lnTo>
                  <a:lnTo>
                    <a:pt x="6965162" y="3142277"/>
                  </a:lnTo>
                  <a:lnTo>
                    <a:pt x="6964512" y="3142277"/>
                  </a:lnTo>
                  <a:lnTo>
                    <a:pt x="6963862" y="3142277"/>
                  </a:lnTo>
                  <a:lnTo>
                    <a:pt x="6963212" y="3142277"/>
                  </a:lnTo>
                  <a:lnTo>
                    <a:pt x="6962562" y="3142277"/>
                  </a:lnTo>
                  <a:lnTo>
                    <a:pt x="6961912" y="3142277"/>
                  </a:lnTo>
                  <a:lnTo>
                    <a:pt x="6961262" y="3142277"/>
                  </a:lnTo>
                  <a:lnTo>
                    <a:pt x="6960612" y="3142277"/>
                  </a:lnTo>
                  <a:lnTo>
                    <a:pt x="6959962" y="3142277"/>
                  </a:lnTo>
                  <a:lnTo>
                    <a:pt x="6959312" y="3142277"/>
                  </a:lnTo>
                  <a:lnTo>
                    <a:pt x="6958662" y="3142277"/>
                  </a:lnTo>
                  <a:lnTo>
                    <a:pt x="6958012" y="3142277"/>
                  </a:lnTo>
                  <a:lnTo>
                    <a:pt x="6957362" y="3142277"/>
                  </a:lnTo>
                  <a:lnTo>
                    <a:pt x="6956712" y="3142277"/>
                  </a:lnTo>
                  <a:lnTo>
                    <a:pt x="6956062" y="3142277"/>
                  </a:lnTo>
                  <a:lnTo>
                    <a:pt x="6955413" y="3142277"/>
                  </a:lnTo>
                  <a:lnTo>
                    <a:pt x="6954763" y="3142277"/>
                  </a:lnTo>
                  <a:lnTo>
                    <a:pt x="6954113" y="3142277"/>
                  </a:lnTo>
                  <a:lnTo>
                    <a:pt x="6953463" y="3142277"/>
                  </a:lnTo>
                  <a:lnTo>
                    <a:pt x="6952813" y="3142277"/>
                  </a:lnTo>
                  <a:lnTo>
                    <a:pt x="6952163" y="3142277"/>
                  </a:lnTo>
                  <a:lnTo>
                    <a:pt x="6951513" y="3142277"/>
                  </a:lnTo>
                  <a:lnTo>
                    <a:pt x="6950863" y="3142277"/>
                  </a:lnTo>
                  <a:lnTo>
                    <a:pt x="6950213" y="3142277"/>
                  </a:lnTo>
                  <a:lnTo>
                    <a:pt x="6949563" y="3142277"/>
                  </a:lnTo>
                  <a:lnTo>
                    <a:pt x="6948913" y="3142277"/>
                  </a:lnTo>
                  <a:lnTo>
                    <a:pt x="6948263" y="3142277"/>
                  </a:lnTo>
                  <a:lnTo>
                    <a:pt x="6947613" y="3142277"/>
                  </a:lnTo>
                  <a:lnTo>
                    <a:pt x="6946963" y="3142277"/>
                  </a:lnTo>
                  <a:lnTo>
                    <a:pt x="6946313" y="3142277"/>
                  </a:lnTo>
                  <a:lnTo>
                    <a:pt x="6945663" y="3142277"/>
                  </a:lnTo>
                  <a:lnTo>
                    <a:pt x="6945014" y="3142277"/>
                  </a:lnTo>
                  <a:lnTo>
                    <a:pt x="6944364" y="3142277"/>
                  </a:lnTo>
                  <a:lnTo>
                    <a:pt x="6943714" y="3142277"/>
                  </a:lnTo>
                  <a:lnTo>
                    <a:pt x="6943064" y="3142277"/>
                  </a:lnTo>
                  <a:lnTo>
                    <a:pt x="6942414" y="3142277"/>
                  </a:lnTo>
                  <a:lnTo>
                    <a:pt x="6941764" y="3142277"/>
                  </a:lnTo>
                  <a:lnTo>
                    <a:pt x="6941114" y="3142277"/>
                  </a:lnTo>
                  <a:lnTo>
                    <a:pt x="6940464" y="3142277"/>
                  </a:lnTo>
                  <a:lnTo>
                    <a:pt x="6939814" y="3142277"/>
                  </a:lnTo>
                  <a:lnTo>
                    <a:pt x="6939164" y="3142277"/>
                  </a:lnTo>
                  <a:lnTo>
                    <a:pt x="6938514" y="3142277"/>
                  </a:lnTo>
                  <a:lnTo>
                    <a:pt x="6937864" y="3142277"/>
                  </a:lnTo>
                  <a:lnTo>
                    <a:pt x="6937214" y="3142277"/>
                  </a:lnTo>
                  <a:lnTo>
                    <a:pt x="6936564" y="3142277"/>
                  </a:lnTo>
                  <a:lnTo>
                    <a:pt x="6935914" y="3142277"/>
                  </a:lnTo>
                  <a:lnTo>
                    <a:pt x="6935265" y="3142277"/>
                  </a:lnTo>
                  <a:lnTo>
                    <a:pt x="6934615" y="3142277"/>
                  </a:lnTo>
                  <a:lnTo>
                    <a:pt x="6933965" y="3142277"/>
                  </a:lnTo>
                  <a:lnTo>
                    <a:pt x="6933315" y="3142277"/>
                  </a:lnTo>
                  <a:lnTo>
                    <a:pt x="6932665" y="3142277"/>
                  </a:lnTo>
                  <a:lnTo>
                    <a:pt x="6932015" y="3142277"/>
                  </a:lnTo>
                  <a:lnTo>
                    <a:pt x="6931365" y="3142277"/>
                  </a:lnTo>
                  <a:lnTo>
                    <a:pt x="6930715" y="3142277"/>
                  </a:lnTo>
                  <a:lnTo>
                    <a:pt x="6930065" y="3142277"/>
                  </a:lnTo>
                  <a:lnTo>
                    <a:pt x="6929415" y="3142277"/>
                  </a:lnTo>
                  <a:lnTo>
                    <a:pt x="6928765" y="3142277"/>
                  </a:lnTo>
                  <a:lnTo>
                    <a:pt x="6928115" y="3142277"/>
                  </a:lnTo>
                  <a:lnTo>
                    <a:pt x="6927465" y="3142277"/>
                  </a:lnTo>
                  <a:lnTo>
                    <a:pt x="6926815" y="3142277"/>
                  </a:lnTo>
                  <a:lnTo>
                    <a:pt x="6926165" y="3142277"/>
                  </a:lnTo>
                  <a:lnTo>
                    <a:pt x="6925515" y="3142277"/>
                  </a:lnTo>
                  <a:lnTo>
                    <a:pt x="6924866" y="3142277"/>
                  </a:lnTo>
                  <a:lnTo>
                    <a:pt x="6924216" y="3142277"/>
                  </a:lnTo>
                  <a:lnTo>
                    <a:pt x="6923566" y="3142277"/>
                  </a:lnTo>
                  <a:lnTo>
                    <a:pt x="6922916" y="3142277"/>
                  </a:lnTo>
                  <a:lnTo>
                    <a:pt x="6922266" y="3142277"/>
                  </a:lnTo>
                  <a:lnTo>
                    <a:pt x="6921616" y="3142277"/>
                  </a:lnTo>
                  <a:lnTo>
                    <a:pt x="6920966" y="3142277"/>
                  </a:lnTo>
                  <a:lnTo>
                    <a:pt x="6920316" y="3142277"/>
                  </a:lnTo>
                  <a:lnTo>
                    <a:pt x="6919666" y="3142277"/>
                  </a:lnTo>
                  <a:lnTo>
                    <a:pt x="6919016" y="3142277"/>
                  </a:lnTo>
                  <a:lnTo>
                    <a:pt x="6918366" y="3142277"/>
                  </a:lnTo>
                  <a:lnTo>
                    <a:pt x="6917716" y="3142277"/>
                  </a:lnTo>
                  <a:lnTo>
                    <a:pt x="6917066" y="3142277"/>
                  </a:lnTo>
                  <a:lnTo>
                    <a:pt x="6916416" y="3142277"/>
                  </a:lnTo>
                  <a:lnTo>
                    <a:pt x="6915766" y="3142277"/>
                  </a:lnTo>
                  <a:lnTo>
                    <a:pt x="6915117" y="3142277"/>
                  </a:lnTo>
                  <a:lnTo>
                    <a:pt x="6914467" y="3142277"/>
                  </a:lnTo>
                  <a:lnTo>
                    <a:pt x="6913817" y="3142277"/>
                  </a:lnTo>
                  <a:lnTo>
                    <a:pt x="6913167" y="3142277"/>
                  </a:lnTo>
                  <a:lnTo>
                    <a:pt x="6912517" y="3142277"/>
                  </a:lnTo>
                  <a:lnTo>
                    <a:pt x="6911867" y="3142277"/>
                  </a:lnTo>
                  <a:lnTo>
                    <a:pt x="6911217" y="3142277"/>
                  </a:lnTo>
                  <a:lnTo>
                    <a:pt x="6910567" y="3142277"/>
                  </a:lnTo>
                  <a:lnTo>
                    <a:pt x="6909917" y="3142277"/>
                  </a:lnTo>
                  <a:lnTo>
                    <a:pt x="6909267" y="3142277"/>
                  </a:lnTo>
                  <a:lnTo>
                    <a:pt x="6908617" y="3142277"/>
                  </a:lnTo>
                  <a:lnTo>
                    <a:pt x="6907967" y="3142277"/>
                  </a:lnTo>
                  <a:lnTo>
                    <a:pt x="6907317" y="3142277"/>
                  </a:lnTo>
                  <a:lnTo>
                    <a:pt x="6906667" y="3142277"/>
                  </a:lnTo>
                  <a:lnTo>
                    <a:pt x="6906017" y="3142277"/>
                  </a:lnTo>
                  <a:lnTo>
                    <a:pt x="6905368" y="3142277"/>
                  </a:lnTo>
                  <a:lnTo>
                    <a:pt x="6904718" y="3142277"/>
                  </a:lnTo>
                  <a:lnTo>
                    <a:pt x="6904068" y="3142277"/>
                  </a:lnTo>
                  <a:lnTo>
                    <a:pt x="6903418" y="3142277"/>
                  </a:lnTo>
                  <a:lnTo>
                    <a:pt x="6902768" y="3142277"/>
                  </a:lnTo>
                  <a:lnTo>
                    <a:pt x="6902118" y="3142277"/>
                  </a:lnTo>
                  <a:lnTo>
                    <a:pt x="6901468" y="3142277"/>
                  </a:lnTo>
                  <a:lnTo>
                    <a:pt x="6900818" y="3142277"/>
                  </a:lnTo>
                  <a:lnTo>
                    <a:pt x="6900168" y="3142277"/>
                  </a:lnTo>
                  <a:lnTo>
                    <a:pt x="6899518" y="3142277"/>
                  </a:lnTo>
                  <a:lnTo>
                    <a:pt x="6898868" y="3142277"/>
                  </a:lnTo>
                  <a:lnTo>
                    <a:pt x="6898218" y="3142277"/>
                  </a:lnTo>
                  <a:lnTo>
                    <a:pt x="6897568" y="3142277"/>
                  </a:lnTo>
                  <a:lnTo>
                    <a:pt x="6896918" y="3142277"/>
                  </a:lnTo>
                  <a:lnTo>
                    <a:pt x="6896268" y="3142277"/>
                  </a:lnTo>
                  <a:lnTo>
                    <a:pt x="6895618" y="3142277"/>
                  </a:lnTo>
                  <a:lnTo>
                    <a:pt x="6894969" y="3142277"/>
                  </a:lnTo>
                  <a:lnTo>
                    <a:pt x="6894319" y="3142277"/>
                  </a:lnTo>
                  <a:lnTo>
                    <a:pt x="6893669" y="3142277"/>
                  </a:lnTo>
                  <a:lnTo>
                    <a:pt x="6893019" y="3142277"/>
                  </a:lnTo>
                  <a:lnTo>
                    <a:pt x="6892369" y="3142277"/>
                  </a:lnTo>
                  <a:lnTo>
                    <a:pt x="6891719" y="3142277"/>
                  </a:lnTo>
                  <a:lnTo>
                    <a:pt x="6891069" y="3142277"/>
                  </a:lnTo>
                  <a:lnTo>
                    <a:pt x="6890419" y="3142277"/>
                  </a:lnTo>
                  <a:lnTo>
                    <a:pt x="6889769" y="3142277"/>
                  </a:lnTo>
                  <a:lnTo>
                    <a:pt x="6889119" y="3142277"/>
                  </a:lnTo>
                  <a:lnTo>
                    <a:pt x="6888469" y="3142277"/>
                  </a:lnTo>
                  <a:lnTo>
                    <a:pt x="6887819" y="3142277"/>
                  </a:lnTo>
                  <a:lnTo>
                    <a:pt x="6887169" y="3142277"/>
                  </a:lnTo>
                  <a:lnTo>
                    <a:pt x="6886519" y="3142277"/>
                  </a:lnTo>
                  <a:lnTo>
                    <a:pt x="6885869" y="3142277"/>
                  </a:lnTo>
                  <a:lnTo>
                    <a:pt x="6885220" y="3142277"/>
                  </a:lnTo>
                  <a:lnTo>
                    <a:pt x="6884570" y="3142277"/>
                  </a:lnTo>
                  <a:lnTo>
                    <a:pt x="6883920" y="3142277"/>
                  </a:lnTo>
                  <a:lnTo>
                    <a:pt x="6883270" y="3142277"/>
                  </a:lnTo>
                  <a:lnTo>
                    <a:pt x="6882620" y="3142277"/>
                  </a:lnTo>
                  <a:lnTo>
                    <a:pt x="6881970" y="3142277"/>
                  </a:lnTo>
                  <a:lnTo>
                    <a:pt x="6881320" y="3142277"/>
                  </a:lnTo>
                  <a:lnTo>
                    <a:pt x="6880670" y="3142277"/>
                  </a:lnTo>
                  <a:lnTo>
                    <a:pt x="6880020" y="3142277"/>
                  </a:lnTo>
                  <a:lnTo>
                    <a:pt x="6879370" y="3142277"/>
                  </a:lnTo>
                  <a:lnTo>
                    <a:pt x="6878720" y="3142277"/>
                  </a:lnTo>
                  <a:lnTo>
                    <a:pt x="6878070" y="3142277"/>
                  </a:lnTo>
                  <a:lnTo>
                    <a:pt x="6877420" y="3142277"/>
                  </a:lnTo>
                  <a:lnTo>
                    <a:pt x="6876770" y="3142277"/>
                  </a:lnTo>
                  <a:lnTo>
                    <a:pt x="6876120" y="3142277"/>
                  </a:lnTo>
                  <a:lnTo>
                    <a:pt x="6875470" y="3142277"/>
                  </a:lnTo>
                  <a:lnTo>
                    <a:pt x="6874821" y="3142277"/>
                  </a:lnTo>
                  <a:lnTo>
                    <a:pt x="6874171" y="3142277"/>
                  </a:lnTo>
                  <a:lnTo>
                    <a:pt x="6873521" y="3142277"/>
                  </a:lnTo>
                  <a:lnTo>
                    <a:pt x="6872871" y="3142277"/>
                  </a:lnTo>
                  <a:lnTo>
                    <a:pt x="6872221" y="3142277"/>
                  </a:lnTo>
                  <a:lnTo>
                    <a:pt x="6871571" y="3142277"/>
                  </a:lnTo>
                  <a:lnTo>
                    <a:pt x="6870921" y="3142277"/>
                  </a:lnTo>
                  <a:lnTo>
                    <a:pt x="6870271" y="3142277"/>
                  </a:lnTo>
                  <a:lnTo>
                    <a:pt x="6869621" y="3142277"/>
                  </a:lnTo>
                  <a:lnTo>
                    <a:pt x="6868971" y="3142277"/>
                  </a:lnTo>
                  <a:lnTo>
                    <a:pt x="6868321" y="3142277"/>
                  </a:lnTo>
                  <a:lnTo>
                    <a:pt x="6867671" y="3142277"/>
                  </a:lnTo>
                  <a:lnTo>
                    <a:pt x="6867021" y="3142277"/>
                  </a:lnTo>
                  <a:lnTo>
                    <a:pt x="6866371" y="3142277"/>
                  </a:lnTo>
                  <a:lnTo>
                    <a:pt x="6865721" y="3142277"/>
                  </a:lnTo>
                  <a:lnTo>
                    <a:pt x="6865072" y="3142277"/>
                  </a:lnTo>
                  <a:lnTo>
                    <a:pt x="6864422" y="3142277"/>
                  </a:lnTo>
                  <a:lnTo>
                    <a:pt x="6863772" y="3142277"/>
                  </a:lnTo>
                  <a:lnTo>
                    <a:pt x="6863122" y="3142277"/>
                  </a:lnTo>
                  <a:lnTo>
                    <a:pt x="6862472" y="3142277"/>
                  </a:lnTo>
                  <a:lnTo>
                    <a:pt x="6861822" y="3142277"/>
                  </a:lnTo>
                  <a:lnTo>
                    <a:pt x="6861172" y="3142277"/>
                  </a:lnTo>
                  <a:lnTo>
                    <a:pt x="6860522" y="3142277"/>
                  </a:lnTo>
                  <a:lnTo>
                    <a:pt x="6859872" y="3142277"/>
                  </a:lnTo>
                  <a:lnTo>
                    <a:pt x="6859222" y="3142277"/>
                  </a:lnTo>
                  <a:lnTo>
                    <a:pt x="6858572" y="3142277"/>
                  </a:lnTo>
                  <a:lnTo>
                    <a:pt x="6857922" y="3142277"/>
                  </a:lnTo>
                  <a:lnTo>
                    <a:pt x="6857272" y="3142277"/>
                  </a:lnTo>
                  <a:lnTo>
                    <a:pt x="6856622" y="3142277"/>
                  </a:lnTo>
                  <a:lnTo>
                    <a:pt x="6855972" y="3142277"/>
                  </a:lnTo>
                  <a:lnTo>
                    <a:pt x="6855322" y="3142277"/>
                  </a:lnTo>
                  <a:lnTo>
                    <a:pt x="6854673" y="3142277"/>
                  </a:lnTo>
                  <a:lnTo>
                    <a:pt x="6854023" y="3142277"/>
                  </a:lnTo>
                  <a:lnTo>
                    <a:pt x="6853373" y="3142277"/>
                  </a:lnTo>
                  <a:lnTo>
                    <a:pt x="6852723" y="3142277"/>
                  </a:lnTo>
                  <a:lnTo>
                    <a:pt x="6852073" y="3142277"/>
                  </a:lnTo>
                  <a:lnTo>
                    <a:pt x="6851423" y="3142277"/>
                  </a:lnTo>
                  <a:lnTo>
                    <a:pt x="6850773" y="3142277"/>
                  </a:lnTo>
                  <a:lnTo>
                    <a:pt x="6850123" y="3142277"/>
                  </a:lnTo>
                  <a:lnTo>
                    <a:pt x="6849473" y="3142277"/>
                  </a:lnTo>
                  <a:lnTo>
                    <a:pt x="6848823" y="3142277"/>
                  </a:lnTo>
                  <a:lnTo>
                    <a:pt x="6848173" y="3142277"/>
                  </a:lnTo>
                  <a:lnTo>
                    <a:pt x="6847523" y="3142277"/>
                  </a:lnTo>
                  <a:lnTo>
                    <a:pt x="6846873" y="3142277"/>
                  </a:lnTo>
                  <a:lnTo>
                    <a:pt x="6846223" y="3142277"/>
                  </a:lnTo>
                  <a:lnTo>
                    <a:pt x="6845573" y="3142277"/>
                  </a:lnTo>
                  <a:lnTo>
                    <a:pt x="6844924" y="3142277"/>
                  </a:lnTo>
                  <a:lnTo>
                    <a:pt x="6844274" y="3142277"/>
                  </a:lnTo>
                  <a:lnTo>
                    <a:pt x="6843624" y="3142277"/>
                  </a:lnTo>
                  <a:lnTo>
                    <a:pt x="6842974" y="3142277"/>
                  </a:lnTo>
                  <a:lnTo>
                    <a:pt x="6842324" y="3142277"/>
                  </a:lnTo>
                  <a:lnTo>
                    <a:pt x="6841674" y="3142277"/>
                  </a:lnTo>
                  <a:lnTo>
                    <a:pt x="6841024" y="3142277"/>
                  </a:lnTo>
                  <a:lnTo>
                    <a:pt x="6840374" y="3142277"/>
                  </a:lnTo>
                  <a:lnTo>
                    <a:pt x="6839724" y="3142277"/>
                  </a:lnTo>
                  <a:lnTo>
                    <a:pt x="6839074" y="3142277"/>
                  </a:lnTo>
                  <a:lnTo>
                    <a:pt x="6838424" y="3142277"/>
                  </a:lnTo>
                  <a:lnTo>
                    <a:pt x="6837774" y="3142277"/>
                  </a:lnTo>
                  <a:lnTo>
                    <a:pt x="6837124" y="3142277"/>
                  </a:lnTo>
                  <a:lnTo>
                    <a:pt x="6836474" y="3142277"/>
                  </a:lnTo>
                  <a:lnTo>
                    <a:pt x="6835824" y="3142277"/>
                  </a:lnTo>
                  <a:lnTo>
                    <a:pt x="6835174" y="3142277"/>
                  </a:lnTo>
                  <a:lnTo>
                    <a:pt x="6834525" y="3142277"/>
                  </a:lnTo>
                  <a:lnTo>
                    <a:pt x="6833875" y="3142277"/>
                  </a:lnTo>
                  <a:lnTo>
                    <a:pt x="6833225" y="3142277"/>
                  </a:lnTo>
                  <a:lnTo>
                    <a:pt x="6832575" y="3142277"/>
                  </a:lnTo>
                  <a:lnTo>
                    <a:pt x="6831925" y="3142277"/>
                  </a:lnTo>
                  <a:lnTo>
                    <a:pt x="6831275" y="3142277"/>
                  </a:lnTo>
                  <a:lnTo>
                    <a:pt x="6830625" y="3142277"/>
                  </a:lnTo>
                  <a:lnTo>
                    <a:pt x="6829975" y="3142277"/>
                  </a:lnTo>
                  <a:lnTo>
                    <a:pt x="6829325" y="3142277"/>
                  </a:lnTo>
                  <a:lnTo>
                    <a:pt x="6828675" y="3142277"/>
                  </a:lnTo>
                  <a:lnTo>
                    <a:pt x="6828025" y="3142277"/>
                  </a:lnTo>
                  <a:lnTo>
                    <a:pt x="6827375" y="3142277"/>
                  </a:lnTo>
                  <a:lnTo>
                    <a:pt x="6826725" y="3142277"/>
                  </a:lnTo>
                  <a:lnTo>
                    <a:pt x="6826075" y="3142277"/>
                  </a:lnTo>
                  <a:lnTo>
                    <a:pt x="6825425" y="3142277"/>
                  </a:lnTo>
                  <a:lnTo>
                    <a:pt x="6824776" y="3142277"/>
                  </a:lnTo>
                  <a:lnTo>
                    <a:pt x="6824126" y="3142277"/>
                  </a:lnTo>
                  <a:lnTo>
                    <a:pt x="6823476" y="3142277"/>
                  </a:lnTo>
                  <a:lnTo>
                    <a:pt x="6822826" y="3142277"/>
                  </a:lnTo>
                  <a:lnTo>
                    <a:pt x="6822176" y="3142277"/>
                  </a:lnTo>
                  <a:lnTo>
                    <a:pt x="6821526" y="3142277"/>
                  </a:lnTo>
                  <a:lnTo>
                    <a:pt x="6820876" y="3142277"/>
                  </a:lnTo>
                  <a:lnTo>
                    <a:pt x="6820226" y="3142277"/>
                  </a:lnTo>
                  <a:lnTo>
                    <a:pt x="6819576" y="3142277"/>
                  </a:lnTo>
                  <a:lnTo>
                    <a:pt x="6818926" y="3142277"/>
                  </a:lnTo>
                  <a:lnTo>
                    <a:pt x="6818276" y="3142277"/>
                  </a:lnTo>
                  <a:lnTo>
                    <a:pt x="6817626" y="3142277"/>
                  </a:lnTo>
                  <a:lnTo>
                    <a:pt x="6816976" y="3142277"/>
                  </a:lnTo>
                  <a:lnTo>
                    <a:pt x="6816326" y="3142277"/>
                  </a:lnTo>
                  <a:lnTo>
                    <a:pt x="6815676" y="3142277"/>
                  </a:lnTo>
                  <a:lnTo>
                    <a:pt x="6815026" y="3142277"/>
                  </a:lnTo>
                  <a:lnTo>
                    <a:pt x="6814377" y="3142277"/>
                  </a:lnTo>
                  <a:lnTo>
                    <a:pt x="6813727" y="3142277"/>
                  </a:lnTo>
                  <a:lnTo>
                    <a:pt x="6813077" y="3142277"/>
                  </a:lnTo>
                  <a:lnTo>
                    <a:pt x="6812427" y="3142277"/>
                  </a:lnTo>
                  <a:lnTo>
                    <a:pt x="6811777" y="3142277"/>
                  </a:lnTo>
                  <a:lnTo>
                    <a:pt x="6811127" y="3142277"/>
                  </a:lnTo>
                  <a:lnTo>
                    <a:pt x="6810477" y="3142277"/>
                  </a:lnTo>
                  <a:lnTo>
                    <a:pt x="6809827" y="3142277"/>
                  </a:lnTo>
                  <a:lnTo>
                    <a:pt x="6809177" y="3142277"/>
                  </a:lnTo>
                  <a:lnTo>
                    <a:pt x="6808527" y="3142277"/>
                  </a:lnTo>
                  <a:lnTo>
                    <a:pt x="6807877" y="3142277"/>
                  </a:lnTo>
                  <a:lnTo>
                    <a:pt x="6807227" y="3142277"/>
                  </a:lnTo>
                  <a:lnTo>
                    <a:pt x="6806577" y="3142277"/>
                  </a:lnTo>
                  <a:lnTo>
                    <a:pt x="6805927" y="3142277"/>
                  </a:lnTo>
                  <a:lnTo>
                    <a:pt x="6805277" y="3142277"/>
                  </a:lnTo>
                  <a:lnTo>
                    <a:pt x="6804628" y="3142277"/>
                  </a:lnTo>
                  <a:lnTo>
                    <a:pt x="6803978" y="3142277"/>
                  </a:lnTo>
                  <a:lnTo>
                    <a:pt x="6803328" y="3142277"/>
                  </a:lnTo>
                  <a:lnTo>
                    <a:pt x="6802678" y="3142277"/>
                  </a:lnTo>
                  <a:lnTo>
                    <a:pt x="6802028" y="3142277"/>
                  </a:lnTo>
                  <a:lnTo>
                    <a:pt x="6801378" y="3142277"/>
                  </a:lnTo>
                  <a:lnTo>
                    <a:pt x="6800728" y="3142277"/>
                  </a:lnTo>
                  <a:lnTo>
                    <a:pt x="6800078" y="3142277"/>
                  </a:lnTo>
                  <a:lnTo>
                    <a:pt x="6799428" y="3142277"/>
                  </a:lnTo>
                  <a:lnTo>
                    <a:pt x="6798778" y="3142277"/>
                  </a:lnTo>
                  <a:lnTo>
                    <a:pt x="6798128" y="3142277"/>
                  </a:lnTo>
                  <a:lnTo>
                    <a:pt x="6797478" y="3142277"/>
                  </a:lnTo>
                  <a:lnTo>
                    <a:pt x="6796828" y="3142277"/>
                  </a:lnTo>
                  <a:lnTo>
                    <a:pt x="6796178" y="3142277"/>
                  </a:lnTo>
                  <a:lnTo>
                    <a:pt x="6795528" y="3142277"/>
                  </a:lnTo>
                  <a:lnTo>
                    <a:pt x="6794878" y="3142277"/>
                  </a:lnTo>
                  <a:lnTo>
                    <a:pt x="6794229" y="3142277"/>
                  </a:lnTo>
                  <a:lnTo>
                    <a:pt x="6793579" y="3142277"/>
                  </a:lnTo>
                  <a:lnTo>
                    <a:pt x="6792929" y="3142277"/>
                  </a:lnTo>
                  <a:lnTo>
                    <a:pt x="6792279" y="3142277"/>
                  </a:lnTo>
                  <a:lnTo>
                    <a:pt x="6791629" y="3142277"/>
                  </a:lnTo>
                  <a:lnTo>
                    <a:pt x="6790979" y="3142277"/>
                  </a:lnTo>
                  <a:lnTo>
                    <a:pt x="6790329" y="3142277"/>
                  </a:lnTo>
                  <a:lnTo>
                    <a:pt x="6789679" y="3142277"/>
                  </a:lnTo>
                  <a:lnTo>
                    <a:pt x="6789029" y="3142277"/>
                  </a:lnTo>
                  <a:lnTo>
                    <a:pt x="6788379" y="3142277"/>
                  </a:lnTo>
                  <a:lnTo>
                    <a:pt x="6787729" y="3142277"/>
                  </a:lnTo>
                  <a:lnTo>
                    <a:pt x="6787079" y="3142277"/>
                  </a:lnTo>
                  <a:lnTo>
                    <a:pt x="6786429" y="3142277"/>
                  </a:lnTo>
                  <a:lnTo>
                    <a:pt x="6785779" y="3142277"/>
                  </a:lnTo>
                  <a:lnTo>
                    <a:pt x="6785129" y="3142277"/>
                  </a:lnTo>
                  <a:lnTo>
                    <a:pt x="6784480" y="3142277"/>
                  </a:lnTo>
                  <a:lnTo>
                    <a:pt x="6783830" y="3142277"/>
                  </a:lnTo>
                  <a:lnTo>
                    <a:pt x="6783180" y="3142277"/>
                  </a:lnTo>
                  <a:lnTo>
                    <a:pt x="6782530" y="3142277"/>
                  </a:lnTo>
                  <a:lnTo>
                    <a:pt x="6781880" y="3142277"/>
                  </a:lnTo>
                  <a:lnTo>
                    <a:pt x="6781230" y="3142277"/>
                  </a:lnTo>
                  <a:lnTo>
                    <a:pt x="6780580" y="3142277"/>
                  </a:lnTo>
                  <a:lnTo>
                    <a:pt x="6779930" y="3142277"/>
                  </a:lnTo>
                  <a:lnTo>
                    <a:pt x="6779280" y="3142277"/>
                  </a:lnTo>
                  <a:lnTo>
                    <a:pt x="6778630" y="3142277"/>
                  </a:lnTo>
                  <a:lnTo>
                    <a:pt x="6777980" y="3142277"/>
                  </a:lnTo>
                  <a:lnTo>
                    <a:pt x="6777330" y="3142277"/>
                  </a:lnTo>
                  <a:lnTo>
                    <a:pt x="6776680" y="3142277"/>
                  </a:lnTo>
                  <a:lnTo>
                    <a:pt x="6776030" y="3142277"/>
                  </a:lnTo>
                  <a:lnTo>
                    <a:pt x="6775380" y="3142277"/>
                  </a:lnTo>
                  <a:lnTo>
                    <a:pt x="6774730" y="3142277"/>
                  </a:lnTo>
                  <a:lnTo>
                    <a:pt x="6774081" y="3142277"/>
                  </a:lnTo>
                  <a:lnTo>
                    <a:pt x="6773431" y="3142277"/>
                  </a:lnTo>
                  <a:lnTo>
                    <a:pt x="6772781" y="3142277"/>
                  </a:lnTo>
                  <a:lnTo>
                    <a:pt x="6772131" y="3142277"/>
                  </a:lnTo>
                  <a:lnTo>
                    <a:pt x="6771481" y="3142277"/>
                  </a:lnTo>
                  <a:lnTo>
                    <a:pt x="6770831" y="3142277"/>
                  </a:lnTo>
                  <a:lnTo>
                    <a:pt x="6770181" y="3142277"/>
                  </a:lnTo>
                  <a:lnTo>
                    <a:pt x="6769531" y="3142277"/>
                  </a:lnTo>
                  <a:lnTo>
                    <a:pt x="6768881" y="3142277"/>
                  </a:lnTo>
                  <a:lnTo>
                    <a:pt x="6768231" y="3142277"/>
                  </a:lnTo>
                  <a:lnTo>
                    <a:pt x="6767581" y="3142277"/>
                  </a:lnTo>
                  <a:lnTo>
                    <a:pt x="6766931" y="3142277"/>
                  </a:lnTo>
                  <a:lnTo>
                    <a:pt x="6766281" y="3142277"/>
                  </a:lnTo>
                  <a:lnTo>
                    <a:pt x="6765631" y="3142277"/>
                  </a:lnTo>
                  <a:lnTo>
                    <a:pt x="6764981" y="3142277"/>
                  </a:lnTo>
                  <a:lnTo>
                    <a:pt x="6764332" y="3142277"/>
                  </a:lnTo>
                  <a:lnTo>
                    <a:pt x="6763682" y="3142277"/>
                  </a:lnTo>
                  <a:lnTo>
                    <a:pt x="6763032" y="3142277"/>
                  </a:lnTo>
                  <a:lnTo>
                    <a:pt x="6762382" y="3142277"/>
                  </a:lnTo>
                  <a:lnTo>
                    <a:pt x="6761732" y="3142277"/>
                  </a:lnTo>
                  <a:lnTo>
                    <a:pt x="6761082" y="3142277"/>
                  </a:lnTo>
                  <a:lnTo>
                    <a:pt x="6760432" y="3142277"/>
                  </a:lnTo>
                  <a:lnTo>
                    <a:pt x="6759782" y="3142277"/>
                  </a:lnTo>
                  <a:lnTo>
                    <a:pt x="6759132" y="3142277"/>
                  </a:lnTo>
                  <a:lnTo>
                    <a:pt x="6758482" y="3142277"/>
                  </a:lnTo>
                  <a:lnTo>
                    <a:pt x="6757832" y="3142277"/>
                  </a:lnTo>
                  <a:lnTo>
                    <a:pt x="6757182" y="3142277"/>
                  </a:lnTo>
                  <a:lnTo>
                    <a:pt x="6756532" y="3142277"/>
                  </a:lnTo>
                  <a:lnTo>
                    <a:pt x="6755882" y="3142277"/>
                  </a:lnTo>
                  <a:lnTo>
                    <a:pt x="6755232" y="3142277"/>
                  </a:lnTo>
                  <a:lnTo>
                    <a:pt x="6754583" y="3142277"/>
                  </a:lnTo>
                  <a:lnTo>
                    <a:pt x="6753933" y="3142277"/>
                  </a:lnTo>
                  <a:lnTo>
                    <a:pt x="6753283" y="3142277"/>
                  </a:lnTo>
                  <a:lnTo>
                    <a:pt x="6752633" y="3142277"/>
                  </a:lnTo>
                  <a:lnTo>
                    <a:pt x="6751983" y="3142277"/>
                  </a:lnTo>
                  <a:lnTo>
                    <a:pt x="6751333" y="3142277"/>
                  </a:lnTo>
                  <a:lnTo>
                    <a:pt x="6750683" y="3142277"/>
                  </a:lnTo>
                  <a:lnTo>
                    <a:pt x="6750033" y="3142277"/>
                  </a:lnTo>
                  <a:lnTo>
                    <a:pt x="6749383" y="3142277"/>
                  </a:lnTo>
                  <a:lnTo>
                    <a:pt x="6748733" y="3142277"/>
                  </a:lnTo>
                  <a:lnTo>
                    <a:pt x="6748083" y="3142277"/>
                  </a:lnTo>
                  <a:lnTo>
                    <a:pt x="6747433" y="3142277"/>
                  </a:lnTo>
                  <a:lnTo>
                    <a:pt x="6746783" y="3142277"/>
                  </a:lnTo>
                  <a:lnTo>
                    <a:pt x="6746133" y="3142277"/>
                  </a:lnTo>
                  <a:lnTo>
                    <a:pt x="6745483" y="3142277"/>
                  </a:lnTo>
                  <a:lnTo>
                    <a:pt x="6744833" y="3142277"/>
                  </a:lnTo>
                  <a:lnTo>
                    <a:pt x="6744184" y="3142277"/>
                  </a:lnTo>
                  <a:lnTo>
                    <a:pt x="6743534" y="3142277"/>
                  </a:lnTo>
                  <a:lnTo>
                    <a:pt x="6742884" y="3142277"/>
                  </a:lnTo>
                  <a:lnTo>
                    <a:pt x="6742234" y="3142277"/>
                  </a:lnTo>
                  <a:lnTo>
                    <a:pt x="6741584" y="3142277"/>
                  </a:lnTo>
                  <a:lnTo>
                    <a:pt x="6740934" y="3142277"/>
                  </a:lnTo>
                  <a:lnTo>
                    <a:pt x="6740284" y="3142277"/>
                  </a:lnTo>
                  <a:lnTo>
                    <a:pt x="6739634" y="3142277"/>
                  </a:lnTo>
                  <a:lnTo>
                    <a:pt x="6738984" y="3142277"/>
                  </a:lnTo>
                  <a:lnTo>
                    <a:pt x="6738334" y="3142277"/>
                  </a:lnTo>
                  <a:lnTo>
                    <a:pt x="6737684" y="3142277"/>
                  </a:lnTo>
                  <a:lnTo>
                    <a:pt x="6737034" y="3142277"/>
                  </a:lnTo>
                  <a:lnTo>
                    <a:pt x="6736384" y="3142277"/>
                  </a:lnTo>
                  <a:lnTo>
                    <a:pt x="6735734" y="3142277"/>
                  </a:lnTo>
                  <a:lnTo>
                    <a:pt x="6735084" y="3142277"/>
                  </a:lnTo>
                  <a:lnTo>
                    <a:pt x="6734435" y="3142277"/>
                  </a:lnTo>
                  <a:lnTo>
                    <a:pt x="6733785" y="3142277"/>
                  </a:lnTo>
                  <a:lnTo>
                    <a:pt x="6733135" y="3142277"/>
                  </a:lnTo>
                  <a:lnTo>
                    <a:pt x="6732485" y="3142277"/>
                  </a:lnTo>
                  <a:lnTo>
                    <a:pt x="6731835" y="3142277"/>
                  </a:lnTo>
                  <a:lnTo>
                    <a:pt x="6731185" y="3142277"/>
                  </a:lnTo>
                  <a:lnTo>
                    <a:pt x="6730535" y="3142277"/>
                  </a:lnTo>
                  <a:lnTo>
                    <a:pt x="6729885" y="3142277"/>
                  </a:lnTo>
                  <a:lnTo>
                    <a:pt x="6729235" y="3142277"/>
                  </a:lnTo>
                  <a:lnTo>
                    <a:pt x="6728585" y="3142277"/>
                  </a:lnTo>
                  <a:lnTo>
                    <a:pt x="6727935" y="3142277"/>
                  </a:lnTo>
                  <a:lnTo>
                    <a:pt x="6727285" y="3142277"/>
                  </a:lnTo>
                  <a:lnTo>
                    <a:pt x="6726635" y="3142277"/>
                  </a:lnTo>
                  <a:lnTo>
                    <a:pt x="6725985" y="3142277"/>
                  </a:lnTo>
                  <a:lnTo>
                    <a:pt x="6725335" y="3142277"/>
                  </a:lnTo>
                  <a:lnTo>
                    <a:pt x="6724685" y="3142277"/>
                  </a:lnTo>
                  <a:lnTo>
                    <a:pt x="6724036" y="3142277"/>
                  </a:lnTo>
                  <a:lnTo>
                    <a:pt x="6723386" y="3142277"/>
                  </a:lnTo>
                  <a:lnTo>
                    <a:pt x="6722736" y="3142277"/>
                  </a:lnTo>
                  <a:lnTo>
                    <a:pt x="6722086" y="3142277"/>
                  </a:lnTo>
                  <a:lnTo>
                    <a:pt x="6721436" y="3142277"/>
                  </a:lnTo>
                  <a:lnTo>
                    <a:pt x="6720786" y="3142277"/>
                  </a:lnTo>
                  <a:lnTo>
                    <a:pt x="6720136" y="3142277"/>
                  </a:lnTo>
                  <a:lnTo>
                    <a:pt x="6719486" y="3142277"/>
                  </a:lnTo>
                  <a:lnTo>
                    <a:pt x="6718836" y="3142277"/>
                  </a:lnTo>
                  <a:lnTo>
                    <a:pt x="6718186" y="3142277"/>
                  </a:lnTo>
                  <a:lnTo>
                    <a:pt x="6717536" y="3142277"/>
                  </a:lnTo>
                  <a:lnTo>
                    <a:pt x="6716886" y="3142277"/>
                  </a:lnTo>
                  <a:lnTo>
                    <a:pt x="6716236" y="3142277"/>
                  </a:lnTo>
                  <a:lnTo>
                    <a:pt x="6715586" y="3142277"/>
                  </a:lnTo>
                  <a:lnTo>
                    <a:pt x="6714936" y="3142277"/>
                  </a:lnTo>
                  <a:lnTo>
                    <a:pt x="6714287" y="3142277"/>
                  </a:lnTo>
                  <a:lnTo>
                    <a:pt x="6713637" y="3142277"/>
                  </a:lnTo>
                  <a:lnTo>
                    <a:pt x="6712987" y="3142277"/>
                  </a:lnTo>
                  <a:lnTo>
                    <a:pt x="6712337" y="3142277"/>
                  </a:lnTo>
                  <a:lnTo>
                    <a:pt x="6711687" y="3142277"/>
                  </a:lnTo>
                  <a:lnTo>
                    <a:pt x="6711037" y="3142277"/>
                  </a:lnTo>
                  <a:lnTo>
                    <a:pt x="6710387" y="3142277"/>
                  </a:lnTo>
                  <a:lnTo>
                    <a:pt x="6709737" y="3142277"/>
                  </a:lnTo>
                  <a:lnTo>
                    <a:pt x="6709087" y="3142277"/>
                  </a:lnTo>
                  <a:lnTo>
                    <a:pt x="6708437" y="3142277"/>
                  </a:lnTo>
                  <a:lnTo>
                    <a:pt x="6707787" y="3142277"/>
                  </a:lnTo>
                  <a:lnTo>
                    <a:pt x="6707137" y="3142277"/>
                  </a:lnTo>
                  <a:lnTo>
                    <a:pt x="6706487" y="3142277"/>
                  </a:lnTo>
                  <a:lnTo>
                    <a:pt x="6705837" y="3142277"/>
                  </a:lnTo>
                  <a:lnTo>
                    <a:pt x="6705187" y="3142277"/>
                  </a:lnTo>
                  <a:lnTo>
                    <a:pt x="6704537" y="3142277"/>
                  </a:lnTo>
                  <a:lnTo>
                    <a:pt x="6703888" y="3142277"/>
                  </a:lnTo>
                  <a:lnTo>
                    <a:pt x="6703238" y="3142277"/>
                  </a:lnTo>
                  <a:lnTo>
                    <a:pt x="6702588" y="3142277"/>
                  </a:lnTo>
                  <a:lnTo>
                    <a:pt x="6701938" y="3142277"/>
                  </a:lnTo>
                  <a:lnTo>
                    <a:pt x="6701288" y="3142277"/>
                  </a:lnTo>
                  <a:lnTo>
                    <a:pt x="6700638" y="3142277"/>
                  </a:lnTo>
                  <a:lnTo>
                    <a:pt x="6699988" y="3142277"/>
                  </a:lnTo>
                  <a:lnTo>
                    <a:pt x="6699338" y="3142277"/>
                  </a:lnTo>
                  <a:lnTo>
                    <a:pt x="6698688" y="3142277"/>
                  </a:lnTo>
                  <a:lnTo>
                    <a:pt x="6698038" y="3142277"/>
                  </a:lnTo>
                  <a:lnTo>
                    <a:pt x="6697388" y="3142277"/>
                  </a:lnTo>
                  <a:lnTo>
                    <a:pt x="6696738" y="3142277"/>
                  </a:lnTo>
                  <a:lnTo>
                    <a:pt x="6696088" y="3142277"/>
                  </a:lnTo>
                  <a:lnTo>
                    <a:pt x="6695438" y="3142277"/>
                  </a:lnTo>
                  <a:lnTo>
                    <a:pt x="6694788" y="3142277"/>
                  </a:lnTo>
                  <a:lnTo>
                    <a:pt x="6694139" y="3142277"/>
                  </a:lnTo>
                  <a:lnTo>
                    <a:pt x="6693489" y="3142277"/>
                  </a:lnTo>
                  <a:lnTo>
                    <a:pt x="6692839" y="3142277"/>
                  </a:lnTo>
                  <a:lnTo>
                    <a:pt x="6692189" y="3142277"/>
                  </a:lnTo>
                  <a:lnTo>
                    <a:pt x="6691539" y="3142277"/>
                  </a:lnTo>
                  <a:lnTo>
                    <a:pt x="6690889" y="3142277"/>
                  </a:lnTo>
                  <a:lnTo>
                    <a:pt x="6690239" y="3142277"/>
                  </a:lnTo>
                  <a:lnTo>
                    <a:pt x="6689589" y="3142277"/>
                  </a:lnTo>
                  <a:lnTo>
                    <a:pt x="6688939" y="3142277"/>
                  </a:lnTo>
                  <a:lnTo>
                    <a:pt x="6688289" y="3142277"/>
                  </a:lnTo>
                  <a:lnTo>
                    <a:pt x="6687639" y="3142277"/>
                  </a:lnTo>
                  <a:lnTo>
                    <a:pt x="6686989" y="3142277"/>
                  </a:lnTo>
                  <a:lnTo>
                    <a:pt x="6686339" y="3142277"/>
                  </a:lnTo>
                  <a:lnTo>
                    <a:pt x="6685689" y="3142277"/>
                  </a:lnTo>
                  <a:lnTo>
                    <a:pt x="6685039" y="3142277"/>
                  </a:lnTo>
                  <a:lnTo>
                    <a:pt x="6684389" y="3142277"/>
                  </a:lnTo>
                  <a:lnTo>
                    <a:pt x="6683740" y="3142277"/>
                  </a:lnTo>
                  <a:lnTo>
                    <a:pt x="6683090" y="3142277"/>
                  </a:lnTo>
                  <a:lnTo>
                    <a:pt x="6682440" y="3142277"/>
                  </a:lnTo>
                  <a:lnTo>
                    <a:pt x="6681790" y="3142277"/>
                  </a:lnTo>
                  <a:lnTo>
                    <a:pt x="6681140" y="3142277"/>
                  </a:lnTo>
                  <a:lnTo>
                    <a:pt x="6680490" y="3142277"/>
                  </a:lnTo>
                  <a:lnTo>
                    <a:pt x="6679840" y="3142277"/>
                  </a:lnTo>
                  <a:lnTo>
                    <a:pt x="6679190" y="3142277"/>
                  </a:lnTo>
                  <a:lnTo>
                    <a:pt x="6678540" y="3142277"/>
                  </a:lnTo>
                  <a:lnTo>
                    <a:pt x="6677890" y="3142277"/>
                  </a:lnTo>
                  <a:lnTo>
                    <a:pt x="6677240" y="3142277"/>
                  </a:lnTo>
                  <a:lnTo>
                    <a:pt x="6676590" y="3142277"/>
                  </a:lnTo>
                  <a:lnTo>
                    <a:pt x="6675940" y="3142277"/>
                  </a:lnTo>
                  <a:lnTo>
                    <a:pt x="6675290" y="3142277"/>
                  </a:lnTo>
                  <a:lnTo>
                    <a:pt x="6674640" y="3142277"/>
                  </a:lnTo>
                  <a:lnTo>
                    <a:pt x="6673991" y="3142277"/>
                  </a:lnTo>
                  <a:lnTo>
                    <a:pt x="6673341" y="3142277"/>
                  </a:lnTo>
                  <a:lnTo>
                    <a:pt x="6672691" y="3142277"/>
                  </a:lnTo>
                  <a:lnTo>
                    <a:pt x="6672041" y="3142277"/>
                  </a:lnTo>
                  <a:lnTo>
                    <a:pt x="6671391" y="3142277"/>
                  </a:lnTo>
                  <a:lnTo>
                    <a:pt x="6670741" y="3142277"/>
                  </a:lnTo>
                  <a:lnTo>
                    <a:pt x="6670091" y="3142277"/>
                  </a:lnTo>
                  <a:lnTo>
                    <a:pt x="6669441" y="3142277"/>
                  </a:lnTo>
                  <a:lnTo>
                    <a:pt x="6668791" y="3142277"/>
                  </a:lnTo>
                  <a:lnTo>
                    <a:pt x="6668141" y="3142277"/>
                  </a:lnTo>
                  <a:lnTo>
                    <a:pt x="6667491" y="3142277"/>
                  </a:lnTo>
                  <a:lnTo>
                    <a:pt x="6666841" y="3142277"/>
                  </a:lnTo>
                  <a:lnTo>
                    <a:pt x="6666191" y="3142277"/>
                  </a:lnTo>
                  <a:lnTo>
                    <a:pt x="6665541" y="3142277"/>
                  </a:lnTo>
                  <a:lnTo>
                    <a:pt x="6664891" y="3142277"/>
                  </a:lnTo>
                  <a:lnTo>
                    <a:pt x="6664241" y="3142277"/>
                  </a:lnTo>
                  <a:lnTo>
                    <a:pt x="6663592" y="3142277"/>
                  </a:lnTo>
                  <a:lnTo>
                    <a:pt x="6662942" y="3142277"/>
                  </a:lnTo>
                  <a:lnTo>
                    <a:pt x="6662292" y="3142277"/>
                  </a:lnTo>
                  <a:lnTo>
                    <a:pt x="6661642" y="3142277"/>
                  </a:lnTo>
                  <a:lnTo>
                    <a:pt x="6660992" y="3142277"/>
                  </a:lnTo>
                  <a:lnTo>
                    <a:pt x="6660342" y="3142277"/>
                  </a:lnTo>
                  <a:lnTo>
                    <a:pt x="6659692" y="3142277"/>
                  </a:lnTo>
                  <a:lnTo>
                    <a:pt x="6659042" y="3142277"/>
                  </a:lnTo>
                  <a:lnTo>
                    <a:pt x="6658392" y="3142277"/>
                  </a:lnTo>
                  <a:lnTo>
                    <a:pt x="6657742" y="3142277"/>
                  </a:lnTo>
                  <a:lnTo>
                    <a:pt x="6657092" y="3142277"/>
                  </a:lnTo>
                  <a:lnTo>
                    <a:pt x="6656442" y="3142277"/>
                  </a:lnTo>
                  <a:lnTo>
                    <a:pt x="6655792" y="3142277"/>
                  </a:lnTo>
                  <a:lnTo>
                    <a:pt x="6655142" y="3142277"/>
                  </a:lnTo>
                  <a:lnTo>
                    <a:pt x="6654492" y="3142277"/>
                  </a:lnTo>
                  <a:lnTo>
                    <a:pt x="6653843" y="3142277"/>
                  </a:lnTo>
                  <a:lnTo>
                    <a:pt x="6653193" y="3142277"/>
                  </a:lnTo>
                  <a:lnTo>
                    <a:pt x="6652543" y="3142277"/>
                  </a:lnTo>
                  <a:lnTo>
                    <a:pt x="6651893" y="3142277"/>
                  </a:lnTo>
                  <a:lnTo>
                    <a:pt x="6651243" y="3142277"/>
                  </a:lnTo>
                  <a:lnTo>
                    <a:pt x="6650593" y="3142277"/>
                  </a:lnTo>
                  <a:lnTo>
                    <a:pt x="6649943" y="3142277"/>
                  </a:lnTo>
                  <a:lnTo>
                    <a:pt x="6649293" y="3142277"/>
                  </a:lnTo>
                  <a:lnTo>
                    <a:pt x="6648643" y="3142277"/>
                  </a:lnTo>
                  <a:lnTo>
                    <a:pt x="6647993" y="3142277"/>
                  </a:lnTo>
                  <a:lnTo>
                    <a:pt x="6647343" y="3142277"/>
                  </a:lnTo>
                  <a:lnTo>
                    <a:pt x="6646693" y="3142277"/>
                  </a:lnTo>
                  <a:lnTo>
                    <a:pt x="6646043" y="3142277"/>
                  </a:lnTo>
                  <a:lnTo>
                    <a:pt x="6645393" y="3142277"/>
                  </a:lnTo>
                  <a:lnTo>
                    <a:pt x="6644743" y="3142277"/>
                  </a:lnTo>
                  <a:lnTo>
                    <a:pt x="6644093" y="3142277"/>
                  </a:lnTo>
                  <a:lnTo>
                    <a:pt x="6643444" y="3142277"/>
                  </a:lnTo>
                  <a:lnTo>
                    <a:pt x="6642794" y="3142277"/>
                  </a:lnTo>
                  <a:lnTo>
                    <a:pt x="6642144" y="3142277"/>
                  </a:lnTo>
                  <a:lnTo>
                    <a:pt x="6641494" y="3142277"/>
                  </a:lnTo>
                  <a:lnTo>
                    <a:pt x="6640844" y="3142277"/>
                  </a:lnTo>
                  <a:lnTo>
                    <a:pt x="6640194" y="3142277"/>
                  </a:lnTo>
                  <a:lnTo>
                    <a:pt x="6639544" y="3142277"/>
                  </a:lnTo>
                  <a:lnTo>
                    <a:pt x="6638894" y="3142277"/>
                  </a:lnTo>
                  <a:lnTo>
                    <a:pt x="6638244" y="3142277"/>
                  </a:lnTo>
                  <a:lnTo>
                    <a:pt x="6637594" y="3142277"/>
                  </a:lnTo>
                  <a:lnTo>
                    <a:pt x="6636944" y="3142277"/>
                  </a:lnTo>
                  <a:lnTo>
                    <a:pt x="6636294" y="3142277"/>
                  </a:lnTo>
                  <a:lnTo>
                    <a:pt x="6635644" y="3142277"/>
                  </a:lnTo>
                  <a:lnTo>
                    <a:pt x="6634994" y="3142277"/>
                  </a:lnTo>
                  <a:lnTo>
                    <a:pt x="6634344" y="3142277"/>
                  </a:lnTo>
                  <a:lnTo>
                    <a:pt x="6633695" y="3142277"/>
                  </a:lnTo>
                  <a:lnTo>
                    <a:pt x="6633045" y="3142277"/>
                  </a:lnTo>
                  <a:lnTo>
                    <a:pt x="6632395" y="3142277"/>
                  </a:lnTo>
                  <a:lnTo>
                    <a:pt x="6631745" y="3142277"/>
                  </a:lnTo>
                  <a:lnTo>
                    <a:pt x="6631095" y="3142277"/>
                  </a:lnTo>
                  <a:lnTo>
                    <a:pt x="6630445" y="3142277"/>
                  </a:lnTo>
                  <a:lnTo>
                    <a:pt x="6629795" y="3142277"/>
                  </a:lnTo>
                  <a:lnTo>
                    <a:pt x="6629145" y="3142277"/>
                  </a:lnTo>
                  <a:lnTo>
                    <a:pt x="6628495" y="3142277"/>
                  </a:lnTo>
                  <a:lnTo>
                    <a:pt x="6627845" y="3142277"/>
                  </a:lnTo>
                  <a:lnTo>
                    <a:pt x="6627195" y="3142277"/>
                  </a:lnTo>
                  <a:lnTo>
                    <a:pt x="6626545" y="3142277"/>
                  </a:lnTo>
                  <a:lnTo>
                    <a:pt x="6625895" y="3142277"/>
                  </a:lnTo>
                  <a:lnTo>
                    <a:pt x="6625245" y="3142277"/>
                  </a:lnTo>
                  <a:lnTo>
                    <a:pt x="6624595" y="3142277"/>
                  </a:lnTo>
                  <a:lnTo>
                    <a:pt x="6623945" y="3142277"/>
                  </a:lnTo>
                  <a:lnTo>
                    <a:pt x="6623296" y="3142277"/>
                  </a:lnTo>
                  <a:lnTo>
                    <a:pt x="6622646" y="3142277"/>
                  </a:lnTo>
                  <a:lnTo>
                    <a:pt x="6621996" y="3142277"/>
                  </a:lnTo>
                  <a:lnTo>
                    <a:pt x="6621346" y="3142277"/>
                  </a:lnTo>
                  <a:lnTo>
                    <a:pt x="6620696" y="3142277"/>
                  </a:lnTo>
                  <a:lnTo>
                    <a:pt x="6620046" y="3142277"/>
                  </a:lnTo>
                  <a:lnTo>
                    <a:pt x="6619396" y="3142277"/>
                  </a:lnTo>
                  <a:lnTo>
                    <a:pt x="6618746" y="3142277"/>
                  </a:lnTo>
                  <a:lnTo>
                    <a:pt x="6618096" y="3142277"/>
                  </a:lnTo>
                  <a:lnTo>
                    <a:pt x="6617446" y="3142277"/>
                  </a:lnTo>
                  <a:lnTo>
                    <a:pt x="6616796" y="3142277"/>
                  </a:lnTo>
                  <a:lnTo>
                    <a:pt x="6616146" y="3142277"/>
                  </a:lnTo>
                  <a:lnTo>
                    <a:pt x="6615496" y="3142277"/>
                  </a:lnTo>
                  <a:lnTo>
                    <a:pt x="6614846" y="3142277"/>
                  </a:lnTo>
                  <a:lnTo>
                    <a:pt x="6614196" y="3142277"/>
                  </a:lnTo>
                  <a:lnTo>
                    <a:pt x="6613547" y="3142277"/>
                  </a:lnTo>
                  <a:lnTo>
                    <a:pt x="6612897" y="3142277"/>
                  </a:lnTo>
                  <a:lnTo>
                    <a:pt x="6612247" y="3142277"/>
                  </a:lnTo>
                  <a:lnTo>
                    <a:pt x="6611597" y="3142277"/>
                  </a:lnTo>
                  <a:lnTo>
                    <a:pt x="6610947" y="3142277"/>
                  </a:lnTo>
                  <a:lnTo>
                    <a:pt x="6610297" y="3142277"/>
                  </a:lnTo>
                  <a:lnTo>
                    <a:pt x="6609647" y="3142277"/>
                  </a:lnTo>
                  <a:lnTo>
                    <a:pt x="6608997" y="3142277"/>
                  </a:lnTo>
                  <a:lnTo>
                    <a:pt x="6608347" y="3142277"/>
                  </a:lnTo>
                  <a:lnTo>
                    <a:pt x="6607697" y="3142277"/>
                  </a:lnTo>
                  <a:lnTo>
                    <a:pt x="6607047" y="3142277"/>
                  </a:lnTo>
                  <a:lnTo>
                    <a:pt x="6606397" y="3142277"/>
                  </a:lnTo>
                  <a:lnTo>
                    <a:pt x="6605747" y="3142277"/>
                  </a:lnTo>
                  <a:lnTo>
                    <a:pt x="6605097" y="3142277"/>
                  </a:lnTo>
                  <a:lnTo>
                    <a:pt x="6604447" y="3142277"/>
                  </a:lnTo>
                  <a:lnTo>
                    <a:pt x="6603798" y="3142277"/>
                  </a:lnTo>
                  <a:lnTo>
                    <a:pt x="6603148" y="3142277"/>
                  </a:lnTo>
                  <a:lnTo>
                    <a:pt x="6602498" y="3142277"/>
                  </a:lnTo>
                  <a:lnTo>
                    <a:pt x="6601848" y="3142277"/>
                  </a:lnTo>
                  <a:lnTo>
                    <a:pt x="6601198" y="3142277"/>
                  </a:lnTo>
                  <a:lnTo>
                    <a:pt x="6600548" y="3142277"/>
                  </a:lnTo>
                  <a:lnTo>
                    <a:pt x="6599898" y="3142277"/>
                  </a:lnTo>
                  <a:lnTo>
                    <a:pt x="6599248" y="3142277"/>
                  </a:lnTo>
                  <a:lnTo>
                    <a:pt x="6598598" y="3142277"/>
                  </a:lnTo>
                  <a:lnTo>
                    <a:pt x="6597948" y="3142277"/>
                  </a:lnTo>
                  <a:lnTo>
                    <a:pt x="6597298" y="3142277"/>
                  </a:lnTo>
                  <a:lnTo>
                    <a:pt x="6596648" y="3142277"/>
                  </a:lnTo>
                  <a:lnTo>
                    <a:pt x="6595998" y="3142277"/>
                  </a:lnTo>
                  <a:lnTo>
                    <a:pt x="6595348" y="3142277"/>
                  </a:lnTo>
                  <a:lnTo>
                    <a:pt x="6594698" y="3142277"/>
                  </a:lnTo>
                  <a:lnTo>
                    <a:pt x="6594048" y="3142277"/>
                  </a:lnTo>
                  <a:lnTo>
                    <a:pt x="6593399" y="3142277"/>
                  </a:lnTo>
                  <a:lnTo>
                    <a:pt x="6592749" y="3142277"/>
                  </a:lnTo>
                  <a:lnTo>
                    <a:pt x="6592099" y="3142277"/>
                  </a:lnTo>
                  <a:lnTo>
                    <a:pt x="6591449" y="3142277"/>
                  </a:lnTo>
                  <a:lnTo>
                    <a:pt x="6590799" y="3142277"/>
                  </a:lnTo>
                  <a:lnTo>
                    <a:pt x="6590149" y="3142277"/>
                  </a:lnTo>
                  <a:lnTo>
                    <a:pt x="6589499" y="3142277"/>
                  </a:lnTo>
                  <a:lnTo>
                    <a:pt x="6588849" y="3142277"/>
                  </a:lnTo>
                  <a:lnTo>
                    <a:pt x="6588199" y="3142277"/>
                  </a:lnTo>
                  <a:lnTo>
                    <a:pt x="6587549" y="3142277"/>
                  </a:lnTo>
                  <a:lnTo>
                    <a:pt x="6586899" y="3142277"/>
                  </a:lnTo>
                  <a:lnTo>
                    <a:pt x="6586249" y="3142277"/>
                  </a:lnTo>
                  <a:lnTo>
                    <a:pt x="6585599" y="3142277"/>
                  </a:lnTo>
                  <a:lnTo>
                    <a:pt x="6584949" y="3142277"/>
                  </a:lnTo>
                  <a:lnTo>
                    <a:pt x="6584299" y="3142277"/>
                  </a:lnTo>
                  <a:lnTo>
                    <a:pt x="6583650" y="3142277"/>
                  </a:lnTo>
                  <a:lnTo>
                    <a:pt x="6583000" y="3142277"/>
                  </a:lnTo>
                  <a:lnTo>
                    <a:pt x="6582350" y="3142277"/>
                  </a:lnTo>
                  <a:lnTo>
                    <a:pt x="6581700" y="3142277"/>
                  </a:lnTo>
                  <a:lnTo>
                    <a:pt x="6581050" y="3142277"/>
                  </a:lnTo>
                  <a:lnTo>
                    <a:pt x="6580400" y="3142277"/>
                  </a:lnTo>
                  <a:lnTo>
                    <a:pt x="6579750" y="3142277"/>
                  </a:lnTo>
                  <a:lnTo>
                    <a:pt x="6579100" y="3142277"/>
                  </a:lnTo>
                  <a:lnTo>
                    <a:pt x="6578450" y="3142277"/>
                  </a:lnTo>
                  <a:lnTo>
                    <a:pt x="6577800" y="3142277"/>
                  </a:lnTo>
                  <a:lnTo>
                    <a:pt x="6577150" y="3142277"/>
                  </a:lnTo>
                  <a:lnTo>
                    <a:pt x="6576500" y="3142277"/>
                  </a:lnTo>
                  <a:lnTo>
                    <a:pt x="6575850" y="3142277"/>
                  </a:lnTo>
                  <a:lnTo>
                    <a:pt x="6575200" y="3142277"/>
                  </a:lnTo>
                  <a:lnTo>
                    <a:pt x="6574550" y="3142277"/>
                  </a:lnTo>
                  <a:lnTo>
                    <a:pt x="6573900" y="3142277"/>
                  </a:lnTo>
                  <a:lnTo>
                    <a:pt x="6573251" y="3142277"/>
                  </a:lnTo>
                  <a:lnTo>
                    <a:pt x="6572601" y="3142277"/>
                  </a:lnTo>
                  <a:lnTo>
                    <a:pt x="6571951" y="3142277"/>
                  </a:lnTo>
                  <a:lnTo>
                    <a:pt x="6571301" y="3142277"/>
                  </a:lnTo>
                  <a:lnTo>
                    <a:pt x="6570651" y="3142277"/>
                  </a:lnTo>
                  <a:lnTo>
                    <a:pt x="6570001" y="3142277"/>
                  </a:lnTo>
                  <a:lnTo>
                    <a:pt x="6569351" y="3142277"/>
                  </a:lnTo>
                  <a:lnTo>
                    <a:pt x="6568701" y="3142277"/>
                  </a:lnTo>
                  <a:lnTo>
                    <a:pt x="6568051" y="3142277"/>
                  </a:lnTo>
                  <a:lnTo>
                    <a:pt x="6567401" y="3142277"/>
                  </a:lnTo>
                  <a:lnTo>
                    <a:pt x="6566751" y="3142277"/>
                  </a:lnTo>
                  <a:lnTo>
                    <a:pt x="6566101" y="3142277"/>
                  </a:lnTo>
                  <a:lnTo>
                    <a:pt x="6565451" y="3142277"/>
                  </a:lnTo>
                  <a:lnTo>
                    <a:pt x="6564801" y="3142277"/>
                  </a:lnTo>
                  <a:lnTo>
                    <a:pt x="6564151" y="3142277"/>
                  </a:lnTo>
                  <a:lnTo>
                    <a:pt x="6563502" y="3142277"/>
                  </a:lnTo>
                  <a:lnTo>
                    <a:pt x="6562852" y="3142277"/>
                  </a:lnTo>
                  <a:lnTo>
                    <a:pt x="6562202" y="3142277"/>
                  </a:lnTo>
                  <a:lnTo>
                    <a:pt x="6561552" y="3142277"/>
                  </a:lnTo>
                  <a:lnTo>
                    <a:pt x="6560902" y="3142277"/>
                  </a:lnTo>
                  <a:lnTo>
                    <a:pt x="6560252" y="3142277"/>
                  </a:lnTo>
                  <a:lnTo>
                    <a:pt x="6559602" y="3142277"/>
                  </a:lnTo>
                  <a:lnTo>
                    <a:pt x="6558952" y="3142277"/>
                  </a:lnTo>
                  <a:lnTo>
                    <a:pt x="6558302" y="3142277"/>
                  </a:lnTo>
                  <a:lnTo>
                    <a:pt x="6557652" y="3142277"/>
                  </a:lnTo>
                  <a:lnTo>
                    <a:pt x="6557002" y="3142277"/>
                  </a:lnTo>
                  <a:lnTo>
                    <a:pt x="6556352" y="3142277"/>
                  </a:lnTo>
                  <a:lnTo>
                    <a:pt x="6555702" y="3142277"/>
                  </a:lnTo>
                  <a:lnTo>
                    <a:pt x="6555052" y="3142277"/>
                  </a:lnTo>
                  <a:lnTo>
                    <a:pt x="6554402" y="3142277"/>
                  </a:lnTo>
                  <a:lnTo>
                    <a:pt x="6553752" y="3142277"/>
                  </a:lnTo>
                  <a:lnTo>
                    <a:pt x="6553103" y="3142277"/>
                  </a:lnTo>
                  <a:lnTo>
                    <a:pt x="6552453" y="3142277"/>
                  </a:lnTo>
                  <a:lnTo>
                    <a:pt x="6551803" y="3142277"/>
                  </a:lnTo>
                  <a:lnTo>
                    <a:pt x="6551153" y="3142277"/>
                  </a:lnTo>
                  <a:lnTo>
                    <a:pt x="6550503" y="3142277"/>
                  </a:lnTo>
                  <a:lnTo>
                    <a:pt x="6549853" y="3142277"/>
                  </a:lnTo>
                  <a:lnTo>
                    <a:pt x="6549203" y="3142277"/>
                  </a:lnTo>
                  <a:lnTo>
                    <a:pt x="6548553" y="3142277"/>
                  </a:lnTo>
                  <a:lnTo>
                    <a:pt x="6547903" y="3142277"/>
                  </a:lnTo>
                  <a:lnTo>
                    <a:pt x="6547253" y="3142277"/>
                  </a:lnTo>
                  <a:lnTo>
                    <a:pt x="6546603" y="3142277"/>
                  </a:lnTo>
                  <a:lnTo>
                    <a:pt x="6545953" y="3142277"/>
                  </a:lnTo>
                  <a:lnTo>
                    <a:pt x="6545303" y="3142277"/>
                  </a:lnTo>
                  <a:lnTo>
                    <a:pt x="6544653" y="3142277"/>
                  </a:lnTo>
                  <a:lnTo>
                    <a:pt x="6544003" y="3142277"/>
                  </a:lnTo>
                  <a:lnTo>
                    <a:pt x="6543354" y="3142277"/>
                  </a:lnTo>
                  <a:lnTo>
                    <a:pt x="6542704" y="3142277"/>
                  </a:lnTo>
                  <a:lnTo>
                    <a:pt x="6542054" y="3142277"/>
                  </a:lnTo>
                  <a:lnTo>
                    <a:pt x="6541404" y="3142277"/>
                  </a:lnTo>
                  <a:lnTo>
                    <a:pt x="6540754" y="3142277"/>
                  </a:lnTo>
                  <a:lnTo>
                    <a:pt x="6540104" y="3142277"/>
                  </a:lnTo>
                  <a:lnTo>
                    <a:pt x="6539454" y="3142277"/>
                  </a:lnTo>
                  <a:lnTo>
                    <a:pt x="6538804" y="3142277"/>
                  </a:lnTo>
                  <a:lnTo>
                    <a:pt x="6538154" y="3142277"/>
                  </a:lnTo>
                  <a:lnTo>
                    <a:pt x="6537504" y="3142277"/>
                  </a:lnTo>
                  <a:lnTo>
                    <a:pt x="6536854" y="3142277"/>
                  </a:lnTo>
                  <a:lnTo>
                    <a:pt x="6536204" y="3142277"/>
                  </a:lnTo>
                  <a:lnTo>
                    <a:pt x="6535554" y="3142277"/>
                  </a:lnTo>
                  <a:lnTo>
                    <a:pt x="6534904" y="3142277"/>
                  </a:lnTo>
                  <a:lnTo>
                    <a:pt x="6534254" y="3142277"/>
                  </a:lnTo>
                  <a:lnTo>
                    <a:pt x="6533604" y="3142277"/>
                  </a:lnTo>
                  <a:lnTo>
                    <a:pt x="6532955" y="3142277"/>
                  </a:lnTo>
                  <a:lnTo>
                    <a:pt x="6532305" y="3142277"/>
                  </a:lnTo>
                  <a:lnTo>
                    <a:pt x="6531655" y="3142277"/>
                  </a:lnTo>
                  <a:lnTo>
                    <a:pt x="6531005" y="3142277"/>
                  </a:lnTo>
                  <a:lnTo>
                    <a:pt x="6530355" y="3142277"/>
                  </a:lnTo>
                  <a:lnTo>
                    <a:pt x="6529705" y="3142277"/>
                  </a:lnTo>
                  <a:lnTo>
                    <a:pt x="6529055" y="3142277"/>
                  </a:lnTo>
                  <a:lnTo>
                    <a:pt x="6528405" y="3142277"/>
                  </a:lnTo>
                  <a:lnTo>
                    <a:pt x="6527755" y="3142277"/>
                  </a:lnTo>
                  <a:lnTo>
                    <a:pt x="6527105" y="3142277"/>
                  </a:lnTo>
                  <a:lnTo>
                    <a:pt x="6526455" y="3142277"/>
                  </a:lnTo>
                  <a:lnTo>
                    <a:pt x="6525805" y="3142277"/>
                  </a:lnTo>
                  <a:lnTo>
                    <a:pt x="6525155" y="3142277"/>
                  </a:lnTo>
                  <a:lnTo>
                    <a:pt x="6524505" y="3142277"/>
                  </a:lnTo>
                  <a:lnTo>
                    <a:pt x="6523855" y="3142277"/>
                  </a:lnTo>
                  <a:lnTo>
                    <a:pt x="6523206" y="3142277"/>
                  </a:lnTo>
                  <a:lnTo>
                    <a:pt x="6522556" y="3142277"/>
                  </a:lnTo>
                  <a:lnTo>
                    <a:pt x="6521906" y="3142277"/>
                  </a:lnTo>
                  <a:lnTo>
                    <a:pt x="6521256" y="3142277"/>
                  </a:lnTo>
                  <a:lnTo>
                    <a:pt x="6520606" y="3142277"/>
                  </a:lnTo>
                  <a:lnTo>
                    <a:pt x="6519956" y="3142277"/>
                  </a:lnTo>
                  <a:lnTo>
                    <a:pt x="6519306" y="3142277"/>
                  </a:lnTo>
                  <a:lnTo>
                    <a:pt x="6518656" y="3142277"/>
                  </a:lnTo>
                  <a:lnTo>
                    <a:pt x="6518006" y="3142277"/>
                  </a:lnTo>
                  <a:lnTo>
                    <a:pt x="6517356" y="3142277"/>
                  </a:lnTo>
                  <a:lnTo>
                    <a:pt x="6516706" y="3142277"/>
                  </a:lnTo>
                  <a:lnTo>
                    <a:pt x="6516056" y="3142277"/>
                  </a:lnTo>
                  <a:lnTo>
                    <a:pt x="6515406" y="3142277"/>
                  </a:lnTo>
                  <a:lnTo>
                    <a:pt x="6514756" y="3142277"/>
                  </a:lnTo>
                  <a:lnTo>
                    <a:pt x="6514106" y="3142277"/>
                  </a:lnTo>
                  <a:lnTo>
                    <a:pt x="6513456" y="3142277"/>
                  </a:lnTo>
                  <a:lnTo>
                    <a:pt x="6512807" y="3142277"/>
                  </a:lnTo>
                  <a:lnTo>
                    <a:pt x="6512157" y="3142277"/>
                  </a:lnTo>
                  <a:lnTo>
                    <a:pt x="6511507" y="3142277"/>
                  </a:lnTo>
                  <a:lnTo>
                    <a:pt x="6510857" y="3142277"/>
                  </a:lnTo>
                  <a:lnTo>
                    <a:pt x="6510207" y="3142277"/>
                  </a:lnTo>
                  <a:lnTo>
                    <a:pt x="6509557" y="3142277"/>
                  </a:lnTo>
                  <a:lnTo>
                    <a:pt x="6508907" y="3142277"/>
                  </a:lnTo>
                  <a:lnTo>
                    <a:pt x="6508257" y="3142277"/>
                  </a:lnTo>
                  <a:lnTo>
                    <a:pt x="6507607" y="3142277"/>
                  </a:lnTo>
                  <a:lnTo>
                    <a:pt x="6506957" y="3142277"/>
                  </a:lnTo>
                  <a:lnTo>
                    <a:pt x="6506307" y="3142277"/>
                  </a:lnTo>
                  <a:lnTo>
                    <a:pt x="6505657" y="3142277"/>
                  </a:lnTo>
                  <a:lnTo>
                    <a:pt x="6505007" y="3142277"/>
                  </a:lnTo>
                  <a:lnTo>
                    <a:pt x="6504357" y="3142277"/>
                  </a:lnTo>
                  <a:lnTo>
                    <a:pt x="6503707" y="3142277"/>
                  </a:lnTo>
                  <a:lnTo>
                    <a:pt x="6503058" y="3142277"/>
                  </a:lnTo>
                  <a:lnTo>
                    <a:pt x="6502408" y="3142277"/>
                  </a:lnTo>
                  <a:lnTo>
                    <a:pt x="6501758" y="3142277"/>
                  </a:lnTo>
                  <a:lnTo>
                    <a:pt x="6501108" y="3142277"/>
                  </a:lnTo>
                  <a:lnTo>
                    <a:pt x="6500458" y="3142277"/>
                  </a:lnTo>
                  <a:lnTo>
                    <a:pt x="6499808" y="3142277"/>
                  </a:lnTo>
                  <a:lnTo>
                    <a:pt x="6499158" y="3142277"/>
                  </a:lnTo>
                  <a:lnTo>
                    <a:pt x="6498508" y="3142277"/>
                  </a:lnTo>
                  <a:lnTo>
                    <a:pt x="6497858" y="3142277"/>
                  </a:lnTo>
                  <a:lnTo>
                    <a:pt x="6497208" y="3142277"/>
                  </a:lnTo>
                  <a:lnTo>
                    <a:pt x="6496558" y="3142277"/>
                  </a:lnTo>
                  <a:lnTo>
                    <a:pt x="6495908" y="3142277"/>
                  </a:lnTo>
                  <a:lnTo>
                    <a:pt x="6495258" y="3142277"/>
                  </a:lnTo>
                  <a:lnTo>
                    <a:pt x="6494608" y="3142277"/>
                  </a:lnTo>
                  <a:lnTo>
                    <a:pt x="6493958" y="3142277"/>
                  </a:lnTo>
                  <a:lnTo>
                    <a:pt x="6493308" y="3142277"/>
                  </a:lnTo>
                  <a:lnTo>
                    <a:pt x="6492659" y="3142277"/>
                  </a:lnTo>
                  <a:lnTo>
                    <a:pt x="6492009" y="3142277"/>
                  </a:lnTo>
                  <a:lnTo>
                    <a:pt x="6491359" y="3142277"/>
                  </a:lnTo>
                  <a:lnTo>
                    <a:pt x="6490709" y="3142277"/>
                  </a:lnTo>
                  <a:lnTo>
                    <a:pt x="6490059" y="3142277"/>
                  </a:lnTo>
                  <a:lnTo>
                    <a:pt x="6489409" y="3142277"/>
                  </a:lnTo>
                  <a:lnTo>
                    <a:pt x="6488759" y="3142277"/>
                  </a:lnTo>
                  <a:lnTo>
                    <a:pt x="6488109" y="3142277"/>
                  </a:lnTo>
                  <a:lnTo>
                    <a:pt x="6487459" y="3142277"/>
                  </a:lnTo>
                  <a:lnTo>
                    <a:pt x="6486809" y="3142277"/>
                  </a:lnTo>
                  <a:lnTo>
                    <a:pt x="6486159" y="3142277"/>
                  </a:lnTo>
                  <a:lnTo>
                    <a:pt x="6485509" y="3142277"/>
                  </a:lnTo>
                  <a:lnTo>
                    <a:pt x="6484859" y="3142277"/>
                  </a:lnTo>
                  <a:lnTo>
                    <a:pt x="6484209" y="3142277"/>
                  </a:lnTo>
                  <a:lnTo>
                    <a:pt x="6483559" y="3142277"/>
                  </a:lnTo>
                  <a:lnTo>
                    <a:pt x="6482910" y="3142277"/>
                  </a:lnTo>
                  <a:lnTo>
                    <a:pt x="6482260" y="3142277"/>
                  </a:lnTo>
                  <a:lnTo>
                    <a:pt x="6481610" y="3142277"/>
                  </a:lnTo>
                  <a:lnTo>
                    <a:pt x="6480960" y="3142277"/>
                  </a:lnTo>
                  <a:lnTo>
                    <a:pt x="6480310" y="3142277"/>
                  </a:lnTo>
                  <a:lnTo>
                    <a:pt x="6479660" y="3142277"/>
                  </a:lnTo>
                  <a:lnTo>
                    <a:pt x="6479010" y="3142277"/>
                  </a:lnTo>
                  <a:lnTo>
                    <a:pt x="6478360" y="3142277"/>
                  </a:lnTo>
                  <a:lnTo>
                    <a:pt x="6477710" y="3142277"/>
                  </a:lnTo>
                  <a:lnTo>
                    <a:pt x="6477060" y="3142277"/>
                  </a:lnTo>
                  <a:lnTo>
                    <a:pt x="6476410" y="3142277"/>
                  </a:lnTo>
                  <a:lnTo>
                    <a:pt x="6475760" y="3142277"/>
                  </a:lnTo>
                  <a:lnTo>
                    <a:pt x="6475110" y="3142277"/>
                  </a:lnTo>
                  <a:lnTo>
                    <a:pt x="6474460" y="3142277"/>
                  </a:lnTo>
                  <a:lnTo>
                    <a:pt x="6473810" y="3142277"/>
                  </a:lnTo>
                  <a:lnTo>
                    <a:pt x="6473161" y="3142277"/>
                  </a:lnTo>
                  <a:lnTo>
                    <a:pt x="6472511" y="3142277"/>
                  </a:lnTo>
                  <a:lnTo>
                    <a:pt x="6471861" y="3142277"/>
                  </a:lnTo>
                  <a:lnTo>
                    <a:pt x="6471211" y="3142277"/>
                  </a:lnTo>
                  <a:lnTo>
                    <a:pt x="6470561" y="3142277"/>
                  </a:lnTo>
                  <a:lnTo>
                    <a:pt x="6469911" y="3142277"/>
                  </a:lnTo>
                  <a:lnTo>
                    <a:pt x="6469261" y="3142277"/>
                  </a:lnTo>
                  <a:lnTo>
                    <a:pt x="6468611" y="3142277"/>
                  </a:lnTo>
                  <a:lnTo>
                    <a:pt x="6467961" y="3142277"/>
                  </a:lnTo>
                  <a:lnTo>
                    <a:pt x="6467311" y="3142277"/>
                  </a:lnTo>
                  <a:lnTo>
                    <a:pt x="6466661" y="3142277"/>
                  </a:lnTo>
                  <a:lnTo>
                    <a:pt x="6466011" y="3142277"/>
                  </a:lnTo>
                  <a:lnTo>
                    <a:pt x="6465361" y="3142277"/>
                  </a:lnTo>
                  <a:lnTo>
                    <a:pt x="6464711" y="3142277"/>
                  </a:lnTo>
                  <a:lnTo>
                    <a:pt x="6464061" y="3142277"/>
                  </a:lnTo>
                  <a:lnTo>
                    <a:pt x="6463411" y="3142277"/>
                  </a:lnTo>
                  <a:lnTo>
                    <a:pt x="6462762" y="3142277"/>
                  </a:lnTo>
                  <a:lnTo>
                    <a:pt x="6462112" y="3142277"/>
                  </a:lnTo>
                  <a:lnTo>
                    <a:pt x="6461462" y="3142277"/>
                  </a:lnTo>
                  <a:lnTo>
                    <a:pt x="6460812" y="3142277"/>
                  </a:lnTo>
                  <a:lnTo>
                    <a:pt x="6460162" y="3142277"/>
                  </a:lnTo>
                  <a:lnTo>
                    <a:pt x="6459512" y="3142277"/>
                  </a:lnTo>
                  <a:lnTo>
                    <a:pt x="6458862" y="3142277"/>
                  </a:lnTo>
                  <a:lnTo>
                    <a:pt x="6458212" y="3142277"/>
                  </a:lnTo>
                  <a:lnTo>
                    <a:pt x="6457562" y="3142277"/>
                  </a:lnTo>
                  <a:lnTo>
                    <a:pt x="6456912" y="3142277"/>
                  </a:lnTo>
                  <a:lnTo>
                    <a:pt x="6456262" y="3142277"/>
                  </a:lnTo>
                  <a:lnTo>
                    <a:pt x="6455612" y="3142277"/>
                  </a:lnTo>
                  <a:lnTo>
                    <a:pt x="6454962" y="3142277"/>
                  </a:lnTo>
                  <a:lnTo>
                    <a:pt x="6454312" y="3142277"/>
                  </a:lnTo>
                  <a:lnTo>
                    <a:pt x="6453662" y="3142277"/>
                  </a:lnTo>
                  <a:lnTo>
                    <a:pt x="6453013" y="3142277"/>
                  </a:lnTo>
                  <a:lnTo>
                    <a:pt x="6452363" y="3142277"/>
                  </a:lnTo>
                  <a:lnTo>
                    <a:pt x="6451713" y="3142277"/>
                  </a:lnTo>
                  <a:lnTo>
                    <a:pt x="6451063" y="3142277"/>
                  </a:lnTo>
                  <a:lnTo>
                    <a:pt x="6450413" y="3142277"/>
                  </a:lnTo>
                  <a:lnTo>
                    <a:pt x="6449763" y="3142277"/>
                  </a:lnTo>
                  <a:lnTo>
                    <a:pt x="6449113" y="3142277"/>
                  </a:lnTo>
                  <a:lnTo>
                    <a:pt x="6448463" y="3142277"/>
                  </a:lnTo>
                  <a:lnTo>
                    <a:pt x="6447813" y="3142277"/>
                  </a:lnTo>
                  <a:lnTo>
                    <a:pt x="6447163" y="3142277"/>
                  </a:lnTo>
                  <a:lnTo>
                    <a:pt x="6446513" y="3142277"/>
                  </a:lnTo>
                  <a:lnTo>
                    <a:pt x="6445863" y="3142277"/>
                  </a:lnTo>
                  <a:lnTo>
                    <a:pt x="6445213" y="3142277"/>
                  </a:lnTo>
                  <a:lnTo>
                    <a:pt x="6444563" y="3142277"/>
                  </a:lnTo>
                  <a:lnTo>
                    <a:pt x="6443913" y="3142277"/>
                  </a:lnTo>
                  <a:lnTo>
                    <a:pt x="6443263" y="3142277"/>
                  </a:lnTo>
                  <a:lnTo>
                    <a:pt x="6442614" y="3142277"/>
                  </a:lnTo>
                  <a:lnTo>
                    <a:pt x="6441964" y="3142277"/>
                  </a:lnTo>
                  <a:lnTo>
                    <a:pt x="6441314" y="3142277"/>
                  </a:lnTo>
                  <a:lnTo>
                    <a:pt x="6440664" y="3142277"/>
                  </a:lnTo>
                  <a:lnTo>
                    <a:pt x="6440014" y="3142277"/>
                  </a:lnTo>
                  <a:lnTo>
                    <a:pt x="6439364" y="3142277"/>
                  </a:lnTo>
                  <a:lnTo>
                    <a:pt x="6438714" y="3142277"/>
                  </a:lnTo>
                  <a:lnTo>
                    <a:pt x="6438064" y="3142277"/>
                  </a:lnTo>
                  <a:lnTo>
                    <a:pt x="6437414" y="3142277"/>
                  </a:lnTo>
                  <a:lnTo>
                    <a:pt x="6436764" y="3142277"/>
                  </a:lnTo>
                  <a:lnTo>
                    <a:pt x="6436114" y="3142277"/>
                  </a:lnTo>
                  <a:lnTo>
                    <a:pt x="6435464" y="3142277"/>
                  </a:lnTo>
                  <a:lnTo>
                    <a:pt x="6434814" y="3142277"/>
                  </a:lnTo>
                  <a:lnTo>
                    <a:pt x="6434164" y="3142277"/>
                  </a:lnTo>
                  <a:lnTo>
                    <a:pt x="6433514" y="3142277"/>
                  </a:lnTo>
                  <a:lnTo>
                    <a:pt x="6432865" y="3142277"/>
                  </a:lnTo>
                  <a:lnTo>
                    <a:pt x="6432215" y="3142277"/>
                  </a:lnTo>
                  <a:lnTo>
                    <a:pt x="6431565" y="3142277"/>
                  </a:lnTo>
                  <a:lnTo>
                    <a:pt x="6430915" y="3142277"/>
                  </a:lnTo>
                  <a:lnTo>
                    <a:pt x="6430265" y="3142277"/>
                  </a:lnTo>
                  <a:lnTo>
                    <a:pt x="6429615" y="3142277"/>
                  </a:lnTo>
                  <a:lnTo>
                    <a:pt x="6428965" y="3142277"/>
                  </a:lnTo>
                  <a:lnTo>
                    <a:pt x="6428315" y="3142277"/>
                  </a:lnTo>
                  <a:lnTo>
                    <a:pt x="6427665" y="3142277"/>
                  </a:lnTo>
                  <a:lnTo>
                    <a:pt x="6427015" y="3142277"/>
                  </a:lnTo>
                  <a:lnTo>
                    <a:pt x="6426365" y="3142277"/>
                  </a:lnTo>
                  <a:lnTo>
                    <a:pt x="6425715" y="3142277"/>
                  </a:lnTo>
                  <a:lnTo>
                    <a:pt x="6425065" y="3142277"/>
                  </a:lnTo>
                  <a:lnTo>
                    <a:pt x="6424415" y="3142277"/>
                  </a:lnTo>
                  <a:lnTo>
                    <a:pt x="6423765" y="3142277"/>
                  </a:lnTo>
                  <a:lnTo>
                    <a:pt x="6423115" y="3142277"/>
                  </a:lnTo>
                  <a:lnTo>
                    <a:pt x="6422466" y="3142277"/>
                  </a:lnTo>
                  <a:lnTo>
                    <a:pt x="6421816" y="3142277"/>
                  </a:lnTo>
                  <a:lnTo>
                    <a:pt x="6421166" y="3142277"/>
                  </a:lnTo>
                  <a:lnTo>
                    <a:pt x="6420516" y="3142277"/>
                  </a:lnTo>
                  <a:lnTo>
                    <a:pt x="6419866" y="3142277"/>
                  </a:lnTo>
                  <a:lnTo>
                    <a:pt x="6419216" y="3142277"/>
                  </a:lnTo>
                  <a:lnTo>
                    <a:pt x="6418566" y="3142277"/>
                  </a:lnTo>
                  <a:lnTo>
                    <a:pt x="6417916" y="3142277"/>
                  </a:lnTo>
                  <a:lnTo>
                    <a:pt x="6417266" y="3142277"/>
                  </a:lnTo>
                  <a:lnTo>
                    <a:pt x="6416616" y="3142277"/>
                  </a:lnTo>
                  <a:lnTo>
                    <a:pt x="6415966" y="3142277"/>
                  </a:lnTo>
                  <a:lnTo>
                    <a:pt x="6415316" y="3142277"/>
                  </a:lnTo>
                  <a:lnTo>
                    <a:pt x="6414666" y="3142277"/>
                  </a:lnTo>
                  <a:lnTo>
                    <a:pt x="6414016" y="3142277"/>
                  </a:lnTo>
                  <a:lnTo>
                    <a:pt x="6413366" y="3142277"/>
                  </a:lnTo>
                  <a:lnTo>
                    <a:pt x="6412717" y="3142277"/>
                  </a:lnTo>
                  <a:lnTo>
                    <a:pt x="6412067" y="3142277"/>
                  </a:lnTo>
                  <a:lnTo>
                    <a:pt x="6411417" y="3142277"/>
                  </a:lnTo>
                  <a:lnTo>
                    <a:pt x="6410767" y="3142277"/>
                  </a:lnTo>
                  <a:lnTo>
                    <a:pt x="6410117" y="3142277"/>
                  </a:lnTo>
                  <a:lnTo>
                    <a:pt x="6409467" y="3142277"/>
                  </a:lnTo>
                  <a:lnTo>
                    <a:pt x="6408817" y="3142277"/>
                  </a:lnTo>
                  <a:lnTo>
                    <a:pt x="6408167" y="3142277"/>
                  </a:lnTo>
                  <a:lnTo>
                    <a:pt x="6407517" y="3142277"/>
                  </a:lnTo>
                  <a:lnTo>
                    <a:pt x="6406867" y="3142277"/>
                  </a:lnTo>
                  <a:lnTo>
                    <a:pt x="6406217" y="3142277"/>
                  </a:lnTo>
                  <a:lnTo>
                    <a:pt x="6405567" y="3142277"/>
                  </a:lnTo>
                  <a:lnTo>
                    <a:pt x="6404917" y="3142277"/>
                  </a:lnTo>
                  <a:lnTo>
                    <a:pt x="6404267" y="3142277"/>
                  </a:lnTo>
                  <a:lnTo>
                    <a:pt x="6403617" y="3142277"/>
                  </a:lnTo>
                  <a:lnTo>
                    <a:pt x="6402967" y="3142277"/>
                  </a:lnTo>
                  <a:lnTo>
                    <a:pt x="6402318" y="3142277"/>
                  </a:lnTo>
                  <a:lnTo>
                    <a:pt x="6401668" y="3142277"/>
                  </a:lnTo>
                  <a:lnTo>
                    <a:pt x="6401018" y="3142277"/>
                  </a:lnTo>
                  <a:lnTo>
                    <a:pt x="6400368" y="3142277"/>
                  </a:lnTo>
                  <a:lnTo>
                    <a:pt x="6399718" y="3142277"/>
                  </a:lnTo>
                  <a:lnTo>
                    <a:pt x="6399068" y="3142277"/>
                  </a:lnTo>
                  <a:lnTo>
                    <a:pt x="6398418" y="3142277"/>
                  </a:lnTo>
                  <a:lnTo>
                    <a:pt x="6397768" y="3142277"/>
                  </a:lnTo>
                  <a:lnTo>
                    <a:pt x="6397118" y="3142277"/>
                  </a:lnTo>
                  <a:lnTo>
                    <a:pt x="6396468" y="3142277"/>
                  </a:lnTo>
                  <a:lnTo>
                    <a:pt x="6395818" y="3142277"/>
                  </a:lnTo>
                  <a:lnTo>
                    <a:pt x="6395168" y="3142277"/>
                  </a:lnTo>
                  <a:lnTo>
                    <a:pt x="6394518" y="3142277"/>
                  </a:lnTo>
                  <a:lnTo>
                    <a:pt x="6393868" y="3142277"/>
                  </a:lnTo>
                  <a:lnTo>
                    <a:pt x="6393218" y="3142277"/>
                  </a:lnTo>
                  <a:lnTo>
                    <a:pt x="6392569" y="3142277"/>
                  </a:lnTo>
                  <a:lnTo>
                    <a:pt x="6391919" y="3142277"/>
                  </a:lnTo>
                  <a:lnTo>
                    <a:pt x="6391269" y="3142277"/>
                  </a:lnTo>
                  <a:lnTo>
                    <a:pt x="6390619" y="3142277"/>
                  </a:lnTo>
                  <a:lnTo>
                    <a:pt x="6389969" y="3142277"/>
                  </a:lnTo>
                  <a:lnTo>
                    <a:pt x="6389319" y="3142277"/>
                  </a:lnTo>
                  <a:lnTo>
                    <a:pt x="6388669" y="3142277"/>
                  </a:lnTo>
                  <a:lnTo>
                    <a:pt x="6388019" y="3142277"/>
                  </a:lnTo>
                  <a:lnTo>
                    <a:pt x="6387369" y="3142277"/>
                  </a:lnTo>
                  <a:lnTo>
                    <a:pt x="6386719" y="3142277"/>
                  </a:lnTo>
                  <a:lnTo>
                    <a:pt x="6386069" y="3142277"/>
                  </a:lnTo>
                  <a:lnTo>
                    <a:pt x="6385419" y="3142277"/>
                  </a:lnTo>
                  <a:lnTo>
                    <a:pt x="6384769" y="3142277"/>
                  </a:lnTo>
                  <a:lnTo>
                    <a:pt x="6384119" y="3142277"/>
                  </a:lnTo>
                  <a:lnTo>
                    <a:pt x="6383469" y="3142277"/>
                  </a:lnTo>
                  <a:lnTo>
                    <a:pt x="6382819" y="3142277"/>
                  </a:lnTo>
                  <a:lnTo>
                    <a:pt x="6382170" y="3142277"/>
                  </a:lnTo>
                  <a:lnTo>
                    <a:pt x="6381520" y="3142277"/>
                  </a:lnTo>
                  <a:lnTo>
                    <a:pt x="6380870" y="3142277"/>
                  </a:lnTo>
                  <a:lnTo>
                    <a:pt x="6380220" y="3142277"/>
                  </a:lnTo>
                  <a:lnTo>
                    <a:pt x="6379570" y="3142277"/>
                  </a:lnTo>
                  <a:lnTo>
                    <a:pt x="6378920" y="3142277"/>
                  </a:lnTo>
                  <a:lnTo>
                    <a:pt x="6378270" y="3142277"/>
                  </a:lnTo>
                  <a:lnTo>
                    <a:pt x="6377620" y="3142277"/>
                  </a:lnTo>
                  <a:lnTo>
                    <a:pt x="6376970" y="3142277"/>
                  </a:lnTo>
                  <a:lnTo>
                    <a:pt x="6376320" y="3142277"/>
                  </a:lnTo>
                  <a:lnTo>
                    <a:pt x="6375670" y="3142277"/>
                  </a:lnTo>
                  <a:lnTo>
                    <a:pt x="6375020" y="3142277"/>
                  </a:lnTo>
                  <a:lnTo>
                    <a:pt x="6374370" y="3142277"/>
                  </a:lnTo>
                  <a:lnTo>
                    <a:pt x="6373720" y="3142277"/>
                  </a:lnTo>
                  <a:lnTo>
                    <a:pt x="6373070" y="3142277"/>
                  </a:lnTo>
                  <a:lnTo>
                    <a:pt x="6372421" y="3142277"/>
                  </a:lnTo>
                  <a:lnTo>
                    <a:pt x="6371771" y="3142277"/>
                  </a:lnTo>
                  <a:lnTo>
                    <a:pt x="6371121" y="3142277"/>
                  </a:lnTo>
                  <a:lnTo>
                    <a:pt x="6370471" y="3142277"/>
                  </a:lnTo>
                  <a:lnTo>
                    <a:pt x="6369821" y="3142277"/>
                  </a:lnTo>
                  <a:lnTo>
                    <a:pt x="6369171" y="3142277"/>
                  </a:lnTo>
                  <a:lnTo>
                    <a:pt x="6368521" y="3142277"/>
                  </a:lnTo>
                  <a:lnTo>
                    <a:pt x="6367871" y="3142277"/>
                  </a:lnTo>
                  <a:lnTo>
                    <a:pt x="6367221" y="3142277"/>
                  </a:lnTo>
                  <a:lnTo>
                    <a:pt x="6366571" y="3142277"/>
                  </a:lnTo>
                  <a:lnTo>
                    <a:pt x="6365921" y="3142277"/>
                  </a:lnTo>
                  <a:lnTo>
                    <a:pt x="6365271" y="3142277"/>
                  </a:lnTo>
                  <a:lnTo>
                    <a:pt x="6364621" y="3142277"/>
                  </a:lnTo>
                  <a:lnTo>
                    <a:pt x="6363971" y="3142277"/>
                  </a:lnTo>
                  <a:lnTo>
                    <a:pt x="6363321" y="3142277"/>
                  </a:lnTo>
                  <a:lnTo>
                    <a:pt x="6362671" y="3142277"/>
                  </a:lnTo>
                  <a:lnTo>
                    <a:pt x="6362022" y="3142277"/>
                  </a:lnTo>
                  <a:lnTo>
                    <a:pt x="6361372" y="3142277"/>
                  </a:lnTo>
                  <a:lnTo>
                    <a:pt x="6360722" y="3142277"/>
                  </a:lnTo>
                  <a:lnTo>
                    <a:pt x="6360072" y="3142277"/>
                  </a:lnTo>
                  <a:lnTo>
                    <a:pt x="6359422" y="3142277"/>
                  </a:lnTo>
                  <a:lnTo>
                    <a:pt x="6358772" y="3142277"/>
                  </a:lnTo>
                  <a:lnTo>
                    <a:pt x="6358122" y="3142277"/>
                  </a:lnTo>
                  <a:lnTo>
                    <a:pt x="6357472" y="3142277"/>
                  </a:lnTo>
                  <a:lnTo>
                    <a:pt x="6356822" y="3142277"/>
                  </a:lnTo>
                  <a:lnTo>
                    <a:pt x="6356172" y="3142277"/>
                  </a:lnTo>
                  <a:lnTo>
                    <a:pt x="6355522" y="3142277"/>
                  </a:lnTo>
                  <a:lnTo>
                    <a:pt x="6354872" y="3142277"/>
                  </a:lnTo>
                  <a:lnTo>
                    <a:pt x="6354222" y="3142277"/>
                  </a:lnTo>
                  <a:lnTo>
                    <a:pt x="6353572" y="3142277"/>
                  </a:lnTo>
                  <a:lnTo>
                    <a:pt x="6352922" y="3142277"/>
                  </a:lnTo>
                  <a:lnTo>
                    <a:pt x="6352273" y="3142277"/>
                  </a:lnTo>
                  <a:lnTo>
                    <a:pt x="6351623" y="3142277"/>
                  </a:lnTo>
                  <a:lnTo>
                    <a:pt x="6350973" y="3142277"/>
                  </a:lnTo>
                  <a:lnTo>
                    <a:pt x="6350323" y="3142277"/>
                  </a:lnTo>
                  <a:lnTo>
                    <a:pt x="6349673" y="3142277"/>
                  </a:lnTo>
                  <a:lnTo>
                    <a:pt x="6349023" y="3142277"/>
                  </a:lnTo>
                  <a:lnTo>
                    <a:pt x="6348373" y="3142277"/>
                  </a:lnTo>
                  <a:lnTo>
                    <a:pt x="6347723" y="3142277"/>
                  </a:lnTo>
                  <a:lnTo>
                    <a:pt x="6347073" y="3142277"/>
                  </a:lnTo>
                  <a:lnTo>
                    <a:pt x="6346423" y="3142277"/>
                  </a:lnTo>
                  <a:lnTo>
                    <a:pt x="6345773" y="3142277"/>
                  </a:lnTo>
                  <a:lnTo>
                    <a:pt x="6345123" y="3142277"/>
                  </a:lnTo>
                  <a:lnTo>
                    <a:pt x="6344473" y="3142277"/>
                  </a:lnTo>
                  <a:lnTo>
                    <a:pt x="6343823" y="3142277"/>
                  </a:lnTo>
                  <a:lnTo>
                    <a:pt x="6343173" y="3142277"/>
                  </a:lnTo>
                  <a:lnTo>
                    <a:pt x="6342523" y="3142277"/>
                  </a:lnTo>
                  <a:lnTo>
                    <a:pt x="6341874" y="3142277"/>
                  </a:lnTo>
                  <a:lnTo>
                    <a:pt x="6341224" y="3142277"/>
                  </a:lnTo>
                  <a:lnTo>
                    <a:pt x="6340574" y="3142277"/>
                  </a:lnTo>
                  <a:lnTo>
                    <a:pt x="6339924" y="3142277"/>
                  </a:lnTo>
                  <a:lnTo>
                    <a:pt x="6339274" y="3142277"/>
                  </a:lnTo>
                  <a:lnTo>
                    <a:pt x="6338624" y="3142277"/>
                  </a:lnTo>
                  <a:lnTo>
                    <a:pt x="6337974" y="3142277"/>
                  </a:lnTo>
                  <a:lnTo>
                    <a:pt x="6337324" y="3142277"/>
                  </a:lnTo>
                  <a:lnTo>
                    <a:pt x="6336674" y="3142277"/>
                  </a:lnTo>
                  <a:lnTo>
                    <a:pt x="6336024" y="3142277"/>
                  </a:lnTo>
                  <a:lnTo>
                    <a:pt x="6335374" y="3142277"/>
                  </a:lnTo>
                  <a:lnTo>
                    <a:pt x="6334724" y="3142277"/>
                  </a:lnTo>
                  <a:lnTo>
                    <a:pt x="6334074" y="3142277"/>
                  </a:lnTo>
                  <a:lnTo>
                    <a:pt x="6333424" y="3142277"/>
                  </a:lnTo>
                  <a:lnTo>
                    <a:pt x="6332774" y="3142277"/>
                  </a:lnTo>
                  <a:lnTo>
                    <a:pt x="6332125" y="3142277"/>
                  </a:lnTo>
                  <a:lnTo>
                    <a:pt x="6331475" y="3142277"/>
                  </a:lnTo>
                  <a:lnTo>
                    <a:pt x="6330825" y="3142277"/>
                  </a:lnTo>
                  <a:lnTo>
                    <a:pt x="6330175" y="3142277"/>
                  </a:lnTo>
                  <a:lnTo>
                    <a:pt x="6329525" y="3142277"/>
                  </a:lnTo>
                  <a:lnTo>
                    <a:pt x="6328875" y="3142277"/>
                  </a:lnTo>
                  <a:lnTo>
                    <a:pt x="6328225" y="3142277"/>
                  </a:lnTo>
                  <a:lnTo>
                    <a:pt x="6327575" y="3142277"/>
                  </a:lnTo>
                  <a:lnTo>
                    <a:pt x="6326925" y="3142277"/>
                  </a:lnTo>
                  <a:lnTo>
                    <a:pt x="6326275" y="3142277"/>
                  </a:lnTo>
                  <a:lnTo>
                    <a:pt x="6325625" y="3142277"/>
                  </a:lnTo>
                  <a:lnTo>
                    <a:pt x="6324975" y="3142277"/>
                  </a:lnTo>
                  <a:lnTo>
                    <a:pt x="6324325" y="3142277"/>
                  </a:lnTo>
                  <a:lnTo>
                    <a:pt x="6323675" y="3142277"/>
                  </a:lnTo>
                  <a:lnTo>
                    <a:pt x="6323025" y="3142277"/>
                  </a:lnTo>
                  <a:lnTo>
                    <a:pt x="6322376" y="3142277"/>
                  </a:lnTo>
                  <a:lnTo>
                    <a:pt x="6321726" y="3142277"/>
                  </a:lnTo>
                  <a:lnTo>
                    <a:pt x="6321076" y="3142277"/>
                  </a:lnTo>
                  <a:lnTo>
                    <a:pt x="6320426" y="3142277"/>
                  </a:lnTo>
                  <a:lnTo>
                    <a:pt x="6319776" y="3142277"/>
                  </a:lnTo>
                  <a:lnTo>
                    <a:pt x="6319126" y="3142277"/>
                  </a:lnTo>
                  <a:lnTo>
                    <a:pt x="6318476" y="3142277"/>
                  </a:lnTo>
                  <a:lnTo>
                    <a:pt x="6317826" y="3142277"/>
                  </a:lnTo>
                  <a:lnTo>
                    <a:pt x="6317176" y="3142277"/>
                  </a:lnTo>
                  <a:lnTo>
                    <a:pt x="6316526" y="3142277"/>
                  </a:lnTo>
                  <a:lnTo>
                    <a:pt x="6315876" y="3142277"/>
                  </a:lnTo>
                  <a:lnTo>
                    <a:pt x="6315226" y="3142277"/>
                  </a:lnTo>
                  <a:lnTo>
                    <a:pt x="6314576" y="3142277"/>
                  </a:lnTo>
                  <a:lnTo>
                    <a:pt x="6313926" y="3142277"/>
                  </a:lnTo>
                  <a:lnTo>
                    <a:pt x="6313276" y="3142277"/>
                  </a:lnTo>
                  <a:lnTo>
                    <a:pt x="6312626" y="3142277"/>
                  </a:lnTo>
                  <a:lnTo>
                    <a:pt x="6311977" y="3142277"/>
                  </a:lnTo>
                  <a:lnTo>
                    <a:pt x="6311327" y="3142277"/>
                  </a:lnTo>
                  <a:lnTo>
                    <a:pt x="6310677" y="3142277"/>
                  </a:lnTo>
                  <a:lnTo>
                    <a:pt x="6310027" y="3142277"/>
                  </a:lnTo>
                  <a:lnTo>
                    <a:pt x="6309377" y="3142277"/>
                  </a:lnTo>
                  <a:lnTo>
                    <a:pt x="6308727" y="3142277"/>
                  </a:lnTo>
                  <a:lnTo>
                    <a:pt x="6308077" y="3142277"/>
                  </a:lnTo>
                  <a:lnTo>
                    <a:pt x="6307427" y="3142277"/>
                  </a:lnTo>
                  <a:lnTo>
                    <a:pt x="6306777" y="3142277"/>
                  </a:lnTo>
                  <a:lnTo>
                    <a:pt x="6306127" y="3142277"/>
                  </a:lnTo>
                  <a:lnTo>
                    <a:pt x="6305477" y="3142277"/>
                  </a:lnTo>
                  <a:lnTo>
                    <a:pt x="6304827" y="3142277"/>
                  </a:lnTo>
                  <a:lnTo>
                    <a:pt x="6304177" y="3142277"/>
                  </a:lnTo>
                  <a:lnTo>
                    <a:pt x="6303527" y="3142277"/>
                  </a:lnTo>
                  <a:lnTo>
                    <a:pt x="6302877" y="3142277"/>
                  </a:lnTo>
                  <a:lnTo>
                    <a:pt x="6302228" y="3142277"/>
                  </a:lnTo>
                  <a:lnTo>
                    <a:pt x="6301578" y="3142277"/>
                  </a:lnTo>
                  <a:lnTo>
                    <a:pt x="6300928" y="3142277"/>
                  </a:lnTo>
                  <a:lnTo>
                    <a:pt x="6300278" y="3142277"/>
                  </a:lnTo>
                  <a:lnTo>
                    <a:pt x="6299628" y="3142277"/>
                  </a:lnTo>
                  <a:lnTo>
                    <a:pt x="6298978" y="3142277"/>
                  </a:lnTo>
                  <a:lnTo>
                    <a:pt x="6298328" y="3142277"/>
                  </a:lnTo>
                  <a:lnTo>
                    <a:pt x="6297678" y="3142277"/>
                  </a:lnTo>
                  <a:lnTo>
                    <a:pt x="6297028" y="3142277"/>
                  </a:lnTo>
                  <a:lnTo>
                    <a:pt x="6296378" y="3142277"/>
                  </a:lnTo>
                  <a:lnTo>
                    <a:pt x="6295728" y="3142277"/>
                  </a:lnTo>
                  <a:lnTo>
                    <a:pt x="6295078" y="3142277"/>
                  </a:lnTo>
                  <a:lnTo>
                    <a:pt x="6294428" y="3142277"/>
                  </a:lnTo>
                  <a:lnTo>
                    <a:pt x="6293778" y="3142277"/>
                  </a:lnTo>
                  <a:lnTo>
                    <a:pt x="6293128" y="3142277"/>
                  </a:lnTo>
                  <a:lnTo>
                    <a:pt x="6292478" y="3142277"/>
                  </a:lnTo>
                  <a:lnTo>
                    <a:pt x="6291829" y="3142277"/>
                  </a:lnTo>
                  <a:lnTo>
                    <a:pt x="6291179" y="3142277"/>
                  </a:lnTo>
                  <a:lnTo>
                    <a:pt x="6290529" y="3142277"/>
                  </a:lnTo>
                  <a:lnTo>
                    <a:pt x="6289879" y="3142277"/>
                  </a:lnTo>
                  <a:lnTo>
                    <a:pt x="6289229" y="3142277"/>
                  </a:lnTo>
                  <a:lnTo>
                    <a:pt x="6288579" y="3142277"/>
                  </a:lnTo>
                  <a:lnTo>
                    <a:pt x="6287929" y="3142277"/>
                  </a:lnTo>
                  <a:lnTo>
                    <a:pt x="6287279" y="3142277"/>
                  </a:lnTo>
                  <a:lnTo>
                    <a:pt x="6286629" y="3142277"/>
                  </a:lnTo>
                  <a:lnTo>
                    <a:pt x="6285979" y="3142277"/>
                  </a:lnTo>
                  <a:lnTo>
                    <a:pt x="6285329" y="3142277"/>
                  </a:lnTo>
                  <a:lnTo>
                    <a:pt x="6284679" y="3142277"/>
                  </a:lnTo>
                  <a:lnTo>
                    <a:pt x="6284029" y="3142277"/>
                  </a:lnTo>
                  <a:lnTo>
                    <a:pt x="6283379" y="3142277"/>
                  </a:lnTo>
                  <a:lnTo>
                    <a:pt x="6282729" y="3142277"/>
                  </a:lnTo>
                  <a:lnTo>
                    <a:pt x="6282080" y="3142277"/>
                  </a:lnTo>
                  <a:lnTo>
                    <a:pt x="6281430" y="3142277"/>
                  </a:lnTo>
                  <a:lnTo>
                    <a:pt x="6280780" y="3142277"/>
                  </a:lnTo>
                  <a:lnTo>
                    <a:pt x="6280130" y="3142277"/>
                  </a:lnTo>
                  <a:lnTo>
                    <a:pt x="6279480" y="3142277"/>
                  </a:lnTo>
                  <a:lnTo>
                    <a:pt x="6278830" y="3142277"/>
                  </a:lnTo>
                  <a:lnTo>
                    <a:pt x="6278180" y="3142277"/>
                  </a:lnTo>
                  <a:lnTo>
                    <a:pt x="6277530" y="3142277"/>
                  </a:lnTo>
                  <a:lnTo>
                    <a:pt x="6276880" y="3142277"/>
                  </a:lnTo>
                  <a:lnTo>
                    <a:pt x="6276230" y="3142277"/>
                  </a:lnTo>
                  <a:lnTo>
                    <a:pt x="6275580" y="3142277"/>
                  </a:lnTo>
                  <a:lnTo>
                    <a:pt x="6274930" y="3142277"/>
                  </a:lnTo>
                  <a:lnTo>
                    <a:pt x="6274280" y="3142277"/>
                  </a:lnTo>
                  <a:lnTo>
                    <a:pt x="6273630" y="3142277"/>
                  </a:lnTo>
                  <a:lnTo>
                    <a:pt x="6272980" y="3142277"/>
                  </a:lnTo>
                  <a:lnTo>
                    <a:pt x="6272330" y="3142277"/>
                  </a:lnTo>
                  <a:lnTo>
                    <a:pt x="6271681" y="3142277"/>
                  </a:lnTo>
                  <a:lnTo>
                    <a:pt x="6271031" y="3142277"/>
                  </a:lnTo>
                  <a:lnTo>
                    <a:pt x="6270381" y="3142277"/>
                  </a:lnTo>
                  <a:lnTo>
                    <a:pt x="6269731" y="3142277"/>
                  </a:lnTo>
                  <a:lnTo>
                    <a:pt x="6269081" y="3142277"/>
                  </a:lnTo>
                  <a:lnTo>
                    <a:pt x="6268431" y="3142277"/>
                  </a:lnTo>
                  <a:lnTo>
                    <a:pt x="6267781" y="3142277"/>
                  </a:lnTo>
                  <a:lnTo>
                    <a:pt x="6267131" y="3142277"/>
                  </a:lnTo>
                  <a:lnTo>
                    <a:pt x="6266481" y="3142277"/>
                  </a:lnTo>
                  <a:lnTo>
                    <a:pt x="6265831" y="3142277"/>
                  </a:lnTo>
                  <a:lnTo>
                    <a:pt x="6265181" y="3142277"/>
                  </a:lnTo>
                  <a:lnTo>
                    <a:pt x="6264531" y="3142277"/>
                  </a:lnTo>
                  <a:lnTo>
                    <a:pt x="6263881" y="3142277"/>
                  </a:lnTo>
                  <a:lnTo>
                    <a:pt x="6263231" y="3142277"/>
                  </a:lnTo>
                  <a:lnTo>
                    <a:pt x="6262581" y="3142277"/>
                  </a:lnTo>
                  <a:lnTo>
                    <a:pt x="6261932" y="3142277"/>
                  </a:lnTo>
                  <a:lnTo>
                    <a:pt x="6261282" y="3142277"/>
                  </a:lnTo>
                  <a:lnTo>
                    <a:pt x="6260632" y="3142277"/>
                  </a:lnTo>
                  <a:lnTo>
                    <a:pt x="6259982" y="3142277"/>
                  </a:lnTo>
                  <a:lnTo>
                    <a:pt x="6259332" y="3142277"/>
                  </a:lnTo>
                  <a:lnTo>
                    <a:pt x="6258682" y="3142277"/>
                  </a:lnTo>
                  <a:lnTo>
                    <a:pt x="6258032" y="3142277"/>
                  </a:lnTo>
                  <a:lnTo>
                    <a:pt x="6257382" y="3142277"/>
                  </a:lnTo>
                  <a:lnTo>
                    <a:pt x="6256732" y="3142277"/>
                  </a:lnTo>
                  <a:lnTo>
                    <a:pt x="6256082" y="3142277"/>
                  </a:lnTo>
                  <a:lnTo>
                    <a:pt x="6255432" y="3142277"/>
                  </a:lnTo>
                  <a:lnTo>
                    <a:pt x="6254782" y="3142277"/>
                  </a:lnTo>
                  <a:lnTo>
                    <a:pt x="6254132" y="3142277"/>
                  </a:lnTo>
                  <a:lnTo>
                    <a:pt x="6253482" y="3142277"/>
                  </a:lnTo>
                  <a:lnTo>
                    <a:pt x="6252832" y="3142277"/>
                  </a:lnTo>
                  <a:lnTo>
                    <a:pt x="6252182" y="3142277"/>
                  </a:lnTo>
                  <a:lnTo>
                    <a:pt x="6251533" y="3142277"/>
                  </a:lnTo>
                  <a:lnTo>
                    <a:pt x="6250883" y="3142277"/>
                  </a:lnTo>
                  <a:lnTo>
                    <a:pt x="6250233" y="3142277"/>
                  </a:lnTo>
                  <a:lnTo>
                    <a:pt x="6249583" y="3142277"/>
                  </a:lnTo>
                  <a:lnTo>
                    <a:pt x="6248933" y="3142277"/>
                  </a:lnTo>
                  <a:lnTo>
                    <a:pt x="6248283" y="3142277"/>
                  </a:lnTo>
                  <a:lnTo>
                    <a:pt x="6247633" y="3142277"/>
                  </a:lnTo>
                  <a:lnTo>
                    <a:pt x="6246983" y="3142277"/>
                  </a:lnTo>
                  <a:lnTo>
                    <a:pt x="6246333" y="3142277"/>
                  </a:lnTo>
                  <a:lnTo>
                    <a:pt x="6245683" y="3142277"/>
                  </a:lnTo>
                  <a:lnTo>
                    <a:pt x="6245033" y="3142277"/>
                  </a:lnTo>
                  <a:lnTo>
                    <a:pt x="6244383" y="3142277"/>
                  </a:lnTo>
                  <a:lnTo>
                    <a:pt x="6243733" y="3142277"/>
                  </a:lnTo>
                  <a:lnTo>
                    <a:pt x="6243083" y="3142277"/>
                  </a:lnTo>
                  <a:lnTo>
                    <a:pt x="6242433" y="3142277"/>
                  </a:lnTo>
                  <a:lnTo>
                    <a:pt x="6241784" y="3142277"/>
                  </a:lnTo>
                  <a:lnTo>
                    <a:pt x="6241134" y="3142277"/>
                  </a:lnTo>
                  <a:lnTo>
                    <a:pt x="6240484" y="3142277"/>
                  </a:lnTo>
                  <a:lnTo>
                    <a:pt x="6239834" y="3142277"/>
                  </a:lnTo>
                  <a:lnTo>
                    <a:pt x="6239184" y="3142277"/>
                  </a:lnTo>
                  <a:lnTo>
                    <a:pt x="6238534" y="3142277"/>
                  </a:lnTo>
                  <a:lnTo>
                    <a:pt x="6237884" y="3142277"/>
                  </a:lnTo>
                  <a:lnTo>
                    <a:pt x="6237234" y="3142277"/>
                  </a:lnTo>
                  <a:lnTo>
                    <a:pt x="6236584" y="3142277"/>
                  </a:lnTo>
                  <a:lnTo>
                    <a:pt x="6235934" y="3142277"/>
                  </a:lnTo>
                  <a:lnTo>
                    <a:pt x="6235284" y="3142277"/>
                  </a:lnTo>
                  <a:lnTo>
                    <a:pt x="6234634" y="3142277"/>
                  </a:lnTo>
                  <a:lnTo>
                    <a:pt x="6233984" y="3142277"/>
                  </a:lnTo>
                  <a:lnTo>
                    <a:pt x="6233334" y="3142277"/>
                  </a:lnTo>
                  <a:lnTo>
                    <a:pt x="6232684" y="3142277"/>
                  </a:lnTo>
                  <a:lnTo>
                    <a:pt x="6232034" y="3142277"/>
                  </a:lnTo>
                  <a:lnTo>
                    <a:pt x="6231385" y="3142277"/>
                  </a:lnTo>
                  <a:lnTo>
                    <a:pt x="6230735" y="3142277"/>
                  </a:lnTo>
                  <a:lnTo>
                    <a:pt x="6230085" y="3142277"/>
                  </a:lnTo>
                  <a:lnTo>
                    <a:pt x="6229435" y="3142277"/>
                  </a:lnTo>
                  <a:lnTo>
                    <a:pt x="6228785" y="3142277"/>
                  </a:lnTo>
                  <a:lnTo>
                    <a:pt x="6228135" y="3142277"/>
                  </a:lnTo>
                  <a:lnTo>
                    <a:pt x="6227485" y="3142277"/>
                  </a:lnTo>
                  <a:lnTo>
                    <a:pt x="6226835" y="3142277"/>
                  </a:lnTo>
                  <a:lnTo>
                    <a:pt x="6226185" y="3142277"/>
                  </a:lnTo>
                  <a:lnTo>
                    <a:pt x="6225535" y="3142277"/>
                  </a:lnTo>
                  <a:lnTo>
                    <a:pt x="6224885" y="3142277"/>
                  </a:lnTo>
                  <a:lnTo>
                    <a:pt x="6224235" y="3142277"/>
                  </a:lnTo>
                  <a:lnTo>
                    <a:pt x="6223585" y="3142277"/>
                  </a:lnTo>
                  <a:lnTo>
                    <a:pt x="6222935" y="3142277"/>
                  </a:lnTo>
                  <a:lnTo>
                    <a:pt x="6222285" y="3142277"/>
                  </a:lnTo>
                  <a:lnTo>
                    <a:pt x="6221636" y="3142277"/>
                  </a:lnTo>
                  <a:lnTo>
                    <a:pt x="6220986" y="3142277"/>
                  </a:lnTo>
                  <a:lnTo>
                    <a:pt x="6220336" y="3142277"/>
                  </a:lnTo>
                  <a:lnTo>
                    <a:pt x="6219686" y="3142277"/>
                  </a:lnTo>
                  <a:lnTo>
                    <a:pt x="6219036" y="3142277"/>
                  </a:lnTo>
                  <a:lnTo>
                    <a:pt x="6218386" y="3142277"/>
                  </a:lnTo>
                  <a:lnTo>
                    <a:pt x="6217736" y="3142277"/>
                  </a:lnTo>
                  <a:lnTo>
                    <a:pt x="6217086" y="3142277"/>
                  </a:lnTo>
                  <a:lnTo>
                    <a:pt x="6216436" y="3142277"/>
                  </a:lnTo>
                  <a:lnTo>
                    <a:pt x="6215786" y="3142277"/>
                  </a:lnTo>
                  <a:lnTo>
                    <a:pt x="6215136" y="3142277"/>
                  </a:lnTo>
                  <a:lnTo>
                    <a:pt x="6214486" y="3142277"/>
                  </a:lnTo>
                  <a:lnTo>
                    <a:pt x="6213836" y="3142277"/>
                  </a:lnTo>
                  <a:lnTo>
                    <a:pt x="6213186" y="3142277"/>
                  </a:lnTo>
                  <a:lnTo>
                    <a:pt x="6212536" y="3142277"/>
                  </a:lnTo>
                  <a:lnTo>
                    <a:pt x="6211886" y="3142277"/>
                  </a:lnTo>
                  <a:lnTo>
                    <a:pt x="6211237" y="3142277"/>
                  </a:lnTo>
                  <a:lnTo>
                    <a:pt x="6210587" y="3142277"/>
                  </a:lnTo>
                  <a:lnTo>
                    <a:pt x="6209937" y="3142277"/>
                  </a:lnTo>
                  <a:lnTo>
                    <a:pt x="6209287" y="3142277"/>
                  </a:lnTo>
                  <a:lnTo>
                    <a:pt x="6208637" y="3142277"/>
                  </a:lnTo>
                  <a:lnTo>
                    <a:pt x="6207987" y="3142277"/>
                  </a:lnTo>
                  <a:lnTo>
                    <a:pt x="6207337" y="3142277"/>
                  </a:lnTo>
                  <a:lnTo>
                    <a:pt x="6206687" y="3142277"/>
                  </a:lnTo>
                  <a:lnTo>
                    <a:pt x="6206037" y="3142277"/>
                  </a:lnTo>
                  <a:lnTo>
                    <a:pt x="6205387" y="3142277"/>
                  </a:lnTo>
                  <a:lnTo>
                    <a:pt x="6204737" y="3142277"/>
                  </a:lnTo>
                  <a:lnTo>
                    <a:pt x="6204087" y="3142277"/>
                  </a:lnTo>
                  <a:lnTo>
                    <a:pt x="6203437" y="3142277"/>
                  </a:lnTo>
                  <a:lnTo>
                    <a:pt x="6202787" y="3142277"/>
                  </a:lnTo>
                  <a:lnTo>
                    <a:pt x="6202137" y="3142277"/>
                  </a:lnTo>
                  <a:lnTo>
                    <a:pt x="6201488" y="3142277"/>
                  </a:lnTo>
                  <a:lnTo>
                    <a:pt x="6200838" y="3142277"/>
                  </a:lnTo>
                  <a:lnTo>
                    <a:pt x="6200188" y="3142277"/>
                  </a:lnTo>
                  <a:lnTo>
                    <a:pt x="6199538" y="3142277"/>
                  </a:lnTo>
                  <a:lnTo>
                    <a:pt x="6198888" y="3142277"/>
                  </a:lnTo>
                  <a:lnTo>
                    <a:pt x="6198238" y="3142277"/>
                  </a:lnTo>
                  <a:lnTo>
                    <a:pt x="6197588" y="3142277"/>
                  </a:lnTo>
                  <a:lnTo>
                    <a:pt x="6196938" y="3142277"/>
                  </a:lnTo>
                  <a:lnTo>
                    <a:pt x="6196288" y="3142277"/>
                  </a:lnTo>
                  <a:lnTo>
                    <a:pt x="6195638" y="3142277"/>
                  </a:lnTo>
                  <a:lnTo>
                    <a:pt x="6194988" y="3142277"/>
                  </a:lnTo>
                  <a:lnTo>
                    <a:pt x="6194338" y="3142277"/>
                  </a:lnTo>
                  <a:lnTo>
                    <a:pt x="6193688" y="3142277"/>
                  </a:lnTo>
                  <a:lnTo>
                    <a:pt x="6193038" y="3142277"/>
                  </a:lnTo>
                  <a:lnTo>
                    <a:pt x="6192388" y="3142277"/>
                  </a:lnTo>
                  <a:lnTo>
                    <a:pt x="6191738" y="3142277"/>
                  </a:lnTo>
                  <a:lnTo>
                    <a:pt x="6191089" y="3142277"/>
                  </a:lnTo>
                  <a:lnTo>
                    <a:pt x="6190439" y="3142277"/>
                  </a:lnTo>
                  <a:lnTo>
                    <a:pt x="6189789" y="3142277"/>
                  </a:lnTo>
                  <a:lnTo>
                    <a:pt x="6189139" y="3142277"/>
                  </a:lnTo>
                  <a:lnTo>
                    <a:pt x="6188489" y="3142277"/>
                  </a:lnTo>
                  <a:lnTo>
                    <a:pt x="6187839" y="3142277"/>
                  </a:lnTo>
                  <a:lnTo>
                    <a:pt x="6187189" y="3142277"/>
                  </a:lnTo>
                  <a:lnTo>
                    <a:pt x="6186539" y="3142277"/>
                  </a:lnTo>
                  <a:lnTo>
                    <a:pt x="6185889" y="3142277"/>
                  </a:lnTo>
                  <a:lnTo>
                    <a:pt x="6185239" y="3142277"/>
                  </a:lnTo>
                  <a:lnTo>
                    <a:pt x="6184589" y="3142277"/>
                  </a:lnTo>
                  <a:lnTo>
                    <a:pt x="6183939" y="3142277"/>
                  </a:lnTo>
                  <a:lnTo>
                    <a:pt x="6183289" y="3142277"/>
                  </a:lnTo>
                  <a:lnTo>
                    <a:pt x="6182639" y="3142277"/>
                  </a:lnTo>
                  <a:lnTo>
                    <a:pt x="6181989" y="3142277"/>
                  </a:lnTo>
                  <a:lnTo>
                    <a:pt x="6181340" y="3142277"/>
                  </a:lnTo>
                  <a:lnTo>
                    <a:pt x="6180690" y="3142277"/>
                  </a:lnTo>
                  <a:lnTo>
                    <a:pt x="6180040" y="3142277"/>
                  </a:lnTo>
                  <a:lnTo>
                    <a:pt x="6179390" y="3142277"/>
                  </a:lnTo>
                  <a:lnTo>
                    <a:pt x="6178740" y="3142277"/>
                  </a:lnTo>
                  <a:lnTo>
                    <a:pt x="6178090" y="3142277"/>
                  </a:lnTo>
                  <a:lnTo>
                    <a:pt x="6177440" y="3142277"/>
                  </a:lnTo>
                  <a:lnTo>
                    <a:pt x="6176790" y="3142277"/>
                  </a:lnTo>
                  <a:lnTo>
                    <a:pt x="6176140" y="3142277"/>
                  </a:lnTo>
                  <a:lnTo>
                    <a:pt x="6175490" y="3142277"/>
                  </a:lnTo>
                  <a:lnTo>
                    <a:pt x="6174840" y="3142277"/>
                  </a:lnTo>
                  <a:lnTo>
                    <a:pt x="6174190" y="3142277"/>
                  </a:lnTo>
                  <a:lnTo>
                    <a:pt x="6173540" y="3142277"/>
                  </a:lnTo>
                  <a:lnTo>
                    <a:pt x="6172890" y="3142277"/>
                  </a:lnTo>
                  <a:lnTo>
                    <a:pt x="6172240" y="3142277"/>
                  </a:lnTo>
                  <a:lnTo>
                    <a:pt x="6171591" y="3142277"/>
                  </a:lnTo>
                  <a:lnTo>
                    <a:pt x="6170941" y="3142277"/>
                  </a:lnTo>
                  <a:lnTo>
                    <a:pt x="6170291" y="3142277"/>
                  </a:lnTo>
                  <a:lnTo>
                    <a:pt x="6169641" y="3142277"/>
                  </a:lnTo>
                  <a:lnTo>
                    <a:pt x="6168991" y="3142277"/>
                  </a:lnTo>
                  <a:lnTo>
                    <a:pt x="6168341" y="3142277"/>
                  </a:lnTo>
                  <a:lnTo>
                    <a:pt x="6167691" y="3142277"/>
                  </a:lnTo>
                  <a:lnTo>
                    <a:pt x="6167041" y="3142277"/>
                  </a:lnTo>
                  <a:lnTo>
                    <a:pt x="6166391" y="3142277"/>
                  </a:lnTo>
                  <a:lnTo>
                    <a:pt x="6165741" y="3142277"/>
                  </a:lnTo>
                  <a:lnTo>
                    <a:pt x="6165091" y="3142277"/>
                  </a:lnTo>
                  <a:lnTo>
                    <a:pt x="6164441" y="3142277"/>
                  </a:lnTo>
                  <a:lnTo>
                    <a:pt x="6163791" y="3142277"/>
                  </a:lnTo>
                  <a:lnTo>
                    <a:pt x="6163141" y="3142277"/>
                  </a:lnTo>
                  <a:lnTo>
                    <a:pt x="6162491" y="3142277"/>
                  </a:lnTo>
                  <a:lnTo>
                    <a:pt x="6161841" y="3142277"/>
                  </a:lnTo>
                  <a:lnTo>
                    <a:pt x="6161192" y="3142277"/>
                  </a:lnTo>
                  <a:lnTo>
                    <a:pt x="6160542" y="3142277"/>
                  </a:lnTo>
                  <a:lnTo>
                    <a:pt x="6159892" y="3142277"/>
                  </a:lnTo>
                  <a:lnTo>
                    <a:pt x="6159242" y="3142277"/>
                  </a:lnTo>
                  <a:lnTo>
                    <a:pt x="6158592" y="3142277"/>
                  </a:lnTo>
                  <a:lnTo>
                    <a:pt x="6157942" y="3142277"/>
                  </a:lnTo>
                  <a:lnTo>
                    <a:pt x="6157292" y="3142277"/>
                  </a:lnTo>
                  <a:lnTo>
                    <a:pt x="6156642" y="3142277"/>
                  </a:lnTo>
                  <a:lnTo>
                    <a:pt x="6155992" y="3142277"/>
                  </a:lnTo>
                  <a:lnTo>
                    <a:pt x="6155342" y="3142277"/>
                  </a:lnTo>
                  <a:lnTo>
                    <a:pt x="6154692" y="3142277"/>
                  </a:lnTo>
                  <a:lnTo>
                    <a:pt x="6154042" y="3142277"/>
                  </a:lnTo>
                  <a:lnTo>
                    <a:pt x="6153392" y="3142277"/>
                  </a:lnTo>
                  <a:lnTo>
                    <a:pt x="6152742" y="3142277"/>
                  </a:lnTo>
                  <a:lnTo>
                    <a:pt x="6152092" y="3142277"/>
                  </a:lnTo>
                  <a:lnTo>
                    <a:pt x="6151443" y="3142277"/>
                  </a:lnTo>
                  <a:lnTo>
                    <a:pt x="6150793" y="3142277"/>
                  </a:lnTo>
                  <a:lnTo>
                    <a:pt x="6150143" y="3142277"/>
                  </a:lnTo>
                  <a:lnTo>
                    <a:pt x="6149493" y="3142277"/>
                  </a:lnTo>
                  <a:lnTo>
                    <a:pt x="6148843" y="3142277"/>
                  </a:lnTo>
                  <a:lnTo>
                    <a:pt x="6148193" y="3142277"/>
                  </a:lnTo>
                  <a:lnTo>
                    <a:pt x="6147543" y="3142277"/>
                  </a:lnTo>
                  <a:lnTo>
                    <a:pt x="6146893" y="3142277"/>
                  </a:lnTo>
                  <a:lnTo>
                    <a:pt x="6146243" y="3142277"/>
                  </a:lnTo>
                  <a:lnTo>
                    <a:pt x="6145593" y="3142277"/>
                  </a:lnTo>
                  <a:lnTo>
                    <a:pt x="6144943" y="3142277"/>
                  </a:lnTo>
                  <a:lnTo>
                    <a:pt x="6144293" y="3142277"/>
                  </a:lnTo>
                  <a:lnTo>
                    <a:pt x="6143643" y="3142277"/>
                  </a:lnTo>
                  <a:lnTo>
                    <a:pt x="6142993" y="3142277"/>
                  </a:lnTo>
                  <a:lnTo>
                    <a:pt x="6142343" y="3142277"/>
                  </a:lnTo>
                  <a:lnTo>
                    <a:pt x="6141693" y="3142277"/>
                  </a:lnTo>
                  <a:lnTo>
                    <a:pt x="6141044" y="3142277"/>
                  </a:lnTo>
                  <a:lnTo>
                    <a:pt x="6140394" y="3142277"/>
                  </a:lnTo>
                  <a:lnTo>
                    <a:pt x="6139744" y="3142277"/>
                  </a:lnTo>
                  <a:lnTo>
                    <a:pt x="6139094" y="3142277"/>
                  </a:lnTo>
                  <a:lnTo>
                    <a:pt x="6138444" y="3142277"/>
                  </a:lnTo>
                  <a:lnTo>
                    <a:pt x="6137794" y="3142277"/>
                  </a:lnTo>
                  <a:lnTo>
                    <a:pt x="6137144" y="3142277"/>
                  </a:lnTo>
                  <a:lnTo>
                    <a:pt x="6136494" y="3142277"/>
                  </a:lnTo>
                  <a:lnTo>
                    <a:pt x="6135844" y="3142277"/>
                  </a:lnTo>
                  <a:lnTo>
                    <a:pt x="6135194" y="3142277"/>
                  </a:lnTo>
                  <a:lnTo>
                    <a:pt x="6134544" y="3142277"/>
                  </a:lnTo>
                  <a:lnTo>
                    <a:pt x="6133894" y="3142277"/>
                  </a:lnTo>
                  <a:lnTo>
                    <a:pt x="6133244" y="3142277"/>
                  </a:lnTo>
                  <a:lnTo>
                    <a:pt x="6132594" y="3142277"/>
                  </a:lnTo>
                  <a:lnTo>
                    <a:pt x="6131944" y="3142277"/>
                  </a:lnTo>
                  <a:lnTo>
                    <a:pt x="6131295" y="3142277"/>
                  </a:lnTo>
                  <a:lnTo>
                    <a:pt x="6130645" y="3142277"/>
                  </a:lnTo>
                  <a:lnTo>
                    <a:pt x="6129995" y="3142277"/>
                  </a:lnTo>
                  <a:lnTo>
                    <a:pt x="6129345" y="3142277"/>
                  </a:lnTo>
                  <a:lnTo>
                    <a:pt x="6128695" y="3142277"/>
                  </a:lnTo>
                  <a:lnTo>
                    <a:pt x="6128045" y="3142277"/>
                  </a:lnTo>
                  <a:lnTo>
                    <a:pt x="6127395" y="3142277"/>
                  </a:lnTo>
                  <a:lnTo>
                    <a:pt x="6126745" y="3142277"/>
                  </a:lnTo>
                  <a:lnTo>
                    <a:pt x="6126095" y="3142277"/>
                  </a:lnTo>
                  <a:lnTo>
                    <a:pt x="6125445" y="3142277"/>
                  </a:lnTo>
                  <a:lnTo>
                    <a:pt x="6124795" y="3142277"/>
                  </a:lnTo>
                  <a:lnTo>
                    <a:pt x="6124145" y="3142277"/>
                  </a:lnTo>
                  <a:lnTo>
                    <a:pt x="6123495" y="3142277"/>
                  </a:lnTo>
                  <a:lnTo>
                    <a:pt x="6122845" y="3142277"/>
                  </a:lnTo>
                  <a:lnTo>
                    <a:pt x="6122195" y="3142277"/>
                  </a:lnTo>
                  <a:lnTo>
                    <a:pt x="6121545" y="3142277"/>
                  </a:lnTo>
                  <a:lnTo>
                    <a:pt x="6120896" y="3142277"/>
                  </a:lnTo>
                  <a:lnTo>
                    <a:pt x="6120246" y="3142277"/>
                  </a:lnTo>
                  <a:lnTo>
                    <a:pt x="6119596" y="3142277"/>
                  </a:lnTo>
                  <a:lnTo>
                    <a:pt x="6118946" y="3142277"/>
                  </a:lnTo>
                  <a:lnTo>
                    <a:pt x="6118296" y="3142277"/>
                  </a:lnTo>
                  <a:lnTo>
                    <a:pt x="6117646" y="3142277"/>
                  </a:lnTo>
                  <a:lnTo>
                    <a:pt x="6116996" y="3142277"/>
                  </a:lnTo>
                  <a:lnTo>
                    <a:pt x="6116346" y="3142277"/>
                  </a:lnTo>
                  <a:lnTo>
                    <a:pt x="6115696" y="3142277"/>
                  </a:lnTo>
                  <a:lnTo>
                    <a:pt x="6115046" y="3142277"/>
                  </a:lnTo>
                  <a:lnTo>
                    <a:pt x="6114396" y="3142277"/>
                  </a:lnTo>
                  <a:lnTo>
                    <a:pt x="6113746" y="3142277"/>
                  </a:lnTo>
                  <a:lnTo>
                    <a:pt x="6113096" y="3142277"/>
                  </a:lnTo>
                  <a:lnTo>
                    <a:pt x="6112446" y="3142277"/>
                  </a:lnTo>
                  <a:lnTo>
                    <a:pt x="6111796" y="3142277"/>
                  </a:lnTo>
                  <a:lnTo>
                    <a:pt x="6111147" y="3142277"/>
                  </a:lnTo>
                  <a:lnTo>
                    <a:pt x="6110497" y="3142277"/>
                  </a:lnTo>
                  <a:lnTo>
                    <a:pt x="6109847" y="3142277"/>
                  </a:lnTo>
                  <a:lnTo>
                    <a:pt x="6109197" y="3142277"/>
                  </a:lnTo>
                  <a:lnTo>
                    <a:pt x="6108547" y="3142277"/>
                  </a:lnTo>
                  <a:lnTo>
                    <a:pt x="6107897" y="3142277"/>
                  </a:lnTo>
                  <a:lnTo>
                    <a:pt x="6107247" y="3142277"/>
                  </a:lnTo>
                  <a:lnTo>
                    <a:pt x="6106597" y="3142277"/>
                  </a:lnTo>
                  <a:lnTo>
                    <a:pt x="6105947" y="3142277"/>
                  </a:lnTo>
                  <a:lnTo>
                    <a:pt x="6105297" y="3142277"/>
                  </a:lnTo>
                  <a:lnTo>
                    <a:pt x="6104647" y="3142277"/>
                  </a:lnTo>
                  <a:lnTo>
                    <a:pt x="6103997" y="3142277"/>
                  </a:lnTo>
                  <a:lnTo>
                    <a:pt x="6103347" y="3142277"/>
                  </a:lnTo>
                  <a:lnTo>
                    <a:pt x="6102697" y="3142277"/>
                  </a:lnTo>
                  <a:lnTo>
                    <a:pt x="6102047" y="3142277"/>
                  </a:lnTo>
                  <a:lnTo>
                    <a:pt x="6101397" y="3142277"/>
                  </a:lnTo>
                  <a:lnTo>
                    <a:pt x="6100748" y="3142277"/>
                  </a:lnTo>
                  <a:lnTo>
                    <a:pt x="6100098" y="3142277"/>
                  </a:lnTo>
                  <a:lnTo>
                    <a:pt x="6099448" y="3142277"/>
                  </a:lnTo>
                  <a:lnTo>
                    <a:pt x="6098798" y="3142277"/>
                  </a:lnTo>
                  <a:lnTo>
                    <a:pt x="6098148" y="3142277"/>
                  </a:lnTo>
                  <a:lnTo>
                    <a:pt x="6097498" y="3142277"/>
                  </a:lnTo>
                  <a:lnTo>
                    <a:pt x="6096848" y="3142277"/>
                  </a:lnTo>
                  <a:lnTo>
                    <a:pt x="6096198" y="3142277"/>
                  </a:lnTo>
                  <a:lnTo>
                    <a:pt x="6095548" y="3142277"/>
                  </a:lnTo>
                  <a:lnTo>
                    <a:pt x="6094898" y="3142277"/>
                  </a:lnTo>
                  <a:lnTo>
                    <a:pt x="6094248" y="3142277"/>
                  </a:lnTo>
                  <a:lnTo>
                    <a:pt x="6093598" y="3142277"/>
                  </a:lnTo>
                  <a:lnTo>
                    <a:pt x="6092948" y="3142277"/>
                  </a:lnTo>
                  <a:lnTo>
                    <a:pt x="6092298" y="3142277"/>
                  </a:lnTo>
                  <a:lnTo>
                    <a:pt x="6091648" y="3142277"/>
                  </a:lnTo>
                  <a:lnTo>
                    <a:pt x="6090999" y="3142277"/>
                  </a:lnTo>
                  <a:lnTo>
                    <a:pt x="6090349" y="3142277"/>
                  </a:lnTo>
                  <a:lnTo>
                    <a:pt x="6089699" y="3142277"/>
                  </a:lnTo>
                  <a:lnTo>
                    <a:pt x="6089049" y="3142277"/>
                  </a:lnTo>
                  <a:lnTo>
                    <a:pt x="6088399" y="3142277"/>
                  </a:lnTo>
                  <a:lnTo>
                    <a:pt x="6087749" y="3142277"/>
                  </a:lnTo>
                  <a:lnTo>
                    <a:pt x="6087099" y="3142277"/>
                  </a:lnTo>
                  <a:lnTo>
                    <a:pt x="6086449" y="3142277"/>
                  </a:lnTo>
                  <a:lnTo>
                    <a:pt x="6085799" y="3142277"/>
                  </a:lnTo>
                  <a:lnTo>
                    <a:pt x="6085149" y="3142277"/>
                  </a:lnTo>
                  <a:lnTo>
                    <a:pt x="6084499" y="3142277"/>
                  </a:lnTo>
                  <a:lnTo>
                    <a:pt x="6083849" y="3142277"/>
                  </a:lnTo>
                  <a:lnTo>
                    <a:pt x="6083199" y="3142277"/>
                  </a:lnTo>
                  <a:lnTo>
                    <a:pt x="6082549" y="3142277"/>
                  </a:lnTo>
                  <a:lnTo>
                    <a:pt x="6081899" y="3142277"/>
                  </a:lnTo>
                  <a:lnTo>
                    <a:pt x="6081249" y="3142277"/>
                  </a:lnTo>
                  <a:lnTo>
                    <a:pt x="6080600" y="3142277"/>
                  </a:lnTo>
                  <a:lnTo>
                    <a:pt x="6079950" y="3142277"/>
                  </a:lnTo>
                  <a:lnTo>
                    <a:pt x="6079300" y="3142277"/>
                  </a:lnTo>
                  <a:lnTo>
                    <a:pt x="6078650" y="3142277"/>
                  </a:lnTo>
                  <a:lnTo>
                    <a:pt x="6078000" y="3142277"/>
                  </a:lnTo>
                  <a:lnTo>
                    <a:pt x="6077350" y="3142277"/>
                  </a:lnTo>
                  <a:lnTo>
                    <a:pt x="6076700" y="3142277"/>
                  </a:lnTo>
                  <a:lnTo>
                    <a:pt x="6076050" y="3142277"/>
                  </a:lnTo>
                  <a:lnTo>
                    <a:pt x="6075400" y="3142277"/>
                  </a:lnTo>
                  <a:lnTo>
                    <a:pt x="6074750" y="3142277"/>
                  </a:lnTo>
                  <a:lnTo>
                    <a:pt x="6074100" y="3142277"/>
                  </a:lnTo>
                  <a:lnTo>
                    <a:pt x="6073450" y="3142277"/>
                  </a:lnTo>
                  <a:lnTo>
                    <a:pt x="6072800" y="3142277"/>
                  </a:lnTo>
                  <a:lnTo>
                    <a:pt x="6072150" y="3142277"/>
                  </a:lnTo>
                  <a:lnTo>
                    <a:pt x="6071500" y="3142277"/>
                  </a:lnTo>
                  <a:lnTo>
                    <a:pt x="6070851" y="3142277"/>
                  </a:lnTo>
                  <a:lnTo>
                    <a:pt x="6070201" y="3142277"/>
                  </a:lnTo>
                  <a:lnTo>
                    <a:pt x="6069551" y="3142277"/>
                  </a:lnTo>
                  <a:lnTo>
                    <a:pt x="6068901" y="3142277"/>
                  </a:lnTo>
                  <a:lnTo>
                    <a:pt x="6068251" y="3142277"/>
                  </a:lnTo>
                  <a:lnTo>
                    <a:pt x="6067601" y="3142277"/>
                  </a:lnTo>
                  <a:lnTo>
                    <a:pt x="6066951" y="3142277"/>
                  </a:lnTo>
                  <a:lnTo>
                    <a:pt x="6066301" y="3142277"/>
                  </a:lnTo>
                  <a:lnTo>
                    <a:pt x="6065651" y="3142277"/>
                  </a:lnTo>
                  <a:lnTo>
                    <a:pt x="6065001" y="3142277"/>
                  </a:lnTo>
                  <a:lnTo>
                    <a:pt x="6064351" y="3142277"/>
                  </a:lnTo>
                  <a:lnTo>
                    <a:pt x="6063701" y="3142277"/>
                  </a:lnTo>
                  <a:lnTo>
                    <a:pt x="6063051" y="3142277"/>
                  </a:lnTo>
                  <a:lnTo>
                    <a:pt x="6062401" y="3142277"/>
                  </a:lnTo>
                  <a:lnTo>
                    <a:pt x="6061751" y="3142277"/>
                  </a:lnTo>
                  <a:lnTo>
                    <a:pt x="6061101" y="3142277"/>
                  </a:lnTo>
                  <a:lnTo>
                    <a:pt x="6060452" y="3142277"/>
                  </a:lnTo>
                  <a:lnTo>
                    <a:pt x="6059802" y="3142277"/>
                  </a:lnTo>
                  <a:lnTo>
                    <a:pt x="6059152" y="3142277"/>
                  </a:lnTo>
                  <a:lnTo>
                    <a:pt x="6058502" y="3142277"/>
                  </a:lnTo>
                  <a:lnTo>
                    <a:pt x="6057852" y="3142277"/>
                  </a:lnTo>
                  <a:lnTo>
                    <a:pt x="6057202" y="3142277"/>
                  </a:lnTo>
                  <a:lnTo>
                    <a:pt x="6056552" y="3142277"/>
                  </a:lnTo>
                  <a:lnTo>
                    <a:pt x="6055902" y="3142277"/>
                  </a:lnTo>
                  <a:lnTo>
                    <a:pt x="6055252" y="3142277"/>
                  </a:lnTo>
                  <a:lnTo>
                    <a:pt x="6054602" y="3142277"/>
                  </a:lnTo>
                  <a:lnTo>
                    <a:pt x="6053952" y="3142277"/>
                  </a:lnTo>
                  <a:lnTo>
                    <a:pt x="6053302" y="3142277"/>
                  </a:lnTo>
                  <a:lnTo>
                    <a:pt x="6052652" y="3142277"/>
                  </a:lnTo>
                  <a:lnTo>
                    <a:pt x="6052002" y="3142277"/>
                  </a:lnTo>
                  <a:lnTo>
                    <a:pt x="6051352" y="3142277"/>
                  </a:lnTo>
                  <a:lnTo>
                    <a:pt x="6050703" y="3142277"/>
                  </a:lnTo>
                  <a:lnTo>
                    <a:pt x="6050053" y="3142277"/>
                  </a:lnTo>
                  <a:lnTo>
                    <a:pt x="6049403" y="3142277"/>
                  </a:lnTo>
                  <a:lnTo>
                    <a:pt x="6048753" y="3142277"/>
                  </a:lnTo>
                  <a:lnTo>
                    <a:pt x="6048103" y="3142277"/>
                  </a:lnTo>
                  <a:lnTo>
                    <a:pt x="6047453" y="3142277"/>
                  </a:lnTo>
                  <a:lnTo>
                    <a:pt x="6046803" y="3142277"/>
                  </a:lnTo>
                  <a:lnTo>
                    <a:pt x="6046153" y="3142277"/>
                  </a:lnTo>
                  <a:lnTo>
                    <a:pt x="6045503" y="3142277"/>
                  </a:lnTo>
                  <a:lnTo>
                    <a:pt x="6044853" y="3142277"/>
                  </a:lnTo>
                  <a:lnTo>
                    <a:pt x="6044203" y="3142277"/>
                  </a:lnTo>
                  <a:lnTo>
                    <a:pt x="6043553" y="3142277"/>
                  </a:lnTo>
                  <a:lnTo>
                    <a:pt x="6042903" y="3142277"/>
                  </a:lnTo>
                  <a:lnTo>
                    <a:pt x="6042253" y="3142277"/>
                  </a:lnTo>
                  <a:lnTo>
                    <a:pt x="6041603" y="3142277"/>
                  </a:lnTo>
                  <a:lnTo>
                    <a:pt x="6040953" y="3142277"/>
                  </a:lnTo>
                  <a:lnTo>
                    <a:pt x="6040304" y="3142277"/>
                  </a:lnTo>
                  <a:lnTo>
                    <a:pt x="6039654" y="3142277"/>
                  </a:lnTo>
                  <a:lnTo>
                    <a:pt x="6039004" y="3142277"/>
                  </a:lnTo>
                  <a:lnTo>
                    <a:pt x="6038354" y="3142277"/>
                  </a:lnTo>
                  <a:lnTo>
                    <a:pt x="6037704" y="3142277"/>
                  </a:lnTo>
                  <a:lnTo>
                    <a:pt x="6037054" y="3142277"/>
                  </a:lnTo>
                  <a:lnTo>
                    <a:pt x="6036404" y="3142277"/>
                  </a:lnTo>
                  <a:lnTo>
                    <a:pt x="6035754" y="3142277"/>
                  </a:lnTo>
                  <a:lnTo>
                    <a:pt x="6035104" y="3142277"/>
                  </a:lnTo>
                  <a:lnTo>
                    <a:pt x="6034454" y="3142277"/>
                  </a:lnTo>
                  <a:lnTo>
                    <a:pt x="6033804" y="3142277"/>
                  </a:lnTo>
                  <a:lnTo>
                    <a:pt x="6033154" y="3142277"/>
                  </a:lnTo>
                  <a:lnTo>
                    <a:pt x="6032504" y="3142277"/>
                  </a:lnTo>
                  <a:lnTo>
                    <a:pt x="6031854" y="3142277"/>
                  </a:lnTo>
                  <a:lnTo>
                    <a:pt x="6031204" y="3142277"/>
                  </a:lnTo>
                  <a:lnTo>
                    <a:pt x="6030555" y="3142277"/>
                  </a:lnTo>
                  <a:lnTo>
                    <a:pt x="6029905" y="3142277"/>
                  </a:lnTo>
                  <a:lnTo>
                    <a:pt x="6029255" y="3142277"/>
                  </a:lnTo>
                  <a:lnTo>
                    <a:pt x="6028605" y="3142277"/>
                  </a:lnTo>
                  <a:lnTo>
                    <a:pt x="6027955" y="3142277"/>
                  </a:lnTo>
                  <a:lnTo>
                    <a:pt x="6027305" y="3142277"/>
                  </a:lnTo>
                  <a:lnTo>
                    <a:pt x="6026655" y="3142277"/>
                  </a:lnTo>
                  <a:lnTo>
                    <a:pt x="6026005" y="3142277"/>
                  </a:lnTo>
                  <a:lnTo>
                    <a:pt x="6025355" y="3142277"/>
                  </a:lnTo>
                  <a:lnTo>
                    <a:pt x="6024705" y="3142277"/>
                  </a:lnTo>
                  <a:lnTo>
                    <a:pt x="6024055" y="3142277"/>
                  </a:lnTo>
                  <a:lnTo>
                    <a:pt x="6023405" y="3142277"/>
                  </a:lnTo>
                  <a:lnTo>
                    <a:pt x="6022755" y="3142277"/>
                  </a:lnTo>
                  <a:lnTo>
                    <a:pt x="6022105" y="3142277"/>
                  </a:lnTo>
                  <a:lnTo>
                    <a:pt x="6021455" y="3142277"/>
                  </a:lnTo>
                  <a:lnTo>
                    <a:pt x="6020806" y="3142277"/>
                  </a:lnTo>
                  <a:lnTo>
                    <a:pt x="6020156" y="3142277"/>
                  </a:lnTo>
                  <a:lnTo>
                    <a:pt x="6019506" y="3142277"/>
                  </a:lnTo>
                  <a:lnTo>
                    <a:pt x="6018856" y="3142277"/>
                  </a:lnTo>
                  <a:lnTo>
                    <a:pt x="6018206" y="3142277"/>
                  </a:lnTo>
                  <a:lnTo>
                    <a:pt x="6017556" y="3142277"/>
                  </a:lnTo>
                  <a:lnTo>
                    <a:pt x="6016906" y="3142277"/>
                  </a:lnTo>
                  <a:lnTo>
                    <a:pt x="6016256" y="3142277"/>
                  </a:lnTo>
                  <a:lnTo>
                    <a:pt x="6015606" y="3142277"/>
                  </a:lnTo>
                  <a:lnTo>
                    <a:pt x="6014956" y="3142277"/>
                  </a:lnTo>
                  <a:lnTo>
                    <a:pt x="6014306" y="3142277"/>
                  </a:lnTo>
                  <a:lnTo>
                    <a:pt x="6013656" y="3142277"/>
                  </a:lnTo>
                  <a:lnTo>
                    <a:pt x="6013006" y="3142277"/>
                  </a:lnTo>
                  <a:lnTo>
                    <a:pt x="6012356" y="3142277"/>
                  </a:lnTo>
                  <a:lnTo>
                    <a:pt x="6011706" y="3142277"/>
                  </a:lnTo>
                  <a:lnTo>
                    <a:pt x="6011056" y="3142277"/>
                  </a:lnTo>
                  <a:lnTo>
                    <a:pt x="6010407" y="3142277"/>
                  </a:lnTo>
                  <a:lnTo>
                    <a:pt x="6009757" y="3142277"/>
                  </a:lnTo>
                  <a:lnTo>
                    <a:pt x="6009107" y="3142277"/>
                  </a:lnTo>
                  <a:lnTo>
                    <a:pt x="6008457" y="3142277"/>
                  </a:lnTo>
                  <a:lnTo>
                    <a:pt x="6007807" y="3142277"/>
                  </a:lnTo>
                  <a:lnTo>
                    <a:pt x="6007157" y="3142277"/>
                  </a:lnTo>
                  <a:lnTo>
                    <a:pt x="6006507" y="3142277"/>
                  </a:lnTo>
                  <a:lnTo>
                    <a:pt x="6005857" y="3142277"/>
                  </a:lnTo>
                  <a:lnTo>
                    <a:pt x="6005207" y="3142277"/>
                  </a:lnTo>
                  <a:lnTo>
                    <a:pt x="6004557" y="3142277"/>
                  </a:lnTo>
                  <a:lnTo>
                    <a:pt x="6003907" y="3142277"/>
                  </a:lnTo>
                  <a:lnTo>
                    <a:pt x="6003257" y="3142277"/>
                  </a:lnTo>
                  <a:lnTo>
                    <a:pt x="6002607" y="3142277"/>
                  </a:lnTo>
                  <a:lnTo>
                    <a:pt x="6001957" y="3142277"/>
                  </a:lnTo>
                  <a:lnTo>
                    <a:pt x="6001307" y="3142277"/>
                  </a:lnTo>
                  <a:lnTo>
                    <a:pt x="6000658" y="3142277"/>
                  </a:lnTo>
                  <a:lnTo>
                    <a:pt x="6000008" y="3142277"/>
                  </a:lnTo>
                  <a:lnTo>
                    <a:pt x="5999358" y="3142277"/>
                  </a:lnTo>
                  <a:lnTo>
                    <a:pt x="5998708" y="3142277"/>
                  </a:lnTo>
                  <a:lnTo>
                    <a:pt x="5998058" y="3142277"/>
                  </a:lnTo>
                  <a:lnTo>
                    <a:pt x="5997408" y="3142277"/>
                  </a:lnTo>
                  <a:lnTo>
                    <a:pt x="5996758" y="3142277"/>
                  </a:lnTo>
                  <a:lnTo>
                    <a:pt x="5996108" y="3142277"/>
                  </a:lnTo>
                  <a:lnTo>
                    <a:pt x="5995458" y="3142277"/>
                  </a:lnTo>
                  <a:lnTo>
                    <a:pt x="5994808" y="3142277"/>
                  </a:lnTo>
                  <a:lnTo>
                    <a:pt x="5994158" y="3142277"/>
                  </a:lnTo>
                  <a:lnTo>
                    <a:pt x="5993508" y="3142277"/>
                  </a:lnTo>
                  <a:lnTo>
                    <a:pt x="5992858" y="3142277"/>
                  </a:lnTo>
                  <a:lnTo>
                    <a:pt x="5992208" y="3142277"/>
                  </a:lnTo>
                  <a:lnTo>
                    <a:pt x="5991558" y="3142277"/>
                  </a:lnTo>
                  <a:lnTo>
                    <a:pt x="5990908" y="3142277"/>
                  </a:lnTo>
                  <a:lnTo>
                    <a:pt x="5990259" y="3142277"/>
                  </a:lnTo>
                  <a:lnTo>
                    <a:pt x="5989609" y="3142277"/>
                  </a:lnTo>
                  <a:lnTo>
                    <a:pt x="5988959" y="3142277"/>
                  </a:lnTo>
                  <a:lnTo>
                    <a:pt x="5988309" y="3142277"/>
                  </a:lnTo>
                  <a:lnTo>
                    <a:pt x="5987659" y="3142277"/>
                  </a:lnTo>
                  <a:lnTo>
                    <a:pt x="5987009" y="3142277"/>
                  </a:lnTo>
                  <a:lnTo>
                    <a:pt x="5986359" y="3142277"/>
                  </a:lnTo>
                  <a:lnTo>
                    <a:pt x="5985709" y="3142277"/>
                  </a:lnTo>
                  <a:lnTo>
                    <a:pt x="5985059" y="3142277"/>
                  </a:lnTo>
                  <a:lnTo>
                    <a:pt x="5984409" y="3142277"/>
                  </a:lnTo>
                  <a:lnTo>
                    <a:pt x="5983759" y="3142277"/>
                  </a:lnTo>
                  <a:lnTo>
                    <a:pt x="5983109" y="3142277"/>
                  </a:lnTo>
                  <a:lnTo>
                    <a:pt x="5982459" y="3142277"/>
                  </a:lnTo>
                  <a:lnTo>
                    <a:pt x="5981809" y="3142277"/>
                  </a:lnTo>
                  <a:lnTo>
                    <a:pt x="5981159" y="3142277"/>
                  </a:lnTo>
                  <a:lnTo>
                    <a:pt x="5980510" y="3142277"/>
                  </a:lnTo>
                  <a:lnTo>
                    <a:pt x="5979860" y="3142277"/>
                  </a:lnTo>
                  <a:lnTo>
                    <a:pt x="5979210" y="3142277"/>
                  </a:lnTo>
                  <a:lnTo>
                    <a:pt x="5978560" y="3142277"/>
                  </a:lnTo>
                  <a:lnTo>
                    <a:pt x="5977910" y="3142277"/>
                  </a:lnTo>
                  <a:lnTo>
                    <a:pt x="5977260" y="3142277"/>
                  </a:lnTo>
                  <a:lnTo>
                    <a:pt x="5976610" y="3142277"/>
                  </a:lnTo>
                  <a:lnTo>
                    <a:pt x="5975960" y="3142277"/>
                  </a:lnTo>
                  <a:lnTo>
                    <a:pt x="5975310" y="3142277"/>
                  </a:lnTo>
                  <a:lnTo>
                    <a:pt x="5974660" y="3142277"/>
                  </a:lnTo>
                  <a:lnTo>
                    <a:pt x="5974010" y="3142277"/>
                  </a:lnTo>
                  <a:lnTo>
                    <a:pt x="5973360" y="3142277"/>
                  </a:lnTo>
                  <a:lnTo>
                    <a:pt x="5972710" y="3142277"/>
                  </a:lnTo>
                  <a:lnTo>
                    <a:pt x="5972060" y="3142277"/>
                  </a:lnTo>
                  <a:lnTo>
                    <a:pt x="5971410" y="3142277"/>
                  </a:lnTo>
                  <a:lnTo>
                    <a:pt x="5970760" y="3142277"/>
                  </a:lnTo>
                  <a:lnTo>
                    <a:pt x="5970111" y="3142277"/>
                  </a:lnTo>
                  <a:lnTo>
                    <a:pt x="5969461" y="3142277"/>
                  </a:lnTo>
                  <a:lnTo>
                    <a:pt x="5968811" y="3142277"/>
                  </a:lnTo>
                  <a:lnTo>
                    <a:pt x="5968161" y="3142277"/>
                  </a:lnTo>
                  <a:lnTo>
                    <a:pt x="5967511" y="3142277"/>
                  </a:lnTo>
                  <a:lnTo>
                    <a:pt x="5966861" y="3142277"/>
                  </a:lnTo>
                  <a:lnTo>
                    <a:pt x="5966211" y="3142277"/>
                  </a:lnTo>
                  <a:lnTo>
                    <a:pt x="5965561" y="3142277"/>
                  </a:lnTo>
                  <a:lnTo>
                    <a:pt x="5964911" y="3142277"/>
                  </a:lnTo>
                  <a:lnTo>
                    <a:pt x="5964261" y="3142277"/>
                  </a:lnTo>
                  <a:lnTo>
                    <a:pt x="5963611" y="3142277"/>
                  </a:lnTo>
                  <a:lnTo>
                    <a:pt x="5962961" y="3142277"/>
                  </a:lnTo>
                  <a:lnTo>
                    <a:pt x="5962311" y="3142277"/>
                  </a:lnTo>
                  <a:lnTo>
                    <a:pt x="5961661" y="3142277"/>
                  </a:lnTo>
                  <a:lnTo>
                    <a:pt x="5961011" y="3142277"/>
                  </a:lnTo>
                  <a:lnTo>
                    <a:pt x="5960362" y="3142277"/>
                  </a:lnTo>
                  <a:lnTo>
                    <a:pt x="5959712" y="3142277"/>
                  </a:lnTo>
                  <a:lnTo>
                    <a:pt x="5959062" y="3142277"/>
                  </a:lnTo>
                  <a:lnTo>
                    <a:pt x="5958412" y="3142277"/>
                  </a:lnTo>
                  <a:lnTo>
                    <a:pt x="5957762" y="3142277"/>
                  </a:lnTo>
                  <a:lnTo>
                    <a:pt x="5957112" y="3142277"/>
                  </a:lnTo>
                  <a:lnTo>
                    <a:pt x="5956462" y="3142277"/>
                  </a:lnTo>
                  <a:lnTo>
                    <a:pt x="5955812" y="3142277"/>
                  </a:lnTo>
                  <a:lnTo>
                    <a:pt x="5955162" y="3142277"/>
                  </a:lnTo>
                  <a:lnTo>
                    <a:pt x="5954512" y="3142277"/>
                  </a:lnTo>
                  <a:lnTo>
                    <a:pt x="5953862" y="3142277"/>
                  </a:lnTo>
                  <a:lnTo>
                    <a:pt x="5953212" y="3142277"/>
                  </a:lnTo>
                  <a:lnTo>
                    <a:pt x="5952562" y="3142277"/>
                  </a:lnTo>
                  <a:lnTo>
                    <a:pt x="5951912" y="3142277"/>
                  </a:lnTo>
                  <a:lnTo>
                    <a:pt x="5951262" y="3142277"/>
                  </a:lnTo>
                  <a:lnTo>
                    <a:pt x="5950612" y="3142277"/>
                  </a:lnTo>
                  <a:lnTo>
                    <a:pt x="5949963" y="3142277"/>
                  </a:lnTo>
                  <a:lnTo>
                    <a:pt x="5949313" y="3142277"/>
                  </a:lnTo>
                  <a:lnTo>
                    <a:pt x="5948663" y="3142277"/>
                  </a:lnTo>
                  <a:lnTo>
                    <a:pt x="5948013" y="3142277"/>
                  </a:lnTo>
                  <a:lnTo>
                    <a:pt x="5947363" y="3142277"/>
                  </a:lnTo>
                  <a:lnTo>
                    <a:pt x="5946713" y="3142277"/>
                  </a:lnTo>
                  <a:lnTo>
                    <a:pt x="5946063" y="3142277"/>
                  </a:lnTo>
                  <a:lnTo>
                    <a:pt x="5945413" y="3142277"/>
                  </a:lnTo>
                  <a:lnTo>
                    <a:pt x="5944763" y="3142277"/>
                  </a:lnTo>
                  <a:lnTo>
                    <a:pt x="5944113" y="3142277"/>
                  </a:lnTo>
                  <a:lnTo>
                    <a:pt x="5943463" y="3142277"/>
                  </a:lnTo>
                  <a:lnTo>
                    <a:pt x="5942813" y="3142277"/>
                  </a:lnTo>
                  <a:lnTo>
                    <a:pt x="5942163" y="3142277"/>
                  </a:lnTo>
                  <a:lnTo>
                    <a:pt x="5941513" y="3142277"/>
                  </a:lnTo>
                  <a:lnTo>
                    <a:pt x="5940863" y="3142277"/>
                  </a:lnTo>
                  <a:lnTo>
                    <a:pt x="5940214" y="3142277"/>
                  </a:lnTo>
                  <a:lnTo>
                    <a:pt x="5939564" y="3142277"/>
                  </a:lnTo>
                  <a:lnTo>
                    <a:pt x="5938914" y="3142277"/>
                  </a:lnTo>
                  <a:lnTo>
                    <a:pt x="5938264" y="3142277"/>
                  </a:lnTo>
                  <a:lnTo>
                    <a:pt x="5937614" y="3142277"/>
                  </a:lnTo>
                  <a:lnTo>
                    <a:pt x="5936964" y="3142277"/>
                  </a:lnTo>
                  <a:lnTo>
                    <a:pt x="5936314" y="3142277"/>
                  </a:lnTo>
                  <a:lnTo>
                    <a:pt x="5935664" y="3142277"/>
                  </a:lnTo>
                  <a:lnTo>
                    <a:pt x="5935014" y="3142277"/>
                  </a:lnTo>
                  <a:lnTo>
                    <a:pt x="5934364" y="3142277"/>
                  </a:lnTo>
                  <a:lnTo>
                    <a:pt x="5933714" y="3142277"/>
                  </a:lnTo>
                  <a:lnTo>
                    <a:pt x="5933064" y="3142277"/>
                  </a:lnTo>
                  <a:lnTo>
                    <a:pt x="5932414" y="3142277"/>
                  </a:lnTo>
                  <a:lnTo>
                    <a:pt x="5931764" y="3142277"/>
                  </a:lnTo>
                  <a:lnTo>
                    <a:pt x="5931114" y="3142277"/>
                  </a:lnTo>
                  <a:lnTo>
                    <a:pt x="5930464" y="3142277"/>
                  </a:lnTo>
                  <a:lnTo>
                    <a:pt x="5929815" y="3142277"/>
                  </a:lnTo>
                  <a:lnTo>
                    <a:pt x="5929165" y="3142277"/>
                  </a:lnTo>
                  <a:lnTo>
                    <a:pt x="5928515" y="3142277"/>
                  </a:lnTo>
                  <a:lnTo>
                    <a:pt x="5927865" y="3142277"/>
                  </a:lnTo>
                  <a:lnTo>
                    <a:pt x="5927215" y="3142277"/>
                  </a:lnTo>
                  <a:lnTo>
                    <a:pt x="5926565" y="3142277"/>
                  </a:lnTo>
                  <a:lnTo>
                    <a:pt x="5925915" y="3142277"/>
                  </a:lnTo>
                  <a:lnTo>
                    <a:pt x="5925265" y="3142277"/>
                  </a:lnTo>
                  <a:lnTo>
                    <a:pt x="5924615" y="3142277"/>
                  </a:lnTo>
                  <a:lnTo>
                    <a:pt x="5923965" y="3142277"/>
                  </a:lnTo>
                  <a:lnTo>
                    <a:pt x="5923315" y="3142277"/>
                  </a:lnTo>
                  <a:lnTo>
                    <a:pt x="5922665" y="3142277"/>
                  </a:lnTo>
                  <a:lnTo>
                    <a:pt x="5922015" y="3142277"/>
                  </a:lnTo>
                  <a:lnTo>
                    <a:pt x="5921365" y="3142277"/>
                  </a:lnTo>
                  <a:lnTo>
                    <a:pt x="5920715" y="3142277"/>
                  </a:lnTo>
                  <a:lnTo>
                    <a:pt x="5920066" y="3142277"/>
                  </a:lnTo>
                  <a:lnTo>
                    <a:pt x="5919416" y="3142277"/>
                  </a:lnTo>
                  <a:lnTo>
                    <a:pt x="5918766" y="3142277"/>
                  </a:lnTo>
                  <a:lnTo>
                    <a:pt x="5918116" y="3142277"/>
                  </a:lnTo>
                  <a:lnTo>
                    <a:pt x="5917466" y="3142277"/>
                  </a:lnTo>
                  <a:lnTo>
                    <a:pt x="5916816" y="3142277"/>
                  </a:lnTo>
                  <a:lnTo>
                    <a:pt x="5916166" y="3142277"/>
                  </a:lnTo>
                  <a:lnTo>
                    <a:pt x="5915516" y="3142277"/>
                  </a:lnTo>
                  <a:lnTo>
                    <a:pt x="5914866" y="3142277"/>
                  </a:lnTo>
                  <a:lnTo>
                    <a:pt x="5914216" y="3142277"/>
                  </a:lnTo>
                  <a:lnTo>
                    <a:pt x="5913566" y="3142277"/>
                  </a:lnTo>
                  <a:lnTo>
                    <a:pt x="5912916" y="3142277"/>
                  </a:lnTo>
                  <a:lnTo>
                    <a:pt x="5912266" y="3142277"/>
                  </a:lnTo>
                  <a:lnTo>
                    <a:pt x="5911616" y="3142277"/>
                  </a:lnTo>
                  <a:lnTo>
                    <a:pt x="5910966" y="3142277"/>
                  </a:lnTo>
                  <a:lnTo>
                    <a:pt x="5910316" y="3142277"/>
                  </a:lnTo>
                  <a:lnTo>
                    <a:pt x="5909667" y="3142277"/>
                  </a:lnTo>
                  <a:lnTo>
                    <a:pt x="5909017" y="3142277"/>
                  </a:lnTo>
                  <a:lnTo>
                    <a:pt x="5908367" y="3142277"/>
                  </a:lnTo>
                  <a:lnTo>
                    <a:pt x="5907717" y="3142277"/>
                  </a:lnTo>
                  <a:lnTo>
                    <a:pt x="5907067" y="3142277"/>
                  </a:lnTo>
                  <a:lnTo>
                    <a:pt x="5906417" y="3142277"/>
                  </a:lnTo>
                  <a:lnTo>
                    <a:pt x="5905767" y="3142277"/>
                  </a:lnTo>
                  <a:lnTo>
                    <a:pt x="5905117" y="3142277"/>
                  </a:lnTo>
                  <a:lnTo>
                    <a:pt x="5904467" y="3142277"/>
                  </a:lnTo>
                  <a:lnTo>
                    <a:pt x="5903817" y="3142277"/>
                  </a:lnTo>
                  <a:lnTo>
                    <a:pt x="5903167" y="3142277"/>
                  </a:lnTo>
                  <a:lnTo>
                    <a:pt x="5902517" y="3142277"/>
                  </a:lnTo>
                  <a:lnTo>
                    <a:pt x="5901867" y="3142277"/>
                  </a:lnTo>
                  <a:lnTo>
                    <a:pt x="5901217" y="3142277"/>
                  </a:lnTo>
                  <a:lnTo>
                    <a:pt x="5900567" y="3142277"/>
                  </a:lnTo>
                  <a:lnTo>
                    <a:pt x="5899918" y="3142277"/>
                  </a:lnTo>
                  <a:lnTo>
                    <a:pt x="5899268" y="3142277"/>
                  </a:lnTo>
                  <a:lnTo>
                    <a:pt x="5898618" y="3142277"/>
                  </a:lnTo>
                  <a:lnTo>
                    <a:pt x="5897968" y="3142277"/>
                  </a:lnTo>
                  <a:lnTo>
                    <a:pt x="5897318" y="3142277"/>
                  </a:lnTo>
                  <a:lnTo>
                    <a:pt x="5896668" y="3142277"/>
                  </a:lnTo>
                  <a:lnTo>
                    <a:pt x="5896018" y="3142277"/>
                  </a:lnTo>
                  <a:lnTo>
                    <a:pt x="5895368" y="3142277"/>
                  </a:lnTo>
                  <a:lnTo>
                    <a:pt x="5894718" y="3142277"/>
                  </a:lnTo>
                  <a:lnTo>
                    <a:pt x="5894068" y="3142277"/>
                  </a:lnTo>
                  <a:lnTo>
                    <a:pt x="5893418" y="3142277"/>
                  </a:lnTo>
                  <a:lnTo>
                    <a:pt x="5892768" y="3142277"/>
                  </a:lnTo>
                  <a:lnTo>
                    <a:pt x="5892118" y="3142277"/>
                  </a:lnTo>
                  <a:lnTo>
                    <a:pt x="5891468" y="3142277"/>
                  </a:lnTo>
                  <a:lnTo>
                    <a:pt x="5890818" y="3142277"/>
                  </a:lnTo>
                  <a:lnTo>
                    <a:pt x="5890169" y="3142277"/>
                  </a:lnTo>
                  <a:lnTo>
                    <a:pt x="5889519" y="3142277"/>
                  </a:lnTo>
                  <a:lnTo>
                    <a:pt x="5888869" y="3142277"/>
                  </a:lnTo>
                  <a:lnTo>
                    <a:pt x="5888219" y="3142277"/>
                  </a:lnTo>
                  <a:lnTo>
                    <a:pt x="5887569" y="3142277"/>
                  </a:lnTo>
                  <a:lnTo>
                    <a:pt x="5886919" y="3142277"/>
                  </a:lnTo>
                  <a:lnTo>
                    <a:pt x="5886269" y="3142277"/>
                  </a:lnTo>
                  <a:lnTo>
                    <a:pt x="5885619" y="3142277"/>
                  </a:lnTo>
                  <a:lnTo>
                    <a:pt x="5884969" y="3142277"/>
                  </a:lnTo>
                  <a:lnTo>
                    <a:pt x="5884319" y="3142277"/>
                  </a:lnTo>
                  <a:lnTo>
                    <a:pt x="5883669" y="3142277"/>
                  </a:lnTo>
                  <a:lnTo>
                    <a:pt x="5883019" y="3142277"/>
                  </a:lnTo>
                  <a:lnTo>
                    <a:pt x="5882369" y="3142277"/>
                  </a:lnTo>
                  <a:lnTo>
                    <a:pt x="5881719" y="3142277"/>
                  </a:lnTo>
                  <a:lnTo>
                    <a:pt x="5881069" y="3142277"/>
                  </a:lnTo>
                  <a:lnTo>
                    <a:pt x="5880419" y="3142277"/>
                  </a:lnTo>
                  <a:lnTo>
                    <a:pt x="5879770" y="3142277"/>
                  </a:lnTo>
                  <a:lnTo>
                    <a:pt x="5879120" y="3142277"/>
                  </a:lnTo>
                  <a:lnTo>
                    <a:pt x="5878470" y="3142277"/>
                  </a:lnTo>
                  <a:lnTo>
                    <a:pt x="5877820" y="3142277"/>
                  </a:lnTo>
                  <a:lnTo>
                    <a:pt x="5877170" y="3142277"/>
                  </a:lnTo>
                  <a:lnTo>
                    <a:pt x="5876520" y="3142277"/>
                  </a:lnTo>
                  <a:lnTo>
                    <a:pt x="5875870" y="3142277"/>
                  </a:lnTo>
                  <a:lnTo>
                    <a:pt x="5875220" y="3142277"/>
                  </a:lnTo>
                  <a:lnTo>
                    <a:pt x="5874570" y="3142277"/>
                  </a:lnTo>
                  <a:lnTo>
                    <a:pt x="5873920" y="3142277"/>
                  </a:lnTo>
                  <a:lnTo>
                    <a:pt x="5873270" y="3142277"/>
                  </a:lnTo>
                  <a:lnTo>
                    <a:pt x="5872620" y="3142277"/>
                  </a:lnTo>
                  <a:lnTo>
                    <a:pt x="5871970" y="3142277"/>
                  </a:lnTo>
                  <a:lnTo>
                    <a:pt x="5871320" y="3142277"/>
                  </a:lnTo>
                  <a:lnTo>
                    <a:pt x="5870670" y="3142277"/>
                  </a:lnTo>
                  <a:lnTo>
                    <a:pt x="5870021" y="3142277"/>
                  </a:lnTo>
                  <a:lnTo>
                    <a:pt x="5869371" y="3142277"/>
                  </a:lnTo>
                  <a:lnTo>
                    <a:pt x="5868721" y="3142277"/>
                  </a:lnTo>
                  <a:lnTo>
                    <a:pt x="5868071" y="3142277"/>
                  </a:lnTo>
                  <a:lnTo>
                    <a:pt x="5867421" y="3142277"/>
                  </a:lnTo>
                  <a:lnTo>
                    <a:pt x="5866771" y="3142277"/>
                  </a:lnTo>
                  <a:lnTo>
                    <a:pt x="5866121" y="3142277"/>
                  </a:lnTo>
                  <a:lnTo>
                    <a:pt x="5865471" y="3142277"/>
                  </a:lnTo>
                  <a:lnTo>
                    <a:pt x="5864821" y="3142277"/>
                  </a:lnTo>
                  <a:lnTo>
                    <a:pt x="5864171" y="3142277"/>
                  </a:lnTo>
                  <a:lnTo>
                    <a:pt x="5863521" y="3142277"/>
                  </a:lnTo>
                  <a:lnTo>
                    <a:pt x="5862871" y="3142277"/>
                  </a:lnTo>
                  <a:lnTo>
                    <a:pt x="5862221" y="3142277"/>
                  </a:lnTo>
                  <a:lnTo>
                    <a:pt x="5861571" y="3142277"/>
                  </a:lnTo>
                  <a:lnTo>
                    <a:pt x="5860921" y="3142277"/>
                  </a:lnTo>
                  <a:lnTo>
                    <a:pt x="5860271" y="3142277"/>
                  </a:lnTo>
                  <a:lnTo>
                    <a:pt x="5859622" y="3142277"/>
                  </a:lnTo>
                  <a:lnTo>
                    <a:pt x="5858972" y="3142277"/>
                  </a:lnTo>
                  <a:lnTo>
                    <a:pt x="5858322" y="3142277"/>
                  </a:lnTo>
                  <a:lnTo>
                    <a:pt x="5857672" y="3142277"/>
                  </a:lnTo>
                  <a:lnTo>
                    <a:pt x="5857022" y="3142277"/>
                  </a:lnTo>
                  <a:lnTo>
                    <a:pt x="5856372" y="3142277"/>
                  </a:lnTo>
                  <a:lnTo>
                    <a:pt x="5855722" y="3142277"/>
                  </a:lnTo>
                  <a:lnTo>
                    <a:pt x="5855072" y="3142277"/>
                  </a:lnTo>
                  <a:lnTo>
                    <a:pt x="5854422" y="3142277"/>
                  </a:lnTo>
                  <a:lnTo>
                    <a:pt x="5853772" y="3142277"/>
                  </a:lnTo>
                  <a:lnTo>
                    <a:pt x="5853122" y="3142277"/>
                  </a:lnTo>
                  <a:lnTo>
                    <a:pt x="5852472" y="3142277"/>
                  </a:lnTo>
                  <a:lnTo>
                    <a:pt x="5851822" y="3142277"/>
                  </a:lnTo>
                  <a:lnTo>
                    <a:pt x="5851172" y="3142277"/>
                  </a:lnTo>
                  <a:lnTo>
                    <a:pt x="5850522" y="3142277"/>
                  </a:lnTo>
                  <a:lnTo>
                    <a:pt x="5849873" y="3142277"/>
                  </a:lnTo>
                  <a:lnTo>
                    <a:pt x="5849223" y="3142277"/>
                  </a:lnTo>
                  <a:lnTo>
                    <a:pt x="5848573" y="3142277"/>
                  </a:lnTo>
                  <a:lnTo>
                    <a:pt x="5847923" y="3142277"/>
                  </a:lnTo>
                  <a:lnTo>
                    <a:pt x="5847273" y="3142277"/>
                  </a:lnTo>
                  <a:lnTo>
                    <a:pt x="5846623" y="3142277"/>
                  </a:lnTo>
                  <a:lnTo>
                    <a:pt x="5845973" y="3142277"/>
                  </a:lnTo>
                  <a:lnTo>
                    <a:pt x="5845323" y="3142277"/>
                  </a:lnTo>
                  <a:lnTo>
                    <a:pt x="5844673" y="3142277"/>
                  </a:lnTo>
                  <a:lnTo>
                    <a:pt x="5844023" y="3142277"/>
                  </a:lnTo>
                  <a:lnTo>
                    <a:pt x="5843373" y="3142277"/>
                  </a:lnTo>
                  <a:lnTo>
                    <a:pt x="5842723" y="3142277"/>
                  </a:lnTo>
                  <a:lnTo>
                    <a:pt x="5842073" y="3142277"/>
                  </a:lnTo>
                  <a:lnTo>
                    <a:pt x="5841423" y="3142277"/>
                  </a:lnTo>
                  <a:lnTo>
                    <a:pt x="5840773" y="3142277"/>
                  </a:lnTo>
                  <a:lnTo>
                    <a:pt x="5840123" y="3142277"/>
                  </a:lnTo>
                  <a:lnTo>
                    <a:pt x="5839474" y="3142277"/>
                  </a:lnTo>
                  <a:lnTo>
                    <a:pt x="5838824" y="3142277"/>
                  </a:lnTo>
                  <a:lnTo>
                    <a:pt x="5838174" y="3142277"/>
                  </a:lnTo>
                  <a:lnTo>
                    <a:pt x="5837524" y="3142277"/>
                  </a:lnTo>
                  <a:lnTo>
                    <a:pt x="5836874" y="3142277"/>
                  </a:lnTo>
                  <a:lnTo>
                    <a:pt x="5836224" y="3142277"/>
                  </a:lnTo>
                  <a:lnTo>
                    <a:pt x="5835574" y="3142277"/>
                  </a:lnTo>
                  <a:lnTo>
                    <a:pt x="5834924" y="3142277"/>
                  </a:lnTo>
                  <a:lnTo>
                    <a:pt x="5834274" y="3142277"/>
                  </a:lnTo>
                  <a:lnTo>
                    <a:pt x="5833624" y="3142277"/>
                  </a:lnTo>
                  <a:lnTo>
                    <a:pt x="5832974" y="3142277"/>
                  </a:lnTo>
                  <a:lnTo>
                    <a:pt x="5832324" y="3142277"/>
                  </a:lnTo>
                  <a:lnTo>
                    <a:pt x="5831674" y="3142277"/>
                  </a:lnTo>
                  <a:lnTo>
                    <a:pt x="5831024" y="3142277"/>
                  </a:lnTo>
                  <a:lnTo>
                    <a:pt x="5830374" y="3142277"/>
                  </a:lnTo>
                  <a:lnTo>
                    <a:pt x="5829725" y="3142277"/>
                  </a:lnTo>
                  <a:lnTo>
                    <a:pt x="5829075" y="3142277"/>
                  </a:lnTo>
                  <a:lnTo>
                    <a:pt x="5828425" y="3142277"/>
                  </a:lnTo>
                  <a:lnTo>
                    <a:pt x="5827775" y="3142277"/>
                  </a:lnTo>
                  <a:lnTo>
                    <a:pt x="5827125" y="3142277"/>
                  </a:lnTo>
                  <a:lnTo>
                    <a:pt x="5826475" y="3142277"/>
                  </a:lnTo>
                  <a:lnTo>
                    <a:pt x="5825825" y="3142277"/>
                  </a:lnTo>
                  <a:lnTo>
                    <a:pt x="5825175" y="3142277"/>
                  </a:lnTo>
                  <a:lnTo>
                    <a:pt x="5824525" y="3142277"/>
                  </a:lnTo>
                  <a:lnTo>
                    <a:pt x="5823875" y="3142277"/>
                  </a:lnTo>
                  <a:lnTo>
                    <a:pt x="5823225" y="3142277"/>
                  </a:lnTo>
                  <a:lnTo>
                    <a:pt x="5822575" y="3142277"/>
                  </a:lnTo>
                  <a:lnTo>
                    <a:pt x="5821925" y="3142277"/>
                  </a:lnTo>
                  <a:lnTo>
                    <a:pt x="5821275" y="3142277"/>
                  </a:lnTo>
                  <a:lnTo>
                    <a:pt x="5820625" y="3142277"/>
                  </a:lnTo>
                  <a:lnTo>
                    <a:pt x="5819975" y="3142277"/>
                  </a:lnTo>
                  <a:lnTo>
                    <a:pt x="5819326" y="3142277"/>
                  </a:lnTo>
                  <a:lnTo>
                    <a:pt x="5818676" y="3142277"/>
                  </a:lnTo>
                  <a:lnTo>
                    <a:pt x="5818026" y="3142277"/>
                  </a:lnTo>
                  <a:lnTo>
                    <a:pt x="5817376" y="3142277"/>
                  </a:lnTo>
                  <a:lnTo>
                    <a:pt x="5816726" y="3142277"/>
                  </a:lnTo>
                  <a:lnTo>
                    <a:pt x="5816076" y="3142277"/>
                  </a:lnTo>
                  <a:lnTo>
                    <a:pt x="5815426" y="3142277"/>
                  </a:lnTo>
                  <a:lnTo>
                    <a:pt x="5814776" y="3142277"/>
                  </a:lnTo>
                  <a:lnTo>
                    <a:pt x="5814126" y="3142277"/>
                  </a:lnTo>
                  <a:lnTo>
                    <a:pt x="5813476" y="3142277"/>
                  </a:lnTo>
                  <a:lnTo>
                    <a:pt x="5812826" y="3142277"/>
                  </a:lnTo>
                  <a:lnTo>
                    <a:pt x="5812176" y="3142277"/>
                  </a:lnTo>
                  <a:lnTo>
                    <a:pt x="5811526" y="3142277"/>
                  </a:lnTo>
                  <a:lnTo>
                    <a:pt x="5810876" y="3142277"/>
                  </a:lnTo>
                  <a:lnTo>
                    <a:pt x="5810226" y="3142277"/>
                  </a:lnTo>
                  <a:lnTo>
                    <a:pt x="5809577" y="3142277"/>
                  </a:lnTo>
                  <a:lnTo>
                    <a:pt x="5808927" y="3142277"/>
                  </a:lnTo>
                  <a:lnTo>
                    <a:pt x="5808277" y="3142277"/>
                  </a:lnTo>
                  <a:lnTo>
                    <a:pt x="5807627" y="3142277"/>
                  </a:lnTo>
                  <a:lnTo>
                    <a:pt x="5806977" y="3142277"/>
                  </a:lnTo>
                  <a:lnTo>
                    <a:pt x="5806327" y="3142277"/>
                  </a:lnTo>
                  <a:lnTo>
                    <a:pt x="5805677" y="3142277"/>
                  </a:lnTo>
                  <a:lnTo>
                    <a:pt x="5805027" y="3142277"/>
                  </a:lnTo>
                  <a:lnTo>
                    <a:pt x="5804377" y="3142277"/>
                  </a:lnTo>
                  <a:lnTo>
                    <a:pt x="5803727" y="3142277"/>
                  </a:lnTo>
                  <a:lnTo>
                    <a:pt x="5803077" y="3142277"/>
                  </a:lnTo>
                  <a:lnTo>
                    <a:pt x="5802427" y="3142277"/>
                  </a:lnTo>
                  <a:lnTo>
                    <a:pt x="5801777" y="3142277"/>
                  </a:lnTo>
                  <a:lnTo>
                    <a:pt x="5801127" y="3142277"/>
                  </a:lnTo>
                  <a:lnTo>
                    <a:pt x="5800477" y="3142277"/>
                  </a:lnTo>
                  <a:lnTo>
                    <a:pt x="5799827" y="3142277"/>
                  </a:lnTo>
                  <a:lnTo>
                    <a:pt x="5799178" y="3142277"/>
                  </a:lnTo>
                  <a:lnTo>
                    <a:pt x="5798528" y="3142277"/>
                  </a:lnTo>
                  <a:lnTo>
                    <a:pt x="5797878" y="3142277"/>
                  </a:lnTo>
                  <a:lnTo>
                    <a:pt x="5797228" y="3142277"/>
                  </a:lnTo>
                  <a:lnTo>
                    <a:pt x="5796578" y="3142277"/>
                  </a:lnTo>
                  <a:lnTo>
                    <a:pt x="5795928" y="3142277"/>
                  </a:lnTo>
                  <a:lnTo>
                    <a:pt x="5795278" y="3142277"/>
                  </a:lnTo>
                  <a:lnTo>
                    <a:pt x="5794628" y="3142277"/>
                  </a:lnTo>
                  <a:lnTo>
                    <a:pt x="5793978" y="3142277"/>
                  </a:lnTo>
                  <a:lnTo>
                    <a:pt x="5793328" y="3142277"/>
                  </a:lnTo>
                  <a:lnTo>
                    <a:pt x="5792678" y="3142277"/>
                  </a:lnTo>
                  <a:lnTo>
                    <a:pt x="5792028" y="3142277"/>
                  </a:lnTo>
                  <a:lnTo>
                    <a:pt x="5791378" y="3142277"/>
                  </a:lnTo>
                  <a:lnTo>
                    <a:pt x="5790728" y="3142277"/>
                  </a:lnTo>
                  <a:lnTo>
                    <a:pt x="5790078" y="3142277"/>
                  </a:lnTo>
                  <a:lnTo>
                    <a:pt x="5789429" y="3142277"/>
                  </a:lnTo>
                  <a:lnTo>
                    <a:pt x="5788779" y="3142277"/>
                  </a:lnTo>
                  <a:lnTo>
                    <a:pt x="5788129" y="3142277"/>
                  </a:lnTo>
                  <a:lnTo>
                    <a:pt x="5787479" y="3142277"/>
                  </a:lnTo>
                  <a:lnTo>
                    <a:pt x="5786829" y="3142277"/>
                  </a:lnTo>
                  <a:lnTo>
                    <a:pt x="5786179" y="3142277"/>
                  </a:lnTo>
                  <a:lnTo>
                    <a:pt x="5785529" y="3142277"/>
                  </a:lnTo>
                  <a:lnTo>
                    <a:pt x="5784879" y="3142277"/>
                  </a:lnTo>
                  <a:lnTo>
                    <a:pt x="5784229" y="3142277"/>
                  </a:lnTo>
                  <a:lnTo>
                    <a:pt x="5783579" y="3142277"/>
                  </a:lnTo>
                  <a:lnTo>
                    <a:pt x="5782929" y="3142277"/>
                  </a:lnTo>
                  <a:lnTo>
                    <a:pt x="5782279" y="3142277"/>
                  </a:lnTo>
                  <a:lnTo>
                    <a:pt x="5781629" y="3142277"/>
                  </a:lnTo>
                  <a:lnTo>
                    <a:pt x="5780979" y="3142277"/>
                  </a:lnTo>
                  <a:lnTo>
                    <a:pt x="5780329" y="3142277"/>
                  </a:lnTo>
                  <a:lnTo>
                    <a:pt x="5779679" y="3142277"/>
                  </a:lnTo>
                  <a:lnTo>
                    <a:pt x="5779030" y="3142277"/>
                  </a:lnTo>
                  <a:lnTo>
                    <a:pt x="5778380" y="3142277"/>
                  </a:lnTo>
                  <a:lnTo>
                    <a:pt x="5777730" y="3142277"/>
                  </a:lnTo>
                  <a:lnTo>
                    <a:pt x="5777080" y="3142277"/>
                  </a:lnTo>
                  <a:lnTo>
                    <a:pt x="5776430" y="3142277"/>
                  </a:lnTo>
                  <a:lnTo>
                    <a:pt x="5775780" y="3142277"/>
                  </a:lnTo>
                  <a:lnTo>
                    <a:pt x="5775130" y="3142277"/>
                  </a:lnTo>
                  <a:lnTo>
                    <a:pt x="5774480" y="3142277"/>
                  </a:lnTo>
                  <a:lnTo>
                    <a:pt x="5773830" y="3142277"/>
                  </a:lnTo>
                  <a:lnTo>
                    <a:pt x="5773180" y="3142277"/>
                  </a:lnTo>
                  <a:lnTo>
                    <a:pt x="5772530" y="3142277"/>
                  </a:lnTo>
                  <a:lnTo>
                    <a:pt x="5771880" y="3142277"/>
                  </a:lnTo>
                  <a:lnTo>
                    <a:pt x="5771230" y="3142277"/>
                  </a:lnTo>
                  <a:lnTo>
                    <a:pt x="5770580" y="3142277"/>
                  </a:lnTo>
                  <a:lnTo>
                    <a:pt x="5769930" y="3142277"/>
                  </a:lnTo>
                  <a:lnTo>
                    <a:pt x="5769281" y="3142277"/>
                  </a:lnTo>
                  <a:lnTo>
                    <a:pt x="5768631" y="3142277"/>
                  </a:lnTo>
                  <a:lnTo>
                    <a:pt x="5767981" y="3142277"/>
                  </a:lnTo>
                  <a:lnTo>
                    <a:pt x="5767331" y="3142277"/>
                  </a:lnTo>
                  <a:lnTo>
                    <a:pt x="5766681" y="3142277"/>
                  </a:lnTo>
                  <a:lnTo>
                    <a:pt x="5766031" y="3142277"/>
                  </a:lnTo>
                  <a:lnTo>
                    <a:pt x="5765381" y="3142277"/>
                  </a:lnTo>
                  <a:lnTo>
                    <a:pt x="5764731" y="3142277"/>
                  </a:lnTo>
                  <a:lnTo>
                    <a:pt x="5764081" y="3142277"/>
                  </a:lnTo>
                  <a:lnTo>
                    <a:pt x="5763431" y="3142277"/>
                  </a:lnTo>
                  <a:lnTo>
                    <a:pt x="5762781" y="3142277"/>
                  </a:lnTo>
                  <a:lnTo>
                    <a:pt x="5762131" y="3142277"/>
                  </a:lnTo>
                  <a:lnTo>
                    <a:pt x="5761481" y="3142277"/>
                  </a:lnTo>
                  <a:lnTo>
                    <a:pt x="5760831" y="3142277"/>
                  </a:lnTo>
                  <a:lnTo>
                    <a:pt x="5760181" y="3142277"/>
                  </a:lnTo>
                  <a:lnTo>
                    <a:pt x="5759531" y="3142277"/>
                  </a:lnTo>
                  <a:lnTo>
                    <a:pt x="5758882" y="3142277"/>
                  </a:lnTo>
                  <a:lnTo>
                    <a:pt x="5758232" y="3142277"/>
                  </a:lnTo>
                  <a:lnTo>
                    <a:pt x="5757582" y="3142277"/>
                  </a:lnTo>
                  <a:lnTo>
                    <a:pt x="5756932" y="3142277"/>
                  </a:lnTo>
                  <a:lnTo>
                    <a:pt x="5756282" y="3142277"/>
                  </a:lnTo>
                  <a:lnTo>
                    <a:pt x="5755632" y="3142277"/>
                  </a:lnTo>
                  <a:lnTo>
                    <a:pt x="5754982" y="3142277"/>
                  </a:lnTo>
                  <a:lnTo>
                    <a:pt x="5754332" y="3142277"/>
                  </a:lnTo>
                  <a:lnTo>
                    <a:pt x="5753682" y="3142277"/>
                  </a:lnTo>
                  <a:lnTo>
                    <a:pt x="5753032" y="3142277"/>
                  </a:lnTo>
                  <a:lnTo>
                    <a:pt x="5752382" y="3142277"/>
                  </a:lnTo>
                  <a:lnTo>
                    <a:pt x="5751732" y="3142277"/>
                  </a:lnTo>
                  <a:lnTo>
                    <a:pt x="5751082" y="3142277"/>
                  </a:lnTo>
                  <a:lnTo>
                    <a:pt x="5750432" y="3142277"/>
                  </a:lnTo>
                  <a:lnTo>
                    <a:pt x="5749782" y="3142277"/>
                  </a:lnTo>
                  <a:lnTo>
                    <a:pt x="5749133" y="3142277"/>
                  </a:lnTo>
                  <a:lnTo>
                    <a:pt x="5748483" y="3142277"/>
                  </a:lnTo>
                  <a:lnTo>
                    <a:pt x="5747833" y="3142277"/>
                  </a:lnTo>
                  <a:lnTo>
                    <a:pt x="5747183" y="3142277"/>
                  </a:lnTo>
                  <a:lnTo>
                    <a:pt x="5746533" y="3142277"/>
                  </a:lnTo>
                  <a:lnTo>
                    <a:pt x="5745883" y="3142277"/>
                  </a:lnTo>
                  <a:lnTo>
                    <a:pt x="5745233" y="3142277"/>
                  </a:lnTo>
                  <a:lnTo>
                    <a:pt x="5744583" y="3142277"/>
                  </a:lnTo>
                  <a:lnTo>
                    <a:pt x="5743933" y="3142277"/>
                  </a:lnTo>
                  <a:lnTo>
                    <a:pt x="5743283" y="3142277"/>
                  </a:lnTo>
                  <a:lnTo>
                    <a:pt x="5742633" y="3142277"/>
                  </a:lnTo>
                  <a:lnTo>
                    <a:pt x="5741983" y="3142277"/>
                  </a:lnTo>
                  <a:lnTo>
                    <a:pt x="5741333" y="3142277"/>
                  </a:lnTo>
                  <a:lnTo>
                    <a:pt x="5740683" y="3142277"/>
                  </a:lnTo>
                  <a:lnTo>
                    <a:pt x="5740033" y="3142277"/>
                  </a:lnTo>
                  <a:lnTo>
                    <a:pt x="5739384" y="3142277"/>
                  </a:lnTo>
                  <a:lnTo>
                    <a:pt x="5738734" y="3142277"/>
                  </a:lnTo>
                  <a:lnTo>
                    <a:pt x="5738084" y="3142277"/>
                  </a:lnTo>
                  <a:lnTo>
                    <a:pt x="5737434" y="3142277"/>
                  </a:lnTo>
                  <a:lnTo>
                    <a:pt x="5736784" y="3142277"/>
                  </a:lnTo>
                  <a:lnTo>
                    <a:pt x="5736134" y="3142277"/>
                  </a:lnTo>
                  <a:lnTo>
                    <a:pt x="5735484" y="3142277"/>
                  </a:lnTo>
                  <a:lnTo>
                    <a:pt x="5734834" y="3142277"/>
                  </a:lnTo>
                  <a:lnTo>
                    <a:pt x="5734184" y="3142277"/>
                  </a:lnTo>
                  <a:lnTo>
                    <a:pt x="5733534" y="3142277"/>
                  </a:lnTo>
                  <a:lnTo>
                    <a:pt x="5732884" y="3142277"/>
                  </a:lnTo>
                  <a:lnTo>
                    <a:pt x="5732234" y="3142277"/>
                  </a:lnTo>
                  <a:lnTo>
                    <a:pt x="5731584" y="3142277"/>
                  </a:lnTo>
                  <a:lnTo>
                    <a:pt x="5730934" y="3142277"/>
                  </a:lnTo>
                  <a:lnTo>
                    <a:pt x="5730284" y="3142277"/>
                  </a:lnTo>
                  <a:lnTo>
                    <a:pt x="5729634" y="3142277"/>
                  </a:lnTo>
                  <a:lnTo>
                    <a:pt x="5728985" y="3142277"/>
                  </a:lnTo>
                  <a:lnTo>
                    <a:pt x="5728335" y="3142277"/>
                  </a:lnTo>
                  <a:lnTo>
                    <a:pt x="5727685" y="3142277"/>
                  </a:lnTo>
                  <a:lnTo>
                    <a:pt x="5727035" y="3142277"/>
                  </a:lnTo>
                  <a:lnTo>
                    <a:pt x="5726385" y="3142277"/>
                  </a:lnTo>
                  <a:lnTo>
                    <a:pt x="5725735" y="3142277"/>
                  </a:lnTo>
                  <a:lnTo>
                    <a:pt x="5725085" y="3142277"/>
                  </a:lnTo>
                  <a:lnTo>
                    <a:pt x="5724435" y="3142277"/>
                  </a:lnTo>
                  <a:lnTo>
                    <a:pt x="5723785" y="3142277"/>
                  </a:lnTo>
                  <a:lnTo>
                    <a:pt x="5723135" y="3142277"/>
                  </a:lnTo>
                  <a:lnTo>
                    <a:pt x="5722485" y="3142277"/>
                  </a:lnTo>
                  <a:lnTo>
                    <a:pt x="5721835" y="3142277"/>
                  </a:lnTo>
                  <a:lnTo>
                    <a:pt x="5721185" y="3142277"/>
                  </a:lnTo>
                  <a:lnTo>
                    <a:pt x="5720535" y="3142277"/>
                  </a:lnTo>
                  <a:lnTo>
                    <a:pt x="5719885" y="3142277"/>
                  </a:lnTo>
                  <a:lnTo>
                    <a:pt x="5719236" y="3142277"/>
                  </a:lnTo>
                  <a:lnTo>
                    <a:pt x="5718586" y="3142277"/>
                  </a:lnTo>
                  <a:lnTo>
                    <a:pt x="5717936" y="3142277"/>
                  </a:lnTo>
                  <a:lnTo>
                    <a:pt x="5717286" y="3142277"/>
                  </a:lnTo>
                  <a:lnTo>
                    <a:pt x="5716636" y="3142277"/>
                  </a:lnTo>
                  <a:lnTo>
                    <a:pt x="5715986" y="3142277"/>
                  </a:lnTo>
                  <a:lnTo>
                    <a:pt x="5715336" y="3142277"/>
                  </a:lnTo>
                  <a:lnTo>
                    <a:pt x="5714686" y="3142277"/>
                  </a:lnTo>
                  <a:lnTo>
                    <a:pt x="5714036" y="3142277"/>
                  </a:lnTo>
                  <a:lnTo>
                    <a:pt x="5713386" y="3142277"/>
                  </a:lnTo>
                  <a:lnTo>
                    <a:pt x="5712736" y="3142277"/>
                  </a:lnTo>
                  <a:lnTo>
                    <a:pt x="5712086" y="3142277"/>
                  </a:lnTo>
                  <a:lnTo>
                    <a:pt x="5711436" y="3142277"/>
                  </a:lnTo>
                  <a:lnTo>
                    <a:pt x="5710786" y="3142277"/>
                  </a:lnTo>
                  <a:lnTo>
                    <a:pt x="5710136" y="3142277"/>
                  </a:lnTo>
                  <a:lnTo>
                    <a:pt x="5709486" y="3142277"/>
                  </a:lnTo>
                  <a:lnTo>
                    <a:pt x="5708837" y="3142277"/>
                  </a:lnTo>
                  <a:lnTo>
                    <a:pt x="5708187" y="3142277"/>
                  </a:lnTo>
                  <a:lnTo>
                    <a:pt x="5707537" y="3142277"/>
                  </a:lnTo>
                  <a:lnTo>
                    <a:pt x="5706887" y="3142277"/>
                  </a:lnTo>
                  <a:lnTo>
                    <a:pt x="5706237" y="3142277"/>
                  </a:lnTo>
                  <a:lnTo>
                    <a:pt x="5705587" y="3142277"/>
                  </a:lnTo>
                  <a:lnTo>
                    <a:pt x="5704937" y="3142277"/>
                  </a:lnTo>
                  <a:lnTo>
                    <a:pt x="5704287" y="3142277"/>
                  </a:lnTo>
                  <a:lnTo>
                    <a:pt x="5703637" y="3142277"/>
                  </a:lnTo>
                  <a:lnTo>
                    <a:pt x="5702987" y="3142277"/>
                  </a:lnTo>
                  <a:lnTo>
                    <a:pt x="5702337" y="3142277"/>
                  </a:lnTo>
                  <a:lnTo>
                    <a:pt x="5701687" y="3142277"/>
                  </a:lnTo>
                  <a:lnTo>
                    <a:pt x="5701037" y="3142277"/>
                  </a:lnTo>
                  <a:lnTo>
                    <a:pt x="5700387" y="3142277"/>
                  </a:lnTo>
                  <a:lnTo>
                    <a:pt x="5699737" y="3142277"/>
                  </a:lnTo>
                  <a:lnTo>
                    <a:pt x="5699088" y="3142277"/>
                  </a:lnTo>
                  <a:lnTo>
                    <a:pt x="5698438" y="3142277"/>
                  </a:lnTo>
                  <a:lnTo>
                    <a:pt x="5697788" y="3142277"/>
                  </a:lnTo>
                  <a:lnTo>
                    <a:pt x="5697138" y="3142277"/>
                  </a:lnTo>
                  <a:lnTo>
                    <a:pt x="5696488" y="3142277"/>
                  </a:lnTo>
                  <a:lnTo>
                    <a:pt x="5695838" y="3142277"/>
                  </a:lnTo>
                  <a:lnTo>
                    <a:pt x="5695188" y="3142277"/>
                  </a:lnTo>
                  <a:lnTo>
                    <a:pt x="5694538" y="3142277"/>
                  </a:lnTo>
                  <a:lnTo>
                    <a:pt x="5693888" y="3142277"/>
                  </a:lnTo>
                  <a:lnTo>
                    <a:pt x="5693238" y="3142277"/>
                  </a:lnTo>
                  <a:lnTo>
                    <a:pt x="5692588" y="3142277"/>
                  </a:lnTo>
                  <a:lnTo>
                    <a:pt x="5691938" y="3142277"/>
                  </a:lnTo>
                  <a:lnTo>
                    <a:pt x="5691288" y="3142277"/>
                  </a:lnTo>
                  <a:lnTo>
                    <a:pt x="5690638" y="3142277"/>
                  </a:lnTo>
                  <a:lnTo>
                    <a:pt x="5689988" y="3142277"/>
                  </a:lnTo>
                  <a:lnTo>
                    <a:pt x="5689338" y="3142277"/>
                  </a:lnTo>
                  <a:lnTo>
                    <a:pt x="5688689" y="3142277"/>
                  </a:lnTo>
                  <a:lnTo>
                    <a:pt x="5688039" y="3142277"/>
                  </a:lnTo>
                  <a:lnTo>
                    <a:pt x="5687389" y="3142277"/>
                  </a:lnTo>
                  <a:lnTo>
                    <a:pt x="5686739" y="3142277"/>
                  </a:lnTo>
                  <a:lnTo>
                    <a:pt x="5686089" y="3142277"/>
                  </a:lnTo>
                  <a:lnTo>
                    <a:pt x="5685439" y="3142277"/>
                  </a:lnTo>
                  <a:lnTo>
                    <a:pt x="5684789" y="3142277"/>
                  </a:lnTo>
                  <a:lnTo>
                    <a:pt x="5684139" y="3142277"/>
                  </a:lnTo>
                  <a:lnTo>
                    <a:pt x="5683489" y="3142277"/>
                  </a:lnTo>
                  <a:lnTo>
                    <a:pt x="5682839" y="3142277"/>
                  </a:lnTo>
                  <a:lnTo>
                    <a:pt x="5682189" y="3142277"/>
                  </a:lnTo>
                  <a:lnTo>
                    <a:pt x="5681539" y="3142277"/>
                  </a:lnTo>
                  <a:lnTo>
                    <a:pt x="5680889" y="3142277"/>
                  </a:lnTo>
                  <a:lnTo>
                    <a:pt x="5680239" y="3142277"/>
                  </a:lnTo>
                  <a:lnTo>
                    <a:pt x="5679589" y="3142277"/>
                  </a:lnTo>
                  <a:lnTo>
                    <a:pt x="5678940" y="3142277"/>
                  </a:lnTo>
                  <a:lnTo>
                    <a:pt x="5678290" y="3142277"/>
                  </a:lnTo>
                  <a:lnTo>
                    <a:pt x="5677640" y="3142277"/>
                  </a:lnTo>
                  <a:lnTo>
                    <a:pt x="5676990" y="3142277"/>
                  </a:lnTo>
                  <a:lnTo>
                    <a:pt x="5676340" y="3142277"/>
                  </a:lnTo>
                  <a:lnTo>
                    <a:pt x="5675690" y="3142277"/>
                  </a:lnTo>
                  <a:lnTo>
                    <a:pt x="5675040" y="3142277"/>
                  </a:lnTo>
                  <a:lnTo>
                    <a:pt x="5674390" y="3142277"/>
                  </a:lnTo>
                  <a:lnTo>
                    <a:pt x="5673740" y="3142277"/>
                  </a:lnTo>
                  <a:lnTo>
                    <a:pt x="5673090" y="3142277"/>
                  </a:lnTo>
                  <a:lnTo>
                    <a:pt x="5672440" y="3142277"/>
                  </a:lnTo>
                  <a:lnTo>
                    <a:pt x="5671790" y="3142277"/>
                  </a:lnTo>
                  <a:lnTo>
                    <a:pt x="5671140" y="3142277"/>
                  </a:lnTo>
                  <a:lnTo>
                    <a:pt x="5670490" y="3142277"/>
                  </a:lnTo>
                  <a:lnTo>
                    <a:pt x="5669840" y="3142277"/>
                  </a:lnTo>
                  <a:lnTo>
                    <a:pt x="5669190" y="3142277"/>
                  </a:lnTo>
                  <a:lnTo>
                    <a:pt x="5668541" y="3142277"/>
                  </a:lnTo>
                  <a:lnTo>
                    <a:pt x="5667891" y="3142277"/>
                  </a:lnTo>
                  <a:lnTo>
                    <a:pt x="5667241" y="3142277"/>
                  </a:lnTo>
                  <a:lnTo>
                    <a:pt x="5666591" y="3142277"/>
                  </a:lnTo>
                  <a:lnTo>
                    <a:pt x="5665941" y="3142277"/>
                  </a:lnTo>
                  <a:lnTo>
                    <a:pt x="5665291" y="3142277"/>
                  </a:lnTo>
                  <a:lnTo>
                    <a:pt x="5664641" y="3142277"/>
                  </a:lnTo>
                  <a:lnTo>
                    <a:pt x="5663991" y="3142277"/>
                  </a:lnTo>
                  <a:lnTo>
                    <a:pt x="5663341" y="3142277"/>
                  </a:lnTo>
                  <a:lnTo>
                    <a:pt x="5662691" y="3142277"/>
                  </a:lnTo>
                  <a:lnTo>
                    <a:pt x="5662041" y="3142277"/>
                  </a:lnTo>
                  <a:lnTo>
                    <a:pt x="5661391" y="3142277"/>
                  </a:lnTo>
                  <a:lnTo>
                    <a:pt x="5660741" y="3142277"/>
                  </a:lnTo>
                  <a:lnTo>
                    <a:pt x="5660091" y="3142277"/>
                  </a:lnTo>
                  <a:lnTo>
                    <a:pt x="5659441" y="3142277"/>
                  </a:lnTo>
                  <a:lnTo>
                    <a:pt x="5658792" y="3142277"/>
                  </a:lnTo>
                  <a:lnTo>
                    <a:pt x="5658142" y="3142277"/>
                  </a:lnTo>
                  <a:lnTo>
                    <a:pt x="5657492" y="3142277"/>
                  </a:lnTo>
                  <a:lnTo>
                    <a:pt x="5656842" y="3142277"/>
                  </a:lnTo>
                  <a:lnTo>
                    <a:pt x="5656192" y="3142277"/>
                  </a:lnTo>
                  <a:lnTo>
                    <a:pt x="5655542" y="3142277"/>
                  </a:lnTo>
                  <a:lnTo>
                    <a:pt x="5654892" y="3142277"/>
                  </a:lnTo>
                  <a:lnTo>
                    <a:pt x="5654242" y="3142277"/>
                  </a:lnTo>
                  <a:lnTo>
                    <a:pt x="5653592" y="3142277"/>
                  </a:lnTo>
                  <a:lnTo>
                    <a:pt x="5652942" y="3142277"/>
                  </a:lnTo>
                  <a:lnTo>
                    <a:pt x="5652292" y="3142277"/>
                  </a:lnTo>
                  <a:lnTo>
                    <a:pt x="5651642" y="3142277"/>
                  </a:lnTo>
                  <a:lnTo>
                    <a:pt x="5650992" y="3142277"/>
                  </a:lnTo>
                  <a:lnTo>
                    <a:pt x="5650342" y="3142277"/>
                  </a:lnTo>
                  <a:lnTo>
                    <a:pt x="5649692" y="3142277"/>
                  </a:lnTo>
                  <a:lnTo>
                    <a:pt x="5649042" y="3142277"/>
                  </a:lnTo>
                  <a:lnTo>
                    <a:pt x="5648393" y="3142277"/>
                  </a:lnTo>
                  <a:lnTo>
                    <a:pt x="5647743" y="3142277"/>
                  </a:lnTo>
                  <a:lnTo>
                    <a:pt x="5647093" y="3142277"/>
                  </a:lnTo>
                  <a:lnTo>
                    <a:pt x="5646443" y="3142277"/>
                  </a:lnTo>
                  <a:lnTo>
                    <a:pt x="5645793" y="3142277"/>
                  </a:lnTo>
                  <a:lnTo>
                    <a:pt x="5645143" y="3142277"/>
                  </a:lnTo>
                  <a:lnTo>
                    <a:pt x="5644493" y="3142277"/>
                  </a:lnTo>
                  <a:lnTo>
                    <a:pt x="5643843" y="3142277"/>
                  </a:lnTo>
                  <a:lnTo>
                    <a:pt x="5643193" y="3142277"/>
                  </a:lnTo>
                  <a:lnTo>
                    <a:pt x="5642543" y="3142277"/>
                  </a:lnTo>
                  <a:lnTo>
                    <a:pt x="5641893" y="3142277"/>
                  </a:lnTo>
                  <a:lnTo>
                    <a:pt x="5641243" y="3142277"/>
                  </a:lnTo>
                  <a:lnTo>
                    <a:pt x="5640593" y="3142277"/>
                  </a:lnTo>
                  <a:lnTo>
                    <a:pt x="5639943" y="3142277"/>
                  </a:lnTo>
                  <a:lnTo>
                    <a:pt x="5639293" y="3142277"/>
                  </a:lnTo>
                  <a:lnTo>
                    <a:pt x="5638644" y="3142277"/>
                  </a:lnTo>
                  <a:lnTo>
                    <a:pt x="5637994" y="3142277"/>
                  </a:lnTo>
                  <a:lnTo>
                    <a:pt x="5637344" y="3142277"/>
                  </a:lnTo>
                  <a:lnTo>
                    <a:pt x="5636694" y="3142277"/>
                  </a:lnTo>
                  <a:lnTo>
                    <a:pt x="5636044" y="3142277"/>
                  </a:lnTo>
                  <a:lnTo>
                    <a:pt x="5635394" y="3142277"/>
                  </a:lnTo>
                  <a:lnTo>
                    <a:pt x="5634744" y="3142277"/>
                  </a:lnTo>
                  <a:lnTo>
                    <a:pt x="5634094" y="3142277"/>
                  </a:lnTo>
                  <a:lnTo>
                    <a:pt x="5633444" y="3142277"/>
                  </a:lnTo>
                  <a:lnTo>
                    <a:pt x="5632794" y="3142277"/>
                  </a:lnTo>
                  <a:lnTo>
                    <a:pt x="5632144" y="3142277"/>
                  </a:lnTo>
                  <a:lnTo>
                    <a:pt x="5631494" y="3142277"/>
                  </a:lnTo>
                  <a:lnTo>
                    <a:pt x="5630844" y="3142277"/>
                  </a:lnTo>
                  <a:lnTo>
                    <a:pt x="5630194" y="3142277"/>
                  </a:lnTo>
                  <a:lnTo>
                    <a:pt x="5629544" y="3142277"/>
                  </a:lnTo>
                  <a:lnTo>
                    <a:pt x="5628894" y="3142277"/>
                  </a:lnTo>
                  <a:lnTo>
                    <a:pt x="5628245" y="3142277"/>
                  </a:lnTo>
                  <a:lnTo>
                    <a:pt x="5627595" y="3142277"/>
                  </a:lnTo>
                  <a:lnTo>
                    <a:pt x="5626945" y="3142277"/>
                  </a:lnTo>
                  <a:lnTo>
                    <a:pt x="5626295" y="3142277"/>
                  </a:lnTo>
                  <a:lnTo>
                    <a:pt x="5625645" y="3142277"/>
                  </a:lnTo>
                  <a:lnTo>
                    <a:pt x="5624995" y="3142277"/>
                  </a:lnTo>
                  <a:lnTo>
                    <a:pt x="5624345" y="3142277"/>
                  </a:lnTo>
                  <a:lnTo>
                    <a:pt x="5623695" y="3142277"/>
                  </a:lnTo>
                  <a:lnTo>
                    <a:pt x="5623045" y="3142277"/>
                  </a:lnTo>
                  <a:lnTo>
                    <a:pt x="5622395" y="3142277"/>
                  </a:lnTo>
                  <a:lnTo>
                    <a:pt x="5621745" y="3142277"/>
                  </a:lnTo>
                  <a:lnTo>
                    <a:pt x="5621095" y="3142277"/>
                  </a:lnTo>
                  <a:lnTo>
                    <a:pt x="5620445" y="3142277"/>
                  </a:lnTo>
                  <a:lnTo>
                    <a:pt x="5619795" y="3142277"/>
                  </a:lnTo>
                  <a:lnTo>
                    <a:pt x="5619145" y="3142277"/>
                  </a:lnTo>
                  <a:lnTo>
                    <a:pt x="5618496" y="3142277"/>
                  </a:lnTo>
                  <a:lnTo>
                    <a:pt x="5617846" y="3142277"/>
                  </a:lnTo>
                  <a:lnTo>
                    <a:pt x="5617196" y="3142277"/>
                  </a:lnTo>
                  <a:lnTo>
                    <a:pt x="5616546" y="3142277"/>
                  </a:lnTo>
                  <a:lnTo>
                    <a:pt x="5615896" y="3142277"/>
                  </a:lnTo>
                  <a:lnTo>
                    <a:pt x="5615246" y="3142277"/>
                  </a:lnTo>
                  <a:lnTo>
                    <a:pt x="5614596" y="3142277"/>
                  </a:lnTo>
                  <a:lnTo>
                    <a:pt x="5613946" y="3142277"/>
                  </a:lnTo>
                  <a:lnTo>
                    <a:pt x="5613296" y="3142277"/>
                  </a:lnTo>
                  <a:lnTo>
                    <a:pt x="5612646" y="3142277"/>
                  </a:lnTo>
                  <a:lnTo>
                    <a:pt x="5611996" y="3142277"/>
                  </a:lnTo>
                  <a:lnTo>
                    <a:pt x="5611346" y="3142277"/>
                  </a:lnTo>
                  <a:lnTo>
                    <a:pt x="5610696" y="3142277"/>
                  </a:lnTo>
                  <a:lnTo>
                    <a:pt x="5610046" y="3142277"/>
                  </a:lnTo>
                  <a:lnTo>
                    <a:pt x="5609396" y="3142277"/>
                  </a:lnTo>
                  <a:lnTo>
                    <a:pt x="5608746" y="3142277"/>
                  </a:lnTo>
                  <a:lnTo>
                    <a:pt x="5608097" y="3142277"/>
                  </a:lnTo>
                  <a:lnTo>
                    <a:pt x="5607447" y="3142277"/>
                  </a:lnTo>
                  <a:lnTo>
                    <a:pt x="5606797" y="3142277"/>
                  </a:lnTo>
                  <a:lnTo>
                    <a:pt x="5606147" y="3142277"/>
                  </a:lnTo>
                  <a:lnTo>
                    <a:pt x="5605497" y="3142277"/>
                  </a:lnTo>
                  <a:lnTo>
                    <a:pt x="5604847" y="3142277"/>
                  </a:lnTo>
                  <a:lnTo>
                    <a:pt x="5604197" y="3142277"/>
                  </a:lnTo>
                  <a:lnTo>
                    <a:pt x="5603547" y="3142277"/>
                  </a:lnTo>
                  <a:lnTo>
                    <a:pt x="5602897" y="3142277"/>
                  </a:lnTo>
                  <a:lnTo>
                    <a:pt x="5602247" y="3142277"/>
                  </a:lnTo>
                  <a:lnTo>
                    <a:pt x="5601597" y="3142277"/>
                  </a:lnTo>
                  <a:lnTo>
                    <a:pt x="5600947" y="3142277"/>
                  </a:lnTo>
                  <a:lnTo>
                    <a:pt x="5600297" y="3142277"/>
                  </a:lnTo>
                  <a:lnTo>
                    <a:pt x="5599647" y="3142277"/>
                  </a:lnTo>
                  <a:lnTo>
                    <a:pt x="5598997" y="3142277"/>
                  </a:lnTo>
                  <a:lnTo>
                    <a:pt x="5598348" y="3142277"/>
                  </a:lnTo>
                  <a:lnTo>
                    <a:pt x="5597698" y="3142277"/>
                  </a:lnTo>
                  <a:lnTo>
                    <a:pt x="5597048" y="3142277"/>
                  </a:lnTo>
                  <a:lnTo>
                    <a:pt x="5596398" y="3142277"/>
                  </a:lnTo>
                  <a:lnTo>
                    <a:pt x="5595748" y="3142277"/>
                  </a:lnTo>
                  <a:lnTo>
                    <a:pt x="5595098" y="3142277"/>
                  </a:lnTo>
                  <a:lnTo>
                    <a:pt x="5594448" y="3142277"/>
                  </a:lnTo>
                  <a:lnTo>
                    <a:pt x="5593798" y="3142277"/>
                  </a:lnTo>
                  <a:lnTo>
                    <a:pt x="5593148" y="3142277"/>
                  </a:lnTo>
                  <a:lnTo>
                    <a:pt x="5592498" y="3142277"/>
                  </a:lnTo>
                  <a:lnTo>
                    <a:pt x="5591848" y="3142277"/>
                  </a:lnTo>
                  <a:lnTo>
                    <a:pt x="5591198" y="3142277"/>
                  </a:lnTo>
                  <a:lnTo>
                    <a:pt x="5590548" y="3142277"/>
                  </a:lnTo>
                  <a:lnTo>
                    <a:pt x="5589898" y="3142277"/>
                  </a:lnTo>
                  <a:lnTo>
                    <a:pt x="5589248" y="3142277"/>
                  </a:lnTo>
                  <a:lnTo>
                    <a:pt x="5588599" y="3142277"/>
                  </a:lnTo>
                  <a:lnTo>
                    <a:pt x="5587949" y="3142277"/>
                  </a:lnTo>
                  <a:lnTo>
                    <a:pt x="5587299" y="3142277"/>
                  </a:lnTo>
                  <a:lnTo>
                    <a:pt x="5586649" y="3142277"/>
                  </a:lnTo>
                  <a:lnTo>
                    <a:pt x="5585999" y="3142277"/>
                  </a:lnTo>
                  <a:lnTo>
                    <a:pt x="5585349" y="3142277"/>
                  </a:lnTo>
                  <a:lnTo>
                    <a:pt x="5584699" y="3142277"/>
                  </a:lnTo>
                  <a:lnTo>
                    <a:pt x="5584049" y="3142277"/>
                  </a:lnTo>
                  <a:lnTo>
                    <a:pt x="5583399" y="3142277"/>
                  </a:lnTo>
                  <a:lnTo>
                    <a:pt x="5582749" y="3142277"/>
                  </a:lnTo>
                  <a:lnTo>
                    <a:pt x="5582099" y="3142277"/>
                  </a:lnTo>
                  <a:lnTo>
                    <a:pt x="5581449" y="3142277"/>
                  </a:lnTo>
                  <a:lnTo>
                    <a:pt x="5580799" y="3142277"/>
                  </a:lnTo>
                  <a:lnTo>
                    <a:pt x="5580149" y="3142277"/>
                  </a:lnTo>
                  <a:lnTo>
                    <a:pt x="5579499" y="3142277"/>
                  </a:lnTo>
                  <a:lnTo>
                    <a:pt x="5578849" y="3142277"/>
                  </a:lnTo>
                  <a:lnTo>
                    <a:pt x="5578200" y="3142277"/>
                  </a:lnTo>
                  <a:lnTo>
                    <a:pt x="5577550" y="3142277"/>
                  </a:lnTo>
                  <a:lnTo>
                    <a:pt x="5576900" y="3142277"/>
                  </a:lnTo>
                  <a:lnTo>
                    <a:pt x="5576250" y="3142277"/>
                  </a:lnTo>
                  <a:lnTo>
                    <a:pt x="5575600" y="3142277"/>
                  </a:lnTo>
                  <a:lnTo>
                    <a:pt x="5574950" y="3142277"/>
                  </a:lnTo>
                  <a:lnTo>
                    <a:pt x="5574300" y="3142277"/>
                  </a:lnTo>
                  <a:lnTo>
                    <a:pt x="5573650" y="3142277"/>
                  </a:lnTo>
                  <a:lnTo>
                    <a:pt x="5573000" y="3142277"/>
                  </a:lnTo>
                  <a:lnTo>
                    <a:pt x="5572350" y="3142277"/>
                  </a:lnTo>
                  <a:lnTo>
                    <a:pt x="5571700" y="3142277"/>
                  </a:lnTo>
                  <a:lnTo>
                    <a:pt x="5571050" y="3142277"/>
                  </a:lnTo>
                  <a:lnTo>
                    <a:pt x="5570400" y="3142277"/>
                  </a:lnTo>
                  <a:lnTo>
                    <a:pt x="5569750" y="3142277"/>
                  </a:lnTo>
                  <a:lnTo>
                    <a:pt x="5569100" y="3142277"/>
                  </a:lnTo>
                  <a:lnTo>
                    <a:pt x="5568451" y="3142277"/>
                  </a:lnTo>
                  <a:lnTo>
                    <a:pt x="5567801" y="3142277"/>
                  </a:lnTo>
                  <a:lnTo>
                    <a:pt x="5567151" y="3142277"/>
                  </a:lnTo>
                  <a:lnTo>
                    <a:pt x="5566501" y="3142277"/>
                  </a:lnTo>
                  <a:lnTo>
                    <a:pt x="5565851" y="3142277"/>
                  </a:lnTo>
                  <a:lnTo>
                    <a:pt x="5565201" y="3142277"/>
                  </a:lnTo>
                  <a:lnTo>
                    <a:pt x="5564551" y="3142277"/>
                  </a:lnTo>
                  <a:lnTo>
                    <a:pt x="5563901" y="3142277"/>
                  </a:lnTo>
                  <a:lnTo>
                    <a:pt x="5563251" y="3142277"/>
                  </a:lnTo>
                  <a:lnTo>
                    <a:pt x="5562601" y="3142277"/>
                  </a:lnTo>
                  <a:lnTo>
                    <a:pt x="5561951" y="3142277"/>
                  </a:lnTo>
                  <a:lnTo>
                    <a:pt x="5561301" y="3142277"/>
                  </a:lnTo>
                  <a:lnTo>
                    <a:pt x="5560651" y="3142277"/>
                  </a:lnTo>
                  <a:lnTo>
                    <a:pt x="5560001" y="3142277"/>
                  </a:lnTo>
                  <a:lnTo>
                    <a:pt x="5559351" y="3142277"/>
                  </a:lnTo>
                  <a:lnTo>
                    <a:pt x="5558701" y="3142277"/>
                  </a:lnTo>
                  <a:lnTo>
                    <a:pt x="5558052" y="3142277"/>
                  </a:lnTo>
                  <a:lnTo>
                    <a:pt x="5557402" y="3142277"/>
                  </a:lnTo>
                  <a:lnTo>
                    <a:pt x="5556752" y="3142277"/>
                  </a:lnTo>
                  <a:lnTo>
                    <a:pt x="5556102" y="3142277"/>
                  </a:lnTo>
                  <a:lnTo>
                    <a:pt x="5555452" y="3142277"/>
                  </a:lnTo>
                  <a:lnTo>
                    <a:pt x="5554802" y="3142277"/>
                  </a:lnTo>
                  <a:lnTo>
                    <a:pt x="5554152" y="3142277"/>
                  </a:lnTo>
                  <a:lnTo>
                    <a:pt x="5553502" y="3142277"/>
                  </a:lnTo>
                  <a:lnTo>
                    <a:pt x="5552852" y="3142277"/>
                  </a:lnTo>
                  <a:lnTo>
                    <a:pt x="5552202" y="3142277"/>
                  </a:lnTo>
                  <a:lnTo>
                    <a:pt x="5551552" y="3142277"/>
                  </a:lnTo>
                  <a:lnTo>
                    <a:pt x="5550902" y="3142277"/>
                  </a:lnTo>
                  <a:lnTo>
                    <a:pt x="5550252" y="3142277"/>
                  </a:lnTo>
                  <a:lnTo>
                    <a:pt x="5549602" y="3142277"/>
                  </a:lnTo>
                  <a:lnTo>
                    <a:pt x="5548952" y="3142277"/>
                  </a:lnTo>
                  <a:lnTo>
                    <a:pt x="5548303" y="3142277"/>
                  </a:lnTo>
                  <a:lnTo>
                    <a:pt x="5547653" y="3142277"/>
                  </a:lnTo>
                  <a:lnTo>
                    <a:pt x="5547003" y="3142277"/>
                  </a:lnTo>
                  <a:lnTo>
                    <a:pt x="5546353" y="3142277"/>
                  </a:lnTo>
                  <a:lnTo>
                    <a:pt x="5545703" y="3142277"/>
                  </a:lnTo>
                  <a:lnTo>
                    <a:pt x="5545053" y="3142277"/>
                  </a:lnTo>
                  <a:lnTo>
                    <a:pt x="5544403" y="3142277"/>
                  </a:lnTo>
                  <a:lnTo>
                    <a:pt x="5543753" y="3142277"/>
                  </a:lnTo>
                  <a:lnTo>
                    <a:pt x="5543103" y="3142277"/>
                  </a:lnTo>
                  <a:lnTo>
                    <a:pt x="5542453" y="3142277"/>
                  </a:lnTo>
                  <a:lnTo>
                    <a:pt x="5541803" y="3142277"/>
                  </a:lnTo>
                  <a:lnTo>
                    <a:pt x="5541153" y="3142277"/>
                  </a:lnTo>
                  <a:lnTo>
                    <a:pt x="5540503" y="3142277"/>
                  </a:lnTo>
                  <a:lnTo>
                    <a:pt x="5539853" y="3142277"/>
                  </a:lnTo>
                  <a:lnTo>
                    <a:pt x="5539203" y="3142277"/>
                  </a:lnTo>
                  <a:lnTo>
                    <a:pt x="5538553" y="3142277"/>
                  </a:lnTo>
                  <a:lnTo>
                    <a:pt x="5537904" y="3142277"/>
                  </a:lnTo>
                  <a:lnTo>
                    <a:pt x="5537254" y="3142277"/>
                  </a:lnTo>
                  <a:lnTo>
                    <a:pt x="5536604" y="3142277"/>
                  </a:lnTo>
                  <a:lnTo>
                    <a:pt x="5535954" y="3142277"/>
                  </a:lnTo>
                  <a:lnTo>
                    <a:pt x="5535304" y="3142277"/>
                  </a:lnTo>
                  <a:lnTo>
                    <a:pt x="5534654" y="3142277"/>
                  </a:lnTo>
                  <a:lnTo>
                    <a:pt x="5534004" y="3142277"/>
                  </a:lnTo>
                  <a:lnTo>
                    <a:pt x="5533354" y="3142277"/>
                  </a:lnTo>
                  <a:lnTo>
                    <a:pt x="5532704" y="3142277"/>
                  </a:lnTo>
                  <a:lnTo>
                    <a:pt x="5532054" y="3142277"/>
                  </a:lnTo>
                  <a:lnTo>
                    <a:pt x="5531404" y="3142277"/>
                  </a:lnTo>
                  <a:lnTo>
                    <a:pt x="5530754" y="3142277"/>
                  </a:lnTo>
                  <a:lnTo>
                    <a:pt x="5530104" y="3142277"/>
                  </a:lnTo>
                  <a:lnTo>
                    <a:pt x="5529454" y="3142277"/>
                  </a:lnTo>
                  <a:lnTo>
                    <a:pt x="5528804" y="3142277"/>
                  </a:lnTo>
                  <a:lnTo>
                    <a:pt x="5528155" y="3142277"/>
                  </a:lnTo>
                  <a:lnTo>
                    <a:pt x="5527505" y="3142277"/>
                  </a:lnTo>
                  <a:lnTo>
                    <a:pt x="5526855" y="3142277"/>
                  </a:lnTo>
                  <a:lnTo>
                    <a:pt x="5526205" y="3142277"/>
                  </a:lnTo>
                  <a:lnTo>
                    <a:pt x="5525555" y="3142277"/>
                  </a:lnTo>
                  <a:lnTo>
                    <a:pt x="5524905" y="3142277"/>
                  </a:lnTo>
                  <a:lnTo>
                    <a:pt x="5524255" y="3142277"/>
                  </a:lnTo>
                  <a:lnTo>
                    <a:pt x="5523605" y="3142277"/>
                  </a:lnTo>
                  <a:lnTo>
                    <a:pt x="5522955" y="3142277"/>
                  </a:lnTo>
                  <a:lnTo>
                    <a:pt x="5522305" y="3142277"/>
                  </a:lnTo>
                  <a:lnTo>
                    <a:pt x="5521655" y="3142277"/>
                  </a:lnTo>
                  <a:lnTo>
                    <a:pt x="5521005" y="3142277"/>
                  </a:lnTo>
                  <a:lnTo>
                    <a:pt x="5520355" y="3142277"/>
                  </a:lnTo>
                  <a:lnTo>
                    <a:pt x="5519705" y="3142277"/>
                  </a:lnTo>
                  <a:lnTo>
                    <a:pt x="5519055" y="3142277"/>
                  </a:lnTo>
                  <a:lnTo>
                    <a:pt x="5518405" y="3142277"/>
                  </a:lnTo>
                  <a:lnTo>
                    <a:pt x="5517756" y="3142277"/>
                  </a:lnTo>
                  <a:lnTo>
                    <a:pt x="5517106" y="3142277"/>
                  </a:lnTo>
                  <a:lnTo>
                    <a:pt x="5516456" y="3142277"/>
                  </a:lnTo>
                  <a:lnTo>
                    <a:pt x="5515806" y="3142277"/>
                  </a:lnTo>
                  <a:lnTo>
                    <a:pt x="5515156" y="3142277"/>
                  </a:lnTo>
                  <a:lnTo>
                    <a:pt x="5514506" y="3142277"/>
                  </a:lnTo>
                  <a:lnTo>
                    <a:pt x="5513856" y="3142277"/>
                  </a:lnTo>
                  <a:lnTo>
                    <a:pt x="5513206" y="3142277"/>
                  </a:lnTo>
                  <a:lnTo>
                    <a:pt x="5512556" y="3142277"/>
                  </a:lnTo>
                  <a:lnTo>
                    <a:pt x="5511906" y="3142277"/>
                  </a:lnTo>
                  <a:lnTo>
                    <a:pt x="5511256" y="3142277"/>
                  </a:lnTo>
                  <a:lnTo>
                    <a:pt x="5510606" y="3142277"/>
                  </a:lnTo>
                  <a:lnTo>
                    <a:pt x="5509956" y="3142277"/>
                  </a:lnTo>
                  <a:lnTo>
                    <a:pt x="5509306" y="3142277"/>
                  </a:lnTo>
                  <a:lnTo>
                    <a:pt x="5508656" y="3142277"/>
                  </a:lnTo>
                  <a:lnTo>
                    <a:pt x="5508007" y="3142277"/>
                  </a:lnTo>
                  <a:lnTo>
                    <a:pt x="5507357" y="3142277"/>
                  </a:lnTo>
                  <a:lnTo>
                    <a:pt x="5506707" y="3142277"/>
                  </a:lnTo>
                  <a:lnTo>
                    <a:pt x="5506057" y="3142277"/>
                  </a:lnTo>
                  <a:lnTo>
                    <a:pt x="5505407" y="3142277"/>
                  </a:lnTo>
                  <a:lnTo>
                    <a:pt x="5504757" y="3142277"/>
                  </a:lnTo>
                  <a:lnTo>
                    <a:pt x="5504107" y="3142277"/>
                  </a:lnTo>
                  <a:lnTo>
                    <a:pt x="5503457" y="3142277"/>
                  </a:lnTo>
                  <a:lnTo>
                    <a:pt x="5502807" y="3142277"/>
                  </a:lnTo>
                  <a:lnTo>
                    <a:pt x="5502157" y="3142277"/>
                  </a:lnTo>
                  <a:lnTo>
                    <a:pt x="5501507" y="3142277"/>
                  </a:lnTo>
                  <a:lnTo>
                    <a:pt x="5500857" y="3142277"/>
                  </a:lnTo>
                  <a:lnTo>
                    <a:pt x="5500207" y="3142277"/>
                  </a:lnTo>
                  <a:lnTo>
                    <a:pt x="5499557" y="3142277"/>
                  </a:lnTo>
                  <a:lnTo>
                    <a:pt x="5498907" y="3142277"/>
                  </a:lnTo>
                  <a:lnTo>
                    <a:pt x="5498257" y="3142277"/>
                  </a:lnTo>
                  <a:lnTo>
                    <a:pt x="5497608" y="3142277"/>
                  </a:lnTo>
                  <a:lnTo>
                    <a:pt x="5496958" y="3142277"/>
                  </a:lnTo>
                  <a:lnTo>
                    <a:pt x="5496308" y="3142277"/>
                  </a:lnTo>
                  <a:lnTo>
                    <a:pt x="5495658" y="3142277"/>
                  </a:lnTo>
                  <a:lnTo>
                    <a:pt x="5495008" y="3142277"/>
                  </a:lnTo>
                  <a:lnTo>
                    <a:pt x="5494358" y="3142277"/>
                  </a:lnTo>
                  <a:lnTo>
                    <a:pt x="5493708" y="3142277"/>
                  </a:lnTo>
                  <a:lnTo>
                    <a:pt x="5493058" y="3142277"/>
                  </a:lnTo>
                  <a:lnTo>
                    <a:pt x="5492408" y="3142277"/>
                  </a:lnTo>
                  <a:lnTo>
                    <a:pt x="5491758" y="3142277"/>
                  </a:lnTo>
                  <a:lnTo>
                    <a:pt x="5491108" y="3142277"/>
                  </a:lnTo>
                  <a:lnTo>
                    <a:pt x="5490458" y="3142277"/>
                  </a:lnTo>
                  <a:lnTo>
                    <a:pt x="5489808" y="3142277"/>
                  </a:lnTo>
                  <a:lnTo>
                    <a:pt x="5489158" y="3142277"/>
                  </a:lnTo>
                  <a:lnTo>
                    <a:pt x="5488508" y="3142277"/>
                  </a:lnTo>
                  <a:lnTo>
                    <a:pt x="5487859" y="3142277"/>
                  </a:lnTo>
                  <a:lnTo>
                    <a:pt x="5487209" y="3142277"/>
                  </a:lnTo>
                  <a:lnTo>
                    <a:pt x="5486559" y="3142277"/>
                  </a:lnTo>
                  <a:lnTo>
                    <a:pt x="5485909" y="3142277"/>
                  </a:lnTo>
                  <a:lnTo>
                    <a:pt x="5485259" y="3142277"/>
                  </a:lnTo>
                  <a:lnTo>
                    <a:pt x="5484609" y="3142277"/>
                  </a:lnTo>
                  <a:lnTo>
                    <a:pt x="5483959" y="3142277"/>
                  </a:lnTo>
                  <a:lnTo>
                    <a:pt x="5483309" y="3142277"/>
                  </a:lnTo>
                  <a:lnTo>
                    <a:pt x="5482659" y="3142277"/>
                  </a:lnTo>
                  <a:lnTo>
                    <a:pt x="5482009" y="3142277"/>
                  </a:lnTo>
                  <a:lnTo>
                    <a:pt x="5481359" y="3142277"/>
                  </a:lnTo>
                  <a:lnTo>
                    <a:pt x="5480709" y="3142277"/>
                  </a:lnTo>
                  <a:lnTo>
                    <a:pt x="5480059" y="3142277"/>
                  </a:lnTo>
                  <a:lnTo>
                    <a:pt x="5479409" y="3142277"/>
                  </a:lnTo>
                  <a:lnTo>
                    <a:pt x="5478759" y="3142277"/>
                  </a:lnTo>
                  <a:lnTo>
                    <a:pt x="5478109" y="3142277"/>
                  </a:lnTo>
                  <a:lnTo>
                    <a:pt x="5477460" y="3142277"/>
                  </a:lnTo>
                  <a:lnTo>
                    <a:pt x="5476810" y="3142277"/>
                  </a:lnTo>
                  <a:lnTo>
                    <a:pt x="5476160" y="3142277"/>
                  </a:lnTo>
                  <a:lnTo>
                    <a:pt x="5475510" y="3142277"/>
                  </a:lnTo>
                  <a:lnTo>
                    <a:pt x="5474860" y="3142277"/>
                  </a:lnTo>
                  <a:lnTo>
                    <a:pt x="5474210" y="3142277"/>
                  </a:lnTo>
                  <a:lnTo>
                    <a:pt x="5473560" y="3142277"/>
                  </a:lnTo>
                  <a:lnTo>
                    <a:pt x="5472910" y="3142277"/>
                  </a:lnTo>
                  <a:lnTo>
                    <a:pt x="5472260" y="3142277"/>
                  </a:lnTo>
                  <a:lnTo>
                    <a:pt x="5471610" y="3142277"/>
                  </a:lnTo>
                  <a:lnTo>
                    <a:pt x="5470960" y="3142277"/>
                  </a:lnTo>
                  <a:lnTo>
                    <a:pt x="5470310" y="3142277"/>
                  </a:lnTo>
                  <a:lnTo>
                    <a:pt x="5469660" y="3142277"/>
                  </a:lnTo>
                  <a:lnTo>
                    <a:pt x="5469010" y="3142277"/>
                  </a:lnTo>
                  <a:lnTo>
                    <a:pt x="5468360" y="3142277"/>
                  </a:lnTo>
                  <a:lnTo>
                    <a:pt x="5467711" y="3142277"/>
                  </a:lnTo>
                  <a:lnTo>
                    <a:pt x="5467061" y="3142277"/>
                  </a:lnTo>
                  <a:lnTo>
                    <a:pt x="5466411" y="3142277"/>
                  </a:lnTo>
                  <a:lnTo>
                    <a:pt x="5465761" y="3142277"/>
                  </a:lnTo>
                  <a:lnTo>
                    <a:pt x="5465111" y="3142277"/>
                  </a:lnTo>
                  <a:lnTo>
                    <a:pt x="5464461" y="3142277"/>
                  </a:lnTo>
                  <a:lnTo>
                    <a:pt x="5463811" y="3142277"/>
                  </a:lnTo>
                  <a:lnTo>
                    <a:pt x="5463161" y="3142277"/>
                  </a:lnTo>
                  <a:lnTo>
                    <a:pt x="5462511" y="3142277"/>
                  </a:lnTo>
                  <a:lnTo>
                    <a:pt x="5461861" y="3142277"/>
                  </a:lnTo>
                  <a:lnTo>
                    <a:pt x="5461211" y="3142277"/>
                  </a:lnTo>
                  <a:lnTo>
                    <a:pt x="5460561" y="3142277"/>
                  </a:lnTo>
                  <a:lnTo>
                    <a:pt x="5459911" y="3142277"/>
                  </a:lnTo>
                  <a:lnTo>
                    <a:pt x="5459261" y="3142277"/>
                  </a:lnTo>
                  <a:lnTo>
                    <a:pt x="5458611" y="3142277"/>
                  </a:lnTo>
                  <a:lnTo>
                    <a:pt x="5457962" y="3142277"/>
                  </a:lnTo>
                  <a:lnTo>
                    <a:pt x="5457312" y="3142277"/>
                  </a:lnTo>
                  <a:lnTo>
                    <a:pt x="5456662" y="3142277"/>
                  </a:lnTo>
                  <a:lnTo>
                    <a:pt x="5456012" y="3142277"/>
                  </a:lnTo>
                  <a:lnTo>
                    <a:pt x="5455362" y="3142277"/>
                  </a:lnTo>
                  <a:lnTo>
                    <a:pt x="5454712" y="3142277"/>
                  </a:lnTo>
                  <a:lnTo>
                    <a:pt x="5454062" y="3142277"/>
                  </a:lnTo>
                  <a:lnTo>
                    <a:pt x="5453412" y="3142277"/>
                  </a:lnTo>
                  <a:lnTo>
                    <a:pt x="5452762" y="3142277"/>
                  </a:lnTo>
                  <a:lnTo>
                    <a:pt x="5452112" y="3142277"/>
                  </a:lnTo>
                  <a:lnTo>
                    <a:pt x="5451462" y="3142277"/>
                  </a:lnTo>
                  <a:lnTo>
                    <a:pt x="5450812" y="3142277"/>
                  </a:lnTo>
                  <a:lnTo>
                    <a:pt x="5450162" y="3142277"/>
                  </a:lnTo>
                  <a:lnTo>
                    <a:pt x="5449512" y="3142277"/>
                  </a:lnTo>
                  <a:lnTo>
                    <a:pt x="5448862" y="3142277"/>
                  </a:lnTo>
                  <a:lnTo>
                    <a:pt x="5448212" y="3142277"/>
                  </a:lnTo>
                  <a:lnTo>
                    <a:pt x="5447563" y="3142277"/>
                  </a:lnTo>
                  <a:lnTo>
                    <a:pt x="5446913" y="3142277"/>
                  </a:lnTo>
                  <a:lnTo>
                    <a:pt x="5446263" y="3142277"/>
                  </a:lnTo>
                  <a:lnTo>
                    <a:pt x="5445613" y="3142277"/>
                  </a:lnTo>
                  <a:lnTo>
                    <a:pt x="5444963" y="3142277"/>
                  </a:lnTo>
                  <a:lnTo>
                    <a:pt x="5444313" y="3142277"/>
                  </a:lnTo>
                  <a:lnTo>
                    <a:pt x="5443663" y="3142277"/>
                  </a:lnTo>
                  <a:lnTo>
                    <a:pt x="5443013" y="3142277"/>
                  </a:lnTo>
                  <a:lnTo>
                    <a:pt x="5442363" y="3142277"/>
                  </a:lnTo>
                  <a:lnTo>
                    <a:pt x="5441713" y="3142277"/>
                  </a:lnTo>
                  <a:lnTo>
                    <a:pt x="5441063" y="3142277"/>
                  </a:lnTo>
                  <a:lnTo>
                    <a:pt x="5440413" y="3142277"/>
                  </a:lnTo>
                  <a:lnTo>
                    <a:pt x="5439763" y="3142277"/>
                  </a:lnTo>
                  <a:lnTo>
                    <a:pt x="5439113" y="3142277"/>
                  </a:lnTo>
                  <a:lnTo>
                    <a:pt x="5438463" y="3142277"/>
                  </a:lnTo>
                  <a:lnTo>
                    <a:pt x="5437814" y="3142277"/>
                  </a:lnTo>
                  <a:lnTo>
                    <a:pt x="5437164" y="3142277"/>
                  </a:lnTo>
                  <a:lnTo>
                    <a:pt x="5436514" y="3142277"/>
                  </a:lnTo>
                  <a:lnTo>
                    <a:pt x="5435864" y="3142277"/>
                  </a:lnTo>
                  <a:lnTo>
                    <a:pt x="5435214" y="3142277"/>
                  </a:lnTo>
                  <a:lnTo>
                    <a:pt x="5434564" y="3142277"/>
                  </a:lnTo>
                  <a:lnTo>
                    <a:pt x="5433914" y="3142277"/>
                  </a:lnTo>
                  <a:lnTo>
                    <a:pt x="5433264" y="3142277"/>
                  </a:lnTo>
                  <a:lnTo>
                    <a:pt x="5432614" y="3142277"/>
                  </a:lnTo>
                  <a:lnTo>
                    <a:pt x="5431964" y="3142277"/>
                  </a:lnTo>
                  <a:lnTo>
                    <a:pt x="5431314" y="3142277"/>
                  </a:lnTo>
                  <a:lnTo>
                    <a:pt x="5430664" y="3142277"/>
                  </a:lnTo>
                  <a:lnTo>
                    <a:pt x="5430014" y="3142277"/>
                  </a:lnTo>
                  <a:lnTo>
                    <a:pt x="5429364" y="3142277"/>
                  </a:lnTo>
                  <a:lnTo>
                    <a:pt x="5428714" y="3142277"/>
                  </a:lnTo>
                  <a:lnTo>
                    <a:pt x="5428064" y="3142277"/>
                  </a:lnTo>
                  <a:lnTo>
                    <a:pt x="5427415" y="3142277"/>
                  </a:lnTo>
                  <a:lnTo>
                    <a:pt x="5426765" y="3142277"/>
                  </a:lnTo>
                  <a:lnTo>
                    <a:pt x="5426115" y="3142277"/>
                  </a:lnTo>
                  <a:lnTo>
                    <a:pt x="5425465" y="3142277"/>
                  </a:lnTo>
                  <a:lnTo>
                    <a:pt x="5424815" y="3142277"/>
                  </a:lnTo>
                  <a:lnTo>
                    <a:pt x="5424165" y="3142277"/>
                  </a:lnTo>
                  <a:lnTo>
                    <a:pt x="5423515" y="3142277"/>
                  </a:lnTo>
                  <a:lnTo>
                    <a:pt x="5422865" y="3142277"/>
                  </a:lnTo>
                  <a:lnTo>
                    <a:pt x="5422215" y="3142277"/>
                  </a:lnTo>
                  <a:lnTo>
                    <a:pt x="5421565" y="3142277"/>
                  </a:lnTo>
                  <a:lnTo>
                    <a:pt x="5420915" y="3142277"/>
                  </a:lnTo>
                  <a:lnTo>
                    <a:pt x="5420265" y="3142277"/>
                  </a:lnTo>
                  <a:lnTo>
                    <a:pt x="5419615" y="3142277"/>
                  </a:lnTo>
                  <a:lnTo>
                    <a:pt x="5418965" y="3142277"/>
                  </a:lnTo>
                  <a:lnTo>
                    <a:pt x="5418315" y="3142277"/>
                  </a:lnTo>
                  <a:lnTo>
                    <a:pt x="5417666" y="3142277"/>
                  </a:lnTo>
                  <a:lnTo>
                    <a:pt x="5417016" y="3142277"/>
                  </a:lnTo>
                  <a:lnTo>
                    <a:pt x="5416366" y="3142277"/>
                  </a:lnTo>
                  <a:lnTo>
                    <a:pt x="5415716" y="3142277"/>
                  </a:lnTo>
                  <a:lnTo>
                    <a:pt x="5415066" y="3142277"/>
                  </a:lnTo>
                  <a:lnTo>
                    <a:pt x="5414416" y="3142277"/>
                  </a:lnTo>
                  <a:lnTo>
                    <a:pt x="5413766" y="3142277"/>
                  </a:lnTo>
                  <a:lnTo>
                    <a:pt x="5413116" y="3142277"/>
                  </a:lnTo>
                  <a:lnTo>
                    <a:pt x="5412466" y="3142277"/>
                  </a:lnTo>
                  <a:lnTo>
                    <a:pt x="5411816" y="3142277"/>
                  </a:lnTo>
                  <a:lnTo>
                    <a:pt x="5411166" y="3142277"/>
                  </a:lnTo>
                  <a:lnTo>
                    <a:pt x="5410516" y="3142277"/>
                  </a:lnTo>
                  <a:lnTo>
                    <a:pt x="5409866" y="3142277"/>
                  </a:lnTo>
                  <a:lnTo>
                    <a:pt x="5409216" y="3142277"/>
                  </a:lnTo>
                  <a:lnTo>
                    <a:pt x="5408566" y="3142277"/>
                  </a:lnTo>
                  <a:lnTo>
                    <a:pt x="5407916" y="3142277"/>
                  </a:lnTo>
                  <a:lnTo>
                    <a:pt x="5407267" y="3142277"/>
                  </a:lnTo>
                  <a:lnTo>
                    <a:pt x="5406617" y="3142277"/>
                  </a:lnTo>
                  <a:lnTo>
                    <a:pt x="5405967" y="3142277"/>
                  </a:lnTo>
                  <a:lnTo>
                    <a:pt x="5405317" y="3142277"/>
                  </a:lnTo>
                  <a:lnTo>
                    <a:pt x="5404667" y="3142277"/>
                  </a:lnTo>
                  <a:lnTo>
                    <a:pt x="5404017" y="3142277"/>
                  </a:lnTo>
                  <a:lnTo>
                    <a:pt x="5403367" y="3142277"/>
                  </a:lnTo>
                  <a:lnTo>
                    <a:pt x="5402717" y="3142277"/>
                  </a:lnTo>
                  <a:lnTo>
                    <a:pt x="5402067" y="3142277"/>
                  </a:lnTo>
                  <a:lnTo>
                    <a:pt x="5401417" y="3142277"/>
                  </a:lnTo>
                  <a:lnTo>
                    <a:pt x="5400767" y="3142277"/>
                  </a:lnTo>
                  <a:lnTo>
                    <a:pt x="5400117" y="3142277"/>
                  </a:lnTo>
                  <a:lnTo>
                    <a:pt x="5399467" y="3142277"/>
                  </a:lnTo>
                  <a:lnTo>
                    <a:pt x="5398817" y="3142277"/>
                  </a:lnTo>
                  <a:lnTo>
                    <a:pt x="5398167" y="3142277"/>
                  </a:lnTo>
                  <a:lnTo>
                    <a:pt x="5397518" y="3142277"/>
                  </a:lnTo>
                  <a:lnTo>
                    <a:pt x="5396868" y="3142277"/>
                  </a:lnTo>
                  <a:lnTo>
                    <a:pt x="5396218" y="3142277"/>
                  </a:lnTo>
                  <a:lnTo>
                    <a:pt x="5395568" y="3142277"/>
                  </a:lnTo>
                  <a:lnTo>
                    <a:pt x="5394918" y="3142277"/>
                  </a:lnTo>
                  <a:lnTo>
                    <a:pt x="5394268" y="3142277"/>
                  </a:lnTo>
                  <a:lnTo>
                    <a:pt x="5393618" y="3142277"/>
                  </a:lnTo>
                  <a:lnTo>
                    <a:pt x="5392968" y="3142277"/>
                  </a:lnTo>
                  <a:lnTo>
                    <a:pt x="5392318" y="3142277"/>
                  </a:lnTo>
                  <a:lnTo>
                    <a:pt x="5391668" y="3142277"/>
                  </a:lnTo>
                  <a:lnTo>
                    <a:pt x="5391018" y="3142277"/>
                  </a:lnTo>
                  <a:lnTo>
                    <a:pt x="5390368" y="3142277"/>
                  </a:lnTo>
                  <a:lnTo>
                    <a:pt x="5389718" y="3142277"/>
                  </a:lnTo>
                  <a:lnTo>
                    <a:pt x="5389068" y="3142277"/>
                  </a:lnTo>
                  <a:lnTo>
                    <a:pt x="5388418" y="3142277"/>
                  </a:lnTo>
                  <a:lnTo>
                    <a:pt x="5387768" y="3142277"/>
                  </a:lnTo>
                  <a:lnTo>
                    <a:pt x="5387119" y="3142277"/>
                  </a:lnTo>
                  <a:lnTo>
                    <a:pt x="5386469" y="3142277"/>
                  </a:lnTo>
                  <a:lnTo>
                    <a:pt x="5385819" y="3142277"/>
                  </a:lnTo>
                  <a:lnTo>
                    <a:pt x="5385169" y="3142277"/>
                  </a:lnTo>
                  <a:lnTo>
                    <a:pt x="5384519" y="3142277"/>
                  </a:lnTo>
                  <a:lnTo>
                    <a:pt x="5383869" y="3142277"/>
                  </a:lnTo>
                  <a:lnTo>
                    <a:pt x="5383219" y="3142277"/>
                  </a:lnTo>
                  <a:lnTo>
                    <a:pt x="5382569" y="3142277"/>
                  </a:lnTo>
                  <a:lnTo>
                    <a:pt x="5381919" y="3142277"/>
                  </a:lnTo>
                  <a:lnTo>
                    <a:pt x="5381269" y="3142277"/>
                  </a:lnTo>
                  <a:lnTo>
                    <a:pt x="5380619" y="3142277"/>
                  </a:lnTo>
                  <a:lnTo>
                    <a:pt x="5379969" y="3142277"/>
                  </a:lnTo>
                  <a:lnTo>
                    <a:pt x="5379319" y="3142277"/>
                  </a:lnTo>
                  <a:lnTo>
                    <a:pt x="5378669" y="3142277"/>
                  </a:lnTo>
                  <a:lnTo>
                    <a:pt x="5378019" y="3142277"/>
                  </a:lnTo>
                  <a:lnTo>
                    <a:pt x="5377370" y="3142277"/>
                  </a:lnTo>
                  <a:lnTo>
                    <a:pt x="5376720" y="3142277"/>
                  </a:lnTo>
                  <a:lnTo>
                    <a:pt x="5376070" y="3142277"/>
                  </a:lnTo>
                  <a:lnTo>
                    <a:pt x="5375420" y="3142277"/>
                  </a:lnTo>
                  <a:lnTo>
                    <a:pt x="5374770" y="3142277"/>
                  </a:lnTo>
                  <a:lnTo>
                    <a:pt x="5374120" y="3142277"/>
                  </a:lnTo>
                  <a:lnTo>
                    <a:pt x="5373470" y="3142277"/>
                  </a:lnTo>
                  <a:lnTo>
                    <a:pt x="5372820" y="3142277"/>
                  </a:lnTo>
                  <a:lnTo>
                    <a:pt x="5372170" y="3142277"/>
                  </a:lnTo>
                  <a:lnTo>
                    <a:pt x="5371520" y="3142277"/>
                  </a:lnTo>
                  <a:lnTo>
                    <a:pt x="5370870" y="3142277"/>
                  </a:lnTo>
                  <a:lnTo>
                    <a:pt x="5370220" y="3142277"/>
                  </a:lnTo>
                  <a:lnTo>
                    <a:pt x="5369570" y="3142277"/>
                  </a:lnTo>
                  <a:lnTo>
                    <a:pt x="5368920" y="3142277"/>
                  </a:lnTo>
                  <a:lnTo>
                    <a:pt x="5368270" y="3142277"/>
                  </a:lnTo>
                  <a:lnTo>
                    <a:pt x="5367620" y="3142277"/>
                  </a:lnTo>
                  <a:lnTo>
                    <a:pt x="5366971" y="3142277"/>
                  </a:lnTo>
                  <a:lnTo>
                    <a:pt x="5366321" y="3142277"/>
                  </a:lnTo>
                  <a:lnTo>
                    <a:pt x="5365671" y="3142277"/>
                  </a:lnTo>
                  <a:lnTo>
                    <a:pt x="5365021" y="3142277"/>
                  </a:lnTo>
                  <a:lnTo>
                    <a:pt x="5364371" y="3142277"/>
                  </a:lnTo>
                  <a:lnTo>
                    <a:pt x="5363721" y="3142277"/>
                  </a:lnTo>
                  <a:lnTo>
                    <a:pt x="5363071" y="3142277"/>
                  </a:lnTo>
                  <a:lnTo>
                    <a:pt x="5362421" y="3142277"/>
                  </a:lnTo>
                  <a:lnTo>
                    <a:pt x="5361771" y="3142277"/>
                  </a:lnTo>
                  <a:lnTo>
                    <a:pt x="5361121" y="3142277"/>
                  </a:lnTo>
                  <a:lnTo>
                    <a:pt x="5360471" y="3142277"/>
                  </a:lnTo>
                  <a:lnTo>
                    <a:pt x="5359821" y="3142277"/>
                  </a:lnTo>
                  <a:lnTo>
                    <a:pt x="5359171" y="3142277"/>
                  </a:lnTo>
                  <a:lnTo>
                    <a:pt x="5358521" y="3142277"/>
                  </a:lnTo>
                  <a:lnTo>
                    <a:pt x="5357871" y="3142277"/>
                  </a:lnTo>
                  <a:lnTo>
                    <a:pt x="5357222" y="3142277"/>
                  </a:lnTo>
                  <a:lnTo>
                    <a:pt x="5356572" y="3142277"/>
                  </a:lnTo>
                  <a:lnTo>
                    <a:pt x="5355922" y="3142277"/>
                  </a:lnTo>
                  <a:lnTo>
                    <a:pt x="5355272" y="3142277"/>
                  </a:lnTo>
                  <a:lnTo>
                    <a:pt x="5354622" y="3142277"/>
                  </a:lnTo>
                  <a:lnTo>
                    <a:pt x="5353972" y="3142277"/>
                  </a:lnTo>
                  <a:lnTo>
                    <a:pt x="5353322" y="3142277"/>
                  </a:lnTo>
                  <a:lnTo>
                    <a:pt x="5352672" y="3142277"/>
                  </a:lnTo>
                  <a:lnTo>
                    <a:pt x="5352022" y="3142277"/>
                  </a:lnTo>
                  <a:lnTo>
                    <a:pt x="5351372" y="3142277"/>
                  </a:lnTo>
                  <a:lnTo>
                    <a:pt x="5350722" y="3142277"/>
                  </a:lnTo>
                  <a:lnTo>
                    <a:pt x="5350072" y="3142277"/>
                  </a:lnTo>
                  <a:lnTo>
                    <a:pt x="5349422" y="3142277"/>
                  </a:lnTo>
                  <a:lnTo>
                    <a:pt x="5348772" y="3142277"/>
                  </a:lnTo>
                  <a:lnTo>
                    <a:pt x="5348122" y="3142277"/>
                  </a:lnTo>
                  <a:lnTo>
                    <a:pt x="5347472" y="3142277"/>
                  </a:lnTo>
                  <a:lnTo>
                    <a:pt x="5346823" y="3142277"/>
                  </a:lnTo>
                  <a:lnTo>
                    <a:pt x="5346173" y="3142277"/>
                  </a:lnTo>
                  <a:lnTo>
                    <a:pt x="5345523" y="3142277"/>
                  </a:lnTo>
                  <a:lnTo>
                    <a:pt x="5344873" y="3142277"/>
                  </a:lnTo>
                  <a:lnTo>
                    <a:pt x="5344223" y="3142277"/>
                  </a:lnTo>
                  <a:lnTo>
                    <a:pt x="5343573" y="3142277"/>
                  </a:lnTo>
                  <a:lnTo>
                    <a:pt x="5342923" y="3142277"/>
                  </a:lnTo>
                  <a:lnTo>
                    <a:pt x="5342273" y="3142277"/>
                  </a:lnTo>
                  <a:lnTo>
                    <a:pt x="5341623" y="3142277"/>
                  </a:lnTo>
                  <a:lnTo>
                    <a:pt x="5340973" y="3142277"/>
                  </a:lnTo>
                  <a:lnTo>
                    <a:pt x="5340323" y="3142277"/>
                  </a:lnTo>
                  <a:lnTo>
                    <a:pt x="5339673" y="3142277"/>
                  </a:lnTo>
                  <a:lnTo>
                    <a:pt x="5339023" y="3142277"/>
                  </a:lnTo>
                  <a:lnTo>
                    <a:pt x="5338373" y="3142277"/>
                  </a:lnTo>
                  <a:lnTo>
                    <a:pt x="5337723" y="3142277"/>
                  </a:lnTo>
                  <a:lnTo>
                    <a:pt x="5337074" y="3142277"/>
                  </a:lnTo>
                  <a:lnTo>
                    <a:pt x="5336424" y="3142277"/>
                  </a:lnTo>
                  <a:lnTo>
                    <a:pt x="5335774" y="3142277"/>
                  </a:lnTo>
                  <a:lnTo>
                    <a:pt x="5335124" y="3142277"/>
                  </a:lnTo>
                  <a:lnTo>
                    <a:pt x="5334474" y="3142277"/>
                  </a:lnTo>
                  <a:lnTo>
                    <a:pt x="5333824" y="3142277"/>
                  </a:lnTo>
                  <a:lnTo>
                    <a:pt x="5333174" y="3142277"/>
                  </a:lnTo>
                  <a:lnTo>
                    <a:pt x="5332524" y="3142277"/>
                  </a:lnTo>
                  <a:lnTo>
                    <a:pt x="5331874" y="3142277"/>
                  </a:lnTo>
                  <a:lnTo>
                    <a:pt x="5331224" y="3142277"/>
                  </a:lnTo>
                  <a:lnTo>
                    <a:pt x="5330574" y="3142277"/>
                  </a:lnTo>
                  <a:lnTo>
                    <a:pt x="5329924" y="3142277"/>
                  </a:lnTo>
                  <a:lnTo>
                    <a:pt x="5329274" y="3142277"/>
                  </a:lnTo>
                  <a:lnTo>
                    <a:pt x="5328624" y="3142277"/>
                  </a:lnTo>
                  <a:lnTo>
                    <a:pt x="5327974" y="3142277"/>
                  </a:lnTo>
                  <a:lnTo>
                    <a:pt x="5327324" y="3142277"/>
                  </a:lnTo>
                  <a:lnTo>
                    <a:pt x="5326675" y="3142277"/>
                  </a:lnTo>
                  <a:lnTo>
                    <a:pt x="5326025" y="3142277"/>
                  </a:lnTo>
                  <a:lnTo>
                    <a:pt x="5325375" y="3142277"/>
                  </a:lnTo>
                  <a:lnTo>
                    <a:pt x="5324725" y="3142277"/>
                  </a:lnTo>
                  <a:lnTo>
                    <a:pt x="5324075" y="3142277"/>
                  </a:lnTo>
                  <a:lnTo>
                    <a:pt x="5323425" y="3142277"/>
                  </a:lnTo>
                  <a:lnTo>
                    <a:pt x="5322775" y="3142277"/>
                  </a:lnTo>
                  <a:lnTo>
                    <a:pt x="5322125" y="3142277"/>
                  </a:lnTo>
                  <a:lnTo>
                    <a:pt x="5321475" y="3142277"/>
                  </a:lnTo>
                  <a:lnTo>
                    <a:pt x="5320825" y="3142277"/>
                  </a:lnTo>
                  <a:lnTo>
                    <a:pt x="5320175" y="3142277"/>
                  </a:lnTo>
                  <a:lnTo>
                    <a:pt x="5319525" y="3142277"/>
                  </a:lnTo>
                  <a:lnTo>
                    <a:pt x="5318875" y="3142277"/>
                  </a:lnTo>
                  <a:lnTo>
                    <a:pt x="5318225" y="3142277"/>
                  </a:lnTo>
                  <a:lnTo>
                    <a:pt x="5317575" y="3142277"/>
                  </a:lnTo>
                  <a:lnTo>
                    <a:pt x="5316926" y="3142277"/>
                  </a:lnTo>
                  <a:lnTo>
                    <a:pt x="5316276" y="3142277"/>
                  </a:lnTo>
                  <a:lnTo>
                    <a:pt x="5315626" y="3142277"/>
                  </a:lnTo>
                  <a:lnTo>
                    <a:pt x="5314976" y="3142277"/>
                  </a:lnTo>
                  <a:lnTo>
                    <a:pt x="5314326" y="3142277"/>
                  </a:lnTo>
                  <a:lnTo>
                    <a:pt x="5313676" y="3142277"/>
                  </a:lnTo>
                  <a:lnTo>
                    <a:pt x="5313026" y="3142277"/>
                  </a:lnTo>
                  <a:lnTo>
                    <a:pt x="5312376" y="3142277"/>
                  </a:lnTo>
                  <a:lnTo>
                    <a:pt x="5311726" y="3142277"/>
                  </a:lnTo>
                  <a:lnTo>
                    <a:pt x="5311076" y="3142277"/>
                  </a:lnTo>
                  <a:lnTo>
                    <a:pt x="5310426" y="3142277"/>
                  </a:lnTo>
                  <a:lnTo>
                    <a:pt x="5309776" y="3142277"/>
                  </a:lnTo>
                  <a:lnTo>
                    <a:pt x="5309126" y="3142277"/>
                  </a:lnTo>
                  <a:lnTo>
                    <a:pt x="5308476" y="3142277"/>
                  </a:lnTo>
                  <a:lnTo>
                    <a:pt x="5307826" y="3142277"/>
                  </a:lnTo>
                  <a:lnTo>
                    <a:pt x="5307177" y="3142277"/>
                  </a:lnTo>
                  <a:lnTo>
                    <a:pt x="5306527" y="3142277"/>
                  </a:lnTo>
                  <a:lnTo>
                    <a:pt x="5305877" y="3142277"/>
                  </a:lnTo>
                  <a:lnTo>
                    <a:pt x="5305227" y="3142277"/>
                  </a:lnTo>
                  <a:lnTo>
                    <a:pt x="5304577" y="3142277"/>
                  </a:lnTo>
                  <a:lnTo>
                    <a:pt x="5303927" y="3142277"/>
                  </a:lnTo>
                  <a:lnTo>
                    <a:pt x="5303277" y="3142277"/>
                  </a:lnTo>
                  <a:lnTo>
                    <a:pt x="5302627" y="3142277"/>
                  </a:lnTo>
                  <a:lnTo>
                    <a:pt x="5301977" y="3142277"/>
                  </a:lnTo>
                  <a:lnTo>
                    <a:pt x="5301327" y="3142277"/>
                  </a:lnTo>
                  <a:lnTo>
                    <a:pt x="5300677" y="3142277"/>
                  </a:lnTo>
                  <a:lnTo>
                    <a:pt x="5300027" y="3142277"/>
                  </a:lnTo>
                  <a:lnTo>
                    <a:pt x="5299377" y="3142277"/>
                  </a:lnTo>
                  <a:lnTo>
                    <a:pt x="5298727" y="3142277"/>
                  </a:lnTo>
                  <a:lnTo>
                    <a:pt x="5298077" y="3142277"/>
                  </a:lnTo>
                  <a:lnTo>
                    <a:pt x="5297427" y="3142277"/>
                  </a:lnTo>
                  <a:lnTo>
                    <a:pt x="5296778" y="3142277"/>
                  </a:lnTo>
                  <a:lnTo>
                    <a:pt x="5296128" y="3142277"/>
                  </a:lnTo>
                  <a:lnTo>
                    <a:pt x="5295478" y="3142277"/>
                  </a:lnTo>
                  <a:lnTo>
                    <a:pt x="5294828" y="3142277"/>
                  </a:lnTo>
                  <a:lnTo>
                    <a:pt x="5294178" y="3142277"/>
                  </a:lnTo>
                  <a:lnTo>
                    <a:pt x="5293528" y="3142277"/>
                  </a:lnTo>
                  <a:lnTo>
                    <a:pt x="5292878" y="3142277"/>
                  </a:lnTo>
                  <a:lnTo>
                    <a:pt x="5292228" y="3142277"/>
                  </a:lnTo>
                  <a:lnTo>
                    <a:pt x="5291578" y="3142277"/>
                  </a:lnTo>
                  <a:lnTo>
                    <a:pt x="5290928" y="3142277"/>
                  </a:lnTo>
                  <a:lnTo>
                    <a:pt x="5290278" y="3142277"/>
                  </a:lnTo>
                  <a:lnTo>
                    <a:pt x="5289628" y="3142277"/>
                  </a:lnTo>
                  <a:lnTo>
                    <a:pt x="5288978" y="3142277"/>
                  </a:lnTo>
                  <a:lnTo>
                    <a:pt x="5288328" y="3142277"/>
                  </a:lnTo>
                  <a:lnTo>
                    <a:pt x="5287678" y="3142277"/>
                  </a:lnTo>
                  <a:lnTo>
                    <a:pt x="5287029" y="3142277"/>
                  </a:lnTo>
                  <a:lnTo>
                    <a:pt x="5286379" y="3142277"/>
                  </a:lnTo>
                  <a:lnTo>
                    <a:pt x="5285729" y="3142277"/>
                  </a:lnTo>
                  <a:lnTo>
                    <a:pt x="5285079" y="3142277"/>
                  </a:lnTo>
                  <a:lnTo>
                    <a:pt x="5284429" y="3142277"/>
                  </a:lnTo>
                  <a:lnTo>
                    <a:pt x="5283779" y="3142277"/>
                  </a:lnTo>
                  <a:lnTo>
                    <a:pt x="5283129" y="3142277"/>
                  </a:lnTo>
                  <a:lnTo>
                    <a:pt x="5282479" y="3142277"/>
                  </a:lnTo>
                  <a:lnTo>
                    <a:pt x="5281829" y="3142277"/>
                  </a:lnTo>
                  <a:lnTo>
                    <a:pt x="5281179" y="3142277"/>
                  </a:lnTo>
                  <a:lnTo>
                    <a:pt x="5280529" y="3142277"/>
                  </a:lnTo>
                  <a:lnTo>
                    <a:pt x="5279879" y="3142277"/>
                  </a:lnTo>
                  <a:lnTo>
                    <a:pt x="5279229" y="3142277"/>
                  </a:lnTo>
                  <a:lnTo>
                    <a:pt x="5278579" y="3142277"/>
                  </a:lnTo>
                  <a:lnTo>
                    <a:pt x="5277929" y="3142277"/>
                  </a:lnTo>
                  <a:lnTo>
                    <a:pt x="5277279" y="3142277"/>
                  </a:lnTo>
                  <a:lnTo>
                    <a:pt x="5276630" y="3142277"/>
                  </a:lnTo>
                  <a:lnTo>
                    <a:pt x="5275980" y="3142277"/>
                  </a:lnTo>
                  <a:lnTo>
                    <a:pt x="5275330" y="3142277"/>
                  </a:lnTo>
                  <a:lnTo>
                    <a:pt x="5274680" y="3142277"/>
                  </a:lnTo>
                  <a:lnTo>
                    <a:pt x="5274030" y="3142277"/>
                  </a:lnTo>
                  <a:lnTo>
                    <a:pt x="5273380" y="3142277"/>
                  </a:lnTo>
                  <a:lnTo>
                    <a:pt x="5272730" y="3142277"/>
                  </a:lnTo>
                  <a:lnTo>
                    <a:pt x="5272080" y="3142277"/>
                  </a:lnTo>
                  <a:lnTo>
                    <a:pt x="5271430" y="3142277"/>
                  </a:lnTo>
                  <a:lnTo>
                    <a:pt x="5270780" y="3142277"/>
                  </a:lnTo>
                  <a:lnTo>
                    <a:pt x="5270130" y="3142277"/>
                  </a:lnTo>
                  <a:lnTo>
                    <a:pt x="5269480" y="3142277"/>
                  </a:lnTo>
                  <a:lnTo>
                    <a:pt x="5268830" y="3142277"/>
                  </a:lnTo>
                  <a:lnTo>
                    <a:pt x="5268180" y="3142277"/>
                  </a:lnTo>
                  <a:lnTo>
                    <a:pt x="5267530" y="3142277"/>
                  </a:lnTo>
                  <a:lnTo>
                    <a:pt x="5266881" y="3142277"/>
                  </a:lnTo>
                  <a:lnTo>
                    <a:pt x="5266231" y="3142277"/>
                  </a:lnTo>
                  <a:lnTo>
                    <a:pt x="5265581" y="3142277"/>
                  </a:lnTo>
                  <a:lnTo>
                    <a:pt x="5264931" y="3142277"/>
                  </a:lnTo>
                  <a:lnTo>
                    <a:pt x="5264281" y="3142277"/>
                  </a:lnTo>
                  <a:lnTo>
                    <a:pt x="5263631" y="3142277"/>
                  </a:lnTo>
                  <a:lnTo>
                    <a:pt x="5262981" y="3142277"/>
                  </a:lnTo>
                  <a:lnTo>
                    <a:pt x="5262331" y="3142277"/>
                  </a:lnTo>
                  <a:lnTo>
                    <a:pt x="5261681" y="3142277"/>
                  </a:lnTo>
                  <a:lnTo>
                    <a:pt x="5261031" y="3142277"/>
                  </a:lnTo>
                  <a:lnTo>
                    <a:pt x="5260381" y="3142277"/>
                  </a:lnTo>
                  <a:lnTo>
                    <a:pt x="5259731" y="3142277"/>
                  </a:lnTo>
                  <a:lnTo>
                    <a:pt x="5259081" y="3142277"/>
                  </a:lnTo>
                  <a:lnTo>
                    <a:pt x="5258431" y="3142277"/>
                  </a:lnTo>
                  <a:lnTo>
                    <a:pt x="5257781" y="3142277"/>
                  </a:lnTo>
                  <a:lnTo>
                    <a:pt x="5257131" y="3142277"/>
                  </a:lnTo>
                  <a:lnTo>
                    <a:pt x="5256482" y="3142277"/>
                  </a:lnTo>
                  <a:lnTo>
                    <a:pt x="5255832" y="3142277"/>
                  </a:lnTo>
                  <a:lnTo>
                    <a:pt x="5255182" y="3142277"/>
                  </a:lnTo>
                  <a:lnTo>
                    <a:pt x="5254532" y="3142277"/>
                  </a:lnTo>
                  <a:lnTo>
                    <a:pt x="5253882" y="3142277"/>
                  </a:lnTo>
                  <a:lnTo>
                    <a:pt x="5253232" y="3142277"/>
                  </a:lnTo>
                  <a:lnTo>
                    <a:pt x="5252582" y="3142277"/>
                  </a:lnTo>
                  <a:lnTo>
                    <a:pt x="5251932" y="3142277"/>
                  </a:lnTo>
                  <a:lnTo>
                    <a:pt x="5251282" y="3142277"/>
                  </a:lnTo>
                  <a:lnTo>
                    <a:pt x="5250632" y="3142277"/>
                  </a:lnTo>
                  <a:lnTo>
                    <a:pt x="5249982" y="3142277"/>
                  </a:lnTo>
                  <a:lnTo>
                    <a:pt x="5249332" y="3142277"/>
                  </a:lnTo>
                  <a:lnTo>
                    <a:pt x="5248682" y="3142277"/>
                  </a:lnTo>
                  <a:lnTo>
                    <a:pt x="5248032" y="3142277"/>
                  </a:lnTo>
                  <a:lnTo>
                    <a:pt x="5247382" y="3142277"/>
                  </a:lnTo>
                  <a:lnTo>
                    <a:pt x="5246733" y="3142277"/>
                  </a:lnTo>
                  <a:lnTo>
                    <a:pt x="5246083" y="3142277"/>
                  </a:lnTo>
                  <a:lnTo>
                    <a:pt x="5245433" y="3142277"/>
                  </a:lnTo>
                  <a:lnTo>
                    <a:pt x="5244783" y="3142277"/>
                  </a:lnTo>
                  <a:lnTo>
                    <a:pt x="5244133" y="3142277"/>
                  </a:lnTo>
                  <a:lnTo>
                    <a:pt x="5243483" y="3142277"/>
                  </a:lnTo>
                  <a:lnTo>
                    <a:pt x="5242833" y="3142277"/>
                  </a:lnTo>
                  <a:lnTo>
                    <a:pt x="5242183" y="3142277"/>
                  </a:lnTo>
                  <a:lnTo>
                    <a:pt x="5241533" y="3142277"/>
                  </a:lnTo>
                  <a:lnTo>
                    <a:pt x="5240883" y="3142277"/>
                  </a:lnTo>
                  <a:lnTo>
                    <a:pt x="5240233" y="3142277"/>
                  </a:lnTo>
                  <a:lnTo>
                    <a:pt x="5239583" y="3142277"/>
                  </a:lnTo>
                  <a:lnTo>
                    <a:pt x="5238933" y="3142277"/>
                  </a:lnTo>
                  <a:lnTo>
                    <a:pt x="5238283" y="3142277"/>
                  </a:lnTo>
                  <a:lnTo>
                    <a:pt x="5237633" y="3142277"/>
                  </a:lnTo>
                  <a:lnTo>
                    <a:pt x="5236983" y="3142277"/>
                  </a:lnTo>
                  <a:lnTo>
                    <a:pt x="5236334" y="3142277"/>
                  </a:lnTo>
                  <a:lnTo>
                    <a:pt x="5235684" y="3142277"/>
                  </a:lnTo>
                  <a:lnTo>
                    <a:pt x="5235034" y="3142277"/>
                  </a:lnTo>
                  <a:lnTo>
                    <a:pt x="5234384" y="3142277"/>
                  </a:lnTo>
                  <a:lnTo>
                    <a:pt x="5233734" y="3142277"/>
                  </a:lnTo>
                  <a:lnTo>
                    <a:pt x="5233084" y="3142277"/>
                  </a:lnTo>
                  <a:lnTo>
                    <a:pt x="5232434" y="3142277"/>
                  </a:lnTo>
                  <a:lnTo>
                    <a:pt x="5231784" y="3142277"/>
                  </a:lnTo>
                  <a:lnTo>
                    <a:pt x="5231134" y="3142277"/>
                  </a:lnTo>
                  <a:lnTo>
                    <a:pt x="5230484" y="3142277"/>
                  </a:lnTo>
                  <a:lnTo>
                    <a:pt x="5229834" y="3142277"/>
                  </a:lnTo>
                  <a:lnTo>
                    <a:pt x="5229184" y="3142277"/>
                  </a:lnTo>
                  <a:lnTo>
                    <a:pt x="5228534" y="3142277"/>
                  </a:lnTo>
                  <a:lnTo>
                    <a:pt x="5227884" y="3142277"/>
                  </a:lnTo>
                  <a:lnTo>
                    <a:pt x="5227234" y="3142277"/>
                  </a:lnTo>
                  <a:lnTo>
                    <a:pt x="5226585" y="3142277"/>
                  </a:lnTo>
                  <a:lnTo>
                    <a:pt x="5225935" y="3142277"/>
                  </a:lnTo>
                  <a:lnTo>
                    <a:pt x="5225285" y="3142277"/>
                  </a:lnTo>
                  <a:lnTo>
                    <a:pt x="5224635" y="3142277"/>
                  </a:lnTo>
                  <a:lnTo>
                    <a:pt x="5223985" y="3142277"/>
                  </a:lnTo>
                  <a:lnTo>
                    <a:pt x="5223335" y="3142277"/>
                  </a:lnTo>
                  <a:lnTo>
                    <a:pt x="5222685" y="3142277"/>
                  </a:lnTo>
                  <a:lnTo>
                    <a:pt x="5222035" y="3142277"/>
                  </a:lnTo>
                  <a:lnTo>
                    <a:pt x="5221385" y="3142277"/>
                  </a:lnTo>
                  <a:lnTo>
                    <a:pt x="5220735" y="3142277"/>
                  </a:lnTo>
                  <a:lnTo>
                    <a:pt x="5220085" y="3142277"/>
                  </a:lnTo>
                  <a:lnTo>
                    <a:pt x="5219435" y="3142277"/>
                  </a:lnTo>
                  <a:lnTo>
                    <a:pt x="5218785" y="3142277"/>
                  </a:lnTo>
                  <a:lnTo>
                    <a:pt x="5218135" y="3142277"/>
                  </a:lnTo>
                  <a:lnTo>
                    <a:pt x="5217485" y="3142277"/>
                  </a:lnTo>
                  <a:lnTo>
                    <a:pt x="5216835" y="3142277"/>
                  </a:lnTo>
                  <a:lnTo>
                    <a:pt x="5216186" y="3142277"/>
                  </a:lnTo>
                  <a:lnTo>
                    <a:pt x="5215536" y="3142277"/>
                  </a:lnTo>
                  <a:lnTo>
                    <a:pt x="5214886" y="3142277"/>
                  </a:lnTo>
                  <a:lnTo>
                    <a:pt x="5214236" y="3142277"/>
                  </a:lnTo>
                  <a:lnTo>
                    <a:pt x="5213586" y="3142277"/>
                  </a:lnTo>
                  <a:lnTo>
                    <a:pt x="5212936" y="3142277"/>
                  </a:lnTo>
                  <a:lnTo>
                    <a:pt x="5212286" y="3142277"/>
                  </a:lnTo>
                  <a:lnTo>
                    <a:pt x="5211636" y="3142277"/>
                  </a:lnTo>
                  <a:lnTo>
                    <a:pt x="5210986" y="3142277"/>
                  </a:lnTo>
                  <a:lnTo>
                    <a:pt x="5210336" y="3142277"/>
                  </a:lnTo>
                  <a:lnTo>
                    <a:pt x="5209686" y="3142277"/>
                  </a:lnTo>
                  <a:lnTo>
                    <a:pt x="5209036" y="3142277"/>
                  </a:lnTo>
                  <a:lnTo>
                    <a:pt x="5208386" y="3142277"/>
                  </a:lnTo>
                  <a:lnTo>
                    <a:pt x="5207736" y="3142277"/>
                  </a:lnTo>
                  <a:lnTo>
                    <a:pt x="5207086" y="3142277"/>
                  </a:lnTo>
                  <a:lnTo>
                    <a:pt x="5206437" y="3142277"/>
                  </a:lnTo>
                  <a:lnTo>
                    <a:pt x="5205787" y="3142277"/>
                  </a:lnTo>
                  <a:lnTo>
                    <a:pt x="5205137" y="3142277"/>
                  </a:lnTo>
                  <a:lnTo>
                    <a:pt x="5204487" y="3142277"/>
                  </a:lnTo>
                  <a:lnTo>
                    <a:pt x="5203837" y="3142277"/>
                  </a:lnTo>
                  <a:lnTo>
                    <a:pt x="5203187" y="3142277"/>
                  </a:lnTo>
                  <a:lnTo>
                    <a:pt x="5202537" y="3142277"/>
                  </a:lnTo>
                  <a:lnTo>
                    <a:pt x="5201887" y="3142277"/>
                  </a:lnTo>
                  <a:lnTo>
                    <a:pt x="5201237" y="3142277"/>
                  </a:lnTo>
                  <a:lnTo>
                    <a:pt x="5200587" y="3142277"/>
                  </a:lnTo>
                  <a:lnTo>
                    <a:pt x="5199937" y="3142277"/>
                  </a:lnTo>
                  <a:lnTo>
                    <a:pt x="5199287" y="3142277"/>
                  </a:lnTo>
                  <a:lnTo>
                    <a:pt x="5198637" y="3142277"/>
                  </a:lnTo>
                  <a:lnTo>
                    <a:pt x="5197987" y="3142277"/>
                  </a:lnTo>
                  <a:lnTo>
                    <a:pt x="5197337" y="3142277"/>
                  </a:lnTo>
                  <a:lnTo>
                    <a:pt x="5196687" y="3142277"/>
                  </a:lnTo>
                  <a:lnTo>
                    <a:pt x="5196038" y="3142277"/>
                  </a:lnTo>
                  <a:lnTo>
                    <a:pt x="5195388" y="3142277"/>
                  </a:lnTo>
                  <a:lnTo>
                    <a:pt x="5194738" y="3142277"/>
                  </a:lnTo>
                  <a:lnTo>
                    <a:pt x="5194088" y="3142277"/>
                  </a:lnTo>
                  <a:lnTo>
                    <a:pt x="5193438" y="3142277"/>
                  </a:lnTo>
                  <a:lnTo>
                    <a:pt x="5192788" y="3142277"/>
                  </a:lnTo>
                  <a:lnTo>
                    <a:pt x="5192138" y="3142277"/>
                  </a:lnTo>
                  <a:lnTo>
                    <a:pt x="5191488" y="3142277"/>
                  </a:lnTo>
                  <a:lnTo>
                    <a:pt x="5190838" y="3142277"/>
                  </a:lnTo>
                  <a:lnTo>
                    <a:pt x="5190188" y="3142277"/>
                  </a:lnTo>
                  <a:lnTo>
                    <a:pt x="5189538" y="3142277"/>
                  </a:lnTo>
                  <a:lnTo>
                    <a:pt x="5188888" y="3142277"/>
                  </a:lnTo>
                  <a:lnTo>
                    <a:pt x="5188238" y="3142277"/>
                  </a:lnTo>
                  <a:lnTo>
                    <a:pt x="5187588" y="3142277"/>
                  </a:lnTo>
                  <a:lnTo>
                    <a:pt x="5186938" y="3142277"/>
                  </a:lnTo>
                  <a:lnTo>
                    <a:pt x="5186289" y="3142277"/>
                  </a:lnTo>
                  <a:lnTo>
                    <a:pt x="5185639" y="3142277"/>
                  </a:lnTo>
                  <a:lnTo>
                    <a:pt x="5184989" y="3142277"/>
                  </a:lnTo>
                  <a:lnTo>
                    <a:pt x="5184339" y="3142277"/>
                  </a:lnTo>
                  <a:lnTo>
                    <a:pt x="5183689" y="3142277"/>
                  </a:lnTo>
                  <a:lnTo>
                    <a:pt x="5183039" y="3142277"/>
                  </a:lnTo>
                  <a:lnTo>
                    <a:pt x="5182389" y="3142277"/>
                  </a:lnTo>
                  <a:lnTo>
                    <a:pt x="5181739" y="3142277"/>
                  </a:lnTo>
                  <a:lnTo>
                    <a:pt x="5181089" y="3142277"/>
                  </a:lnTo>
                  <a:lnTo>
                    <a:pt x="5180439" y="3142277"/>
                  </a:lnTo>
                  <a:lnTo>
                    <a:pt x="5179789" y="3142277"/>
                  </a:lnTo>
                  <a:lnTo>
                    <a:pt x="5179139" y="3142277"/>
                  </a:lnTo>
                  <a:lnTo>
                    <a:pt x="5178489" y="3142277"/>
                  </a:lnTo>
                  <a:lnTo>
                    <a:pt x="5177839" y="3142277"/>
                  </a:lnTo>
                  <a:lnTo>
                    <a:pt x="5177189" y="3142277"/>
                  </a:lnTo>
                  <a:lnTo>
                    <a:pt x="5176539" y="3142277"/>
                  </a:lnTo>
                  <a:lnTo>
                    <a:pt x="5175890" y="3142277"/>
                  </a:lnTo>
                  <a:lnTo>
                    <a:pt x="5175240" y="3142277"/>
                  </a:lnTo>
                  <a:lnTo>
                    <a:pt x="5174590" y="3142277"/>
                  </a:lnTo>
                  <a:lnTo>
                    <a:pt x="5173940" y="3142277"/>
                  </a:lnTo>
                  <a:lnTo>
                    <a:pt x="5173290" y="3142277"/>
                  </a:lnTo>
                  <a:lnTo>
                    <a:pt x="5172640" y="3142277"/>
                  </a:lnTo>
                  <a:lnTo>
                    <a:pt x="5171990" y="3142277"/>
                  </a:lnTo>
                  <a:lnTo>
                    <a:pt x="5171340" y="3142277"/>
                  </a:lnTo>
                  <a:lnTo>
                    <a:pt x="5170690" y="3142277"/>
                  </a:lnTo>
                  <a:lnTo>
                    <a:pt x="5170040" y="3142277"/>
                  </a:lnTo>
                  <a:lnTo>
                    <a:pt x="5169390" y="3142277"/>
                  </a:lnTo>
                  <a:lnTo>
                    <a:pt x="5168740" y="3142277"/>
                  </a:lnTo>
                  <a:lnTo>
                    <a:pt x="5168090" y="3142277"/>
                  </a:lnTo>
                  <a:lnTo>
                    <a:pt x="5167440" y="3142277"/>
                  </a:lnTo>
                  <a:lnTo>
                    <a:pt x="5166790" y="3142277"/>
                  </a:lnTo>
                  <a:lnTo>
                    <a:pt x="5166141" y="3142277"/>
                  </a:lnTo>
                  <a:lnTo>
                    <a:pt x="5165491" y="3142277"/>
                  </a:lnTo>
                  <a:lnTo>
                    <a:pt x="5164841" y="3142277"/>
                  </a:lnTo>
                  <a:lnTo>
                    <a:pt x="5164191" y="3142277"/>
                  </a:lnTo>
                  <a:lnTo>
                    <a:pt x="5163541" y="3142277"/>
                  </a:lnTo>
                  <a:lnTo>
                    <a:pt x="5162891" y="3142277"/>
                  </a:lnTo>
                  <a:lnTo>
                    <a:pt x="5162241" y="3142277"/>
                  </a:lnTo>
                  <a:lnTo>
                    <a:pt x="5161591" y="3142277"/>
                  </a:lnTo>
                  <a:lnTo>
                    <a:pt x="5160941" y="3142277"/>
                  </a:lnTo>
                  <a:lnTo>
                    <a:pt x="5160291" y="3142277"/>
                  </a:lnTo>
                  <a:lnTo>
                    <a:pt x="5159641" y="3142277"/>
                  </a:lnTo>
                  <a:lnTo>
                    <a:pt x="5158991" y="3142277"/>
                  </a:lnTo>
                  <a:lnTo>
                    <a:pt x="5158341" y="3142277"/>
                  </a:lnTo>
                  <a:lnTo>
                    <a:pt x="5157691" y="3142277"/>
                  </a:lnTo>
                  <a:lnTo>
                    <a:pt x="5157041" y="3142277"/>
                  </a:lnTo>
                  <a:lnTo>
                    <a:pt x="5156392" y="3142277"/>
                  </a:lnTo>
                  <a:lnTo>
                    <a:pt x="5155742" y="3142277"/>
                  </a:lnTo>
                  <a:lnTo>
                    <a:pt x="5155092" y="3142277"/>
                  </a:lnTo>
                  <a:lnTo>
                    <a:pt x="5154442" y="3142277"/>
                  </a:lnTo>
                  <a:lnTo>
                    <a:pt x="5153792" y="3142277"/>
                  </a:lnTo>
                  <a:lnTo>
                    <a:pt x="5153142" y="3142277"/>
                  </a:lnTo>
                  <a:lnTo>
                    <a:pt x="5152492" y="3142277"/>
                  </a:lnTo>
                  <a:lnTo>
                    <a:pt x="5151842" y="3142277"/>
                  </a:lnTo>
                  <a:lnTo>
                    <a:pt x="5151192" y="3142277"/>
                  </a:lnTo>
                  <a:lnTo>
                    <a:pt x="5150542" y="3142277"/>
                  </a:lnTo>
                  <a:lnTo>
                    <a:pt x="5149892" y="3142277"/>
                  </a:lnTo>
                  <a:lnTo>
                    <a:pt x="5149242" y="3142277"/>
                  </a:lnTo>
                  <a:lnTo>
                    <a:pt x="5148592" y="3142277"/>
                  </a:lnTo>
                  <a:lnTo>
                    <a:pt x="5147942" y="3142277"/>
                  </a:lnTo>
                  <a:lnTo>
                    <a:pt x="5147292" y="3142277"/>
                  </a:lnTo>
                  <a:lnTo>
                    <a:pt x="5146642" y="3142277"/>
                  </a:lnTo>
                  <a:lnTo>
                    <a:pt x="5145993" y="3142277"/>
                  </a:lnTo>
                  <a:lnTo>
                    <a:pt x="5145343" y="3142277"/>
                  </a:lnTo>
                  <a:lnTo>
                    <a:pt x="5144693" y="3142277"/>
                  </a:lnTo>
                  <a:lnTo>
                    <a:pt x="5144043" y="3142277"/>
                  </a:lnTo>
                  <a:lnTo>
                    <a:pt x="5143393" y="3142277"/>
                  </a:lnTo>
                  <a:lnTo>
                    <a:pt x="5142743" y="3142277"/>
                  </a:lnTo>
                  <a:lnTo>
                    <a:pt x="5142093" y="3142277"/>
                  </a:lnTo>
                  <a:lnTo>
                    <a:pt x="5141443" y="3142277"/>
                  </a:lnTo>
                  <a:lnTo>
                    <a:pt x="5140793" y="3142277"/>
                  </a:lnTo>
                  <a:lnTo>
                    <a:pt x="5140143" y="3142277"/>
                  </a:lnTo>
                  <a:lnTo>
                    <a:pt x="5139493" y="3142277"/>
                  </a:lnTo>
                  <a:lnTo>
                    <a:pt x="5138843" y="3142277"/>
                  </a:lnTo>
                  <a:lnTo>
                    <a:pt x="5138193" y="3142277"/>
                  </a:lnTo>
                  <a:lnTo>
                    <a:pt x="5137543" y="3142277"/>
                  </a:lnTo>
                  <a:lnTo>
                    <a:pt x="5136893" y="3142277"/>
                  </a:lnTo>
                  <a:lnTo>
                    <a:pt x="5136244" y="3142277"/>
                  </a:lnTo>
                  <a:lnTo>
                    <a:pt x="5135594" y="3142277"/>
                  </a:lnTo>
                  <a:lnTo>
                    <a:pt x="5134944" y="3142277"/>
                  </a:lnTo>
                  <a:lnTo>
                    <a:pt x="5134294" y="3142277"/>
                  </a:lnTo>
                  <a:lnTo>
                    <a:pt x="5133644" y="3142277"/>
                  </a:lnTo>
                  <a:lnTo>
                    <a:pt x="5132994" y="3142277"/>
                  </a:lnTo>
                  <a:lnTo>
                    <a:pt x="5132344" y="3142277"/>
                  </a:lnTo>
                  <a:lnTo>
                    <a:pt x="5131694" y="3142277"/>
                  </a:lnTo>
                  <a:lnTo>
                    <a:pt x="5131044" y="3142277"/>
                  </a:lnTo>
                  <a:lnTo>
                    <a:pt x="5130394" y="3142277"/>
                  </a:lnTo>
                  <a:lnTo>
                    <a:pt x="5129744" y="3142277"/>
                  </a:lnTo>
                  <a:lnTo>
                    <a:pt x="5129094" y="3142277"/>
                  </a:lnTo>
                  <a:lnTo>
                    <a:pt x="5128444" y="3142277"/>
                  </a:lnTo>
                  <a:lnTo>
                    <a:pt x="5127794" y="3142277"/>
                  </a:lnTo>
                  <a:lnTo>
                    <a:pt x="5127144" y="3142277"/>
                  </a:lnTo>
                  <a:lnTo>
                    <a:pt x="5126494" y="3142277"/>
                  </a:lnTo>
                  <a:lnTo>
                    <a:pt x="5125845" y="3142277"/>
                  </a:lnTo>
                  <a:lnTo>
                    <a:pt x="5125195" y="3142277"/>
                  </a:lnTo>
                  <a:lnTo>
                    <a:pt x="5124545" y="3142277"/>
                  </a:lnTo>
                  <a:lnTo>
                    <a:pt x="5123895" y="3142277"/>
                  </a:lnTo>
                  <a:lnTo>
                    <a:pt x="5123245" y="3142277"/>
                  </a:lnTo>
                  <a:lnTo>
                    <a:pt x="5122595" y="3142277"/>
                  </a:lnTo>
                  <a:lnTo>
                    <a:pt x="5121945" y="3142277"/>
                  </a:lnTo>
                  <a:lnTo>
                    <a:pt x="5121295" y="3142277"/>
                  </a:lnTo>
                  <a:lnTo>
                    <a:pt x="5120645" y="3142277"/>
                  </a:lnTo>
                  <a:lnTo>
                    <a:pt x="5119995" y="3142277"/>
                  </a:lnTo>
                  <a:lnTo>
                    <a:pt x="5119345" y="3142277"/>
                  </a:lnTo>
                  <a:lnTo>
                    <a:pt x="5118695" y="3142277"/>
                  </a:lnTo>
                  <a:lnTo>
                    <a:pt x="5118045" y="3142277"/>
                  </a:lnTo>
                  <a:lnTo>
                    <a:pt x="5117395" y="3142277"/>
                  </a:lnTo>
                  <a:lnTo>
                    <a:pt x="5116745" y="3142277"/>
                  </a:lnTo>
                  <a:lnTo>
                    <a:pt x="5116096" y="3142277"/>
                  </a:lnTo>
                  <a:lnTo>
                    <a:pt x="5115446" y="3142277"/>
                  </a:lnTo>
                  <a:lnTo>
                    <a:pt x="5114796" y="3142277"/>
                  </a:lnTo>
                  <a:lnTo>
                    <a:pt x="5114146" y="3142277"/>
                  </a:lnTo>
                  <a:lnTo>
                    <a:pt x="5113496" y="3142277"/>
                  </a:lnTo>
                  <a:lnTo>
                    <a:pt x="5112846" y="3142277"/>
                  </a:lnTo>
                  <a:lnTo>
                    <a:pt x="5112196" y="3142277"/>
                  </a:lnTo>
                  <a:lnTo>
                    <a:pt x="5111546" y="3142277"/>
                  </a:lnTo>
                  <a:lnTo>
                    <a:pt x="5110896" y="3142277"/>
                  </a:lnTo>
                  <a:lnTo>
                    <a:pt x="5110246" y="3142277"/>
                  </a:lnTo>
                  <a:lnTo>
                    <a:pt x="5109596" y="3142277"/>
                  </a:lnTo>
                  <a:lnTo>
                    <a:pt x="5108946" y="3142277"/>
                  </a:lnTo>
                  <a:lnTo>
                    <a:pt x="5108296" y="3142277"/>
                  </a:lnTo>
                  <a:lnTo>
                    <a:pt x="5107646" y="3142277"/>
                  </a:lnTo>
                  <a:lnTo>
                    <a:pt x="5106996" y="3142277"/>
                  </a:lnTo>
                  <a:lnTo>
                    <a:pt x="5106346" y="3142277"/>
                  </a:lnTo>
                  <a:lnTo>
                    <a:pt x="5105697" y="3142277"/>
                  </a:lnTo>
                  <a:lnTo>
                    <a:pt x="5105047" y="3142277"/>
                  </a:lnTo>
                  <a:lnTo>
                    <a:pt x="5104397" y="3142277"/>
                  </a:lnTo>
                  <a:lnTo>
                    <a:pt x="5103747" y="3142277"/>
                  </a:lnTo>
                  <a:lnTo>
                    <a:pt x="5103097" y="3142277"/>
                  </a:lnTo>
                  <a:lnTo>
                    <a:pt x="5102447" y="3142277"/>
                  </a:lnTo>
                  <a:lnTo>
                    <a:pt x="5101797" y="3142277"/>
                  </a:lnTo>
                  <a:lnTo>
                    <a:pt x="5101147" y="3142277"/>
                  </a:lnTo>
                  <a:lnTo>
                    <a:pt x="5100497" y="3142277"/>
                  </a:lnTo>
                  <a:lnTo>
                    <a:pt x="5099847" y="3142277"/>
                  </a:lnTo>
                  <a:lnTo>
                    <a:pt x="5099197" y="3142277"/>
                  </a:lnTo>
                  <a:lnTo>
                    <a:pt x="5098547" y="3142277"/>
                  </a:lnTo>
                  <a:lnTo>
                    <a:pt x="5097897" y="3142277"/>
                  </a:lnTo>
                  <a:lnTo>
                    <a:pt x="5097247" y="3142277"/>
                  </a:lnTo>
                  <a:lnTo>
                    <a:pt x="5096597" y="3142277"/>
                  </a:lnTo>
                  <a:lnTo>
                    <a:pt x="5095948" y="3142277"/>
                  </a:lnTo>
                  <a:lnTo>
                    <a:pt x="5095298" y="3142277"/>
                  </a:lnTo>
                  <a:lnTo>
                    <a:pt x="5094648" y="3142277"/>
                  </a:lnTo>
                  <a:lnTo>
                    <a:pt x="5093998" y="3142277"/>
                  </a:lnTo>
                  <a:lnTo>
                    <a:pt x="5093348" y="3142277"/>
                  </a:lnTo>
                  <a:lnTo>
                    <a:pt x="5092698" y="3142277"/>
                  </a:lnTo>
                  <a:lnTo>
                    <a:pt x="5092048" y="3142277"/>
                  </a:lnTo>
                  <a:lnTo>
                    <a:pt x="5091398" y="3142277"/>
                  </a:lnTo>
                  <a:lnTo>
                    <a:pt x="5090748" y="3142277"/>
                  </a:lnTo>
                  <a:lnTo>
                    <a:pt x="5090098" y="3142277"/>
                  </a:lnTo>
                  <a:lnTo>
                    <a:pt x="5089448" y="3142277"/>
                  </a:lnTo>
                  <a:lnTo>
                    <a:pt x="5088798" y="3142277"/>
                  </a:lnTo>
                  <a:lnTo>
                    <a:pt x="5088148" y="3142277"/>
                  </a:lnTo>
                  <a:lnTo>
                    <a:pt x="5087498" y="3142277"/>
                  </a:lnTo>
                  <a:lnTo>
                    <a:pt x="5086848" y="3142277"/>
                  </a:lnTo>
                  <a:lnTo>
                    <a:pt x="5086198" y="3142277"/>
                  </a:lnTo>
                  <a:lnTo>
                    <a:pt x="5085549" y="3142277"/>
                  </a:lnTo>
                  <a:lnTo>
                    <a:pt x="5084899" y="3142277"/>
                  </a:lnTo>
                  <a:lnTo>
                    <a:pt x="5084249" y="3142277"/>
                  </a:lnTo>
                  <a:lnTo>
                    <a:pt x="5083599" y="3142277"/>
                  </a:lnTo>
                  <a:lnTo>
                    <a:pt x="5082949" y="3142277"/>
                  </a:lnTo>
                  <a:lnTo>
                    <a:pt x="5082299" y="3142277"/>
                  </a:lnTo>
                  <a:lnTo>
                    <a:pt x="5081649" y="3142277"/>
                  </a:lnTo>
                  <a:lnTo>
                    <a:pt x="5080999" y="3142277"/>
                  </a:lnTo>
                  <a:lnTo>
                    <a:pt x="5080349" y="3142277"/>
                  </a:lnTo>
                  <a:lnTo>
                    <a:pt x="5079699" y="3142277"/>
                  </a:lnTo>
                  <a:lnTo>
                    <a:pt x="5079049" y="3142277"/>
                  </a:lnTo>
                  <a:lnTo>
                    <a:pt x="5078399" y="3142277"/>
                  </a:lnTo>
                  <a:lnTo>
                    <a:pt x="5077749" y="3142277"/>
                  </a:lnTo>
                  <a:lnTo>
                    <a:pt x="5077099" y="3142277"/>
                  </a:lnTo>
                  <a:lnTo>
                    <a:pt x="5076449" y="3142277"/>
                  </a:lnTo>
                  <a:lnTo>
                    <a:pt x="5075800" y="3142277"/>
                  </a:lnTo>
                  <a:lnTo>
                    <a:pt x="5075150" y="3142277"/>
                  </a:lnTo>
                  <a:lnTo>
                    <a:pt x="5074500" y="3142277"/>
                  </a:lnTo>
                  <a:lnTo>
                    <a:pt x="5073850" y="3142277"/>
                  </a:lnTo>
                  <a:lnTo>
                    <a:pt x="5073200" y="3142277"/>
                  </a:lnTo>
                  <a:lnTo>
                    <a:pt x="5072550" y="3142277"/>
                  </a:lnTo>
                  <a:lnTo>
                    <a:pt x="5071900" y="3142277"/>
                  </a:lnTo>
                  <a:lnTo>
                    <a:pt x="5071250" y="3142277"/>
                  </a:lnTo>
                  <a:lnTo>
                    <a:pt x="5070600" y="3142277"/>
                  </a:lnTo>
                  <a:lnTo>
                    <a:pt x="5069950" y="3142277"/>
                  </a:lnTo>
                  <a:lnTo>
                    <a:pt x="5069300" y="3142277"/>
                  </a:lnTo>
                  <a:lnTo>
                    <a:pt x="5068650" y="3142277"/>
                  </a:lnTo>
                  <a:lnTo>
                    <a:pt x="5068000" y="3142277"/>
                  </a:lnTo>
                  <a:lnTo>
                    <a:pt x="5067350" y="3142277"/>
                  </a:lnTo>
                  <a:lnTo>
                    <a:pt x="5066700" y="3142277"/>
                  </a:lnTo>
                  <a:lnTo>
                    <a:pt x="5066050" y="3142277"/>
                  </a:lnTo>
                  <a:lnTo>
                    <a:pt x="5065401" y="3142277"/>
                  </a:lnTo>
                  <a:lnTo>
                    <a:pt x="5064751" y="3142277"/>
                  </a:lnTo>
                  <a:lnTo>
                    <a:pt x="5064101" y="3142277"/>
                  </a:lnTo>
                  <a:lnTo>
                    <a:pt x="5063451" y="3142277"/>
                  </a:lnTo>
                  <a:lnTo>
                    <a:pt x="5062801" y="3142277"/>
                  </a:lnTo>
                  <a:lnTo>
                    <a:pt x="5062151" y="3142277"/>
                  </a:lnTo>
                  <a:lnTo>
                    <a:pt x="5061501" y="3142277"/>
                  </a:lnTo>
                  <a:lnTo>
                    <a:pt x="5060851" y="3142277"/>
                  </a:lnTo>
                  <a:lnTo>
                    <a:pt x="5060201" y="3142277"/>
                  </a:lnTo>
                  <a:lnTo>
                    <a:pt x="5059551" y="3142277"/>
                  </a:lnTo>
                  <a:lnTo>
                    <a:pt x="5058901" y="3142277"/>
                  </a:lnTo>
                  <a:lnTo>
                    <a:pt x="5058251" y="3142277"/>
                  </a:lnTo>
                  <a:lnTo>
                    <a:pt x="5057601" y="3142277"/>
                  </a:lnTo>
                  <a:lnTo>
                    <a:pt x="5056951" y="3142277"/>
                  </a:lnTo>
                  <a:lnTo>
                    <a:pt x="5056301" y="3142277"/>
                  </a:lnTo>
                  <a:lnTo>
                    <a:pt x="5055652" y="3142277"/>
                  </a:lnTo>
                  <a:lnTo>
                    <a:pt x="5055002" y="3142277"/>
                  </a:lnTo>
                  <a:lnTo>
                    <a:pt x="5054352" y="3142277"/>
                  </a:lnTo>
                  <a:lnTo>
                    <a:pt x="5053702" y="3142277"/>
                  </a:lnTo>
                  <a:lnTo>
                    <a:pt x="5053052" y="3142277"/>
                  </a:lnTo>
                  <a:lnTo>
                    <a:pt x="5052402" y="3142277"/>
                  </a:lnTo>
                  <a:lnTo>
                    <a:pt x="5051752" y="3142277"/>
                  </a:lnTo>
                  <a:lnTo>
                    <a:pt x="5051102" y="3142277"/>
                  </a:lnTo>
                  <a:lnTo>
                    <a:pt x="5050452" y="3142277"/>
                  </a:lnTo>
                  <a:lnTo>
                    <a:pt x="5049802" y="3142277"/>
                  </a:lnTo>
                  <a:lnTo>
                    <a:pt x="5049152" y="3142277"/>
                  </a:lnTo>
                  <a:lnTo>
                    <a:pt x="5048502" y="3142277"/>
                  </a:lnTo>
                  <a:lnTo>
                    <a:pt x="5047852" y="3142277"/>
                  </a:lnTo>
                  <a:lnTo>
                    <a:pt x="5047202" y="3142277"/>
                  </a:lnTo>
                  <a:lnTo>
                    <a:pt x="5046552" y="3142277"/>
                  </a:lnTo>
                  <a:lnTo>
                    <a:pt x="5045902" y="3142277"/>
                  </a:lnTo>
                  <a:lnTo>
                    <a:pt x="5045253" y="3142277"/>
                  </a:lnTo>
                  <a:lnTo>
                    <a:pt x="5044603" y="3142277"/>
                  </a:lnTo>
                  <a:lnTo>
                    <a:pt x="5043953" y="3142277"/>
                  </a:lnTo>
                  <a:lnTo>
                    <a:pt x="5043303" y="3142277"/>
                  </a:lnTo>
                  <a:lnTo>
                    <a:pt x="5042653" y="3142277"/>
                  </a:lnTo>
                  <a:lnTo>
                    <a:pt x="5042003" y="3142277"/>
                  </a:lnTo>
                  <a:lnTo>
                    <a:pt x="5041353" y="3142277"/>
                  </a:lnTo>
                  <a:lnTo>
                    <a:pt x="5040703" y="3142277"/>
                  </a:lnTo>
                  <a:lnTo>
                    <a:pt x="5040053" y="3142277"/>
                  </a:lnTo>
                  <a:lnTo>
                    <a:pt x="5039403" y="3142277"/>
                  </a:lnTo>
                  <a:lnTo>
                    <a:pt x="5038753" y="3142277"/>
                  </a:lnTo>
                  <a:lnTo>
                    <a:pt x="5038103" y="3142277"/>
                  </a:lnTo>
                  <a:lnTo>
                    <a:pt x="5037453" y="3142277"/>
                  </a:lnTo>
                  <a:lnTo>
                    <a:pt x="5036803" y="3142277"/>
                  </a:lnTo>
                  <a:lnTo>
                    <a:pt x="5036153" y="3142277"/>
                  </a:lnTo>
                  <a:lnTo>
                    <a:pt x="5035504" y="3142277"/>
                  </a:lnTo>
                  <a:lnTo>
                    <a:pt x="5034854" y="3142277"/>
                  </a:lnTo>
                  <a:lnTo>
                    <a:pt x="5034204" y="3142277"/>
                  </a:lnTo>
                  <a:lnTo>
                    <a:pt x="5033554" y="3142277"/>
                  </a:lnTo>
                  <a:lnTo>
                    <a:pt x="5032904" y="3142277"/>
                  </a:lnTo>
                  <a:lnTo>
                    <a:pt x="5032254" y="3142277"/>
                  </a:lnTo>
                  <a:lnTo>
                    <a:pt x="5031604" y="3142277"/>
                  </a:lnTo>
                  <a:lnTo>
                    <a:pt x="5030954" y="3142277"/>
                  </a:lnTo>
                  <a:lnTo>
                    <a:pt x="5030304" y="3142277"/>
                  </a:lnTo>
                  <a:lnTo>
                    <a:pt x="5029654" y="3142277"/>
                  </a:lnTo>
                  <a:lnTo>
                    <a:pt x="5029004" y="3142277"/>
                  </a:lnTo>
                  <a:lnTo>
                    <a:pt x="5028354" y="3142277"/>
                  </a:lnTo>
                  <a:lnTo>
                    <a:pt x="5027704" y="3142277"/>
                  </a:lnTo>
                  <a:lnTo>
                    <a:pt x="5027054" y="3142277"/>
                  </a:lnTo>
                  <a:lnTo>
                    <a:pt x="5026404" y="3142277"/>
                  </a:lnTo>
                  <a:lnTo>
                    <a:pt x="5025754" y="3142277"/>
                  </a:lnTo>
                  <a:lnTo>
                    <a:pt x="5025105" y="3142277"/>
                  </a:lnTo>
                  <a:lnTo>
                    <a:pt x="5024455" y="3142277"/>
                  </a:lnTo>
                  <a:lnTo>
                    <a:pt x="5023805" y="3142277"/>
                  </a:lnTo>
                  <a:lnTo>
                    <a:pt x="5023155" y="3142277"/>
                  </a:lnTo>
                  <a:lnTo>
                    <a:pt x="5022505" y="3142277"/>
                  </a:lnTo>
                  <a:lnTo>
                    <a:pt x="5021855" y="3142277"/>
                  </a:lnTo>
                  <a:lnTo>
                    <a:pt x="5021205" y="3142277"/>
                  </a:lnTo>
                  <a:lnTo>
                    <a:pt x="5020555" y="3142277"/>
                  </a:lnTo>
                  <a:lnTo>
                    <a:pt x="5019905" y="3142277"/>
                  </a:lnTo>
                  <a:lnTo>
                    <a:pt x="5019255" y="3142277"/>
                  </a:lnTo>
                  <a:lnTo>
                    <a:pt x="5018605" y="3142277"/>
                  </a:lnTo>
                  <a:lnTo>
                    <a:pt x="5017955" y="3142277"/>
                  </a:lnTo>
                  <a:lnTo>
                    <a:pt x="5017305" y="3142277"/>
                  </a:lnTo>
                  <a:lnTo>
                    <a:pt x="5016655" y="3142277"/>
                  </a:lnTo>
                  <a:lnTo>
                    <a:pt x="5016005" y="3142277"/>
                  </a:lnTo>
                  <a:lnTo>
                    <a:pt x="5015356" y="3142277"/>
                  </a:lnTo>
                  <a:lnTo>
                    <a:pt x="5014706" y="3142277"/>
                  </a:lnTo>
                  <a:lnTo>
                    <a:pt x="5014056" y="3142277"/>
                  </a:lnTo>
                  <a:lnTo>
                    <a:pt x="5013406" y="3142277"/>
                  </a:lnTo>
                  <a:lnTo>
                    <a:pt x="5012756" y="3142277"/>
                  </a:lnTo>
                  <a:lnTo>
                    <a:pt x="5012106" y="3142277"/>
                  </a:lnTo>
                  <a:lnTo>
                    <a:pt x="5011456" y="3142277"/>
                  </a:lnTo>
                  <a:lnTo>
                    <a:pt x="5010806" y="3142277"/>
                  </a:lnTo>
                  <a:lnTo>
                    <a:pt x="5010156" y="3142277"/>
                  </a:lnTo>
                  <a:lnTo>
                    <a:pt x="5009506" y="3142277"/>
                  </a:lnTo>
                  <a:lnTo>
                    <a:pt x="5008856" y="3142277"/>
                  </a:lnTo>
                  <a:lnTo>
                    <a:pt x="5008206" y="3142277"/>
                  </a:lnTo>
                  <a:lnTo>
                    <a:pt x="5007556" y="3142277"/>
                  </a:lnTo>
                  <a:lnTo>
                    <a:pt x="5006906" y="3142277"/>
                  </a:lnTo>
                  <a:lnTo>
                    <a:pt x="5006256" y="3142277"/>
                  </a:lnTo>
                  <a:lnTo>
                    <a:pt x="5005607" y="3142277"/>
                  </a:lnTo>
                  <a:lnTo>
                    <a:pt x="5004957" y="3142277"/>
                  </a:lnTo>
                  <a:lnTo>
                    <a:pt x="5004307" y="3142277"/>
                  </a:lnTo>
                  <a:lnTo>
                    <a:pt x="5003657" y="3142277"/>
                  </a:lnTo>
                  <a:lnTo>
                    <a:pt x="5003007" y="3142277"/>
                  </a:lnTo>
                  <a:lnTo>
                    <a:pt x="5002357" y="3142277"/>
                  </a:lnTo>
                  <a:lnTo>
                    <a:pt x="5001707" y="3142277"/>
                  </a:lnTo>
                  <a:lnTo>
                    <a:pt x="5001057" y="3142277"/>
                  </a:lnTo>
                  <a:lnTo>
                    <a:pt x="5000407" y="3142277"/>
                  </a:lnTo>
                  <a:lnTo>
                    <a:pt x="4999757" y="3142277"/>
                  </a:lnTo>
                  <a:lnTo>
                    <a:pt x="4999107" y="3142277"/>
                  </a:lnTo>
                  <a:lnTo>
                    <a:pt x="4998457" y="3142277"/>
                  </a:lnTo>
                  <a:lnTo>
                    <a:pt x="4997807" y="3142277"/>
                  </a:lnTo>
                  <a:lnTo>
                    <a:pt x="4997157" y="3142277"/>
                  </a:lnTo>
                  <a:lnTo>
                    <a:pt x="4996507" y="3142277"/>
                  </a:lnTo>
                  <a:lnTo>
                    <a:pt x="4995857" y="3142277"/>
                  </a:lnTo>
                  <a:lnTo>
                    <a:pt x="4995208" y="3142277"/>
                  </a:lnTo>
                  <a:lnTo>
                    <a:pt x="4994558" y="3142277"/>
                  </a:lnTo>
                  <a:lnTo>
                    <a:pt x="4993908" y="3142277"/>
                  </a:lnTo>
                  <a:lnTo>
                    <a:pt x="4993258" y="3142277"/>
                  </a:lnTo>
                  <a:lnTo>
                    <a:pt x="4992608" y="3142277"/>
                  </a:lnTo>
                  <a:lnTo>
                    <a:pt x="4991958" y="3142277"/>
                  </a:lnTo>
                  <a:lnTo>
                    <a:pt x="4991308" y="3142277"/>
                  </a:lnTo>
                  <a:lnTo>
                    <a:pt x="4990658" y="3142277"/>
                  </a:lnTo>
                  <a:lnTo>
                    <a:pt x="4990008" y="3142277"/>
                  </a:lnTo>
                  <a:lnTo>
                    <a:pt x="4989358" y="3142277"/>
                  </a:lnTo>
                  <a:lnTo>
                    <a:pt x="4988708" y="3142277"/>
                  </a:lnTo>
                  <a:lnTo>
                    <a:pt x="4988058" y="3142277"/>
                  </a:lnTo>
                  <a:lnTo>
                    <a:pt x="4987408" y="3142277"/>
                  </a:lnTo>
                  <a:lnTo>
                    <a:pt x="4986758" y="3142277"/>
                  </a:lnTo>
                  <a:lnTo>
                    <a:pt x="4986108" y="3142277"/>
                  </a:lnTo>
                  <a:lnTo>
                    <a:pt x="4985459" y="3142277"/>
                  </a:lnTo>
                  <a:lnTo>
                    <a:pt x="4984809" y="3142277"/>
                  </a:lnTo>
                  <a:lnTo>
                    <a:pt x="4984159" y="3142277"/>
                  </a:lnTo>
                  <a:lnTo>
                    <a:pt x="4983509" y="3142277"/>
                  </a:lnTo>
                  <a:lnTo>
                    <a:pt x="4982859" y="3142277"/>
                  </a:lnTo>
                  <a:lnTo>
                    <a:pt x="4982209" y="3142277"/>
                  </a:lnTo>
                  <a:lnTo>
                    <a:pt x="4981559" y="3142277"/>
                  </a:lnTo>
                  <a:lnTo>
                    <a:pt x="4980909" y="3142277"/>
                  </a:lnTo>
                  <a:lnTo>
                    <a:pt x="4980259" y="3142277"/>
                  </a:lnTo>
                  <a:lnTo>
                    <a:pt x="4979609" y="3142277"/>
                  </a:lnTo>
                  <a:lnTo>
                    <a:pt x="4978959" y="3142277"/>
                  </a:lnTo>
                  <a:lnTo>
                    <a:pt x="4978309" y="3142277"/>
                  </a:lnTo>
                  <a:lnTo>
                    <a:pt x="4977659" y="3142277"/>
                  </a:lnTo>
                  <a:lnTo>
                    <a:pt x="4977009" y="3142277"/>
                  </a:lnTo>
                  <a:lnTo>
                    <a:pt x="4976359" y="3142277"/>
                  </a:lnTo>
                  <a:lnTo>
                    <a:pt x="4975709" y="3142277"/>
                  </a:lnTo>
                  <a:lnTo>
                    <a:pt x="4975060" y="3142277"/>
                  </a:lnTo>
                  <a:lnTo>
                    <a:pt x="4974410" y="3142277"/>
                  </a:lnTo>
                  <a:lnTo>
                    <a:pt x="4973760" y="3142277"/>
                  </a:lnTo>
                  <a:lnTo>
                    <a:pt x="4973110" y="3142277"/>
                  </a:lnTo>
                  <a:lnTo>
                    <a:pt x="4972460" y="3142277"/>
                  </a:lnTo>
                  <a:lnTo>
                    <a:pt x="4971810" y="3142277"/>
                  </a:lnTo>
                  <a:lnTo>
                    <a:pt x="4971160" y="3142277"/>
                  </a:lnTo>
                  <a:lnTo>
                    <a:pt x="4970510" y="3142277"/>
                  </a:lnTo>
                  <a:lnTo>
                    <a:pt x="4969860" y="3142277"/>
                  </a:lnTo>
                  <a:lnTo>
                    <a:pt x="4969210" y="3142277"/>
                  </a:lnTo>
                  <a:lnTo>
                    <a:pt x="4968560" y="3142277"/>
                  </a:lnTo>
                  <a:lnTo>
                    <a:pt x="4967910" y="3142277"/>
                  </a:lnTo>
                  <a:lnTo>
                    <a:pt x="4967260" y="3142277"/>
                  </a:lnTo>
                  <a:lnTo>
                    <a:pt x="4966610" y="3142277"/>
                  </a:lnTo>
                  <a:lnTo>
                    <a:pt x="4965960" y="3142277"/>
                  </a:lnTo>
                  <a:lnTo>
                    <a:pt x="4965311" y="3142277"/>
                  </a:lnTo>
                  <a:lnTo>
                    <a:pt x="4964661" y="3142277"/>
                  </a:lnTo>
                  <a:lnTo>
                    <a:pt x="4964011" y="3142277"/>
                  </a:lnTo>
                  <a:lnTo>
                    <a:pt x="4963361" y="3142277"/>
                  </a:lnTo>
                  <a:lnTo>
                    <a:pt x="4962711" y="3142277"/>
                  </a:lnTo>
                  <a:lnTo>
                    <a:pt x="4962061" y="3142277"/>
                  </a:lnTo>
                  <a:lnTo>
                    <a:pt x="4961411" y="3142277"/>
                  </a:lnTo>
                  <a:lnTo>
                    <a:pt x="4960761" y="3142277"/>
                  </a:lnTo>
                  <a:lnTo>
                    <a:pt x="4960111" y="3142277"/>
                  </a:lnTo>
                  <a:lnTo>
                    <a:pt x="4959461" y="3142277"/>
                  </a:lnTo>
                  <a:lnTo>
                    <a:pt x="4958811" y="3142277"/>
                  </a:lnTo>
                  <a:lnTo>
                    <a:pt x="4958161" y="3142277"/>
                  </a:lnTo>
                  <a:lnTo>
                    <a:pt x="4957511" y="3142277"/>
                  </a:lnTo>
                  <a:lnTo>
                    <a:pt x="4956861" y="3142277"/>
                  </a:lnTo>
                  <a:lnTo>
                    <a:pt x="4956211" y="3142277"/>
                  </a:lnTo>
                  <a:lnTo>
                    <a:pt x="4955561" y="3142277"/>
                  </a:lnTo>
                  <a:lnTo>
                    <a:pt x="4954912" y="3142277"/>
                  </a:lnTo>
                  <a:lnTo>
                    <a:pt x="4954262" y="3142277"/>
                  </a:lnTo>
                  <a:lnTo>
                    <a:pt x="4953612" y="3142277"/>
                  </a:lnTo>
                  <a:lnTo>
                    <a:pt x="4952962" y="3142277"/>
                  </a:lnTo>
                  <a:lnTo>
                    <a:pt x="4952312" y="3142277"/>
                  </a:lnTo>
                  <a:lnTo>
                    <a:pt x="4951662" y="3142277"/>
                  </a:lnTo>
                  <a:lnTo>
                    <a:pt x="4951012" y="3142277"/>
                  </a:lnTo>
                  <a:lnTo>
                    <a:pt x="4950362" y="3142277"/>
                  </a:lnTo>
                  <a:lnTo>
                    <a:pt x="4949712" y="3142277"/>
                  </a:lnTo>
                  <a:lnTo>
                    <a:pt x="4949062" y="3142277"/>
                  </a:lnTo>
                  <a:lnTo>
                    <a:pt x="4948412" y="3142277"/>
                  </a:lnTo>
                  <a:lnTo>
                    <a:pt x="4947762" y="3142277"/>
                  </a:lnTo>
                  <a:lnTo>
                    <a:pt x="4947112" y="3142277"/>
                  </a:lnTo>
                  <a:lnTo>
                    <a:pt x="4946462" y="3142277"/>
                  </a:lnTo>
                  <a:lnTo>
                    <a:pt x="4945812" y="3142277"/>
                  </a:lnTo>
                  <a:lnTo>
                    <a:pt x="4945163" y="3142277"/>
                  </a:lnTo>
                  <a:lnTo>
                    <a:pt x="4944513" y="3142277"/>
                  </a:lnTo>
                  <a:lnTo>
                    <a:pt x="4943863" y="3142277"/>
                  </a:lnTo>
                  <a:lnTo>
                    <a:pt x="4943213" y="3142277"/>
                  </a:lnTo>
                  <a:lnTo>
                    <a:pt x="4942563" y="3142277"/>
                  </a:lnTo>
                  <a:lnTo>
                    <a:pt x="4941913" y="3142277"/>
                  </a:lnTo>
                  <a:lnTo>
                    <a:pt x="4941263" y="3142277"/>
                  </a:lnTo>
                  <a:lnTo>
                    <a:pt x="4940613" y="3142277"/>
                  </a:lnTo>
                  <a:lnTo>
                    <a:pt x="4939963" y="3142277"/>
                  </a:lnTo>
                  <a:lnTo>
                    <a:pt x="4939313" y="3142277"/>
                  </a:lnTo>
                  <a:lnTo>
                    <a:pt x="4938663" y="3142277"/>
                  </a:lnTo>
                  <a:lnTo>
                    <a:pt x="4938013" y="3142277"/>
                  </a:lnTo>
                  <a:lnTo>
                    <a:pt x="4937363" y="3142277"/>
                  </a:lnTo>
                  <a:lnTo>
                    <a:pt x="4936713" y="3142277"/>
                  </a:lnTo>
                  <a:lnTo>
                    <a:pt x="4936063" y="3142277"/>
                  </a:lnTo>
                  <a:lnTo>
                    <a:pt x="4935413" y="3142277"/>
                  </a:lnTo>
                  <a:lnTo>
                    <a:pt x="4934764" y="3142277"/>
                  </a:lnTo>
                  <a:lnTo>
                    <a:pt x="4934114" y="3142277"/>
                  </a:lnTo>
                  <a:lnTo>
                    <a:pt x="4933464" y="3142277"/>
                  </a:lnTo>
                  <a:lnTo>
                    <a:pt x="4932814" y="3142277"/>
                  </a:lnTo>
                  <a:lnTo>
                    <a:pt x="4932164" y="3142277"/>
                  </a:lnTo>
                  <a:lnTo>
                    <a:pt x="4931514" y="3142277"/>
                  </a:lnTo>
                  <a:lnTo>
                    <a:pt x="4930864" y="3142277"/>
                  </a:lnTo>
                  <a:lnTo>
                    <a:pt x="4930214" y="3142277"/>
                  </a:lnTo>
                  <a:lnTo>
                    <a:pt x="4929564" y="3142277"/>
                  </a:lnTo>
                  <a:lnTo>
                    <a:pt x="4928914" y="3142277"/>
                  </a:lnTo>
                  <a:lnTo>
                    <a:pt x="4928264" y="3142277"/>
                  </a:lnTo>
                  <a:lnTo>
                    <a:pt x="4927614" y="3142277"/>
                  </a:lnTo>
                  <a:lnTo>
                    <a:pt x="4926964" y="3142277"/>
                  </a:lnTo>
                  <a:lnTo>
                    <a:pt x="4926314" y="3142277"/>
                  </a:lnTo>
                  <a:lnTo>
                    <a:pt x="4925664" y="3142277"/>
                  </a:lnTo>
                  <a:lnTo>
                    <a:pt x="4925015" y="3142277"/>
                  </a:lnTo>
                  <a:lnTo>
                    <a:pt x="4924365" y="3142277"/>
                  </a:lnTo>
                  <a:lnTo>
                    <a:pt x="4923715" y="3142277"/>
                  </a:lnTo>
                  <a:lnTo>
                    <a:pt x="4923065" y="3142277"/>
                  </a:lnTo>
                  <a:lnTo>
                    <a:pt x="4922415" y="3142277"/>
                  </a:lnTo>
                  <a:lnTo>
                    <a:pt x="4921765" y="3142277"/>
                  </a:lnTo>
                  <a:lnTo>
                    <a:pt x="4921115" y="3142277"/>
                  </a:lnTo>
                  <a:lnTo>
                    <a:pt x="4920465" y="3142277"/>
                  </a:lnTo>
                  <a:lnTo>
                    <a:pt x="4919815" y="3142277"/>
                  </a:lnTo>
                  <a:lnTo>
                    <a:pt x="4919165" y="3142277"/>
                  </a:lnTo>
                  <a:lnTo>
                    <a:pt x="4918515" y="3142277"/>
                  </a:lnTo>
                  <a:lnTo>
                    <a:pt x="4917865" y="3142277"/>
                  </a:lnTo>
                  <a:lnTo>
                    <a:pt x="4917215" y="3142277"/>
                  </a:lnTo>
                  <a:lnTo>
                    <a:pt x="4916565" y="3142277"/>
                  </a:lnTo>
                  <a:lnTo>
                    <a:pt x="4915915" y="3142277"/>
                  </a:lnTo>
                  <a:lnTo>
                    <a:pt x="4915265" y="3142277"/>
                  </a:lnTo>
                  <a:lnTo>
                    <a:pt x="4914616" y="3142277"/>
                  </a:lnTo>
                  <a:lnTo>
                    <a:pt x="4913966" y="3142277"/>
                  </a:lnTo>
                  <a:lnTo>
                    <a:pt x="4913316" y="3142277"/>
                  </a:lnTo>
                  <a:lnTo>
                    <a:pt x="4912666" y="3142277"/>
                  </a:lnTo>
                  <a:lnTo>
                    <a:pt x="4912016" y="3142277"/>
                  </a:lnTo>
                  <a:lnTo>
                    <a:pt x="4911366" y="3142277"/>
                  </a:lnTo>
                  <a:lnTo>
                    <a:pt x="4910716" y="3142277"/>
                  </a:lnTo>
                  <a:lnTo>
                    <a:pt x="4910066" y="3142277"/>
                  </a:lnTo>
                  <a:lnTo>
                    <a:pt x="4909416" y="3142277"/>
                  </a:lnTo>
                  <a:lnTo>
                    <a:pt x="4908766" y="3142277"/>
                  </a:lnTo>
                  <a:lnTo>
                    <a:pt x="4908116" y="3142277"/>
                  </a:lnTo>
                  <a:lnTo>
                    <a:pt x="4907466" y="3142277"/>
                  </a:lnTo>
                  <a:lnTo>
                    <a:pt x="4906816" y="3142277"/>
                  </a:lnTo>
                  <a:lnTo>
                    <a:pt x="4906166" y="3142277"/>
                  </a:lnTo>
                  <a:lnTo>
                    <a:pt x="4905516" y="3142277"/>
                  </a:lnTo>
                  <a:lnTo>
                    <a:pt x="4904867" y="3142277"/>
                  </a:lnTo>
                  <a:lnTo>
                    <a:pt x="4904217" y="3142277"/>
                  </a:lnTo>
                  <a:lnTo>
                    <a:pt x="4903567" y="3142277"/>
                  </a:lnTo>
                  <a:lnTo>
                    <a:pt x="4902917" y="3142277"/>
                  </a:lnTo>
                  <a:lnTo>
                    <a:pt x="4902267" y="3142277"/>
                  </a:lnTo>
                  <a:lnTo>
                    <a:pt x="4901617" y="3142277"/>
                  </a:lnTo>
                  <a:lnTo>
                    <a:pt x="4900967" y="3142277"/>
                  </a:lnTo>
                  <a:lnTo>
                    <a:pt x="4900317" y="3142277"/>
                  </a:lnTo>
                  <a:lnTo>
                    <a:pt x="4899667" y="3142277"/>
                  </a:lnTo>
                  <a:lnTo>
                    <a:pt x="4899017" y="3142277"/>
                  </a:lnTo>
                  <a:lnTo>
                    <a:pt x="4898367" y="3142277"/>
                  </a:lnTo>
                  <a:lnTo>
                    <a:pt x="4897717" y="3142277"/>
                  </a:lnTo>
                  <a:lnTo>
                    <a:pt x="4897067" y="3142277"/>
                  </a:lnTo>
                  <a:lnTo>
                    <a:pt x="4896417" y="3142277"/>
                  </a:lnTo>
                  <a:lnTo>
                    <a:pt x="4895767" y="3142277"/>
                  </a:lnTo>
                  <a:lnTo>
                    <a:pt x="4895117" y="3142277"/>
                  </a:lnTo>
                  <a:lnTo>
                    <a:pt x="4894468" y="3142277"/>
                  </a:lnTo>
                  <a:lnTo>
                    <a:pt x="4893818" y="3142277"/>
                  </a:lnTo>
                  <a:lnTo>
                    <a:pt x="4893168" y="3142277"/>
                  </a:lnTo>
                  <a:lnTo>
                    <a:pt x="4892518" y="3142277"/>
                  </a:lnTo>
                  <a:lnTo>
                    <a:pt x="4891868" y="3142277"/>
                  </a:lnTo>
                  <a:lnTo>
                    <a:pt x="4891218" y="3142277"/>
                  </a:lnTo>
                  <a:lnTo>
                    <a:pt x="4890568" y="3142277"/>
                  </a:lnTo>
                  <a:lnTo>
                    <a:pt x="4889918" y="3142277"/>
                  </a:lnTo>
                  <a:lnTo>
                    <a:pt x="4889268" y="3142277"/>
                  </a:lnTo>
                  <a:lnTo>
                    <a:pt x="4888618" y="3142277"/>
                  </a:lnTo>
                  <a:lnTo>
                    <a:pt x="4887968" y="3142277"/>
                  </a:lnTo>
                  <a:lnTo>
                    <a:pt x="4887318" y="3142277"/>
                  </a:lnTo>
                  <a:lnTo>
                    <a:pt x="4886668" y="3142277"/>
                  </a:lnTo>
                  <a:lnTo>
                    <a:pt x="4886018" y="3142277"/>
                  </a:lnTo>
                  <a:lnTo>
                    <a:pt x="4885368" y="3142277"/>
                  </a:lnTo>
                  <a:lnTo>
                    <a:pt x="4884719" y="3142277"/>
                  </a:lnTo>
                  <a:lnTo>
                    <a:pt x="4884069" y="3142277"/>
                  </a:lnTo>
                  <a:lnTo>
                    <a:pt x="4883419" y="3142277"/>
                  </a:lnTo>
                  <a:lnTo>
                    <a:pt x="4882769" y="3142277"/>
                  </a:lnTo>
                  <a:lnTo>
                    <a:pt x="4882119" y="3142277"/>
                  </a:lnTo>
                  <a:lnTo>
                    <a:pt x="4881469" y="3142277"/>
                  </a:lnTo>
                  <a:lnTo>
                    <a:pt x="4880819" y="3142277"/>
                  </a:lnTo>
                  <a:lnTo>
                    <a:pt x="4880169" y="3142277"/>
                  </a:lnTo>
                  <a:lnTo>
                    <a:pt x="4879519" y="3142277"/>
                  </a:lnTo>
                  <a:lnTo>
                    <a:pt x="4878869" y="3142277"/>
                  </a:lnTo>
                  <a:lnTo>
                    <a:pt x="4878219" y="3142277"/>
                  </a:lnTo>
                  <a:lnTo>
                    <a:pt x="4877569" y="3142277"/>
                  </a:lnTo>
                  <a:lnTo>
                    <a:pt x="4876919" y="3142277"/>
                  </a:lnTo>
                  <a:lnTo>
                    <a:pt x="4876269" y="3142277"/>
                  </a:lnTo>
                  <a:lnTo>
                    <a:pt x="4875619" y="3142277"/>
                  </a:lnTo>
                  <a:lnTo>
                    <a:pt x="4874970" y="3142277"/>
                  </a:lnTo>
                  <a:lnTo>
                    <a:pt x="4874320" y="3142277"/>
                  </a:lnTo>
                  <a:lnTo>
                    <a:pt x="4873670" y="3142277"/>
                  </a:lnTo>
                  <a:lnTo>
                    <a:pt x="4873020" y="3142277"/>
                  </a:lnTo>
                  <a:lnTo>
                    <a:pt x="4872370" y="3142277"/>
                  </a:lnTo>
                  <a:lnTo>
                    <a:pt x="4871720" y="3142277"/>
                  </a:lnTo>
                  <a:lnTo>
                    <a:pt x="4871070" y="3142277"/>
                  </a:lnTo>
                  <a:lnTo>
                    <a:pt x="4870420" y="3142277"/>
                  </a:lnTo>
                  <a:lnTo>
                    <a:pt x="4869770" y="3142277"/>
                  </a:lnTo>
                  <a:lnTo>
                    <a:pt x="4869120" y="3142277"/>
                  </a:lnTo>
                  <a:lnTo>
                    <a:pt x="4868470" y="3142277"/>
                  </a:lnTo>
                  <a:lnTo>
                    <a:pt x="4867820" y="3142277"/>
                  </a:lnTo>
                  <a:lnTo>
                    <a:pt x="4867170" y="3142277"/>
                  </a:lnTo>
                  <a:lnTo>
                    <a:pt x="4866520" y="3142277"/>
                  </a:lnTo>
                  <a:lnTo>
                    <a:pt x="4865870" y="3142277"/>
                  </a:lnTo>
                  <a:lnTo>
                    <a:pt x="4865220" y="3142277"/>
                  </a:lnTo>
                  <a:lnTo>
                    <a:pt x="4864571" y="3142277"/>
                  </a:lnTo>
                  <a:lnTo>
                    <a:pt x="4863921" y="3142277"/>
                  </a:lnTo>
                  <a:lnTo>
                    <a:pt x="4863271" y="3142277"/>
                  </a:lnTo>
                  <a:lnTo>
                    <a:pt x="4862621" y="3142277"/>
                  </a:lnTo>
                  <a:lnTo>
                    <a:pt x="4861971" y="3142277"/>
                  </a:lnTo>
                  <a:lnTo>
                    <a:pt x="4861321" y="3142277"/>
                  </a:lnTo>
                  <a:lnTo>
                    <a:pt x="4860671" y="3142277"/>
                  </a:lnTo>
                  <a:lnTo>
                    <a:pt x="4860021" y="3142277"/>
                  </a:lnTo>
                  <a:lnTo>
                    <a:pt x="4859371" y="3142277"/>
                  </a:lnTo>
                  <a:lnTo>
                    <a:pt x="4858721" y="3142277"/>
                  </a:lnTo>
                  <a:lnTo>
                    <a:pt x="4858071" y="3142277"/>
                  </a:lnTo>
                  <a:lnTo>
                    <a:pt x="4857421" y="3142277"/>
                  </a:lnTo>
                  <a:lnTo>
                    <a:pt x="4856771" y="3142277"/>
                  </a:lnTo>
                  <a:lnTo>
                    <a:pt x="4856121" y="3142277"/>
                  </a:lnTo>
                  <a:lnTo>
                    <a:pt x="4855471" y="3142277"/>
                  </a:lnTo>
                  <a:lnTo>
                    <a:pt x="4854822" y="3142277"/>
                  </a:lnTo>
                  <a:lnTo>
                    <a:pt x="4854172" y="3142277"/>
                  </a:lnTo>
                  <a:lnTo>
                    <a:pt x="4853522" y="3142277"/>
                  </a:lnTo>
                  <a:lnTo>
                    <a:pt x="4852872" y="3142277"/>
                  </a:lnTo>
                  <a:lnTo>
                    <a:pt x="4852222" y="3142277"/>
                  </a:lnTo>
                  <a:lnTo>
                    <a:pt x="4851572" y="3142277"/>
                  </a:lnTo>
                  <a:lnTo>
                    <a:pt x="4850922" y="3142277"/>
                  </a:lnTo>
                  <a:lnTo>
                    <a:pt x="4850272" y="3142277"/>
                  </a:lnTo>
                  <a:lnTo>
                    <a:pt x="4849622" y="3142277"/>
                  </a:lnTo>
                  <a:lnTo>
                    <a:pt x="4848972" y="3142277"/>
                  </a:lnTo>
                  <a:lnTo>
                    <a:pt x="4848322" y="3142277"/>
                  </a:lnTo>
                  <a:lnTo>
                    <a:pt x="4847672" y="3142277"/>
                  </a:lnTo>
                  <a:lnTo>
                    <a:pt x="4847022" y="3142277"/>
                  </a:lnTo>
                  <a:lnTo>
                    <a:pt x="4846372" y="3142277"/>
                  </a:lnTo>
                  <a:lnTo>
                    <a:pt x="4845722" y="3142277"/>
                  </a:lnTo>
                  <a:lnTo>
                    <a:pt x="4845072" y="3142277"/>
                  </a:lnTo>
                  <a:lnTo>
                    <a:pt x="4844423" y="3142277"/>
                  </a:lnTo>
                  <a:lnTo>
                    <a:pt x="4843773" y="3142277"/>
                  </a:lnTo>
                  <a:lnTo>
                    <a:pt x="4843123" y="3142277"/>
                  </a:lnTo>
                  <a:lnTo>
                    <a:pt x="4842473" y="3142277"/>
                  </a:lnTo>
                  <a:lnTo>
                    <a:pt x="4841823" y="3142277"/>
                  </a:lnTo>
                  <a:lnTo>
                    <a:pt x="4841173" y="3142277"/>
                  </a:lnTo>
                  <a:lnTo>
                    <a:pt x="4840523" y="3142277"/>
                  </a:lnTo>
                  <a:lnTo>
                    <a:pt x="4839873" y="3142277"/>
                  </a:lnTo>
                  <a:lnTo>
                    <a:pt x="4839223" y="3142277"/>
                  </a:lnTo>
                  <a:lnTo>
                    <a:pt x="4838573" y="3142277"/>
                  </a:lnTo>
                  <a:lnTo>
                    <a:pt x="4837923" y="3142277"/>
                  </a:lnTo>
                  <a:lnTo>
                    <a:pt x="4837273" y="3142277"/>
                  </a:lnTo>
                  <a:lnTo>
                    <a:pt x="4836623" y="3142277"/>
                  </a:lnTo>
                  <a:lnTo>
                    <a:pt x="4835973" y="3142277"/>
                  </a:lnTo>
                  <a:lnTo>
                    <a:pt x="4835323" y="3142277"/>
                  </a:lnTo>
                  <a:lnTo>
                    <a:pt x="4834674" y="3142277"/>
                  </a:lnTo>
                  <a:lnTo>
                    <a:pt x="4834024" y="3142277"/>
                  </a:lnTo>
                  <a:lnTo>
                    <a:pt x="4833374" y="3142277"/>
                  </a:lnTo>
                  <a:lnTo>
                    <a:pt x="4832724" y="3142277"/>
                  </a:lnTo>
                  <a:lnTo>
                    <a:pt x="4832074" y="3142277"/>
                  </a:lnTo>
                  <a:lnTo>
                    <a:pt x="4831424" y="3142277"/>
                  </a:lnTo>
                  <a:lnTo>
                    <a:pt x="4830774" y="3142277"/>
                  </a:lnTo>
                  <a:lnTo>
                    <a:pt x="4830124" y="3142277"/>
                  </a:lnTo>
                  <a:lnTo>
                    <a:pt x="4829474" y="3142277"/>
                  </a:lnTo>
                  <a:lnTo>
                    <a:pt x="4828824" y="3142277"/>
                  </a:lnTo>
                  <a:lnTo>
                    <a:pt x="4828174" y="3142277"/>
                  </a:lnTo>
                  <a:lnTo>
                    <a:pt x="4827524" y="3142277"/>
                  </a:lnTo>
                  <a:lnTo>
                    <a:pt x="4826874" y="3142277"/>
                  </a:lnTo>
                  <a:lnTo>
                    <a:pt x="4826224" y="3142277"/>
                  </a:lnTo>
                  <a:lnTo>
                    <a:pt x="4825574" y="3142277"/>
                  </a:lnTo>
                  <a:lnTo>
                    <a:pt x="4824924" y="3142277"/>
                  </a:lnTo>
                  <a:lnTo>
                    <a:pt x="4824275" y="3142277"/>
                  </a:lnTo>
                  <a:lnTo>
                    <a:pt x="4823625" y="3142277"/>
                  </a:lnTo>
                  <a:lnTo>
                    <a:pt x="4822975" y="3142277"/>
                  </a:lnTo>
                  <a:lnTo>
                    <a:pt x="4822325" y="3142277"/>
                  </a:lnTo>
                  <a:lnTo>
                    <a:pt x="4821675" y="3142277"/>
                  </a:lnTo>
                  <a:lnTo>
                    <a:pt x="4821025" y="3142277"/>
                  </a:lnTo>
                  <a:lnTo>
                    <a:pt x="4820375" y="3142277"/>
                  </a:lnTo>
                  <a:lnTo>
                    <a:pt x="4819725" y="3142277"/>
                  </a:lnTo>
                  <a:lnTo>
                    <a:pt x="4819075" y="3142277"/>
                  </a:lnTo>
                  <a:lnTo>
                    <a:pt x="4818425" y="3142277"/>
                  </a:lnTo>
                  <a:lnTo>
                    <a:pt x="4817775" y="3142277"/>
                  </a:lnTo>
                  <a:lnTo>
                    <a:pt x="4817125" y="3142277"/>
                  </a:lnTo>
                  <a:lnTo>
                    <a:pt x="4816475" y="3142277"/>
                  </a:lnTo>
                  <a:lnTo>
                    <a:pt x="4815825" y="3142277"/>
                  </a:lnTo>
                  <a:lnTo>
                    <a:pt x="4815175" y="3142277"/>
                  </a:lnTo>
                  <a:lnTo>
                    <a:pt x="4814526" y="3142277"/>
                  </a:lnTo>
                  <a:lnTo>
                    <a:pt x="4813876" y="3142277"/>
                  </a:lnTo>
                  <a:lnTo>
                    <a:pt x="4813226" y="3142277"/>
                  </a:lnTo>
                  <a:lnTo>
                    <a:pt x="4812576" y="3142277"/>
                  </a:lnTo>
                  <a:lnTo>
                    <a:pt x="4811926" y="3142277"/>
                  </a:lnTo>
                  <a:lnTo>
                    <a:pt x="4811276" y="3142277"/>
                  </a:lnTo>
                  <a:lnTo>
                    <a:pt x="4810626" y="3142277"/>
                  </a:lnTo>
                  <a:lnTo>
                    <a:pt x="4809976" y="3142277"/>
                  </a:lnTo>
                  <a:lnTo>
                    <a:pt x="4809326" y="3142277"/>
                  </a:lnTo>
                  <a:lnTo>
                    <a:pt x="4808676" y="3142277"/>
                  </a:lnTo>
                  <a:lnTo>
                    <a:pt x="4808026" y="3142277"/>
                  </a:lnTo>
                  <a:lnTo>
                    <a:pt x="4807376" y="3142277"/>
                  </a:lnTo>
                  <a:lnTo>
                    <a:pt x="4806726" y="3142277"/>
                  </a:lnTo>
                  <a:lnTo>
                    <a:pt x="4806076" y="3142277"/>
                  </a:lnTo>
                  <a:lnTo>
                    <a:pt x="4805426" y="3142277"/>
                  </a:lnTo>
                  <a:lnTo>
                    <a:pt x="4804776" y="3142277"/>
                  </a:lnTo>
                  <a:lnTo>
                    <a:pt x="4804127" y="3142277"/>
                  </a:lnTo>
                  <a:lnTo>
                    <a:pt x="4803477" y="3142277"/>
                  </a:lnTo>
                  <a:lnTo>
                    <a:pt x="4802827" y="3142277"/>
                  </a:lnTo>
                  <a:lnTo>
                    <a:pt x="4802177" y="3142277"/>
                  </a:lnTo>
                  <a:lnTo>
                    <a:pt x="4801527" y="3142277"/>
                  </a:lnTo>
                  <a:lnTo>
                    <a:pt x="4800877" y="3142277"/>
                  </a:lnTo>
                  <a:lnTo>
                    <a:pt x="4800227" y="3142277"/>
                  </a:lnTo>
                  <a:lnTo>
                    <a:pt x="4799577" y="3142277"/>
                  </a:lnTo>
                  <a:lnTo>
                    <a:pt x="4798927" y="3142277"/>
                  </a:lnTo>
                  <a:lnTo>
                    <a:pt x="4798277" y="3142277"/>
                  </a:lnTo>
                  <a:lnTo>
                    <a:pt x="4797627" y="3142277"/>
                  </a:lnTo>
                  <a:lnTo>
                    <a:pt x="4796977" y="3142277"/>
                  </a:lnTo>
                  <a:lnTo>
                    <a:pt x="4796327" y="3142277"/>
                  </a:lnTo>
                  <a:lnTo>
                    <a:pt x="4795677" y="3142277"/>
                  </a:lnTo>
                  <a:lnTo>
                    <a:pt x="4795027" y="3142277"/>
                  </a:lnTo>
                  <a:lnTo>
                    <a:pt x="4794378" y="3142277"/>
                  </a:lnTo>
                  <a:lnTo>
                    <a:pt x="4793728" y="3142277"/>
                  </a:lnTo>
                  <a:lnTo>
                    <a:pt x="4793078" y="3142277"/>
                  </a:lnTo>
                  <a:lnTo>
                    <a:pt x="4792428" y="3142277"/>
                  </a:lnTo>
                  <a:lnTo>
                    <a:pt x="4791778" y="3142277"/>
                  </a:lnTo>
                  <a:lnTo>
                    <a:pt x="4791128" y="3142277"/>
                  </a:lnTo>
                  <a:lnTo>
                    <a:pt x="4790478" y="3142277"/>
                  </a:lnTo>
                  <a:lnTo>
                    <a:pt x="4789828" y="3142277"/>
                  </a:lnTo>
                  <a:lnTo>
                    <a:pt x="4789178" y="3142277"/>
                  </a:lnTo>
                  <a:lnTo>
                    <a:pt x="4788528" y="3142277"/>
                  </a:lnTo>
                  <a:lnTo>
                    <a:pt x="4787878" y="3142277"/>
                  </a:lnTo>
                  <a:lnTo>
                    <a:pt x="4787228" y="3142277"/>
                  </a:lnTo>
                  <a:lnTo>
                    <a:pt x="4786578" y="3142277"/>
                  </a:lnTo>
                  <a:lnTo>
                    <a:pt x="4785928" y="3142277"/>
                  </a:lnTo>
                  <a:lnTo>
                    <a:pt x="4785278" y="3142277"/>
                  </a:lnTo>
                  <a:lnTo>
                    <a:pt x="4784628" y="3142277"/>
                  </a:lnTo>
                  <a:lnTo>
                    <a:pt x="4783979" y="3142277"/>
                  </a:lnTo>
                  <a:lnTo>
                    <a:pt x="4783329" y="3142277"/>
                  </a:lnTo>
                  <a:lnTo>
                    <a:pt x="4782679" y="3142277"/>
                  </a:lnTo>
                  <a:lnTo>
                    <a:pt x="4782029" y="3142277"/>
                  </a:lnTo>
                  <a:lnTo>
                    <a:pt x="4781379" y="3142277"/>
                  </a:lnTo>
                  <a:lnTo>
                    <a:pt x="4780729" y="3142277"/>
                  </a:lnTo>
                  <a:lnTo>
                    <a:pt x="4780079" y="3142277"/>
                  </a:lnTo>
                  <a:lnTo>
                    <a:pt x="4779429" y="3142277"/>
                  </a:lnTo>
                  <a:lnTo>
                    <a:pt x="4778779" y="3142277"/>
                  </a:lnTo>
                  <a:lnTo>
                    <a:pt x="4778129" y="3142277"/>
                  </a:lnTo>
                  <a:lnTo>
                    <a:pt x="4777479" y="3142277"/>
                  </a:lnTo>
                  <a:lnTo>
                    <a:pt x="4776829" y="3142277"/>
                  </a:lnTo>
                  <a:lnTo>
                    <a:pt x="4776179" y="3142277"/>
                  </a:lnTo>
                  <a:lnTo>
                    <a:pt x="4775529" y="3142277"/>
                  </a:lnTo>
                  <a:lnTo>
                    <a:pt x="4774879" y="3142277"/>
                  </a:lnTo>
                  <a:lnTo>
                    <a:pt x="4774230" y="3142277"/>
                  </a:lnTo>
                  <a:lnTo>
                    <a:pt x="4773580" y="3142277"/>
                  </a:lnTo>
                  <a:lnTo>
                    <a:pt x="4772930" y="3142277"/>
                  </a:lnTo>
                  <a:lnTo>
                    <a:pt x="4772280" y="3142277"/>
                  </a:lnTo>
                  <a:lnTo>
                    <a:pt x="4771630" y="3142277"/>
                  </a:lnTo>
                  <a:lnTo>
                    <a:pt x="4770980" y="3142277"/>
                  </a:lnTo>
                  <a:lnTo>
                    <a:pt x="4770330" y="3142277"/>
                  </a:lnTo>
                  <a:lnTo>
                    <a:pt x="4769680" y="3142277"/>
                  </a:lnTo>
                  <a:lnTo>
                    <a:pt x="4769030" y="3142277"/>
                  </a:lnTo>
                  <a:lnTo>
                    <a:pt x="4768380" y="3142277"/>
                  </a:lnTo>
                  <a:lnTo>
                    <a:pt x="4767730" y="3142277"/>
                  </a:lnTo>
                  <a:lnTo>
                    <a:pt x="4767080" y="3142277"/>
                  </a:lnTo>
                  <a:lnTo>
                    <a:pt x="4766430" y="3142277"/>
                  </a:lnTo>
                  <a:lnTo>
                    <a:pt x="4765780" y="3142277"/>
                  </a:lnTo>
                  <a:lnTo>
                    <a:pt x="4765130" y="3142277"/>
                  </a:lnTo>
                  <a:lnTo>
                    <a:pt x="4764480" y="3142277"/>
                  </a:lnTo>
                  <a:lnTo>
                    <a:pt x="4763831" y="3142277"/>
                  </a:lnTo>
                  <a:lnTo>
                    <a:pt x="4763181" y="3142277"/>
                  </a:lnTo>
                  <a:lnTo>
                    <a:pt x="4762531" y="3142277"/>
                  </a:lnTo>
                  <a:lnTo>
                    <a:pt x="4761881" y="3142277"/>
                  </a:lnTo>
                  <a:lnTo>
                    <a:pt x="4761231" y="3142277"/>
                  </a:lnTo>
                  <a:lnTo>
                    <a:pt x="4760581" y="3142277"/>
                  </a:lnTo>
                  <a:lnTo>
                    <a:pt x="4759931" y="3142277"/>
                  </a:lnTo>
                  <a:lnTo>
                    <a:pt x="4759281" y="3142277"/>
                  </a:lnTo>
                  <a:lnTo>
                    <a:pt x="4758631" y="3142277"/>
                  </a:lnTo>
                  <a:lnTo>
                    <a:pt x="4757981" y="3142277"/>
                  </a:lnTo>
                  <a:lnTo>
                    <a:pt x="4757331" y="3142277"/>
                  </a:lnTo>
                  <a:lnTo>
                    <a:pt x="4756681" y="3142277"/>
                  </a:lnTo>
                  <a:lnTo>
                    <a:pt x="4756031" y="3142277"/>
                  </a:lnTo>
                  <a:lnTo>
                    <a:pt x="4755381" y="3142277"/>
                  </a:lnTo>
                  <a:lnTo>
                    <a:pt x="4754731" y="3142277"/>
                  </a:lnTo>
                  <a:lnTo>
                    <a:pt x="4754082" y="3142277"/>
                  </a:lnTo>
                  <a:lnTo>
                    <a:pt x="4753432" y="3142277"/>
                  </a:lnTo>
                  <a:lnTo>
                    <a:pt x="4752782" y="3142277"/>
                  </a:lnTo>
                  <a:lnTo>
                    <a:pt x="4752132" y="3142277"/>
                  </a:lnTo>
                  <a:lnTo>
                    <a:pt x="4751482" y="3142277"/>
                  </a:lnTo>
                  <a:lnTo>
                    <a:pt x="4750832" y="3142277"/>
                  </a:lnTo>
                  <a:lnTo>
                    <a:pt x="4750182" y="3142277"/>
                  </a:lnTo>
                  <a:lnTo>
                    <a:pt x="4749532" y="3142277"/>
                  </a:lnTo>
                  <a:lnTo>
                    <a:pt x="4748882" y="3142277"/>
                  </a:lnTo>
                  <a:lnTo>
                    <a:pt x="4748232" y="3142277"/>
                  </a:lnTo>
                  <a:lnTo>
                    <a:pt x="4747582" y="3142277"/>
                  </a:lnTo>
                  <a:lnTo>
                    <a:pt x="4746932" y="3142277"/>
                  </a:lnTo>
                  <a:lnTo>
                    <a:pt x="4746282" y="3142277"/>
                  </a:lnTo>
                  <a:lnTo>
                    <a:pt x="4745632" y="3142277"/>
                  </a:lnTo>
                  <a:lnTo>
                    <a:pt x="4744982" y="3142277"/>
                  </a:lnTo>
                  <a:lnTo>
                    <a:pt x="4744332" y="3142277"/>
                  </a:lnTo>
                  <a:lnTo>
                    <a:pt x="4743683" y="3142277"/>
                  </a:lnTo>
                  <a:lnTo>
                    <a:pt x="4743033" y="3142277"/>
                  </a:lnTo>
                  <a:lnTo>
                    <a:pt x="4742383" y="3142277"/>
                  </a:lnTo>
                  <a:lnTo>
                    <a:pt x="4741733" y="3142277"/>
                  </a:lnTo>
                  <a:lnTo>
                    <a:pt x="4741083" y="3142277"/>
                  </a:lnTo>
                  <a:lnTo>
                    <a:pt x="4740433" y="3142277"/>
                  </a:lnTo>
                  <a:lnTo>
                    <a:pt x="4739783" y="3142277"/>
                  </a:lnTo>
                  <a:lnTo>
                    <a:pt x="4739133" y="3142277"/>
                  </a:lnTo>
                  <a:lnTo>
                    <a:pt x="4738483" y="3142277"/>
                  </a:lnTo>
                  <a:lnTo>
                    <a:pt x="4737833" y="3142277"/>
                  </a:lnTo>
                  <a:lnTo>
                    <a:pt x="4737183" y="3142277"/>
                  </a:lnTo>
                  <a:lnTo>
                    <a:pt x="4736533" y="3142277"/>
                  </a:lnTo>
                  <a:lnTo>
                    <a:pt x="4735883" y="3142277"/>
                  </a:lnTo>
                  <a:lnTo>
                    <a:pt x="4735233" y="3142277"/>
                  </a:lnTo>
                  <a:lnTo>
                    <a:pt x="4734583" y="3142277"/>
                  </a:lnTo>
                  <a:lnTo>
                    <a:pt x="4733934" y="3142277"/>
                  </a:lnTo>
                  <a:lnTo>
                    <a:pt x="4733284" y="3142277"/>
                  </a:lnTo>
                  <a:lnTo>
                    <a:pt x="4732634" y="3142277"/>
                  </a:lnTo>
                  <a:lnTo>
                    <a:pt x="4731984" y="3142277"/>
                  </a:lnTo>
                  <a:lnTo>
                    <a:pt x="4731334" y="3142277"/>
                  </a:lnTo>
                  <a:lnTo>
                    <a:pt x="4730684" y="3142277"/>
                  </a:lnTo>
                  <a:lnTo>
                    <a:pt x="4730034" y="3142277"/>
                  </a:lnTo>
                  <a:lnTo>
                    <a:pt x="4729384" y="3142277"/>
                  </a:lnTo>
                  <a:lnTo>
                    <a:pt x="4728734" y="3142277"/>
                  </a:lnTo>
                  <a:lnTo>
                    <a:pt x="4728084" y="3142277"/>
                  </a:lnTo>
                  <a:lnTo>
                    <a:pt x="4727434" y="3142277"/>
                  </a:lnTo>
                  <a:lnTo>
                    <a:pt x="4726784" y="3142277"/>
                  </a:lnTo>
                  <a:lnTo>
                    <a:pt x="4726134" y="3142277"/>
                  </a:lnTo>
                  <a:lnTo>
                    <a:pt x="4725484" y="3142277"/>
                  </a:lnTo>
                  <a:lnTo>
                    <a:pt x="4724834" y="3142277"/>
                  </a:lnTo>
                  <a:lnTo>
                    <a:pt x="4724185" y="3142277"/>
                  </a:lnTo>
                  <a:lnTo>
                    <a:pt x="4723535" y="3142277"/>
                  </a:lnTo>
                  <a:lnTo>
                    <a:pt x="4722885" y="3142277"/>
                  </a:lnTo>
                  <a:lnTo>
                    <a:pt x="4722235" y="3142277"/>
                  </a:lnTo>
                  <a:lnTo>
                    <a:pt x="4721585" y="3142277"/>
                  </a:lnTo>
                  <a:lnTo>
                    <a:pt x="4720935" y="3142277"/>
                  </a:lnTo>
                  <a:lnTo>
                    <a:pt x="4720285" y="3142277"/>
                  </a:lnTo>
                  <a:lnTo>
                    <a:pt x="4719635" y="3142277"/>
                  </a:lnTo>
                  <a:lnTo>
                    <a:pt x="4718985" y="3142277"/>
                  </a:lnTo>
                  <a:lnTo>
                    <a:pt x="4718335" y="3142277"/>
                  </a:lnTo>
                  <a:lnTo>
                    <a:pt x="4717685" y="3142277"/>
                  </a:lnTo>
                  <a:lnTo>
                    <a:pt x="4717035" y="3142277"/>
                  </a:lnTo>
                  <a:lnTo>
                    <a:pt x="4716385" y="3142277"/>
                  </a:lnTo>
                  <a:lnTo>
                    <a:pt x="4715735" y="3142277"/>
                  </a:lnTo>
                  <a:lnTo>
                    <a:pt x="4715085" y="3142277"/>
                  </a:lnTo>
                  <a:lnTo>
                    <a:pt x="4714435" y="3142277"/>
                  </a:lnTo>
                  <a:lnTo>
                    <a:pt x="4713786" y="3142277"/>
                  </a:lnTo>
                  <a:lnTo>
                    <a:pt x="4713136" y="3142277"/>
                  </a:lnTo>
                  <a:lnTo>
                    <a:pt x="4712486" y="3142277"/>
                  </a:lnTo>
                  <a:lnTo>
                    <a:pt x="4711836" y="3142277"/>
                  </a:lnTo>
                  <a:lnTo>
                    <a:pt x="4711186" y="3142277"/>
                  </a:lnTo>
                  <a:lnTo>
                    <a:pt x="4710536" y="3142277"/>
                  </a:lnTo>
                  <a:lnTo>
                    <a:pt x="4709886" y="3142277"/>
                  </a:lnTo>
                  <a:lnTo>
                    <a:pt x="4709236" y="3142277"/>
                  </a:lnTo>
                  <a:lnTo>
                    <a:pt x="4708586" y="3142277"/>
                  </a:lnTo>
                  <a:lnTo>
                    <a:pt x="4707936" y="3142277"/>
                  </a:lnTo>
                  <a:lnTo>
                    <a:pt x="4707286" y="3142277"/>
                  </a:lnTo>
                  <a:lnTo>
                    <a:pt x="4706636" y="3142277"/>
                  </a:lnTo>
                  <a:lnTo>
                    <a:pt x="4705986" y="3142277"/>
                  </a:lnTo>
                  <a:lnTo>
                    <a:pt x="4705336" y="3142277"/>
                  </a:lnTo>
                  <a:lnTo>
                    <a:pt x="4704686" y="3142277"/>
                  </a:lnTo>
                  <a:lnTo>
                    <a:pt x="4704037" y="3142277"/>
                  </a:lnTo>
                  <a:lnTo>
                    <a:pt x="4703387" y="3142277"/>
                  </a:lnTo>
                  <a:lnTo>
                    <a:pt x="4702737" y="3142277"/>
                  </a:lnTo>
                  <a:lnTo>
                    <a:pt x="4702087" y="3142277"/>
                  </a:lnTo>
                  <a:lnTo>
                    <a:pt x="4701437" y="3142277"/>
                  </a:lnTo>
                  <a:lnTo>
                    <a:pt x="4700787" y="3142277"/>
                  </a:lnTo>
                  <a:lnTo>
                    <a:pt x="4700137" y="3142277"/>
                  </a:lnTo>
                  <a:lnTo>
                    <a:pt x="4699487" y="3142277"/>
                  </a:lnTo>
                  <a:lnTo>
                    <a:pt x="4698837" y="3142277"/>
                  </a:lnTo>
                  <a:lnTo>
                    <a:pt x="4698187" y="3142277"/>
                  </a:lnTo>
                  <a:lnTo>
                    <a:pt x="4697537" y="3142277"/>
                  </a:lnTo>
                  <a:lnTo>
                    <a:pt x="4696887" y="3142277"/>
                  </a:lnTo>
                  <a:lnTo>
                    <a:pt x="4696237" y="3142277"/>
                  </a:lnTo>
                  <a:lnTo>
                    <a:pt x="4695587" y="3142277"/>
                  </a:lnTo>
                  <a:lnTo>
                    <a:pt x="4694937" y="3142277"/>
                  </a:lnTo>
                  <a:lnTo>
                    <a:pt x="4694287" y="3142277"/>
                  </a:lnTo>
                  <a:lnTo>
                    <a:pt x="4693638" y="3142277"/>
                  </a:lnTo>
                  <a:lnTo>
                    <a:pt x="4692988" y="3142277"/>
                  </a:lnTo>
                  <a:lnTo>
                    <a:pt x="4692338" y="3142277"/>
                  </a:lnTo>
                  <a:lnTo>
                    <a:pt x="4691688" y="3142277"/>
                  </a:lnTo>
                  <a:lnTo>
                    <a:pt x="4691038" y="3142277"/>
                  </a:lnTo>
                  <a:lnTo>
                    <a:pt x="4690388" y="3142277"/>
                  </a:lnTo>
                  <a:lnTo>
                    <a:pt x="4689738" y="3142277"/>
                  </a:lnTo>
                  <a:lnTo>
                    <a:pt x="4689088" y="3142277"/>
                  </a:lnTo>
                  <a:lnTo>
                    <a:pt x="4688438" y="3142277"/>
                  </a:lnTo>
                  <a:lnTo>
                    <a:pt x="4687788" y="3142277"/>
                  </a:lnTo>
                  <a:lnTo>
                    <a:pt x="4687138" y="3142277"/>
                  </a:lnTo>
                  <a:lnTo>
                    <a:pt x="4686488" y="3142277"/>
                  </a:lnTo>
                  <a:lnTo>
                    <a:pt x="4685838" y="3142277"/>
                  </a:lnTo>
                  <a:lnTo>
                    <a:pt x="4685188" y="3142277"/>
                  </a:lnTo>
                  <a:lnTo>
                    <a:pt x="4684538" y="3142277"/>
                  </a:lnTo>
                  <a:lnTo>
                    <a:pt x="4683889" y="3142277"/>
                  </a:lnTo>
                  <a:lnTo>
                    <a:pt x="4683239" y="3142277"/>
                  </a:lnTo>
                  <a:lnTo>
                    <a:pt x="4682589" y="3142277"/>
                  </a:lnTo>
                  <a:lnTo>
                    <a:pt x="4681939" y="3142277"/>
                  </a:lnTo>
                  <a:lnTo>
                    <a:pt x="4681289" y="3142277"/>
                  </a:lnTo>
                  <a:lnTo>
                    <a:pt x="4680639" y="3142277"/>
                  </a:lnTo>
                  <a:lnTo>
                    <a:pt x="4679989" y="3142277"/>
                  </a:lnTo>
                  <a:lnTo>
                    <a:pt x="4679339" y="3142277"/>
                  </a:lnTo>
                  <a:lnTo>
                    <a:pt x="4678689" y="3142277"/>
                  </a:lnTo>
                  <a:lnTo>
                    <a:pt x="4678039" y="3142277"/>
                  </a:lnTo>
                  <a:lnTo>
                    <a:pt x="4677389" y="3142277"/>
                  </a:lnTo>
                  <a:lnTo>
                    <a:pt x="4676739" y="3142277"/>
                  </a:lnTo>
                  <a:lnTo>
                    <a:pt x="4676089" y="3142277"/>
                  </a:lnTo>
                  <a:lnTo>
                    <a:pt x="4675439" y="3142277"/>
                  </a:lnTo>
                  <a:lnTo>
                    <a:pt x="4674789" y="3142277"/>
                  </a:lnTo>
                  <a:lnTo>
                    <a:pt x="4674139" y="3142277"/>
                  </a:lnTo>
                  <a:lnTo>
                    <a:pt x="4673490" y="3142277"/>
                  </a:lnTo>
                  <a:lnTo>
                    <a:pt x="4672840" y="3142277"/>
                  </a:lnTo>
                  <a:lnTo>
                    <a:pt x="4672190" y="3142277"/>
                  </a:lnTo>
                  <a:lnTo>
                    <a:pt x="4671540" y="3142277"/>
                  </a:lnTo>
                  <a:lnTo>
                    <a:pt x="4670890" y="3142277"/>
                  </a:lnTo>
                  <a:lnTo>
                    <a:pt x="4670240" y="3142277"/>
                  </a:lnTo>
                  <a:lnTo>
                    <a:pt x="4669590" y="3142277"/>
                  </a:lnTo>
                  <a:lnTo>
                    <a:pt x="4668940" y="3142277"/>
                  </a:lnTo>
                  <a:lnTo>
                    <a:pt x="4668290" y="3142277"/>
                  </a:lnTo>
                  <a:lnTo>
                    <a:pt x="4667640" y="3142277"/>
                  </a:lnTo>
                  <a:lnTo>
                    <a:pt x="4666990" y="3142277"/>
                  </a:lnTo>
                  <a:lnTo>
                    <a:pt x="4666340" y="3142277"/>
                  </a:lnTo>
                  <a:lnTo>
                    <a:pt x="4665690" y="3142277"/>
                  </a:lnTo>
                  <a:lnTo>
                    <a:pt x="4665040" y="3142277"/>
                  </a:lnTo>
                  <a:lnTo>
                    <a:pt x="4664390" y="3142277"/>
                  </a:lnTo>
                  <a:lnTo>
                    <a:pt x="4663741" y="3142277"/>
                  </a:lnTo>
                  <a:lnTo>
                    <a:pt x="4663091" y="3142277"/>
                  </a:lnTo>
                  <a:lnTo>
                    <a:pt x="4662441" y="3142277"/>
                  </a:lnTo>
                  <a:lnTo>
                    <a:pt x="4661791" y="3142277"/>
                  </a:lnTo>
                  <a:lnTo>
                    <a:pt x="4661141" y="3142277"/>
                  </a:lnTo>
                  <a:lnTo>
                    <a:pt x="4660491" y="3142277"/>
                  </a:lnTo>
                  <a:lnTo>
                    <a:pt x="4659841" y="3142277"/>
                  </a:lnTo>
                  <a:lnTo>
                    <a:pt x="4659191" y="3142277"/>
                  </a:lnTo>
                  <a:lnTo>
                    <a:pt x="4658541" y="3142277"/>
                  </a:lnTo>
                  <a:lnTo>
                    <a:pt x="4657891" y="3142277"/>
                  </a:lnTo>
                  <a:lnTo>
                    <a:pt x="4657241" y="3142277"/>
                  </a:lnTo>
                  <a:lnTo>
                    <a:pt x="4656591" y="3142277"/>
                  </a:lnTo>
                  <a:lnTo>
                    <a:pt x="4655941" y="3142277"/>
                  </a:lnTo>
                  <a:lnTo>
                    <a:pt x="4655291" y="3142277"/>
                  </a:lnTo>
                  <a:lnTo>
                    <a:pt x="4654641" y="3142277"/>
                  </a:lnTo>
                  <a:lnTo>
                    <a:pt x="4653991" y="3142277"/>
                  </a:lnTo>
                  <a:lnTo>
                    <a:pt x="4653342" y="3142277"/>
                  </a:lnTo>
                  <a:lnTo>
                    <a:pt x="4652692" y="3142277"/>
                  </a:lnTo>
                  <a:lnTo>
                    <a:pt x="4652042" y="3142277"/>
                  </a:lnTo>
                  <a:lnTo>
                    <a:pt x="4651392" y="3142277"/>
                  </a:lnTo>
                  <a:lnTo>
                    <a:pt x="4650742" y="3142277"/>
                  </a:lnTo>
                  <a:lnTo>
                    <a:pt x="4650092" y="3142277"/>
                  </a:lnTo>
                  <a:lnTo>
                    <a:pt x="4649442" y="3142277"/>
                  </a:lnTo>
                  <a:lnTo>
                    <a:pt x="4648792" y="3142277"/>
                  </a:lnTo>
                  <a:lnTo>
                    <a:pt x="4648142" y="3142277"/>
                  </a:lnTo>
                  <a:lnTo>
                    <a:pt x="4647492" y="3142277"/>
                  </a:lnTo>
                  <a:lnTo>
                    <a:pt x="4646842" y="3142277"/>
                  </a:lnTo>
                  <a:lnTo>
                    <a:pt x="4646192" y="3142277"/>
                  </a:lnTo>
                  <a:lnTo>
                    <a:pt x="4645542" y="3142277"/>
                  </a:lnTo>
                  <a:lnTo>
                    <a:pt x="4644892" y="3142277"/>
                  </a:lnTo>
                  <a:lnTo>
                    <a:pt x="4644242" y="3142277"/>
                  </a:lnTo>
                  <a:lnTo>
                    <a:pt x="4643593" y="3142277"/>
                  </a:lnTo>
                  <a:lnTo>
                    <a:pt x="4642943" y="3142277"/>
                  </a:lnTo>
                  <a:lnTo>
                    <a:pt x="4642293" y="3142277"/>
                  </a:lnTo>
                  <a:lnTo>
                    <a:pt x="4641643" y="3142277"/>
                  </a:lnTo>
                  <a:lnTo>
                    <a:pt x="4640993" y="3142277"/>
                  </a:lnTo>
                  <a:lnTo>
                    <a:pt x="4640343" y="3142277"/>
                  </a:lnTo>
                  <a:lnTo>
                    <a:pt x="4639693" y="3142277"/>
                  </a:lnTo>
                  <a:lnTo>
                    <a:pt x="4639043" y="3142277"/>
                  </a:lnTo>
                  <a:lnTo>
                    <a:pt x="4638393" y="3142277"/>
                  </a:lnTo>
                  <a:lnTo>
                    <a:pt x="4637743" y="3142277"/>
                  </a:lnTo>
                  <a:lnTo>
                    <a:pt x="4637093" y="3142277"/>
                  </a:lnTo>
                  <a:lnTo>
                    <a:pt x="4636443" y="3142277"/>
                  </a:lnTo>
                  <a:lnTo>
                    <a:pt x="4635793" y="3142277"/>
                  </a:lnTo>
                  <a:lnTo>
                    <a:pt x="4635143" y="3142277"/>
                  </a:lnTo>
                  <a:lnTo>
                    <a:pt x="4634493" y="3142277"/>
                  </a:lnTo>
                  <a:lnTo>
                    <a:pt x="4633843" y="3142277"/>
                  </a:lnTo>
                  <a:lnTo>
                    <a:pt x="4633194" y="3142277"/>
                  </a:lnTo>
                  <a:lnTo>
                    <a:pt x="4632544" y="3142277"/>
                  </a:lnTo>
                  <a:lnTo>
                    <a:pt x="4631894" y="3142277"/>
                  </a:lnTo>
                  <a:lnTo>
                    <a:pt x="4631244" y="3142277"/>
                  </a:lnTo>
                  <a:lnTo>
                    <a:pt x="4630594" y="3142277"/>
                  </a:lnTo>
                  <a:lnTo>
                    <a:pt x="4629944" y="3142277"/>
                  </a:lnTo>
                  <a:lnTo>
                    <a:pt x="4629294" y="3142277"/>
                  </a:lnTo>
                  <a:lnTo>
                    <a:pt x="4628644" y="3142277"/>
                  </a:lnTo>
                  <a:lnTo>
                    <a:pt x="4627994" y="3142277"/>
                  </a:lnTo>
                  <a:lnTo>
                    <a:pt x="4627344" y="3142277"/>
                  </a:lnTo>
                  <a:lnTo>
                    <a:pt x="4626694" y="3142277"/>
                  </a:lnTo>
                  <a:lnTo>
                    <a:pt x="4626044" y="3142277"/>
                  </a:lnTo>
                  <a:lnTo>
                    <a:pt x="4625394" y="3142277"/>
                  </a:lnTo>
                  <a:lnTo>
                    <a:pt x="4624744" y="3142277"/>
                  </a:lnTo>
                  <a:lnTo>
                    <a:pt x="4624094" y="3142277"/>
                  </a:lnTo>
                  <a:lnTo>
                    <a:pt x="4623445" y="3142277"/>
                  </a:lnTo>
                  <a:lnTo>
                    <a:pt x="4622795" y="3142277"/>
                  </a:lnTo>
                  <a:lnTo>
                    <a:pt x="4622145" y="3142277"/>
                  </a:lnTo>
                  <a:lnTo>
                    <a:pt x="4621495" y="3142277"/>
                  </a:lnTo>
                  <a:lnTo>
                    <a:pt x="4620845" y="3142277"/>
                  </a:lnTo>
                  <a:lnTo>
                    <a:pt x="4620195" y="3142277"/>
                  </a:lnTo>
                  <a:lnTo>
                    <a:pt x="4619545" y="3142277"/>
                  </a:lnTo>
                  <a:lnTo>
                    <a:pt x="4618895" y="3142277"/>
                  </a:lnTo>
                  <a:lnTo>
                    <a:pt x="4618245" y="3142277"/>
                  </a:lnTo>
                  <a:lnTo>
                    <a:pt x="4617595" y="3142277"/>
                  </a:lnTo>
                  <a:lnTo>
                    <a:pt x="4616945" y="3142277"/>
                  </a:lnTo>
                  <a:lnTo>
                    <a:pt x="4616295" y="3142277"/>
                  </a:lnTo>
                  <a:lnTo>
                    <a:pt x="4615645" y="3142277"/>
                  </a:lnTo>
                  <a:lnTo>
                    <a:pt x="4614995" y="3142277"/>
                  </a:lnTo>
                  <a:lnTo>
                    <a:pt x="4614345" y="3142277"/>
                  </a:lnTo>
                  <a:lnTo>
                    <a:pt x="4613695" y="3142277"/>
                  </a:lnTo>
                  <a:lnTo>
                    <a:pt x="4613046" y="3142277"/>
                  </a:lnTo>
                  <a:lnTo>
                    <a:pt x="4612396" y="3142277"/>
                  </a:lnTo>
                  <a:lnTo>
                    <a:pt x="4611746" y="3142277"/>
                  </a:lnTo>
                  <a:lnTo>
                    <a:pt x="4611096" y="3142277"/>
                  </a:lnTo>
                  <a:lnTo>
                    <a:pt x="4610446" y="3142277"/>
                  </a:lnTo>
                  <a:lnTo>
                    <a:pt x="4609796" y="3142277"/>
                  </a:lnTo>
                  <a:lnTo>
                    <a:pt x="4609146" y="3142277"/>
                  </a:lnTo>
                  <a:lnTo>
                    <a:pt x="4608496" y="3142277"/>
                  </a:lnTo>
                  <a:lnTo>
                    <a:pt x="4607846" y="3142277"/>
                  </a:lnTo>
                  <a:lnTo>
                    <a:pt x="4607196" y="3142277"/>
                  </a:lnTo>
                  <a:lnTo>
                    <a:pt x="4606546" y="3142277"/>
                  </a:lnTo>
                  <a:lnTo>
                    <a:pt x="4605896" y="3142277"/>
                  </a:lnTo>
                  <a:lnTo>
                    <a:pt x="4605246" y="3142277"/>
                  </a:lnTo>
                  <a:lnTo>
                    <a:pt x="4604596" y="3142277"/>
                  </a:lnTo>
                  <a:lnTo>
                    <a:pt x="4603946" y="3142277"/>
                  </a:lnTo>
                  <a:lnTo>
                    <a:pt x="4603297" y="3142277"/>
                  </a:lnTo>
                  <a:lnTo>
                    <a:pt x="4602647" y="3142277"/>
                  </a:lnTo>
                  <a:lnTo>
                    <a:pt x="4601997" y="3142277"/>
                  </a:lnTo>
                  <a:lnTo>
                    <a:pt x="4601347" y="3142277"/>
                  </a:lnTo>
                  <a:lnTo>
                    <a:pt x="4600697" y="3142277"/>
                  </a:lnTo>
                  <a:lnTo>
                    <a:pt x="4600047" y="3142277"/>
                  </a:lnTo>
                  <a:lnTo>
                    <a:pt x="4599397" y="3142277"/>
                  </a:lnTo>
                  <a:lnTo>
                    <a:pt x="4598747" y="3142277"/>
                  </a:lnTo>
                  <a:lnTo>
                    <a:pt x="4598097" y="3142277"/>
                  </a:lnTo>
                  <a:lnTo>
                    <a:pt x="4597447" y="3142277"/>
                  </a:lnTo>
                  <a:lnTo>
                    <a:pt x="4596797" y="3142277"/>
                  </a:lnTo>
                  <a:lnTo>
                    <a:pt x="4596147" y="3142277"/>
                  </a:lnTo>
                  <a:lnTo>
                    <a:pt x="4595497" y="3142277"/>
                  </a:lnTo>
                  <a:lnTo>
                    <a:pt x="4594847" y="3142277"/>
                  </a:lnTo>
                  <a:lnTo>
                    <a:pt x="4594197" y="3142277"/>
                  </a:lnTo>
                  <a:lnTo>
                    <a:pt x="4593547" y="3142277"/>
                  </a:lnTo>
                  <a:lnTo>
                    <a:pt x="4592898" y="3142277"/>
                  </a:lnTo>
                  <a:lnTo>
                    <a:pt x="4592248" y="3142277"/>
                  </a:lnTo>
                  <a:lnTo>
                    <a:pt x="4591598" y="3142277"/>
                  </a:lnTo>
                  <a:lnTo>
                    <a:pt x="4590948" y="3142277"/>
                  </a:lnTo>
                  <a:lnTo>
                    <a:pt x="4590298" y="3142277"/>
                  </a:lnTo>
                  <a:lnTo>
                    <a:pt x="4589648" y="3142277"/>
                  </a:lnTo>
                  <a:lnTo>
                    <a:pt x="4588998" y="3142277"/>
                  </a:lnTo>
                  <a:lnTo>
                    <a:pt x="4588348" y="3142277"/>
                  </a:lnTo>
                  <a:lnTo>
                    <a:pt x="4587698" y="3142277"/>
                  </a:lnTo>
                  <a:lnTo>
                    <a:pt x="4587048" y="3142277"/>
                  </a:lnTo>
                  <a:lnTo>
                    <a:pt x="4586398" y="3142277"/>
                  </a:lnTo>
                  <a:lnTo>
                    <a:pt x="4585748" y="3142277"/>
                  </a:lnTo>
                  <a:lnTo>
                    <a:pt x="4585098" y="3142277"/>
                  </a:lnTo>
                  <a:lnTo>
                    <a:pt x="4584448" y="3142277"/>
                  </a:lnTo>
                  <a:lnTo>
                    <a:pt x="4583798" y="3142277"/>
                  </a:lnTo>
                  <a:lnTo>
                    <a:pt x="4583149" y="3142277"/>
                  </a:lnTo>
                  <a:lnTo>
                    <a:pt x="4582499" y="3142277"/>
                  </a:lnTo>
                  <a:lnTo>
                    <a:pt x="4581849" y="3142277"/>
                  </a:lnTo>
                  <a:lnTo>
                    <a:pt x="4581199" y="3142277"/>
                  </a:lnTo>
                  <a:lnTo>
                    <a:pt x="4580549" y="3142277"/>
                  </a:lnTo>
                  <a:lnTo>
                    <a:pt x="4579899" y="3142277"/>
                  </a:lnTo>
                  <a:lnTo>
                    <a:pt x="4579249" y="3142277"/>
                  </a:lnTo>
                  <a:lnTo>
                    <a:pt x="4578599" y="3142277"/>
                  </a:lnTo>
                  <a:lnTo>
                    <a:pt x="4577949" y="3142277"/>
                  </a:lnTo>
                  <a:lnTo>
                    <a:pt x="4577299" y="3142277"/>
                  </a:lnTo>
                  <a:lnTo>
                    <a:pt x="4576649" y="3142277"/>
                  </a:lnTo>
                  <a:lnTo>
                    <a:pt x="4575999" y="3142277"/>
                  </a:lnTo>
                  <a:lnTo>
                    <a:pt x="4575349" y="3142277"/>
                  </a:lnTo>
                  <a:lnTo>
                    <a:pt x="4574699" y="3142277"/>
                  </a:lnTo>
                  <a:lnTo>
                    <a:pt x="4574049" y="3142277"/>
                  </a:lnTo>
                  <a:lnTo>
                    <a:pt x="4573400" y="3142277"/>
                  </a:lnTo>
                  <a:lnTo>
                    <a:pt x="4572750" y="3142277"/>
                  </a:lnTo>
                  <a:lnTo>
                    <a:pt x="4572100" y="3142277"/>
                  </a:lnTo>
                  <a:lnTo>
                    <a:pt x="4571450" y="3142277"/>
                  </a:lnTo>
                  <a:lnTo>
                    <a:pt x="4570800" y="3142277"/>
                  </a:lnTo>
                  <a:lnTo>
                    <a:pt x="4570150" y="3142277"/>
                  </a:lnTo>
                  <a:lnTo>
                    <a:pt x="4569500" y="3142277"/>
                  </a:lnTo>
                  <a:lnTo>
                    <a:pt x="4568850" y="3142277"/>
                  </a:lnTo>
                  <a:lnTo>
                    <a:pt x="4568200" y="3142277"/>
                  </a:lnTo>
                  <a:lnTo>
                    <a:pt x="4567550" y="3142277"/>
                  </a:lnTo>
                  <a:lnTo>
                    <a:pt x="4566900" y="3142277"/>
                  </a:lnTo>
                  <a:lnTo>
                    <a:pt x="4566250" y="3142277"/>
                  </a:lnTo>
                  <a:lnTo>
                    <a:pt x="4565600" y="3142277"/>
                  </a:lnTo>
                  <a:lnTo>
                    <a:pt x="4564950" y="3142277"/>
                  </a:lnTo>
                  <a:lnTo>
                    <a:pt x="4564300" y="3142277"/>
                  </a:lnTo>
                  <a:lnTo>
                    <a:pt x="4563650" y="3142277"/>
                  </a:lnTo>
                  <a:lnTo>
                    <a:pt x="4563001" y="3142277"/>
                  </a:lnTo>
                  <a:lnTo>
                    <a:pt x="4562351" y="3142277"/>
                  </a:lnTo>
                  <a:lnTo>
                    <a:pt x="4561701" y="3142277"/>
                  </a:lnTo>
                  <a:lnTo>
                    <a:pt x="4561051" y="3142277"/>
                  </a:lnTo>
                  <a:lnTo>
                    <a:pt x="4560401" y="3142277"/>
                  </a:lnTo>
                  <a:lnTo>
                    <a:pt x="4559751" y="3142277"/>
                  </a:lnTo>
                  <a:lnTo>
                    <a:pt x="4559101" y="3142277"/>
                  </a:lnTo>
                  <a:lnTo>
                    <a:pt x="4558451" y="3142277"/>
                  </a:lnTo>
                  <a:lnTo>
                    <a:pt x="4557801" y="3142277"/>
                  </a:lnTo>
                  <a:lnTo>
                    <a:pt x="4557151" y="3142277"/>
                  </a:lnTo>
                  <a:lnTo>
                    <a:pt x="4556501" y="3142277"/>
                  </a:lnTo>
                  <a:lnTo>
                    <a:pt x="4555851" y="3142277"/>
                  </a:lnTo>
                  <a:lnTo>
                    <a:pt x="4555201" y="3142277"/>
                  </a:lnTo>
                  <a:lnTo>
                    <a:pt x="4554551" y="3142277"/>
                  </a:lnTo>
                  <a:lnTo>
                    <a:pt x="4553901" y="3142277"/>
                  </a:lnTo>
                  <a:lnTo>
                    <a:pt x="4553252" y="3142277"/>
                  </a:lnTo>
                  <a:lnTo>
                    <a:pt x="4552602" y="3142277"/>
                  </a:lnTo>
                  <a:lnTo>
                    <a:pt x="4551952" y="3142277"/>
                  </a:lnTo>
                  <a:lnTo>
                    <a:pt x="4551302" y="3142277"/>
                  </a:lnTo>
                  <a:lnTo>
                    <a:pt x="4550652" y="3142277"/>
                  </a:lnTo>
                  <a:lnTo>
                    <a:pt x="4550002" y="3142277"/>
                  </a:lnTo>
                  <a:lnTo>
                    <a:pt x="4549352" y="3142277"/>
                  </a:lnTo>
                  <a:lnTo>
                    <a:pt x="4548702" y="3142277"/>
                  </a:lnTo>
                  <a:lnTo>
                    <a:pt x="4548052" y="3142277"/>
                  </a:lnTo>
                  <a:lnTo>
                    <a:pt x="4547402" y="3142277"/>
                  </a:lnTo>
                  <a:lnTo>
                    <a:pt x="4546752" y="3142277"/>
                  </a:lnTo>
                  <a:lnTo>
                    <a:pt x="4546102" y="3142277"/>
                  </a:lnTo>
                  <a:lnTo>
                    <a:pt x="4545452" y="3142277"/>
                  </a:lnTo>
                  <a:lnTo>
                    <a:pt x="4544802" y="3142277"/>
                  </a:lnTo>
                  <a:lnTo>
                    <a:pt x="4544152" y="3142277"/>
                  </a:lnTo>
                  <a:lnTo>
                    <a:pt x="4543502" y="3142277"/>
                  </a:lnTo>
                  <a:lnTo>
                    <a:pt x="4542853" y="3142277"/>
                  </a:lnTo>
                  <a:lnTo>
                    <a:pt x="4542203" y="3142277"/>
                  </a:lnTo>
                  <a:lnTo>
                    <a:pt x="4541553" y="3142277"/>
                  </a:lnTo>
                  <a:lnTo>
                    <a:pt x="4540903" y="3142277"/>
                  </a:lnTo>
                  <a:lnTo>
                    <a:pt x="4540253" y="3142277"/>
                  </a:lnTo>
                  <a:lnTo>
                    <a:pt x="4539603" y="3142277"/>
                  </a:lnTo>
                  <a:lnTo>
                    <a:pt x="4538953" y="3142277"/>
                  </a:lnTo>
                  <a:lnTo>
                    <a:pt x="4538303" y="3142277"/>
                  </a:lnTo>
                  <a:lnTo>
                    <a:pt x="4537653" y="3142277"/>
                  </a:lnTo>
                  <a:lnTo>
                    <a:pt x="4537003" y="3142277"/>
                  </a:lnTo>
                  <a:lnTo>
                    <a:pt x="4536353" y="3142277"/>
                  </a:lnTo>
                  <a:lnTo>
                    <a:pt x="4535703" y="3142277"/>
                  </a:lnTo>
                  <a:lnTo>
                    <a:pt x="4535053" y="3142277"/>
                  </a:lnTo>
                  <a:lnTo>
                    <a:pt x="4534403" y="3142277"/>
                  </a:lnTo>
                  <a:lnTo>
                    <a:pt x="4533753" y="3142277"/>
                  </a:lnTo>
                  <a:lnTo>
                    <a:pt x="4533104" y="3142277"/>
                  </a:lnTo>
                  <a:lnTo>
                    <a:pt x="4532454" y="3142277"/>
                  </a:lnTo>
                  <a:lnTo>
                    <a:pt x="4531804" y="3142277"/>
                  </a:lnTo>
                  <a:lnTo>
                    <a:pt x="4531154" y="3142277"/>
                  </a:lnTo>
                  <a:lnTo>
                    <a:pt x="4530504" y="3142277"/>
                  </a:lnTo>
                  <a:lnTo>
                    <a:pt x="4529854" y="3142277"/>
                  </a:lnTo>
                  <a:lnTo>
                    <a:pt x="4529204" y="3142277"/>
                  </a:lnTo>
                  <a:lnTo>
                    <a:pt x="4528554" y="3142277"/>
                  </a:lnTo>
                  <a:lnTo>
                    <a:pt x="4527904" y="3142277"/>
                  </a:lnTo>
                  <a:lnTo>
                    <a:pt x="4527254" y="3142277"/>
                  </a:lnTo>
                  <a:lnTo>
                    <a:pt x="4526604" y="3142277"/>
                  </a:lnTo>
                  <a:lnTo>
                    <a:pt x="4525954" y="3142277"/>
                  </a:lnTo>
                  <a:lnTo>
                    <a:pt x="4525304" y="3142277"/>
                  </a:lnTo>
                  <a:lnTo>
                    <a:pt x="4524654" y="3142277"/>
                  </a:lnTo>
                  <a:lnTo>
                    <a:pt x="4524004" y="3142277"/>
                  </a:lnTo>
                  <a:lnTo>
                    <a:pt x="4523354" y="3142277"/>
                  </a:lnTo>
                  <a:lnTo>
                    <a:pt x="4522705" y="3142277"/>
                  </a:lnTo>
                  <a:lnTo>
                    <a:pt x="4522055" y="3142277"/>
                  </a:lnTo>
                  <a:lnTo>
                    <a:pt x="4521405" y="3142277"/>
                  </a:lnTo>
                  <a:lnTo>
                    <a:pt x="4520755" y="3142277"/>
                  </a:lnTo>
                  <a:lnTo>
                    <a:pt x="4520105" y="3142277"/>
                  </a:lnTo>
                  <a:lnTo>
                    <a:pt x="4519455" y="3142277"/>
                  </a:lnTo>
                  <a:lnTo>
                    <a:pt x="4518805" y="3142277"/>
                  </a:lnTo>
                  <a:lnTo>
                    <a:pt x="4518155" y="3142277"/>
                  </a:lnTo>
                  <a:lnTo>
                    <a:pt x="4517505" y="3142277"/>
                  </a:lnTo>
                  <a:lnTo>
                    <a:pt x="4516855" y="3142277"/>
                  </a:lnTo>
                  <a:lnTo>
                    <a:pt x="4516205" y="3142277"/>
                  </a:lnTo>
                  <a:lnTo>
                    <a:pt x="4515555" y="3142277"/>
                  </a:lnTo>
                  <a:lnTo>
                    <a:pt x="4514905" y="3142277"/>
                  </a:lnTo>
                  <a:lnTo>
                    <a:pt x="4514255" y="3142277"/>
                  </a:lnTo>
                  <a:lnTo>
                    <a:pt x="4513605" y="3142277"/>
                  </a:lnTo>
                  <a:lnTo>
                    <a:pt x="4512956" y="3142277"/>
                  </a:lnTo>
                  <a:lnTo>
                    <a:pt x="4512306" y="3142277"/>
                  </a:lnTo>
                  <a:lnTo>
                    <a:pt x="4511656" y="3142277"/>
                  </a:lnTo>
                  <a:lnTo>
                    <a:pt x="4511006" y="3142277"/>
                  </a:lnTo>
                  <a:lnTo>
                    <a:pt x="4510356" y="3142277"/>
                  </a:lnTo>
                  <a:lnTo>
                    <a:pt x="4509706" y="3142277"/>
                  </a:lnTo>
                  <a:lnTo>
                    <a:pt x="4509056" y="3142277"/>
                  </a:lnTo>
                  <a:lnTo>
                    <a:pt x="4508406" y="3142277"/>
                  </a:lnTo>
                  <a:lnTo>
                    <a:pt x="4507756" y="3142277"/>
                  </a:lnTo>
                  <a:lnTo>
                    <a:pt x="4507106" y="3142277"/>
                  </a:lnTo>
                  <a:lnTo>
                    <a:pt x="4506456" y="3142277"/>
                  </a:lnTo>
                  <a:lnTo>
                    <a:pt x="4505806" y="3142277"/>
                  </a:lnTo>
                  <a:lnTo>
                    <a:pt x="4505156" y="3142277"/>
                  </a:lnTo>
                  <a:lnTo>
                    <a:pt x="4504506" y="3142277"/>
                  </a:lnTo>
                  <a:lnTo>
                    <a:pt x="4503856" y="3142277"/>
                  </a:lnTo>
                  <a:lnTo>
                    <a:pt x="4503206" y="3142277"/>
                  </a:lnTo>
                  <a:lnTo>
                    <a:pt x="4502557" y="3142277"/>
                  </a:lnTo>
                  <a:lnTo>
                    <a:pt x="4501907" y="3142277"/>
                  </a:lnTo>
                  <a:lnTo>
                    <a:pt x="4501257" y="3142277"/>
                  </a:lnTo>
                  <a:lnTo>
                    <a:pt x="4500607" y="3142277"/>
                  </a:lnTo>
                  <a:lnTo>
                    <a:pt x="4499957" y="3142277"/>
                  </a:lnTo>
                  <a:lnTo>
                    <a:pt x="4499307" y="3142277"/>
                  </a:lnTo>
                  <a:lnTo>
                    <a:pt x="4498657" y="3142277"/>
                  </a:lnTo>
                  <a:lnTo>
                    <a:pt x="4498007" y="3142277"/>
                  </a:lnTo>
                  <a:lnTo>
                    <a:pt x="4497357" y="3142277"/>
                  </a:lnTo>
                  <a:lnTo>
                    <a:pt x="4496707" y="3142277"/>
                  </a:lnTo>
                  <a:lnTo>
                    <a:pt x="4496057" y="3142277"/>
                  </a:lnTo>
                  <a:lnTo>
                    <a:pt x="4495407" y="3142277"/>
                  </a:lnTo>
                  <a:lnTo>
                    <a:pt x="4494757" y="3142277"/>
                  </a:lnTo>
                  <a:lnTo>
                    <a:pt x="4494107" y="3142277"/>
                  </a:lnTo>
                  <a:lnTo>
                    <a:pt x="4493457" y="3142277"/>
                  </a:lnTo>
                  <a:lnTo>
                    <a:pt x="4492808" y="3142277"/>
                  </a:lnTo>
                  <a:lnTo>
                    <a:pt x="4492158" y="3142277"/>
                  </a:lnTo>
                  <a:lnTo>
                    <a:pt x="4491508" y="3142277"/>
                  </a:lnTo>
                  <a:lnTo>
                    <a:pt x="4490858" y="3142277"/>
                  </a:lnTo>
                  <a:lnTo>
                    <a:pt x="4490208" y="3142277"/>
                  </a:lnTo>
                  <a:lnTo>
                    <a:pt x="4489558" y="3142277"/>
                  </a:lnTo>
                  <a:lnTo>
                    <a:pt x="4488908" y="3142277"/>
                  </a:lnTo>
                  <a:lnTo>
                    <a:pt x="4488258" y="3142277"/>
                  </a:lnTo>
                  <a:lnTo>
                    <a:pt x="4487608" y="3142277"/>
                  </a:lnTo>
                  <a:lnTo>
                    <a:pt x="4486958" y="3142277"/>
                  </a:lnTo>
                  <a:lnTo>
                    <a:pt x="4486308" y="3142277"/>
                  </a:lnTo>
                  <a:lnTo>
                    <a:pt x="4485658" y="3142277"/>
                  </a:lnTo>
                  <a:lnTo>
                    <a:pt x="4485008" y="3142277"/>
                  </a:lnTo>
                  <a:lnTo>
                    <a:pt x="4484358" y="3142277"/>
                  </a:lnTo>
                  <a:lnTo>
                    <a:pt x="4483708" y="3142277"/>
                  </a:lnTo>
                  <a:lnTo>
                    <a:pt x="4483058" y="3142277"/>
                  </a:lnTo>
                  <a:lnTo>
                    <a:pt x="4482409" y="3142277"/>
                  </a:lnTo>
                  <a:lnTo>
                    <a:pt x="4481759" y="3142277"/>
                  </a:lnTo>
                  <a:lnTo>
                    <a:pt x="4481109" y="3142277"/>
                  </a:lnTo>
                  <a:lnTo>
                    <a:pt x="4480459" y="3142277"/>
                  </a:lnTo>
                  <a:lnTo>
                    <a:pt x="4479809" y="3142277"/>
                  </a:lnTo>
                  <a:lnTo>
                    <a:pt x="4479159" y="3142277"/>
                  </a:lnTo>
                  <a:lnTo>
                    <a:pt x="4478509" y="3142277"/>
                  </a:lnTo>
                  <a:lnTo>
                    <a:pt x="4477859" y="3142277"/>
                  </a:lnTo>
                  <a:lnTo>
                    <a:pt x="4477209" y="3142277"/>
                  </a:lnTo>
                  <a:lnTo>
                    <a:pt x="4476559" y="3142277"/>
                  </a:lnTo>
                  <a:lnTo>
                    <a:pt x="4475909" y="3142277"/>
                  </a:lnTo>
                  <a:lnTo>
                    <a:pt x="4475259" y="3142277"/>
                  </a:lnTo>
                  <a:lnTo>
                    <a:pt x="4474609" y="3142277"/>
                  </a:lnTo>
                  <a:lnTo>
                    <a:pt x="4473959" y="3142277"/>
                  </a:lnTo>
                  <a:lnTo>
                    <a:pt x="4473309" y="3142277"/>
                  </a:lnTo>
                  <a:lnTo>
                    <a:pt x="4472660" y="3142277"/>
                  </a:lnTo>
                  <a:lnTo>
                    <a:pt x="4472010" y="3142277"/>
                  </a:lnTo>
                  <a:lnTo>
                    <a:pt x="4471360" y="3142277"/>
                  </a:lnTo>
                  <a:lnTo>
                    <a:pt x="4470710" y="3142277"/>
                  </a:lnTo>
                  <a:lnTo>
                    <a:pt x="4470060" y="3142277"/>
                  </a:lnTo>
                  <a:lnTo>
                    <a:pt x="4469410" y="3142277"/>
                  </a:lnTo>
                  <a:lnTo>
                    <a:pt x="4468760" y="3142277"/>
                  </a:lnTo>
                  <a:lnTo>
                    <a:pt x="4468110" y="3142277"/>
                  </a:lnTo>
                  <a:lnTo>
                    <a:pt x="4467460" y="3142277"/>
                  </a:lnTo>
                  <a:lnTo>
                    <a:pt x="4466810" y="3142277"/>
                  </a:lnTo>
                  <a:lnTo>
                    <a:pt x="4466160" y="3142277"/>
                  </a:lnTo>
                  <a:lnTo>
                    <a:pt x="4465510" y="3142277"/>
                  </a:lnTo>
                  <a:lnTo>
                    <a:pt x="4464860" y="3142277"/>
                  </a:lnTo>
                  <a:lnTo>
                    <a:pt x="4464210" y="3142277"/>
                  </a:lnTo>
                  <a:lnTo>
                    <a:pt x="4463560" y="3142277"/>
                  </a:lnTo>
                  <a:lnTo>
                    <a:pt x="4462910" y="3142277"/>
                  </a:lnTo>
                  <a:lnTo>
                    <a:pt x="4462261" y="3142277"/>
                  </a:lnTo>
                  <a:lnTo>
                    <a:pt x="4461611" y="3142277"/>
                  </a:lnTo>
                  <a:lnTo>
                    <a:pt x="4460961" y="3142277"/>
                  </a:lnTo>
                  <a:lnTo>
                    <a:pt x="4460311" y="3142277"/>
                  </a:lnTo>
                  <a:lnTo>
                    <a:pt x="4459661" y="3142277"/>
                  </a:lnTo>
                  <a:lnTo>
                    <a:pt x="4459011" y="3142277"/>
                  </a:lnTo>
                  <a:lnTo>
                    <a:pt x="4458361" y="3142277"/>
                  </a:lnTo>
                  <a:lnTo>
                    <a:pt x="4457711" y="3142277"/>
                  </a:lnTo>
                  <a:lnTo>
                    <a:pt x="4457061" y="3142277"/>
                  </a:lnTo>
                  <a:lnTo>
                    <a:pt x="4456411" y="3142277"/>
                  </a:lnTo>
                  <a:lnTo>
                    <a:pt x="4455761" y="3142277"/>
                  </a:lnTo>
                  <a:lnTo>
                    <a:pt x="4455111" y="3142277"/>
                  </a:lnTo>
                  <a:lnTo>
                    <a:pt x="4454461" y="3142277"/>
                  </a:lnTo>
                  <a:lnTo>
                    <a:pt x="4453811" y="3142277"/>
                  </a:lnTo>
                  <a:lnTo>
                    <a:pt x="4453161" y="3142277"/>
                  </a:lnTo>
                  <a:lnTo>
                    <a:pt x="4452512" y="3142277"/>
                  </a:lnTo>
                  <a:lnTo>
                    <a:pt x="4451862" y="3142277"/>
                  </a:lnTo>
                  <a:lnTo>
                    <a:pt x="4451212" y="3142277"/>
                  </a:lnTo>
                  <a:lnTo>
                    <a:pt x="4450562" y="3142277"/>
                  </a:lnTo>
                  <a:lnTo>
                    <a:pt x="4449912" y="3142277"/>
                  </a:lnTo>
                  <a:lnTo>
                    <a:pt x="4449262" y="3142277"/>
                  </a:lnTo>
                  <a:lnTo>
                    <a:pt x="4448612" y="3142277"/>
                  </a:lnTo>
                  <a:lnTo>
                    <a:pt x="4447962" y="3142277"/>
                  </a:lnTo>
                  <a:lnTo>
                    <a:pt x="4447312" y="3142277"/>
                  </a:lnTo>
                  <a:lnTo>
                    <a:pt x="4446662" y="3142277"/>
                  </a:lnTo>
                  <a:lnTo>
                    <a:pt x="4446012" y="3142277"/>
                  </a:lnTo>
                  <a:lnTo>
                    <a:pt x="4445362" y="3142277"/>
                  </a:lnTo>
                  <a:lnTo>
                    <a:pt x="4444712" y="3142277"/>
                  </a:lnTo>
                  <a:lnTo>
                    <a:pt x="4444062" y="3142277"/>
                  </a:lnTo>
                  <a:lnTo>
                    <a:pt x="4443412" y="3142277"/>
                  </a:lnTo>
                  <a:lnTo>
                    <a:pt x="4442762" y="3142277"/>
                  </a:lnTo>
                  <a:lnTo>
                    <a:pt x="4442113" y="3142277"/>
                  </a:lnTo>
                  <a:lnTo>
                    <a:pt x="4441463" y="3142277"/>
                  </a:lnTo>
                  <a:lnTo>
                    <a:pt x="4440813" y="3142277"/>
                  </a:lnTo>
                  <a:lnTo>
                    <a:pt x="4440163" y="3142277"/>
                  </a:lnTo>
                  <a:lnTo>
                    <a:pt x="4439513" y="3142277"/>
                  </a:lnTo>
                  <a:lnTo>
                    <a:pt x="4438863" y="3142277"/>
                  </a:lnTo>
                  <a:lnTo>
                    <a:pt x="4438213" y="3142277"/>
                  </a:lnTo>
                  <a:lnTo>
                    <a:pt x="4437563" y="3142277"/>
                  </a:lnTo>
                  <a:lnTo>
                    <a:pt x="4436913" y="3142277"/>
                  </a:lnTo>
                  <a:lnTo>
                    <a:pt x="4436263" y="3142277"/>
                  </a:lnTo>
                  <a:lnTo>
                    <a:pt x="4435613" y="3142277"/>
                  </a:lnTo>
                  <a:lnTo>
                    <a:pt x="4434963" y="3142277"/>
                  </a:lnTo>
                  <a:lnTo>
                    <a:pt x="4434313" y="3142277"/>
                  </a:lnTo>
                  <a:lnTo>
                    <a:pt x="4433663" y="3142277"/>
                  </a:lnTo>
                  <a:lnTo>
                    <a:pt x="4433013" y="3142277"/>
                  </a:lnTo>
                  <a:lnTo>
                    <a:pt x="4432364" y="3142277"/>
                  </a:lnTo>
                  <a:lnTo>
                    <a:pt x="4431714" y="3142277"/>
                  </a:lnTo>
                  <a:lnTo>
                    <a:pt x="4431064" y="3142277"/>
                  </a:lnTo>
                  <a:lnTo>
                    <a:pt x="4430414" y="3142277"/>
                  </a:lnTo>
                  <a:lnTo>
                    <a:pt x="4429764" y="3142277"/>
                  </a:lnTo>
                  <a:lnTo>
                    <a:pt x="4429114" y="3142277"/>
                  </a:lnTo>
                  <a:lnTo>
                    <a:pt x="4428464" y="3142277"/>
                  </a:lnTo>
                  <a:lnTo>
                    <a:pt x="4427814" y="3142277"/>
                  </a:lnTo>
                  <a:lnTo>
                    <a:pt x="4427164" y="3142277"/>
                  </a:lnTo>
                  <a:lnTo>
                    <a:pt x="4426514" y="3142277"/>
                  </a:lnTo>
                  <a:lnTo>
                    <a:pt x="4425864" y="3142277"/>
                  </a:lnTo>
                  <a:lnTo>
                    <a:pt x="4425214" y="3142277"/>
                  </a:lnTo>
                  <a:lnTo>
                    <a:pt x="4424564" y="3142277"/>
                  </a:lnTo>
                  <a:lnTo>
                    <a:pt x="4423914" y="3142277"/>
                  </a:lnTo>
                  <a:lnTo>
                    <a:pt x="4423264" y="3142277"/>
                  </a:lnTo>
                  <a:lnTo>
                    <a:pt x="4422615" y="3142277"/>
                  </a:lnTo>
                  <a:lnTo>
                    <a:pt x="4421965" y="3142277"/>
                  </a:lnTo>
                  <a:lnTo>
                    <a:pt x="4421315" y="3142277"/>
                  </a:lnTo>
                  <a:lnTo>
                    <a:pt x="4420665" y="3142277"/>
                  </a:lnTo>
                  <a:lnTo>
                    <a:pt x="4420015" y="3142277"/>
                  </a:lnTo>
                  <a:lnTo>
                    <a:pt x="4419365" y="3142277"/>
                  </a:lnTo>
                  <a:lnTo>
                    <a:pt x="4418715" y="3142277"/>
                  </a:lnTo>
                  <a:lnTo>
                    <a:pt x="4418065" y="3142277"/>
                  </a:lnTo>
                  <a:lnTo>
                    <a:pt x="4417415" y="3142277"/>
                  </a:lnTo>
                  <a:lnTo>
                    <a:pt x="4416765" y="3142277"/>
                  </a:lnTo>
                  <a:lnTo>
                    <a:pt x="4416115" y="3142277"/>
                  </a:lnTo>
                  <a:lnTo>
                    <a:pt x="4415465" y="3142277"/>
                  </a:lnTo>
                  <a:lnTo>
                    <a:pt x="4414815" y="3142277"/>
                  </a:lnTo>
                  <a:lnTo>
                    <a:pt x="4414165" y="3142277"/>
                  </a:lnTo>
                  <a:lnTo>
                    <a:pt x="4413515" y="3142277"/>
                  </a:lnTo>
                  <a:lnTo>
                    <a:pt x="4412865" y="3142277"/>
                  </a:lnTo>
                  <a:lnTo>
                    <a:pt x="4412216" y="3142277"/>
                  </a:lnTo>
                  <a:lnTo>
                    <a:pt x="4411566" y="3142277"/>
                  </a:lnTo>
                  <a:lnTo>
                    <a:pt x="4410916" y="3142277"/>
                  </a:lnTo>
                  <a:lnTo>
                    <a:pt x="4410266" y="3142277"/>
                  </a:lnTo>
                  <a:lnTo>
                    <a:pt x="4409616" y="3142277"/>
                  </a:lnTo>
                  <a:lnTo>
                    <a:pt x="4408966" y="3142277"/>
                  </a:lnTo>
                  <a:lnTo>
                    <a:pt x="4408316" y="3142277"/>
                  </a:lnTo>
                  <a:lnTo>
                    <a:pt x="4407666" y="3142277"/>
                  </a:lnTo>
                  <a:lnTo>
                    <a:pt x="4407016" y="3142277"/>
                  </a:lnTo>
                  <a:lnTo>
                    <a:pt x="4406366" y="3142277"/>
                  </a:lnTo>
                  <a:lnTo>
                    <a:pt x="4405716" y="3142277"/>
                  </a:lnTo>
                  <a:lnTo>
                    <a:pt x="4405066" y="3142277"/>
                  </a:lnTo>
                  <a:lnTo>
                    <a:pt x="4404416" y="3142277"/>
                  </a:lnTo>
                  <a:lnTo>
                    <a:pt x="4403766" y="3142277"/>
                  </a:lnTo>
                  <a:lnTo>
                    <a:pt x="4403116" y="3142277"/>
                  </a:lnTo>
                  <a:lnTo>
                    <a:pt x="4402467" y="3142277"/>
                  </a:lnTo>
                  <a:lnTo>
                    <a:pt x="4401817" y="3142277"/>
                  </a:lnTo>
                  <a:lnTo>
                    <a:pt x="4401167" y="3142277"/>
                  </a:lnTo>
                  <a:lnTo>
                    <a:pt x="4400517" y="3142277"/>
                  </a:lnTo>
                  <a:lnTo>
                    <a:pt x="4399867" y="3142277"/>
                  </a:lnTo>
                  <a:lnTo>
                    <a:pt x="4399217" y="3142277"/>
                  </a:lnTo>
                  <a:lnTo>
                    <a:pt x="4398567" y="3142277"/>
                  </a:lnTo>
                  <a:lnTo>
                    <a:pt x="4397917" y="3142277"/>
                  </a:lnTo>
                  <a:lnTo>
                    <a:pt x="4397267" y="3142277"/>
                  </a:lnTo>
                  <a:lnTo>
                    <a:pt x="4396617" y="3142277"/>
                  </a:lnTo>
                  <a:lnTo>
                    <a:pt x="4395967" y="3142277"/>
                  </a:lnTo>
                  <a:lnTo>
                    <a:pt x="4395317" y="3142277"/>
                  </a:lnTo>
                  <a:lnTo>
                    <a:pt x="4394667" y="3142277"/>
                  </a:lnTo>
                  <a:lnTo>
                    <a:pt x="4394017" y="3142277"/>
                  </a:lnTo>
                  <a:lnTo>
                    <a:pt x="4393367" y="3142277"/>
                  </a:lnTo>
                  <a:lnTo>
                    <a:pt x="4392717" y="3142277"/>
                  </a:lnTo>
                  <a:lnTo>
                    <a:pt x="4392068" y="3142277"/>
                  </a:lnTo>
                  <a:lnTo>
                    <a:pt x="4391418" y="3142277"/>
                  </a:lnTo>
                  <a:lnTo>
                    <a:pt x="4390768" y="3142277"/>
                  </a:lnTo>
                  <a:lnTo>
                    <a:pt x="4390118" y="3142277"/>
                  </a:lnTo>
                  <a:lnTo>
                    <a:pt x="4389468" y="3142277"/>
                  </a:lnTo>
                  <a:lnTo>
                    <a:pt x="4388818" y="3142277"/>
                  </a:lnTo>
                  <a:lnTo>
                    <a:pt x="4388168" y="3142277"/>
                  </a:lnTo>
                  <a:lnTo>
                    <a:pt x="4387518" y="3142277"/>
                  </a:lnTo>
                  <a:lnTo>
                    <a:pt x="4386868" y="3142277"/>
                  </a:lnTo>
                  <a:lnTo>
                    <a:pt x="4386218" y="3142277"/>
                  </a:lnTo>
                  <a:lnTo>
                    <a:pt x="4385568" y="3142277"/>
                  </a:lnTo>
                  <a:lnTo>
                    <a:pt x="4384918" y="3142277"/>
                  </a:lnTo>
                  <a:lnTo>
                    <a:pt x="4384268" y="3142277"/>
                  </a:lnTo>
                  <a:lnTo>
                    <a:pt x="4383618" y="3142277"/>
                  </a:lnTo>
                  <a:lnTo>
                    <a:pt x="4382968" y="3142277"/>
                  </a:lnTo>
                  <a:lnTo>
                    <a:pt x="4382319" y="3142277"/>
                  </a:lnTo>
                  <a:lnTo>
                    <a:pt x="4381669" y="3142277"/>
                  </a:lnTo>
                  <a:lnTo>
                    <a:pt x="4381019" y="3142277"/>
                  </a:lnTo>
                  <a:lnTo>
                    <a:pt x="4380369" y="3142277"/>
                  </a:lnTo>
                  <a:lnTo>
                    <a:pt x="4379719" y="3142277"/>
                  </a:lnTo>
                  <a:lnTo>
                    <a:pt x="4379069" y="3142277"/>
                  </a:lnTo>
                  <a:lnTo>
                    <a:pt x="4378419" y="3142277"/>
                  </a:lnTo>
                  <a:lnTo>
                    <a:pt x="4377769" y="3142277"/>
                  </a:lnTo>
                  <a:lnTo>
                    <a:pt x="4377119" y="3142277"/>
                  </a:lnTo>
                  <a:lnTo>
                    <a:pt x="4376469" y="3142277"/>
                  </a:lnTo>
                  <a:lnTo>
                    <a:pt x="4375819" y="3142277"/>
                  </a:lnTo>
                  <a:lnTo>
                    <a:pt x="4375169" y="3142277"/>
                  </a:lnTo>
                  <a:lnTo>
                    <a:pt x="4374519" y="3142277"/>
                  </a:lnTo>
                  <a:lnTo>
                    <a:pt x="4373869" y="3142277"/>
                  </a:lnTo>
                  <a:lnTo>
                    <a:pt x="4373219" y="3142277"/>
                  </a:lnTo>
                  <a:lnTo>
                    <a:pt x="4372569" y="3142277"/>
                  </a:lnTo>
                  <a:lnTo>
                    <a:pt x="4371920" y="3142277"/>
                  </a:lnTo>
                  <a:lnTo>
                    <a:pt x="4371270" y="3142277"/>
                  </a:lnTo>
                  <a:lnTo>
                    <a:pt x="4370620" y="3142277"/>
                  </a:lnTo>
                  <a:lnTo>
                    <a:pt x="4369970" y="3142277"/>
                  </a:lnTo>
                  <a:lnTo>
                    <a:pt x="4369320" y="3142277"/>
                  </a:lnTo>
                  <a:lnTo>
                    <a:pt x="4368670" y="3142277"/>
                  </a:lnTo>
                  <a:lnTo>
                    <a:pt x="4368020" y="3142277"/>
                  </a:lnTo>
                  <a:lnTo>
                    <a:pt x="4367370" y="3142277"/>
                  </a:lnTo>
                  <a:lnTo>
                    <a:pt x="4366720" y="3142277"/>
                  </a:lnTo>
                  <a:lnTo>
                    <a:pt x="4366070" y="3142277"/>
                  </a:lnTo>
                  <a:lnTo>
                    <a:pt x="4365420" y="3142277"/>
                  </a:lnTo>
                  <a:lnTo>
                    <a:pt x="4364770" y="3142277"/>
                  </a:lnTo>
                  <a:lnTo>
                    <a:pt x="4364120" y="3142277"/>
                  </a:lnTo>
                  <a:lnTo>
                    <a:pt x="4363470" y="3142277"/>
                  </a:lnTo>
                  <a:lnTo>
                    <a:pt x="4362820" y="3142277"/>
                  </a:lnTo>
                  <a:lnTo>
                    <a:pt x="4362171" y="3142277"/>
                  </a:lnTo>
                  <a:lnTo>
                    <a:pt x="4361521" y="3142277"/>
                  </a:lnTo>
                  <a:lnTo>
                    <a:pt x="4360871" y="3142277"/>
                  </a:lnTo>
                  <a:lnTo>
                    <a:pt x="4360221" y="3142277"/>
                  </a:lnTo>
                  <a:lnTo>
                    <a:pt x="4359571" y="3142277"/>
                  </a:lnTo>
                  <a:lnTo>
                    <a:pt x="4358921" y="3142277"/>
                  </a:lnTo>
                  <a:lnTo>
                    <a:pt x="4358271" y="3142277"/>
                  </a:lnTo>
                  <a:lnTo>
                    <a:pt x="4357621" y="3142277"/>
                  </a:lnTo>
                  <a:lnTo>
                    <a:pt x="4356971" y="3142277"/>
                  </a:lnTo>
                  <a:lnTo>
                    <a:pt x="4356321" y="3142277"/>
                  </a:lnTo>
                  <a:lnTo>
                    <a:pt x="4355671" y="3142277"/>
                  </a:lnTo>
                  <a:lnTo>
                    <a:pt x="4355021" y="3142277"/>
                  </a:lnTo>
                  <a:lnTo>
                    <a:pt x="4354371" y="3142277"/>
                  </a:lnTo>
                  <a:lnTo>
                    <a:pt x="4353721" y="3142277"/>
                  </a:lnTo>
                  <a:lnTo>
                    <a:pt x="4353071" y="3142277"/>
                  </a:lnTo>
                  <a:lnTo>
                    <a:pt x="4352421" y="3142277"/>
                  </a:lnTo>
                  <a:lnTo>
                    <a:pt x="4351772" y="3142277"/>
                  </a:lnTo>
                  <a:lnTo>
                    <a:pt x="4351122" y="3142277"/>
                  </a:lnTo>
                  <a:lnTo>
                    <a:pt x="4350472" y="3142277"/>
                  </a:lnTo>
                  <a:lnTo>
                    <a:pt x="4349822" y="3142277"/>
                  </a:lnTo>
                  <a:lnTo>
                    <a:pt x="4349172" y="3142277"/>
                  </a:lnTo>
                  <a:lnTo>
                    <a:pt x="4348522" y="3142277"/>
                  </a:lnTo>
                  <a:lnTo>
                    <a:pt x="4347872" y="3142277"/>
                  </a:lnTo>
                  <a:lnTo>
                    <a:pt x="4347222" y="3142277"/>
                  </a:lnTo>
                  <a:lnTo>
                    <a:pt x="4346572" y="3142277"/>
                  </a:lnTo>
                  <a:lnTo>
                    <a:pt x="4345922" y="3142277"/>
                  </a:lnTo>
                  <a:lnTo>
                    <a:pt x="4345272" y="3142277"/>
                  </a:lnTo>
                  <a:lnTo>
                    <a:pt x="4344622" y="3142277"/>
                  </a:lnTo>
                  <a:lnTo>
                    <a:pt x="4343972" y="3142277"/>
                  </a:lnTo>
                  <a:lnTo>
                    <a:pt x="4343322" y="3142277"/>
                  </a:lnTo>
                  <a:lnTo>
                    <a:pt x="4342672" y="3142277"/>
                  </a:lnTo>
                  <a:lnTo>
                    <a:pt x="4342023" y="3142277"/>
                  </a:lnTo>
                  <a:lnTo>
                    <a:pt x="4341373" y="3142277"/>
                  </a:lnTo>
                  <a:lnTo>
                    <a:pt x="4340723" y="3142277"/>
                  </a:lnTo>
                  <a:lnTo>
                    <a:pt x="4340073" y="3142277"/>
                  </a:lnTo>
                  <a:lnTo>
                    <a:pt x="4339423" y="3142277"/>
                  </a:lnTo>
                  <a:lnTo>
                    <a:pt x="4338773" y="3142277"/>
                  </a:lnTo>
                  <a:lnTo>
                    <a:pt x="4338123" y="3142277"/>
                  </a:lnTo>
                  <a:lnTo>
                    <a:pt x="4337473" y="3142277"/>
                  </a:lnTo>
                  <a:lnTo>
                    <a:pt x="4336823" y="3142277"/>
                  </a:lnTo>
                  <a:lnTo>
                    <a:pt x="4336173" y="3142277"/>
                  </a:lnTo>
                  <a:lnTo>
                    <a:pt x="4335523" y="3142277"/>
                  </a:lnTo>
                  <a:lnTo>
                    <a:pt x="4334873" y="3142277"/>
                  </a:lnTo>
                  <a:lnTo>
                    <a:pt x="4334223" y="3142277"/>
                  </a:lnTo>
                  <a:lnTo>
                    <a:pt x="4333573" y="3142277"/>
                  </a:lnTo>
                  <a:lnTo>
                    <a:pt x="4332923" y="3142277"/>
                  </a:lnTo>
                  <a:lnTo>
                    <a:pt x="4332273" y="3142277"/>
                  </a:lnTo>
                  <a:lnTo>
                    <a:pt x="4331624" y="3142277"/>
                  </a:lnTo>
                  <a:lnTo>
                    <a:pt x="4330974" y="3142277"/>
                  </a:lnTo>
                  <a:lnTo>
                    <a:pt x="4330324" y="3142277"/>
                  </a:lnTo>
                  <a:lnTo>
                    <a:pt x="4329674" y="3142277"/>
                  </a:lnTo>
                  <a:lnTo>
                    <a:pt x="4329024" y="3142277"/>
                  </a:lnTo>
                  <a:lnTo>
                    <a:pt x="4328374" y="3142277"/>
                  </a:lnTo>
                  <a:lnTo>
                    <a:pt x="4327724" y="3142277"/>
                  </a:lnTo>
                  <a:lnTo>
                    <a:pt x="4327074" y="3142277"/>
                  </a:lnTo>
                  <a:lnTo>
                    <a:pt x="4326424" y="3142277"/>
                  </a:lnTo>
                  <a:lnTo>
                    <a:pt x="4325774" y="3142277"/>
                  </a:lnTo>
                  <a:lnTo>
                    <a:pt x="4325124" y="3142277"/>
                  </a:lnTo>
                  <a:lnTo>
                    <a:pt x="4324474" y="3142277"/>
                  </a:lnTo>
                  <a:lnTo>
                    <a:pt x="4323824" y="3142277"/>
                  </a:lnTo>
                  <a:lnTo>
                    <a:pt x="4323174" y="3142277"/>
                  </a:lnTo>
                  <a:lnTo>
                    <a:pt x="4322524" y="3142277"/>
                  </a:lnTo>
                  <a:lnTo>
                    <a:pt x="4321875" y="3142277"/>
                  </a:lnTo>
                  <a:lnTo>
                    <a:pt x="4321225" y="3142277"/>
                  </a:lnTo>
                  <a:lnTo>
                    <a:pt x="4320575" y="3142277"/>
                  </a:lnTo>
                  <a:lnTo>
                    <a:pt x="4319925" y="3142277"/>
                  </a:lnTo>
                  <a:lnTo>
                    <a:pt x="4319275" y="3142277"/>
                  </a:lnTo>
                  <a:lnTo>
                    <a:pt x="4318625" y="3142277"/>
                  </a:lnTo>
                  <a:lnTo>
                    <a:pt x="4317975" y="3142277"/>
                  </a:lnTo>
                  <a:lnTo>
                    <a:pt x="4317325" y="3142277"/>
                  </a:lnTo>
                  <a:lnTo>
                    <a:pt x="4316675" y="3142277"/>
                  </a:lnTo>
                  <a:lnTo>
                    <a:pt x="4316025" y="3142277"/>
                  </a:lnTo>
                  <a:lnTo>
                    <a:pt x="4315375" y="3142277"/>
                  </a:lnTo>
                  <a:lnTo>
                    <a:pt x="4314725" y="3142277"/>
                  </a:lnTo>
                  <a:lnTo>
                    <a:pt x="4314075" y="3142277"/>
                  </a:lnTo>
                  <a:lnTo>
                    <a:pt x="4313425" y="3142277"/>
                  </a:lnTo>
                  <a:lnTo>
                    <a:pt x="4312775" y="3142277"/>
                  </a:lnTo>
                  <a:lnTo>
                    <a:pt x="4312125" y="3142277"/>
                  </a:lnTo>
                  <a:lnTo>
                    <a:pt x="4311476" y="3142277"/>
                  </a:lnTo>
                  <a:lnTo>
                    <a:pt x="4310826" y="3142277"/>
                  </a:lnTo>
                  <a:lnTo>
                    <a:pt x="4310176" y="3142277"/>
                  </a:lnTo>
                  <a:lnTo>
                    <a:pt x="4309526" y="3142277"/>
                  </a:lnTo>
                  <a:lnTo>
                    <a:pt x="4308876" y="3142277"/>
                  </a:lnTo>
                  <a:lnTo>
                    <a:pt x="4308226" y="3142277"/>
                  </a:lnTo>
                  <a:lnTo>
                    <a:pt x="4307576" y="3142277"/>
                  </a:lnTo>
                  <a:lnTo>
                    <a:pt x="4306926" y="3142277"/>
                  </a:lnTo>
                  <a:lnTo>
                    <a:pt x="4306276" y="3142277"/>
                  </a:lnTo>
                  <a:lnTo>
                    <a:pt x="4305626" y="3142277"/>
                  </a:lnTo>
                  <a:lnTo>
                    <a:pt x="4304976" y="3142277"/>
                  </a:lnTo>
                  <a:lnTo>
                    <a:pt x="4304326" y="3142277"/>
                  </a:lnTo>
                  <a:lnTo>
                    <a:pt x="4303676" y="3142277"/>
                  </a:lnTo>
                  <a:lnTo>
                    <a:pt x="4303026" y="3142277"/>
                  </a:lnTo>
                  <a:lnTo>
                    <a:pt x="4302376" y="3142277"/>
                  </a:lnTo>
                  <a:lnTo>
                    <a:pt x="4301727" y="3142277"/>
                  </a:lnTo>
                  <a:lnTo>
                    <a:pt x="4301077" y="3142277"/>
                  </a:lnTo>
                  <a:lnTo>
                    <a:pt x="4300427" y="3142277"/>
                  </a:lnTo>
                  <a:lnTo>
                    <a:pt x="4299777" y="3142277"/>
                  </a:lnTo>
                  <a:lnTo>
                    <a:pt x="4299127" y="3142277"/>
                  </a:lnTo>
                  <a:lnTo>
                    <a:pt x="4298477" y="3142277"/>
                  </a:lnTo>
                  <a:lnTo>
                    <a:pt x="4297827" y="3142277"/>
                  </a:lnTo>
                  <a:lnTo>
                    <a:pt x="4297177" y="3142277"/>
                  </a:lnTo>
                  <a:lnTo>
                    <a:pt x="4296527" y="3142277"/>
                  </a:lnTo>
                  <a:lnTo>
                    <a:pt x="4295877" y="3142277"/>
                  </a:lnTo>
                  <a:lnTo>
                    <a:pt x="4295227" y="3142277"/>
                  </a:lnTo>
                  <a:lnTo>
                    <a:pt x="4294577" y="3142277"/>
                  </a:lnTo>
                  <a:lnTo>
                    <a:pt x="4293927" y="3142277"/>
                  </a:lnTo>
                  <a:lnTo>
                    <a:pt x="4293277" y="3142277"/>
                  </a:lnTo>
                  <a:lnTo>
                    <a:pt x="4292627" y="3142277"/>
                  </a:lnTo>
                  <a:lnTo>
                    <a:pt x="4291978" y="3142277"/>
                  </a:lnTo>
                  <a:lnTo>
                    <a:pt x="4291328" y="3142277"/>
                  </a:lnTo>
                  <a:lnTo>
                    <a:pt x="4290678" y="3142277"/>
                  </a:lnTo>
                  <a:lnTo>
                    <a:pt x="4290028" y="3142277"/>
                  </a:lnTo>
                  <a:lnTo>
                    <a:pt x="4289378" y="3142277"/>
                  </a:lnTo>
                  <a:lnTo>
                    <a:pt x="4288728" y="3142277"/>
                  </a:lnTo>
                  <a:lnTo>
                    <a:pt x="4288078" y="3142277"/>
                  </a:lnTo>
                  <a:lnTo>
                    <a:pt x="4287428" y="3142277"/>
                  </a:lnTo>
                  <a:lnTo>
                    <a:pt x="4286778" y="3142277"/>
                  </a:lnTo>
                  <a:lnTo>
                    <a:pt x="4286128" y="3142277"/>
                  </a:lnTo>
                  <a:lnTo>
                    <a:pt x="4285478" y="3142277"/>
                  </a:lnTo>
                  <a:lnTo>
                    <a:pt x="4284828" y="3142277"/>
                  </a:lnTo>
                  <a:lnTo>
                    <a:pt x="4284178" y="3142277"/>
                  </a:lnTo>
                  <a:lnTo>
                    <a:pt x="4283528" y="3142277"/>
                  </a:lnTo>
                  <a:lnTo>
                    <a:pt x="4282878" y="3142277"/>
                  </a:lnTo>
                  <a:lnTo>
                    <a:pt x="4282228" y="3142277"/>
                  </a:lnTo>
                  <a:lnTo>
                    <a:pt x="4281579" y="3142277"/>
                  </a:lnTo>
                  <a:lnTo>
                    <a:pt x="4280929" y="3142277"/>
                  </a:lnTo>
                  <a:lnTo>
                    <a:pt x="4280279" y="3142277"/>
                  </a:lnTo>
                  <a:lnTo>
                    <a:pt x="4279629" y="3142277"/>
                  </a:lnTo>
                  <a:lnTo>
                    <a:pt x="4278979" y="3142277"/>
                  </a:lnTo>
                  <a:lnTo>
                    <a:pt x="4278329" y="3142277"/>
                  </a:lnTo>
                  <a:lnTo>
                    <a:pt x="4277679" y="3142277"/>
                  </a:lnTo>
                  <a:lnTo>
                    <a:pt x="4277029" y="3142277"/>
                  </a:lnTo>
                  <a:lnTo>
                    <a:pt x="4276379" y="3142277"/>
                  </a:lnTo>
                  <a:lnTo>
                    <a:pt x="4275729" y="3142277"/>
                  </a:lnTo>
                  <a:lnTo>
                    <a:pt x="4275079" y="3142277"/>
                  </a:lnTo>
                  <a:lnTo>
                    <a:pt x="4274429" y="3142277"/>
                  </a:lnTo>
                  <a:lnTo>
                    <a:pt x="4273779" y="3142277"/>
                  </a:lnTo>
                  <a:lnTo>
                    <a:pt x="4273129" y="3142277"/>
                  </a:lnTo>
                  <a:lnTo>
                    <a:pt x="4272479" y="3142277"/>
                  </a:lnTo>
                  <a:lnTo>
                    <a:pt x="4271830" y="3142277"/>
                  </a:lnTo>
                  <a:lnTo>
                    <a:pt x="4271180" y="3142277"/>
                  </a:lnTo>
                  <a:lnTo>
                    <a:pt x="4270530" y="3142277"/>
                  </a:lnTo>
                  <a:lnTo>
                    <a:pt x="4269880" y="3142277"/>
                  </a:lnTo>
                  <a:lnTo>
                    <a:pt x="4269230" y="3142277"/>
                  </a:lnTo>
                  <a:lnTo>
                    <a:pt x="4268580" y="3142277"/>
                  </a:lnTo>
                  <a:lnTo>
                    <a:pt x="4267930" y="3142277"/>
                  </a:lnTo>
                  <a:lnTo>
                    <a:pt x="4267280" y="3142277"/>
                  </a:lnTo>
                  <a:lnTo>
                    <a:pt x="4266630" y="3142277"/>
                  </a:lnTo>
                  <a:lnTo>
                    <a:pt x="4265980" y="3142277"/>
                  </a:lnTo>
                  <a:lnTo>
                    <a:pt x="4265330" y="3142277"/>
                  </a:lnTo>
                  <a:lnTo>
                    <a:pt x="4264680" y="3142277"/>
                  </a:lnTo>
                  <a:lnTo>
                    <a:pt x="4264030" y="3142277"/>
                  </a:lnTo>
                  <a:lnTo>
                    <a:pt x="4263380" y="3142277"/>
                  </a:lnTo>
                  <a:lnTo>
                    <a:pt x="4262730" y="3142277"/>
                  </a:lnTo>
                  <a:lnTo>
                    <a:pt x="4262080" y="3142277"/>
                  </a:lnTo>
                  <a:lnTo>
                    <a:pt x="4261431" y="3142277"/>
                  </a:lnTo>
                  <a:lnTo>
                    <a:pt x="4260781" y="3142277"/>
                  </a:lnTo>
                  <a:lnTo>
                    <a:pt x="4260131" y="3142277"/>
                  </a:lnTo>
                  <a:lnTo>
                    <a:pt x="4259481" y="3142277"/>
                  </a:lnTo>
                  <a:lnTo>
                    <a:pt x="4258831" y="3142277"/>
                  </a:lnTo>
                  <a:lnTo>
                    <a:pt x="4258181" y="3142277"/>
                  </a:lnTo>
                  <a:lnTo>
                    <a:pt x="4257531" y="3142277"/>
                  </a:lnTo>
                  <a:lnTo>
                    <a:pt x="4256881" y="3142277"/>
                  </a:lnTo>
                  <a:lnTo>
                    <a:pt x="4256231" y="3142277"/>
                  </a:lnTo>
                  <a:lnTo>
                    <a:pt x="4255581" y="3142277"/>
                  </a:lnTo>
                  <a:lnTo>
                    <a:pt x="4254931" y="3142277"/>
                  </a:lnTo>
                  <a:lnTo>
                    <a:pt x="4254281" y="3142277"/>
                  </a:lnTo>
                  <a:lnTo>
                    <a:pt x="4253631" y="3142277"/>
                  </a:lnTo>
                  <a:lnTo>
                    <a:pt x="4252981" y="3142277"/>
                  </a:lnTo>
                  <a:lnTo>
                    <a:pt x="4252331" y="3142277"/>
                  </a:lnTo>
                  <a:lnTo>
                    <a:pt x="4251682" y="3142277"/>
                  </a:lnTo>
                  <a:lnTo>
                    <a:pt x="4251032" y="3142277"/>
                  </a:lnTo>
                  <a:lnTo>
                    <a:pt x="4250382" y="3142277"/>
                  </a:lnTo>
                  <a:lnTo>
                    <a:pt x="4249732" y="3142277"/>
                  </a:lnTo>
                  <a:lnTo>
                    <a:pt x="4249082" y="3142277"/>
                  </a:lnTo>
                  <a:lnTo>
                    <a:pt x="4248432" y="3142277"/>
                  </a:lnTo>
                  <a:lnTo>
                    <a:pt x="4247782" y="3142277"/>
                  </a:lnTo>
                  <a:lnTo>
                    <a:pt x="4247132" y="3142277"/>
                  </a:lnTo>
                  <a:lnTo>
                    <a:pt x="4246482" y="3142277"/>
                  </a:lnTo>
                  <a:lnTo>
                    <a:pt x="4245832" y="3142277"/>
                  </a:lnTo>
                  <a:lnTo>
                    <a:pt x="4245182" y="3142277"/>
                  </a:lnTo>
                  <a:lnTo>
                    <a:pt x="4244532" y="3142277"/>
                  </a:lnTo>
                  <a:lnTo>
                    <a:pt x="4243882" y="3142277"/>
                  </a:lnTo>
                  <a:lnTo>
                    <a:pt x="4243232" y="3142277"/>
                  </a:lnTo>
                  <a:lnTo>
                    <a:pt x="4242582" y="3142277"/>
                  </a:lnTo>
                  <a:lnTo>
                    <a:pt x="4241932" y="3142277"/>
                  </a:lnTo>
                  <a:lnTo>
                    <a:pt x="4241283" y="3142277"/>
                  </a:lnTo>
                  <a:lnTo>
                    <a:pt x="4240633" y="3142277"/>
                  </a:lnTo>
                  <a:lnTo>
                    <a:pt x="4239983" y="3142277"/>
                  </a:lnTo>
                  <a:lnTo>
                    <a:pt x="4239333" y="3142277"/>
                  </a:lnTo>
                  <a:lnTo>
                    <a:pt x="4238683" y="3142277"/>
                  </a:lnTo>
                  <a:lnTo>
                    <a:pt x="4238033" y="3142277"/>
                  </a:lnTo>
                  <a:lnTo>
                    <a:pt x="4237383" y="3142277"/>
                  </a:lnTo>
                  <a:lnTo>
                    <a:pt x="4236733" y="3142277"/>
                  </a:lnTo>
                  <a:lnTo>
                    <a:pt x="4236083" y="3142277"/>
                  </a:lnTo>
                  <a:lnTo>
                    <a:pt x="4235433" y="3142277"/>
                  </a:lnTo>
                  <a:lnTo>
                    <a:pt x="4234783" y="3142277"/>
                  </a:lnTo>
                  <a:lnTo>
                    <a:pt x="4234133" y="3142277"/>
                  </a:lnTo>
                  <a:lnTo>
                    <a:pt x="4233483" y="3142277"/>
                  </a:lnTo>
                  <a:lnTo>
                    <a:pt x="4232833" y="3142277"/>
                  </a:lnTo>
                  <a:lnTo>
                    <a:pt x="4232183" y="3142277"/>
                  </a:lnTo>
                  <a:lnTo>
                    <a:pt x="4231534" y="3142277"/>
                  </a:lnTo>
                  <a:lnTo>
                    <a:pt x="4230884" y="3142277"/>
                  </a:lnTo>
                  <a:lnTo>
                    <a:pt x="4230234" y="3142277"/>
                  </a:lnTo>
                  <a:lnTo>
                    <a:pt x="4229584" y="3142277"/>
                  </a:lnTo>
                  <a:lnTo>
                    <a:pt x="4228934" y="3142277"/>
                  </a:lnTo>
                  <a:lnTo>
                    <a:pt x="4228284" y="3142277"/>
                  </a:lnTo>
                  <a:lnTo>
                    <a:pt x="4227634" y="3142277"/>
                  </a:lnTo>
                  <a:lnTo>
                    <a:pt x="4226984" y="3142277"/>
                  </a:lnTo>
                  <a:lnTo>
                    <a:pt x="4226334" y="3142277"/>
                  </a:lnTo>
                  <a:lnTo>
                    <a:pt x="4225684" y="3142277"/>
                  </a:lnTo>
                  <a:lnTo>
                    <a:pt x="4225034" y="3142277"/>
                  </a:lnTo>
                  <a:lnTo>
                    <a:pt x="4224384" y="3142277"/>
                  </a:lnTo>
                  <a:lnTo>
                    <a:pt x="4223734" y="3142277"/>
                  </a:lnTo>
                  <a:lnTo>
                    <a:pt x="4223084" y="3142277"/>
                  </a:lnTo>
                  <a:lnTo>
                    <a:pt x="4222434" y="3142277"/>
                  </a:lnTo>
                  <a:lnTo>
                    <a:pt x="4221784" y="3142277"/>
                  </a:lnTo>
                  <a:lnTo>
                    <a:pt x="4221135" y="3142277"/>
                  </a:lnTo>
                  <a:lnTo>
                    <a:pt x="4220485" y="3142277"/>
                  </a:lnTo>
                  <a:lnTo>
                    <a:pt x="4219835" y="3142277"/>
                  </a:lnTo>
                  <a:lnTo>
                    <a:pt x="4219185" y="3142277"/>
                  </a:lnTo>
                  <a:lnTo>
                    <a:pt x="4218535" y="3142277"/>
                  </a:lnTo>
                  <a:lnTo>
                    <a:pt x="4217885" y="3142277"/>
                  </a:lnTo>
                  <a:lnTo>
                    <a:pt x="4217235" y="3142277"/>
                  </a:lnTo>
                  <a:lnTo>
                    <a:pt x="4216585" y="3142277"/>
                  </a:lnTo>
                  <a:lnTo>
                    <a:pt x="4215935" y="3142277"/>
                  </a:lnTo>
                  <a:lnTo>
                    <a:pt x="4215285" y="3142277"/>
                  </a:lnTo>
                  <a:lnTo>
                    <a:pt x="4214635" y="3142277"/>
                  </a:lnTo>
                  <a:lnTo>
                    <a:pt x="4213985" y="3142277"/>
                  </a:lnTo>
                  <a:lnTo>
                    <a:pt x="4213335" y="3142277"/>
                  </a:lnTo>
                  <a:lnTo>
                    <a:pt x="4212685" y="3142277"/>
                  </a:lnTo>
                  <a:lnTo>
                    <a:pt x="4212035" y="3142277"/>
                  </a:lnTo>
                  <a:lnTo>
                    <a:pt x="4211386" y="3142277"/>
                  </a:lnTo>
                  <a:lnTo>
                    <a:pt x="4210736" y="3142277"/>
                  </a:lnTo>
                  <a:lnTo>
                    <a:pt x="4210086" y="3142277"/>
                  </a:lnTo>
                  <a:lnTo>
                    <a:pt x="4209436" y="3142277"/>
                  </a:lnTo>
                  <a:lnTo>
                    <a:pt x="4208786" y="3142277"/>
                  </a:lnTo>
                  <a:lnTo>
                    <a:pt x="4208136" y="3142277"/>
                  </a:lnTo>
                  <a:lnTo>
                    <a:pt x="4207486" y="3142277"/>
                  </a:lnTo>
                  <a:lnTo>
                    <a:pt x="4206836" y="3142277"/>
                  </a:lnTo>
                  <a:lnTo>
                    <a:pt x="4206186" y="3142277"/>
                  </a:lnTo>
                  <a:lnTo>
                    <a:pt x="4205536" y="3142277"/>
                  </a:lnTo>
                  <a:lnTo>
                    <a:pt x="4204886" y="3142277"/>
                  </a:lnTo>
                  <a:lnTo>
                    <a:pt x="4204236" y="3142277"/>
                  </a:lnTo>
                  <a:lnTo>
                    <a:pt x="4203586" y="3142277"/>
                  </a:lnTo>
                  <a:lnTo>
                    <a:pt x="4202936" y="3142277"/>
                  </a:lnTo>
                  <a:lnTo>
                    <a:pt x="4202286" y="3142277"/>
                  </a:lnTo>
                  <a:lnTo>
                    <a:pt x="4201636" y="3142277"/>
                  </a:lnTo>
                  <a:lnTo>
                    <a:pt x="4200987" y="3142277"/>
                  </a:lnTo>
                  <a:lnTo>
                    <a:pt x="4200337" y="3142277"/>
                  </a:lnTo>
                  <a:lnTo>
                    <a:pt x="4199687" y="3142277"/>
                  </a:lnTo>
                  <a:lnTo>
                    <a:pt x="4199037" y="3142277"/>
                  </a:lnTo>
                  <a:lnTo>
                    <a:pt x="4198387" y="3142277"/>
                  </a:lnTo>
                  <a:lnTo>
                    <a:pt x="4197737" y="3142277"/>
                  </a:lnTo>
                  <a:lnTo>
                    <a:pt x="4197087" y="3142277"/>
                  </a:lnTo>
                  <a:lnTo>
                    <a:pt x="4196437" y="3142277"/>
                  </a:lnTo>
                  <a:lnTo>
                    <a:pt x="4195787" y="3142277"/>
                  </a:lnTo>
                  <a:lnTo>
                    <a:pt x="4195137" y="3142277"/>
                  </a:lnTo>
                  <a:lnTo>
                    <a:pt x="4194487" y="3142277"/>
                  </a:lnTo>
                  <a:lnTo>
                    <a:pt x="4193837" y="3142277"/>
                  </a:lnTo>
                  <a:lnTo>
                    <a:pt x="4193187" y="3142277"/>
                  </a:lnTo>
                  <a:lnTo>
                    <a:pt x="4192537" y="3142277"/>
                  </a:lnTo>
                  <a:lnTo>
                    <a:pt x="4191887" y="3142277"/>
                  </a:lnTo>
                  <a:lnTo>
                    <a:pt x="4191238" y="3142277"/>
                  </a:lnTo>
                  <a:lnTo>
                    <a:pt x="4190588" y="3142277"/>
                  </a:lnTo>
                  <a:lnTo>
                    <a:pt x="4189938" y="3142277"/>
                  </a:lnTo>
                  <a:lnTo>
                    <a:pt x="4189288" y="3142277"/>
                  </a:lnTo>
                  <a:lnTo>
                    <a:pt x="4188638" y="3142277"/>
                  </a:lnTo>
                  <a:lnTo>
                    <a:pt x="4187988" y="3142277"/>
                  </a:lnTo>
                  <a:lnTo>
                    <a:pt x="4187338" y="3142277"/>
                  </a:lnTo>
                  <a:lnTo>
                    <a:pt x="4186688" y="3142277"/>
                  </a:lnTo>
                  <a:lnTo>
                    <a:pt x="4186038" y="3142277"/>
                  </a:lnTo>
                  <a:lnTo>
                    <a:pt x="4185388" y="3142277"/>
                  </a:lnTo>
                  <a:lnTo>
                    <a:pt x="4184738" y="3142277"/>
                  </a:lnTo>
                  <a:lnTo>
                    <a:pt x="4184088" y="3142277"/>
                  </a:lnTo>
                  <a:lnTo>
                    <a:pt x="4183438" y="3142277"/>
                  </a:lnTo>
                  <a:lnTo>
                    <a:pt x="4182788" y="3142277"/>
                  </a:lnTo>
                  <a:lnTo>
                    <a:pt x="4182138" y="3142277"/>
                  </a:lnTo>
                  <a:lnTo>
                    <a:pt x="4181488" y="3142277"/>
                  </a:lnTo>
                  <a:lnTo>
                    <a:pt x="4180839" y="3142277"/>
                  </a:lnTo>
                  <a:lnTo>
                    <a:pt x="4180189" y="3142277"/>
                  </a:lnTo>
                  <a:lnTo>
                    <a:pt x="4179539" y="3142277"/>
                  </a:lnTo>
                  <a:lnTo>
                    <a:pt x="4178889" y="3142277"/>
                  </a:lnTo>
                  <a:lnTo>
                    <a:pt x="4178239" y="3142277"/>
                  </a:lnTo>
                  <a:lnTo>
                    <a:pt x="4177589" y="3142277"/>
                  </a:lnTo>
                  <a:lnTo>
                    <a:pt x="4176939" y="3142277"/>
                  </a:lnTo>
                  <a:lnTo>
                    <a:pt x="4176289" y="3142277"/>
                  </a:lnTo>
                  <a:lnTo>
                    <a:pt x="4175639" y="3142277"/>
                  </a:lnTo>
                  <a:lnTo>
                    <a:pt x="4174989" y="3142277"/>
                  </a:lnTo>
                  <a:lnTo>
                    <a:pt x="4174339" y="3142277"/>
                  </a:lnTo>
                  <a:lnTo>
                    <a:pt x="4173689" y="3142277"/>
                  </a:lnTo>
                  <a:lnTo>
                    <a:pt x="4173039" y="3142277"/>
                  </a:lnTo>
                  <a:lnTo>
                    <a:pt x="4172389" y="3142277"/>
                  </a:lnTo>
                  <a:lnTo>
                    <a:pt x="4171739" y="3142277"/>
                  </a:lnTo>
                  <a:lnTo>
                    <a:pt x="4171090" y="3142277"/>
                  </a:lnTo>
                  <a:lnTo>
                    <a:pt x="4170440" y="3142277"/>
                  </a:lnTo>
                  <a:lnTo>
                    <a:pt x="4169790" y="3142277"/>
                  </a:lnTo>
                  <a:lnTo>
                    <a:pt x="4169140" y="3142277"/>
                  </a:lnTo>
                  <a:lnTo>
                    <a:pt x="4168490" y="3142277"/>
                  </a:lnTo>
                  <a:lnTo>
                    <a:pt x="4167840" y="3142277"/>
                  </a:lnTo>
                  <a:lnTo>
                    <a:pt x="4167190" y="3142277"/>
                  </a:lnTo>
                  <a:lnTo>
                    <a:pt x="4166540" y="3142277"/>
                  </a:lnTo>
                  <a:lnTo>
                    <a:pt x="4165890" y="3142277"/>
                  </a:lnTo>
                  <a:lnTo>
                    <a:pt x="4165240" y="3142277"/>
                  </a:lnTo>
                  <a:lnTo>
                    <a:pt x="4164590" y="3142277"/>
                  </a:lnTo>
                  <a:lnTo>
                    <a:pt x="4163940" y="3142277"/>
                  </a:lnTo>
                  <a:lnTo>
                    <a:pt x="4163290" y="3142277"/>
                  </a:lnTo>
                  <a:lnTo>
                    <a:pt x="4162640" y="3142277"/>
                  </a:lnTo>
                  <a:lnTo>
                    <a:pt x="4161990" y="3142277"/>
                  </a:lnTo>
                  <a:lnTo>
                    <a:pt x="4161340" y="3142277"/>
                  </a:lnTo>
                  <a:lnTo>
                    <a:pt x="4160691" y="3142277"/>
                  </a:lnTo>
                  <a:lnTo>
                    <a:pt x="4160041" y="3142277"/>
                  </a:lnTo>
                  <a:lnTo>
                    <a:pt x="4159391" y="3142277"/>
                  </a:lnTo>
                  <a:lnTo>
                    <a:pt x="4158741" y="3142277"/>
                  </a:lnTo>
                  <a:lnTo>
                    <a:pt x="4158091" y="3142277"/>
                  </a:lnTo>
                  <a:lnTo>
                    <a:pt x="4157441" y="3142277"/>
                  </a:lnTo>
                  <a:lnTo>
                    <a:pt x="4156791" y="3142277"/>
                  </a:lnTo>
                  <a:lnTo>
                    <a:pt x="4156141" y="3142277"/>
                  </a:lnTo>
                  <a:lnTo>
                    <a:pt x="4155491" y="3142277"/>
                  </a:lnTo>
                  <a:lnTo>
                    <a:pt x="4154841" y="3142277"/>
                  </a:lnTo>
                  <a:lnTo>
                    <a:pt x="4154191" y="3142277"/>
                  </a:lnTo>
                  <a:lnTo>
                    <a:pt x="4153541" y="3142277"/>
                  </a:lnTo>
                  <a:lnTo>
                    <a:pt x="4152891" y="3142277"/>
                  </a:lnTo>
                  <a:lnTo>
                    <a:pt x="4152241" y="3142277"/>
                  </a:lnTo>
                  <a:lnTo>
                    <a:pt x="4151591" y="3142277"/>
                  </a:lnTo>
                  <a:lnTo>
                    <a:pt x="4150942" y="3142277"/>
                  </a:lnTo>
                  <a:lnTo>
                    <a:pt x="4150292" y="3142277"/>
                  </a:lnTo>
                  <a:lnTo>
                    <a:pt x="4149642" y="3142277"/>
                  </a:lnTo>
                  <a:lnTo>
                    <a:pt x="4148992" y="3142277"/>
                  </a:lnTo>
                  <a:lnTo>
                    <a:pt x="4148342" y="3142277"/>
                  </a:lnTo>
                  <a:lnTo>
                    <a:pt x="4147692" y="3142277"/>
                  </a:lnTo>
                  <a:lnTo>
                    <a:pt x="4147042" y="3142277"/>
                  </a:lnTo>
                  <a:lnTo>
                    <a:pt x="4146392" y="3142277"/>
                  </a:lnTo>
                  <a:lnTo>
                    <a:pt x="4145742" y="3142277"/>
                  </a:lnTo>
                  <a:lnTo>
                    <a:pt x="4145092" y="3142277"/>
                  </a:lnTo>
                  <a:lnTo>
                    <a:pt x="4144442" y="3142277"/>
                  </a:lnTo>
                  <a:lnTo>
                    <a:pt x="4143792" y="3142277"/>
                  </a:lnTo>
                  <a:lnTo>
                    <a:pt x="4143142" y="3142277"/>
                  </a:lnTo>
                  <a:lnTo>
                    <a:pt x="4142492" y="3142277"/>
                  </a:lnTo>
                  <a:lnTo>
                    <a:pt x="4141842" y="3142277"/>
                  </a:lnTo>
                  <a:lnTo>
                    <a:pt x="4141193" y="3142277"/>
                  </a:lnTo>
                  <a:lnTo>
                    <a:pt x="4140543" y="3142277"/>
                  </a:lnTo>
                  <a:lnTo>
                    <a:pt x="4139893" y="3142277"/>
                  </a:lnTo>
                  <a:lnTo>
                    <a:pt x="4139243" y="3142277"/>
                  </a:lnTo>
                  <a:lnTo>
                    <a:pt x="4138593" y="3142277"/>
                  </a:lnTo>
                  <a:lnTo>
                    <a:pt x="4137943" y="3142277"/>
                  </a:lnTo>
                  <a:lnTo>
                    <a:pt x="4137293" y="3142277"/>
                  </a:lnTo>
                  <a:lnTo>
                    <a:pt x="4136643" y="3142277"/>
                  </a:lnTo>
                  <a:lnTo>
                    <a:pt x="4135993" y="3142277"/>
                  </a:lnTo>
                  <a:lnTo>
                    <a:pt x="4135343" y="3142277"/>
                  </a:lnTo>
                  <a:lnTo>
                    <a:pt x="4134693" y="3142277"/>
                  </a:lnTo>
                  <a:lnTo>
                    <a:pt x="4134043" y="3142277"/>
                  </a:lnTo>
                  <a:lnTo>
                    <a:pt x="4133393" y="3142277"/>
                  </a:lnTo>
                  <a:lnTo>
                    <a:pt x="4132743" y="3142277"/>
                  </a:lnTo>
                  <a:lnTo>
                    <a:pt x="4132093" y="3142277"/>
                  </a:lnTo>
                  <a:lnTo>
                    <a:pt x="4131443" y="3142277"/>
                  </a:lnTo>
                  <a:lnTo>
                    <a:pt x="4130794" y="3142277"/>
                  </a:lnTo>
                  <a:lnTo>
                    <a:pt x="4130144" y="3142277"/>
                  </a:lnTo>
                  <a:lnTo>
                    <a:pt x="4129494" y="3142277"/>
                  </a:lnTo>
                  <a:lnTo>
                    <a:pt x="4128844" y="3142277"/>
                  </a:lnTo>
                  <a:lnTo>
                    <a:pt x="4128194" y="3142277"/>
                  </a:lnTo>
                  <a:lnTo>
                    <a:pt x="4127544" y="3142277"/>
                  </a:lnTo>
                  <a:lnTo>
                    <a:pt x="4126894" y="3142277"/>
                  </a:lnTo>
                  <a:lnTo>
                    <a:pt x="4126244" y="3142277"/>
                  </a:lnTo>
                  <a:lnTo>
                    <a:pt x="4125594" y="3142277"/>
                  </a:lnTo>
                  <a:lnTo>
                    <a:pt x="4124944" y="3142277"/>
                  </a:lnTo>
                  <a:lnTo>
                    <a:pt x="4124294" y="3142277"/>
                  </a:lnTo>
                  <a:lnTo>
                    <a:pt x="4123644" y="3142277"/>
                  </a:lnTo>
                  <a:lnTo>
                    <a:pt x="4122994" y="3142277"/>
                  </a:lnTo>
                  <a:lnTo>
                    <a:pt x="4122344" y="3142277"/>
                  </a:lnTo>
                  <a:lnTo>
                    <a:pt x="4121694" y="3142277"/>
                  </a:lnTo>
                  <a:lnTo>
                    <a:pt x="4121045" y="3142277"/>
                  </a:lnTo>
                  <a:lnTo>
                    <a:pt x="4120395" y="3142277"/>
                  </a:lnTo>
                  <a:lnTo>
                    <a:pt x="4119745" y="3142277"/>
                  </a:lnTo>
                  <a:lnTo>
                    <a:pt x="4119095" y="3142277"/>
                  </a:lnTo>
                  <a:lnTo>
                    <a:pt x="4118445" y="3142277"/>
                  </a:lnTo>
                  <a:lnTo>
                    <a:pt x="4117795" y="3142277"/>
                  </a:lnTo>
                  <a:lnTo>
                    <a:pt x="4117145" y="3142277"/>
                  </a:lnTo>
                  <a:lnTo>
                    <a:pt x="4116495" y="3142277"/>
                  </a:lnTo>
                  <a:lnTo>
                    <a:pt x="4115845" y="3142277"/>
                  </a:lnTo>
                  <a:lnTo>
                    <a:pt x="4115195" y="3142277"/>
                  </a:lnTo>
                  <a:lnTo>
                    <a:pt x="4114545" y="3142277"/>
                  </a:lnTo>
                  <a:lnTo>
                    <a:pt x="4113895" y="3142277"/>
                  </a:lnTo>
                  <a:lnTo>
                    <a:pt x="4113245" y="3142277"/>
                  </a:lnTo>
                  <a:lnTo>
                    <a:pt x="4112595" y="3142277"/>
                  </a:lnTo>
                  <a:lnTo>
                    <a:pt x="4111945" y="3142277"/>
                  </a:lnTo>
                  <a:lnTo>
                    <a:pt x="4111295" y="3142277"/>
                  </a:lnTo>
                  <a:lnTo>
                    <a:pt x="4110646" y="3142277"/>
                  </a:lnTo>
                  <a:lnTo>
                    <a:pt x="4109996" y="3142277"/>
                  </a:lnTo>
                  <a:lnTo>
                    <a:pt x="4109346" y="3142277"/>
                  </a:lnTo>
                  <a:lnTo>
                    <a:pt x="4108696" y="3142277"/>
                  </a:lnTo>
                  <a:lnTo>
                    <a:pt x="4108046" y="3142277"/>
                  </a:lnTo>
                  <a:lnTo>
                    <a:pt x="4107396" y="3142277"/>
                  </a:lnTo>
                  <a:lnTo>
                    <a:pt x="4106746" y="3142277"/>
                  </a:lnTo>
                  <a:lnTo>
                    <a:pt x="4106096" y="3142277"/>
                  </a:lnTo>
                  <a:lnTo>
                    <a:pt x="4105446" y="3142277"/>
                  </a:lnTo>
                  <a:lnTo>
                    <a:pt x="4104796" y="3142277"/>
                  </a:lnTo>
                  <a:lnTo>
                    <a:pt x="4104146" y="3142277"/>
                  </a:lnTo>
                  <a:lnTo>
                    <a:pt x="4103496" y="3142277"/>
                  </a:lnTo>
                  <a:lnTo>
                    <a:pt x="4102846" y="3142277"/>
                  </a:lnTo>
                  <a:lnTo>
                    <a:pt x="4102196" y="3142277"/>
                  </a:lnTo>
                  <a:lnTo>
                    <a:pt x="4101546" y="3142277"/>
                  </a:lnTo>
                  <a:lnTo>
                    <a:pt x="4100897" y="3142277"/>
                  </a:lnTo>
                  <a:lnTo>
                    <a:pt x="4100247" y="3142277"/>
                  </a:lnTo>
                  <a:lnTo>
                    <a:pt x="4099597" y="3142277"/>
                  </a:lnTo>
                  <a:lnTo>
                    <a:pt x="4098947" y="3142277"/>
                  </a:lnTo>
                  <a:lnTo>
                    <a:pt x="4098297" y="3142277"/>
                  </a:lnTo>
                  <a:lnTo>
                    <a:pt x="4097647" y="3142277"/>
                  </a:lnTo>
                  <a:lnTo>
                    <a:pt x="4096997" y="3142277"/>
                  </a:lnTo>
                  <a:lnTo>
                    <a:pt x="4096347" y="3142277"/>
                  </a:lnTo>
                  <a:lnTo>
                    <a:pt x="4095697" y="3142277"/>
                  </a:lnTo>
                  <a:lnTo>
                    <a:pt x="4095047" y="3142277"/>
                  </a:lnTo>
                  <a:lnTo>
                    <a:pt x="4094397" y="3142277"/>
                  </a:lnTo>
                  <a:lnTo>
                    <a:pt x="4093747" y="3142277"/>
                  </a:lnTo>
                  <a:lnTo>
                    <a:pt x="4093097" y="3142277"/>
                  </a:lnTo>
                  <a:lnTo>
                    <a:pt x="4092447" y="3142277"/>
                  </a:lnTo>
                  <a:lnTo>
                    <a:pt x="4091797" y="3142277"/>
                  </a:lnTo>
                  <a:lnTo>
                    <a:pt x="4091147" y="3142277"/>
                  </a:lnTo>
                  <a:lnTo>
                    <a:pt x="4090498" y="3142277"/>
                  </a:lnTo>
                  <a:lnTo>
                    <a:pt x="4089848" y="3142277"/>
                  </a:lnTo>
                  <a:lnTo>
                    <a:pt x="4089198" y="3142277"/>
                  </a:lnTo>
                  <a:lnTo>
                    <a:pt x="4088548" y="3142277"/>
                  </a:lnTo>
                  <a:lnTo>
                    <a:pt x="4087898" y="3142277"/>
                  </a:lnTo>
                  <a:lnTo>
                    <a:pt x="4087248" y="3142277"/>
                  </a:lnTo>
                  <a:lnTo>
                    <a:pt x="4086598" y="3142277"/>
                  </a:lnTo>
                  <a:lnTo>
                    <a:pt x="4085948" y="3142277"/>
                  </a:lnTo>
                  <a:lnTo>
                    <a:pt x="4085298" y="3142277"/>
                  </a:lnTo>
                  <a:lnTo>
                    <a:pt x="4084648" y="3142277"/>
                  </a:lnTo>
                  <a:lnTo>
                    <a:pt x="4083998" y="3142277"/>
                  </a:lnTo>
                  <a:lnTo>
                    <a:pt x="4083348" y="3142277"/>
                  </a:lnTo>
                  <a:lnTo>
                    <a:pt x="4082698" y="3142277"/>
                  </a:lnTo>
                  <a:lnTo>
                    <a:pt x="4082048" y="3142277"/>
                  </a:lnTo>
                  <a:lnTo>
                    <a:pt x="4081398" y="3142277"/>
                  </a:lnTo>
                  <a:lnTo>
                    <a:pt x="4080749" y="3142277"/>
                  </a:lnTo>
                  <a:lnTo>
                    <a:pt x="4080099" y="3142277"/>
                  </a:lnTo>
                  <a:lnTo>
                    <a:pt x="4079449" y="3142277"/>
                  </a:lnTo>
                  <a:lnTo>
                    <a:pt x="4078799" y="3142277"/>
                  </a:lnTo>
                  <a:lnTo>
                    <a:pt x="4078149" y="3142277"/>
                  </a:lnTo>
                  <a:lnTo>
                    <a:pt x="4077499" y="3142277"/>
                  </a:lnTo>
                  <a:lnTo>
                    <a:pt x="4076849" y="3142277"/>
                  </a:lnTo>
                  <a:lnTo>
                    <a:pt x="4076199" y="3142277"/>
                  </a:lnTo>
                  <a:lnTo>
                    <a:pt x="4075549" y="3142277"/>
                  </a:lnTo>
                  <a:lnTo>
                    <a:pt x="4074899" y="3142277"/>
                  </a:lnTo>
                  <a:lnTo>
                    <a:pt x="4074249" y="3142277"/>
                  </a:lnTo>
                  <a:lnTo>
                    <a:pt x="4073599" y="3142277"/>
                  </a:lnTo>
                  <a:lnTo>
                    <a:pt x="4072949" y="3142277"/>
                  </a:lnTo>
                  <a:lnTo>
                    <a:pt x="4072299" y="3142277"/>
                  </a:lnTo>
                  <a:lnTo>
                    <a:pt x="4071649" y="3142277"/>
                  </a:lnTo>
                  <a:lnTo>
                    <a:pt x="4070999" y="3142277"/>
                  </a:lnTo>
                  <a:lnTo>
                    <a:pt x="4070350" y="3142277"/>
                  </a:lnTo>
                  <a:lnTo>
                    <a:pt x="4069700" y="3142277"/>
                  </a:lnTo>
                  <a:lnTo>
                    <a:pt x="4069050" y="3142277"/>
                  </a:lnTo>
                  <a:lnTo>
                    <a:pt x="4068400" y="3142277"/>
                  </a:lnTo>
                  <a:lnTo>
                    <a:pt x="4067750" y="3142277"/>
                  </a:lnTo>
                  <a:lnTo>
                    <a:pt x="4067100" y="3142277"/>
                  </a:lnTo>
                  <a:lnTo>
                    <a:pt x="4066450" y="3142277"/>
                  </a:lnTo>
                  <a:lnTo>
                    <a:pt x="4065800" y="3142277"/>
                  </a:lnTo>
                  <a:lnTo>
                    <a:pt x="4065150" y="3142277"/>
                  </a:lnTo>
                  <a:lnTo>
                    <a:pt x="4064500" y="3142277"/>
                  </a:lnTo>
                  <a:lnTo>
                    <a:pt x="4063850" y="3142277"/>
                  </a:lnTo>
                  <a:lnTo>
                    <a:pt x="4063200" y="3142277"/>
                  </a:lnTo>
                  <a:lnTo>
                    <a:pt x="4062550" y="3142277"/>
                  </a:lnTo>
                  <a:lnTo>
                    <a:pt x="4061900" y="3142277"/>
                  </a:lnTo>
                  <a:lnTo>
                    <a:pt x="4061250" y="3142277"/>
                  </a:lnTo>
                  <a:lnTo>
                    <a:pt x="4060601" y="3142277"/>
                  </a:lnTo>
                  <a:lnTo>
                    <a:pt x="4059951" y="3142277"/>
                  </a:lnTo>
                  <a:lnTo>
                    <a:pt x="4059301" y="3142277"/>
                  </a:lnTo>
                  <a:lnTo>
                    <a:pt x="4058651" y="3142277"/>
                  </a:lnTo>
                  <a:lnTo>
                    <a:pt x="4058001" y="3142277"/>
                  </a:lnTo>
                  <a:lnTo>
                    <a:pt x="4057351" y="3142277"/>
                  </a:lnTo>
                  <a:lnTo>
                    <a:pt x="4056701" y="3142277"/>
                  </a:lnTo>
                  <a:lnTo>
                    <a:pt x="4056051" y="3142277"/>
                  </a:lnTo>
                  <a:lnTo>
                    <a:pt x="4055401" y="3142277"/>
                  </a:lnTo>
                  <a:lnTo>
                    <a:pt x="4054751" y="3142277"/>
                  </a:lnTo>
                  <a:lnTo>
                    <a:pt x="4054101" y="3142277"/>
                  </a:lnTo>
                  <a:lnTo>
                    <a:pt x="4053451" y="3142277"/>
                  </a:lnTo>
                  <a:lnTo>
                    <a:pt x="4052801" y="3142277"/>
                  </a:lnTo>
                  <a:lnTo>
                    <a:pt x="4052151" y="3142277"/>
                  </a:lnTo>
                  <a:lnTo>
                    <a:pt x="4051501" y="3142277"/>
                  </a:lnTo>
                  <a:lnTo>
                    <a:pt x="4050851" y="3142277"/>
                  </a:lnTo>
                  <a:lnTo>
                    <a:pt x="4050202" y="3142277"/>
                  </a:lnTo>
                  <a:lnTo>
                    <a:pt x="4049552" y="3142277"/>
                  </a:lnTo>
                  <a:lnTo>
                    <a:pt x="4048902" y="3142277"/>
                  </a:lnTo>
                  <a:lnTo>
                    <a:pt x="4048252" y="3142277"/>
                  </a:lnTo>
                  <a:lnTo>
                    <a:pt x="4047602" y="3142277"/>
                  </a:lnTo>
                  <a:lnTo>
                    <a:pt x="4046952" y="3142277"/>
                  </a:lnTo>
                  <a:lnTo>
                    <a:pt x="4046302" y="3142277"/>
                  </a:lnTo>
                  <a:lnTo>
                    <a:pt x="4045652" y="3142277"/>
                  </a:lnTo>
                  <a:lnTo>
                    <a:pt x="4045002" y="3142277"/>
                  </a:lnTo>
                  <a:lnTo>
                    <a:pt x="4044352" y="3142277"/>
                  </a:lnTo>
                  <a:lnTo>
                    <a:pt x="4043702" y="3142277"/>
                  </a:lnTo>
                  <a:lnTo>
                    <a:pt x="4043052" y="3142277"/>
                  </a:lnTo>
                  <a:lnTo>
                    <a:pt x="4042402" y="3142277"/>
                  </a:lnTo>
                  <a:lnTo>
                    <a:pt x="4041752" y="3142277"/>
                  </a:lnTo>
                  <a:lnTo>
                    <a:pt x="4041102" y="3142277"/>
                  </a:lnTo>
                  <a:lnTo>
                    <a:pt x="4040453" y="3142277"/>
                  </a:lnTo>
                  <a:lnTo>
                    <a:pt x="4039803" y="3142277"/>
                  </a:lnTo>
                  <a:lnTo>
                    <a:pt x="4039153" y="3142277"/>
                  </a:lnTo>
                  <a:lnTo>
                    <a:pt x="4038503" y="3142277"/>
                  </a:lnTo>
                  <a:lnTo>
                    <a:pt x="4037853" y="3142277"/>
                  </a:lnTo>
                  <a:lnTo>
                    <a:pt x="4037203" y="3142277"/>
                  </a:lnTo>
                  <a:lnTo>
                    <a:pt x="4036553" y="3142277"/>
                  </a:lnTo>
                  <a:lnTo>
                    <a:pt x="4035903" y="3142277"/>
                  </a:lnTo>
                  <a:lnTo>
                    <a:pt x="4035253" y="3142277"/>
                  </a:lnTo>
                  <a:lnTo>
                    <a:pt x="4034603" y="3142277"/>
                  </a:lnTo>
                  <a:lnTo>
                    <a:pt x="4033953" y="3142277"/>
                  </a:lnTo>
                  <a:lnTo>
                    <a:pt x="4033303" y="3142277"/>
                  </a:lnTo>
                  <a:lnTo>
                    <a:pt x="4032653" y="3142277"/>
                  </a:lnTo>
                  <a:lnTo>
                    <a:pt x="4032003" y="3142277"/>
                  </a:lnTo>
                  <a:lnTo>
                    <a:pt x="4031353" y="3142277"/>
                  </a:lnTo>
                  <a:lnTo>
                    <a:pt x="4030703" y="3142277"/>
                  </a:lnTo>
                  <a:lnTo>
                    <a:pt x="4030054" y="3142277"/>
                  </a:lnTo>
                  <a:lnTo>
                    <a:pt x="4029404" y="3142277"/>
                  </a:lnTo>
                  <a:lnTo>
                    <a:pt x="4028754" y="3142277"/>
                  </a:lnTo>
                  <a:lnTo>
                    <a:pt x="4028104" y="3142277"/>
                  </a:lnTo>
                  <a:lnTo>
                    <a:pt x="4027454" y="3142277"/>
                  </a:lnTo>
                  <a:lnTo>
                    <a:pt x="4026804" y="3142277"/>
                  </a:lnTo>
                  <a:lnTo>
                    <a:pt x="4026154" y="3142277"/>
                  </a:lnTo>
                  <a:lnTo>
                    <a:pt x="4025504" y="3142277"/>
                  </a:lnTo>
                  <a:lnTo>
                    <a:pt x="4024854" y="3142277"/>
                  </a:lnTo>
                  <a:lnTo>
                    <a:pt x="4024204" y="3142277"/>
                  </a:lnTo>
                  <a:lnTo>
                    <a:pt x="4023554" y="3142277"/>
                  </a:lnTo>
                  <a:lnTo>
                    <a:pt x="4022904" y="3142277"/>
                  </a:lnTo>
                  <a:lnTo>
                    <a:pt x="4022254" y="3142277"/>
                  </a:lnTo>
                  <a:lnTo>
                    <a:pt x="4021604" y="3142277"/>
                  </a:lnTo>
                  <a:lnTo>
                    <a:pt x="4020954" y="3142277"/>
                  </a:lnTo>
                  <a:lnTo>
                    <a:pt x="4020305" y="3142277"/>
                  </a:lnTo>
                  <a:lnTo>
                    <a:pt x="4019655" y="3142277"/>
                  </a:lnTo>
                  <a:lnTo>
                    <a:pt x="4019005" y="3142277"/>
                  </a:lnTo>
                  <a:lnTo>
                    <a:pt x="4018355" y="3142277"/>
                  </a:lnTo>
                  <a:lnTo>
                    <a:pt x="4017705" y="3142277"/>
                  </a:lnTo>
                  <a:lnTo>
                    <a:pt x="4017055" y="3142277"/>
                  </a:lnTo>
                  <a:lnTo>
                    <a:pt x="4016405" y="3142277"/>
                  </a:lnTo>
                  <a:lnTo>
                    <a:pt x="4015755" y="3142277"/>
                  </a:lnTo>
                  <a:lnTo>
                    <a:pt x="4015105" y="3142277"/>
                  </a:lnTo>
                  <a:lnTo>
                    <a:pt x="4014455" y="3142277"/>
                  </a:lnTo>
                  <a:lnTo>
                    <a:pt x="4013805" y="3142277"/>
                  </a:lnTo>
                  <a:lnTo>
                    <a:pt x="4013155" y="3142277"/>
                  </a:lnTo>
                  <a:lnTo>
                    <a:pt x="4012505" y="3142277"/>
                  </a:lnTo>
                  <a:lnTo>
                    <a:pt x="4011855" y="3142277"/>
                  </a:lnTo>
                  <a:lnTo>
                    <a:pt x="4011205" y="3142277"/>
                  </a:lnTo>
                  <a:lnTo>
                    <a:pt x="4010555" y="3142277"/>
                  </a:lnTo>
                  <a:lnTo>
                    <a:pt x="4009906" y="3142277"/>
                  </a:lnTo>
                  <a:lnTo>
                    <a:pt x="4009256" y="3142277"/>
                  </a:lnTo>
                  <a:lnTo>
                    <a:pt x="4008606" y="3142277"/>
                  </a:lnTo>
                  <a:lnTo>
                    <a:pt x="4007956" y="3142277"/>
                  </a:lnTo>
                  <a:lnTo>
                    <a:pt x="4007306" y="3142277"/>
                  </a:lnTo>
                  <a:lnTo>
                    <a:pt x="4006656" y="3142277"/>
                  </a:lnTo>
                  <a:lnTo>
                    <a:pt x="4006006" y="3142277"/>
                  </a:lnTo>
                  <a:lnTo>
                    <a:pt x="4005356" y="3142277"/>
                  </a:lnTo>
                  <a:lnTo>
                    <a:pt x="4004706" y="3142277"/>
                  </a:lnTo>
                  <a:lnTo>
                    <a:pt x="4004056" y="3142277"/>
                  </a:lnTo>
                  <a:lnTo>
                    <a:pt x="4003406" y="3142277"/>
                  </a:lnTo>
                  <a:lnTo>
                    <a:pt x="4002756" y="3142277"/>
                  </a:lnTo>
                  <a:lnTo>
                    <a:pt x="4002106" y="3142277"/>
                  </a:lnTo>
                  <a:lnTo>
                    <a:pt x="4001456" y="3142277"/>
                  </a:lnTo>
                  <a:lnTo>
                    <a:pt x="4000806" y="3142277"/>
                  </a:lnTo>
                  <a:lnTo>
                    <a:pt x="4000157" y="3142277"/>
                  </a:lnTo>
                  <a:lnTo>
                    <a:pt x="3999507" y="3142277"/>
                  </a:lnTo>
                  <a:lnTo>
                    <a:pt x="3998857" y="3142277"/>
                  </a:lnTo>
                  <a:lnTo>
                    <a:pt x="3998207" y="3142277"/>
                  </a:lnTo>
                  <a:lnTo>
                    <a:pt x="3997557" y="3142277"/>
                  </a:lnTo>
                  <a:lnTo>
                    <a:pt x="3996907" y="3142277"/>
                  </a:lnTo>
                  <a:lnTo>
                    <a:pt x="3996257" y="3142277"/>
                  </a:lnTo>
                  <a:lnTo>
                    <a:pt x="3995607" y="3142277"/>
                  </a:lnTo>
                  <a:lnTo>
                    <a:pt x="3994957" y="3142277"/>
                  </a:lnTo>
                  <a:lnTo>
                    <a:pt x="3994307" y="3142277"/>
                  </a:lnTo>
                  <a:lnTo>
                    <a:pt x="3993657" y="3142277"/>
                  </a:lnTo>
                  <a:lnTo>
                    <a:pt x="3993007" y="3142277"/>
                  </a:lnTo>
                  <a:lnTo>
                    <a:pt x="3992357" y="3142277"/>
                  </a:lnTo>
                  <a:lnTo>
                    <a:pt x="3991707" y="3142277"/>
                  </a:lnTo>
                  <a:lnTo>
                    <a:pt x="3991057" y="3142277"/>
                  </a:lnTo>
                  <a:lnTo>
                    <a:pt x="3990408" y="3142277"/>
                  </a:lnTo>
                  <a:lnTo>
                    <a:pt x="3989758" y="3142277"/>
                  </a:lnTo>
                  <a:lnTo>
                    <a:pt x="3989108" y="3142277"/>
                  </a:lnTo>
                  <a:lnTo>
                    <a:pt x="3988458" y="3142277"/>
                  </a:lnTo>
                  <a:lnTo>
                    <a:pt x="3987808" y="3142277"/>
                  </a:lnTo>
                  <a:lnTo>
                    <a:pt x="3987158" y="3142277"/>
                  </a:lnTo>
                  <a:lnTo>
                    <a:pt x="3986508" y="3142277"/>
                  </a:lnTo>
                  <a:lnTo>
                    <a:pt x="3985858" y="3142277"/>
                  </a:lnTo>
                  <a:lnTo>
                    <a:pt x="3985208" y="3142277"/>
                  </a:lnTo>
                  <a:lnTo>
                    <a:pt x="3984558" y="3142277"/>
                  </a:lnTo>
                  <a:lnTo>
                    <a:pt x="3983908" y="3142277"/>
                  </a:lnTo>
                  <a:lnTo>
                    <a:pt x="3983258" y="3142277"/>
                  </a:lnTo>
                  <a:lnTo>
                    <a:pt x="3982608" y="3142277"/>
                  </a:lnTo>
                  <a:lnTo>
                    <a:pt x="3981958" y="3142277"/>
                  </a:lnTo>
                  <a:lnTo>
                    <a:pt x="3981308" y="3142277"/>
                  </a:lnTo>
                  <a:lnTo>
                    <a:pt x="3980658" y="3142277"/>
                  </a:lnTo>
                  <a:lnTo>
                    <a:pt x="3980009" y="3142277"/>
                  </a:lnTo>
                  <a:lnTo>
                    <a:pt x="3979359" y="3142277"/>
                  </a:lnTo>
                  <a:lnTo>
                    <a:pt x="3978709" y="3142277"/>
                  </a:lnTo>
                  <a:lnTo>
                    <a:pt x="3978059" y="3142277"/>
                  </a:lnTo>
                  <a:lnTo>
                    <a:pt x="3977409" y="3142277"/>
                  </a:lnTo>
                  <a:lnTo>
                    <a:pt x="3976759" y="3142277"/>
                  </a:lnTo>
                  <a:lnTo>
                    <a:pt x="3976109" y="3142277"/>
                  </a:lnTo>
                  <a:lnTo>
                    <a:pt x="3975459" y="3142277"/>
                  </a:lnTo>
                  <a:lnTo>
                    <a:pt x="3974809" y="3142277"/>
                  </a:lnTo>
                  <a:lnTo>
                    <a:pt x="3974159" y="3142277"/>
                  </a:lnTo>
                  <a:lnTo>
                    <a:pt x="3973509" y="3142277"/>
                  </a:lnTo>
                  <a:lnTo>
                    <a:pt x="3972859" y="3142277"/>
                  </a:lnTo>
                  <a:lnTo>
                    <a:pt x="3972209" y="3142277"/>
                  </a:lnTo>
                  <a:lnTo>
                    <a:pt x="3971559" y="3142277"/>
                  </a:lnTo>
                  <a:lnTo>
                    <a:pt x="3970909" y="3142277"/>
                  </a:lnTo>
                  <a:lnTo>
                    <a:pt x="3970260" y="3142277"/>
                  </a:lnTo>
                  <a:lnTo>
                    <a:pt x="3969610" y="3142277"/>
                  </a:lnTo>
                  <a:lnTo>
                    <a:pt x="3968960" y="3142277"/>
                  </a:lnTo>
                  <a:lnTo>
                    <a:pt x="3968310" y="3142277"/>
                  </a:lnTo>
                  <a:lnTo>
                    <a:pt x="3967660" y="3142277"/>
                  </a:lnTo>
                  <a:lnTo>
                    <a:pt x="3967010" y="3142277"/>
                  </a:lnTo>
                  <a:lnTo>
                    <a:pt x="3966360" y="3142277"/>
                  </a:lnTo>
                  <a:lnTo>
                    <a:pt x="3965710" y="3142277"/>
                  </a:lnTo>
                  <a:lnTo>
                    <a:pt x="3965060" y="3142277"/>
                  </a:lnTo>
                  <a:lnTo>
                    <a:pt x="3964410" y="3142277"/>
                  </a:lnTo>
                  <a:lnTo>
                    <a:pt x="3963760" y="3142277"/>
                  </a:lnTo>
                  <a:lnTo>
                    <a:pt x="3963110" y="3142277"/>
                  </a:lnTo>
                  <a:lnTo>
                    <a:pt x="3962460" y="3142277"/>
                  </a:lnTo>
                  <a:lnTo>
                    <a:pt x="3961810" y="3142277"/>
                  </a:lnTo>
                  <a:lnTo>
                    <a:pt x="3961160" y="3142277"/>
                  </a:lnTo>
                  <a:lnTo>
                    <a:pt x="3960510" y="3142277"/>
                  </a:lnTo>
                  <a:lnTo>
                    <a:pt x="3959861" y="3142277"/>
                  </a:lnTo>
                  <a:lnTo>
                    <a:pt x="3959211" y="3142277"/>
                  </a:lnTo>
                  <a:lnTo>
                    <a:pt x="3958561" y="3142277"/>
                  </a:lnTo>
                  <a:lnTo>
                    <a:pt x="3957911" y="3142277"/>
                  </a:lnTo>
                  <a:lnTo>
                    <a:pt x="3957261" y="3142277"/>
                  </a:lnTo>
                  <a:lnTo>
                    <a:pt x="3956611" y="3142277"/>
                  </a:lnTo>
                  <a:lnTo>
                    <a:pt x="3955961" y="3142277"/>
                  </a:lnTo>
                  <a:lnTo>
                    <a:pt x="3955311" y="3142277"/>
                  </a:lnTo>
                  <a:lnTo>
                    <a:pt x="3954661" y="3142277"/>
                  </a:lnTo>
                  <a:lnTo>
                    <a:pt x="3954011" y="3142277"/>
                  </a:lnTo>
                  <a:lnTo>
                    <a:pt x="3953361" y="3142277"/>
                  </a:lnTo>
                  <a:lnTo>
                    <a:pt x="3952711" y="3142277"/>
                  </a:lnTo>
                  <a:lnTo>
                    <a:pt x="3952061" y="3142277"/>
                  </a:lnTo>
                  <a:lnTo>
                    <a:pt x="3951411" y="3142277"/>
                  </a:lnTo>
                  <a:lnTo>
                    <a:pt x="3950761" y="3142277"/>
                  </a:lnTo>
                  <a:lnTo>
                    <a:pt x="3950112" y="3142277"/>
                  </a:lnTo>
                  <a:lnTo>
                    <a:pt x="3949462" y="3142277"/>
                  </a:lnTo>
                  <a:lnTo>
                    <a:pt x="3948812" y="3142277"/>
                  </a:lnTo>
                  <a:lnTo>
                    <a:pt x="3948162" y="3142277"/>
                  </a:lnTo>
                  <a:lnTo>
                    <a:pt x="3947512" y="3142277"/>
                  </a:lnTo>
                  <a:lnTo>
                    <a:pt x="3946862" y="3142277"/>
                  </a:lnTo>
                  <a:lnTo>
                    <a:pt x="3946212" y="3142277"/>
                  </a:lnTo>
                  <a:lnTo>
                    <a:pt x="3945562" y="3142277"/>
                  </a:lnTo>
                  <a:lnTo>
                    <a:pt x="3944912" y="3142277"/>
                  </a:lnTo>
                  <a:lnTo>
                    <a:pt x="3944262" y="3142277"/>
                  </a:lnTo>
                  <a:lnTo>
                    <a:pt x="3943612" y="3142277"/>
                  </a:lnTo>
                  <a:lnTo>
                    <a:pt x="3942962" y="3142277"/>
                  </a:lnTo>
                  <a:lnTo>
                    <a:pt x="3942312" y="3142277"/>
                  </a:lnTo>
                  <a:lnTo>
                    <a:pt x="3941662" y="3142277"/>
                  </a:lnTo>
                  <a:lnTo>
                    <a:pt x="3941012" y="3142277"/>
                  </a:lnTo>
                  <a:lnTo>
                    <a:pt x="3940362" y="3142277"/>
                  </a:lnTo>
                  <a:lnTo>
                    <a:pt x="3939713" y="3142277"/>
                  </a:lnTo>
                  <a:lnTo>
                    <a:pt x="3939063" y="3142277"/>
                  </a:lnTo>
                  <a:lnTo>
                    <a:pt x="3938413" y="3142277"/>
                  </a:lnTo>
                  <a:lnTo>
                    <a:pt x="3937763" y="3142277"/>
                  </a:lnTo>
                  <a:lnTo>
                    <a:pt x="3937113" y="3142277"/>
                  </a:lnTo>
                  <a:lnTo>
                    <a:pt x="3936463" y="3142277"/>
                  </a:lnTo>
                  <a:lnTo>
                    <a:pt x="3935813" y="3142277"/>
                  </a:lnTo>
                  <a:lnTo>
                    <a:pt x="3935163" y="3142277"/>
                  </a:lnTo>
                  <a:lnTo>
                    <a:pt x="3934513" y="3142277"/>
                  </a:lnTo>
                  <a:lnTo>
                    <a:pt x="3933863" y="3142277"/>
                  </a:lnTo>
                  <a:lnTo>
                    <a:pt x="3933213" y="3142277"/>
                  </a:lnTo>
                  <a:lnTo>
                    <a:pt x="3932563" y="3142277"/>
                  </a:lnTo>
                  <a:lnTo>
                    <a:pt x="3931913" y="3142277"/>
                  </a:lnTo>
                  <a:lnTo>
                    <a:pt x="3931263" y="3142277"/>
                  </a:lnTo>
                  <a:lnTo>
                    <a:pt x="3930613" y="3142277"/>
                  </a:lnTo>
                  <a:lnTo>
                    <a:pt x="3929964" y="3142277"/>
                  </a:lnTo>
                  <a:lnTo>
                    <a:pt x="3929314" y="3142277"/>
                  </a:lnTo>
                  <a:lnTo>
                    <a:pt x="3928664" y="3142277"/>
                  </a:lnTo>
                  <a:lnTo>
                    <a:pt x="3928014" y="3142277"/>
                  </a:lnTo>
                  <a:lnTo>
                    <a:pt x="3927364" y="3142277"/>
                  </a:lnTo>
                  <a:lnTo>
                    <a:pt x="3926714" y="3142277"/>
                  </a:lnTo>
                  <a:lnTo>
                    <a:pt x="3926064" y="3142277"/>
                  </a:lnTo>
                  <a:lnTo>
                    <a:pt x="3925414" y="3142277"/>
                  </a:lnTo>
                  <a:lnTo>
                    <a:pt x="3924764" y="3142277"/>
                  </a:lnTo>
                  <a:lnTo>
                    <a:pt x="3924114" y="3142277"/>
                  </a:lnTo>
                  <a:lnTo>
                    <a:pt x="3923464" y="3142277"/>
                  </a:lnTo>
                  <a:lnTo>
                    <a:pt x="3922814" y="3142277"/>
                  </a:lnTo>
                  <a:lnTo>
                    <a:pt x="3922164" y="3142277"/>
                  </a:lnTo>
                  <a:lnTo>
                    <a:pt x="3921514" y="3142277"/>
                  </a:lnTo>
                  <a:lnTo>
                    <a:pt x="3920864" y="3142277"/>
                  </a:lnTo>
                  <a:lnTo>
                    <a:pt x="3920214" y="3142277"/>
                  </a:lnTo>
                  <a:lnTo>
                    <a:pt x="3919565" y="3142277"/>
                  </a:lnTo>
                  <a:lnTo>
                    <a:pt x="3918915" y="3142277"/>
                  </a:lnTo>
                  <a:lnTo>
                    <a:pt x="3918265" y="3142277"/>
                  </a:lnTo>
                  <a:lnTo>
                    <a:pt x="3917615" y="3142277"/>
                  </a:lnTo>
                  <a:lnTo>
                    <a:pt x="3916965" y="3142277"/>
                  </a:lnTo>
                  <a:lnTo>
                    <a:pt x="3916315" y="3142277"/>
                  </a:lnTo>
                  <a:lnTo>
                    <a:pt x="3915665" y="3142277"/>
                  </a:lnTo>
                  <a:lnTo>
                    <a:pt x="3915015" y="3142277"/>
                  </a:lnTo>
                  <a:lnTo>
                    <a:pt x="3914365" y="3142277"/>
                  </a:lnTo>
                  <a:lnTo>
                    <a:pt x="3913715" y="3142277"/>
                  </a:lnTo>
                  <a:lnTo>
                    <a:pt x="3913065" y="3142277"/>
                  </a:lnTo>
                  <a:lnTo>
                    <a:pt x="3912415" y="3142277"/>
                  </a:lnTo>
                  <a:lnTo>
                    <a:pt x="3911765" y="3142277"/>
                  </a:lnTo>
                  <a:lnTo>
                    <a:pt x="3911115" y="3142277"/>
                  </a:lnTo>
                  <a:lnTo>
                    <a:pt x="3910465" y="3142277"/>
                  </a:lnTo>
                  <a:lnTo>
                    <a:pt x="3909816" y="3142277"/>
                  </a:lnTo>
                  <a:lnTo>
                    <a:pt x="3909166" y="3142277"/>
                  </a:lnTo>
                  <a:lnTo>
                    <a:pt x="3908516" y="3142277"/>
                  </a:lnTo>
                  <a:lnTo>
                    <a:pt x="3907866" y="3142277"/>
                  </a:lnTo>
                  <a:lnTo>
                    <a:pt x="3907216" y="3142277"/>
                  </a:lnTo>
                  <a:lnTo>
                    <a:pt x="3906566" y="3142277"/>
                  </a:lnTo>
                  <a:lnTo>
                    <a:pt x="3905916" y="3142277"/>
                  </a:lnTo>
                  <a:lnTo>
                    <a:pt x="3905266" y="3142277"/>
                  </a:lnTo>
                  <a:lnTo>
                    <a:pt x="3904616" y="3142277"/>
                  </a:lnTo>
                  <a:lnTo>
                    <a:pt x="3903966" y="3142277"/>
                  </a:lnTo>
                  <a:lnTo>
                    <a:pt x="3903316" y="3142277"/>
                  </a:lnTo>
                  <a:lnTo>
                    <a:pt x="3902666" y="3142277"/>
                  </a:lnTo>
                  <a:lnTo>
                    <a:pt x="3902016" y="3142277"/>
                  </a:lnTo>
                  <a:lnTo>
                    <a:pt x="3901366" y="3142277"/>
                  </a:lnTo>
                  <a:lnTo>
                    <a:pt x="3900716" y="3142277"/>
                  </a:lnTo>
                  <a:lnTo>
                    <a:pt x="3900066" y="3142277"/>
                  </a:lnTo>
                  <a:lnTo>
                    <a:pt x="3899417" y="3142277"/>
                  </a:lnTo>
                  <a:lnTo>
                    <a:pt x="3898767" y="3142277"/>
                  </a:lnTo>
                  <a:lnTo>
                    <a:pt x="3898117" y="3142277"/>
                  </a:lnTo>
                  <a:lnTo>
                    <a:pt x="3897467" y="3142277"/>
                  </a:lnTo>
                  <a:lnTo>
                    <a:pt x="3896817" y="3142277"/>
                  </a:lnTo>
                  <a:lnTo>
                    <a:pt x="3896167" y="3142277"/>
                  </a:lnTo>
                  <a:lnTo>
                    <a:pt x="3895517" y="3142277"/>
                  </a:lnTo>
                  <a:lnTo>
                    <a:pt x="3894867" y="3142277"/>
                  </a:lnTo>
                  <a:lnTo>
                    <a:pt x="3894217" y="3142277"/>
                  </a:lnTo>
                  <a:lnTo>
                    <a:pt x="3893567" y="3142277"/>
                  </a:lnTo>
                  <a:lnTo>
                    <a:pt x="3892917" y="3142277"/>
                  </a:lnTo>
                  <a:lnTo>
                    <a:pt x="3892267" y="3142277"/>
                  </a:lnTo>
                  <a:lnTo>
                    <a:pt x="3891617" y="3142277"/>
                  </a:lnTo>
                  <a:lnTo>
                    <a:pt x="3890967" y="3142277"/>
                  </a:lnTo>
                  <a:lnTo>
                    <a:pt x="3890317" y="3142277"/>
                  </a:lnTo>
                  <a:lnTo>
                    <a:pt x="3889668" y="3142277"/>
                  </a:lnTo>
                  <a:lnTo>
                    <a:pt x="3889018" y="3142277"/>
                  </a:lnTo>
                  <a:lnTo>
                    <a:pt x="3888368" y="3142277"/>
                  </a:lnTo>
                  <a:lnTo>
                    <a:pt x="3887718" y="3142277"/>
                  </a:lnTo>
                  <a:lnTo>
                    <a:pt x="3887068" y="3142277"/>
                  </a:lnTo>
                  <a:lnTo>
                    <a:pt x="3886418" y="3142277"/>
                  </a:lnTo>
                  <a:lnTo>
                    <a:pt x="3885768" y="3142277"/>
                  </a:lnTo>
                  <a:lnTo>
                    <a:pt x="3885118" y="3142277"/>
                  </a:lnTo>
                  <a:lnTo>
                    <a:pt x="3884468" y="3142277"/>
                  </a:lnTo>
                  <a:lnTo>
                    <a:pt x="3883818" y="3142277"/>
                  </a:lnTo>
                  <a:lnTo>
                    <a:pt x="3883168" y="3142277"/>
                  </a:lnTo>
                  <a:lnTo>
                    <a:pt x="3882518" y="3142277"/>
                  </a:lnTo>
                  <a:lnTo>
                    <a:pt x="3881868" y="3142277"/>
                  </a:lnTo>
                  <a:lnTo>
                    <a:pt x="3881218" y="3142277"/>
                  </a:lnTo>
                  <a:lnTo>
                    <a:pt x="3880568" y="3142277"/>
                  </a:lnTo>
                  <a:lnTo>
                    <a:pt x="3879918" y="3142277"/>
                  </a:lnTo>
                  <a:lnTo>
                    <a:pt x="3879269" y="3142277"/>
                  </a:lnTo>
                  <a:lnTo>
                    <a:pt x="3878619" y="3142277"/>
                  </a:lnTo>
                  <a:lnTo>
                    <a:pt x="3877969" y="3142277"/>
                  </a:lnTo>
                  <a:lnTo>
                    <a:pt x="3877319" y="3142277"/>
                  </a:lnTo>
                  <a:lnTo>
                    <a:pt x="3876669" y="3142277"/>
                  </a:lnTo>
                  <a:lnTo>
                    <a:pt x="3876019" y="3142277"/>
                  </a:lnTo>
                  <a:lnTo>
                    <a:pt x="3875369" y="3142277"/>
                  </a:lnTo>
                  <a:lnTo>
                    <a:pt x="3874719" y="3142277"/>
                  </a:lnTo>
                  <a:lnTo>
                    <a:pt x="3874069" y="3142277"/>
                  </a:lnTo>
                  <a:lnTo>
                    <a:pt x="3873419" y="3142277"/>
                  </a:lnTo>
                  <a:lnTo>
                    <a:pt x="3872769" y="3142277"/>
                  </a:lnTo>
                  <a:lnTo>
                    <a:pt x="3872119" y="3142277"/>
                  </a:lnTo>
                  <a:lnTo>
                    <a:pt x="3871469" y="3142277"/>
                  </a:lnTo>
                  <a:lnTo>
                    <a:pt x="3870819" y="3142277"/>
                  </a:lnTo>
                  <a:lnTo>
                    <a:pt x="3870169" y="3142277"/>
                  </a:lnTo>
                  <a:lnTo>
                    <a:pt x="3869520" y="3142277"/>
                  </a:lnTo>
                  <a:lnTo>
                    <a:pt x="3868870" y="3142277"/>
                  </a:lnTo>
                  <a:lnTo>
                    <a:pt x="3868220" y="3142277"/>
                  </a:lnTo>
                  <a:lnTo>
                    <a:pt x="3867570" y="3142277"/>
                  </a:lnTo>
                  <a:lnTo>
                    <a:pt x="3866920" y="3142277"/>
                  </a:lnTo>
                  <a:lnTo>
                    <a:pt x="3866270" y="3142277"/>
                  </a:lnTo>
                  <a:lnTo>
                    <a:pt x="3865620" y="3142277"/>
                  </a:lnTo>
                  <a:lnTo>
                    <a:pt x="3864970" y="3142277"/>
                  </a:lnTo>
                  <a:lnTo>
                    <a:pt x="3864320" y="3142277"/>
                  </a:lnTo>
                  <a:lnTo>
                    <a:pt x="3863670" y="3142277"/>
                  </a:lnTo>
                  <a:lnTo>
                    <a:pt x="3863020" y="3142277"/>
                  </a:lnTo>
                  <a:lnTo>
                    <a:pt x="3862370" y="3142277"/>
                  </a:lnTo>
                  <a:lnTo>
                    <a:pt x="3861720" y="3142277"/>
                  </a:lnTo>
                  <a:lnTo>
                    <a:pt x="3861070" y="3142277"/>
                  </a:lnTo>
                  <a:lnTo>
                    <a:pt x="3860420" y="3142277"/>
                  </a:lnTo>
                  <a:lnTo>
                    <a:pt x="3859771" y="3142277"/>
                  </a:lnTo>
                  <a:lnTo>
                    <a:pt x="3859121" y="3142277"/>
                  </a:lnTo>
                  <a:lnTo>
                    <a:pt x="3858471" y="3142277"/>
                  </a:lnTo>
                  <a:lnTo>
                    <a:pt x="3857821" y="3142277"/>
                  </a:lnTo>
                  <a:lnTo>
                    <a:pt x="3857171" y="3142277"/>
                  </a:lnTo>
                  <a:lnTo>
                    <a:pt x="3856521" y="3142277"/>
                  </a:lnTo>
                  <a:lnTo>
                    <a:pt x="3855871" y="3142277"/>
                  </a:lnTo>
                  <a:lnTo>
                    <a:pt x="3855221" y="3142277"/>
                  </a:lnTo>
                  <a:lnTo>
                    <a:pt x="3854571" y="3142277"/>
                  </a:lnTo>
                  <a:lnTo>
                    <a:pt x="3853921" y="3142277"/>
                  </a:lnTo>
                  <a:lnTo>
                    <a:pt x="3853271" y="3142277"/>
                  </a:lnTo>
                  <a:lnTo>
                    <a:pt x="3852621" y="3142277"/>
                  </a:lnTo>
                  <a:lnTo>
                    <a:pt x="3851971" y="3142277"/>
                  </a:lnTo>
                  <a:lnTo>
                    <a:pt x="3851321" y="3142277"/>
                  </a:lnTo>
                  <a:lnTo>
                    <a:pt x="3850671" y="3142277"/>
                  </a:lnTo>
                  <a:lnTo>
                    <a:pt x="3850021" y="3142277"/>
                  </a:lnTo>
                  <a:lnTo>
                    <a:pt x="3849372" y="3142277"/>
                  </a:lnTo>
                  <a:lnTo>
                    <a:pt x="3848722" y="3142277"/>
                  </a:lnTo>
                  <a:lnTo>
                    <a:pt x="3848072" y="3142277"/>
                  </a:lnTo>
                  <a:lnTo>
                    <a:pt x="3847422" y="3142277"/>
                  </a:lnTo>
                  <a:lnTo>
                    <a:pt x="3846772" y="3142277"/>
                  </a:lnTo>
                  <a:lnTo>
                    <a:pt x="3846122" y="3142277"/>
                  </a:lnTo>
                  <a:lnTo>
                    <a:pt x="3845472" y="3142277"/>
                  </a:lnTo>
                  <a:lnTo>
                    <a:pt x="3844822" y="3142277"/>
                  </a:lnTo>
                  <a:lnTo>
                    <a:pt x="3844172" y="3142277"/>
                  </a:lnTo>
                  <a:lnTo>
                    <a:pt x="3843522" y="3142277"/>
                  </a:lnTo>
                  <a:lnTo>
                    <a:pt x="3842872" y="3142277"/>
                  </a:lnTo>
                  <a:lnTo>
                    <a:pt x="3842222" y="3142277"/>
                  </a:lnTo>
                  <a:lnTo>
                    <a:pt x="3841572" y="3142277"/>
                  </a:lnTo>
                  <a:lnTo>
                    <a:pt x="3840922" y="3142277"/>
                  </a:lnTo>
                  <a:lnTo>
                    <a:pt x="3840272" y="3142277"/>
                  </a:lnTo>
                  <a:lnTo>
                    <a:pt x="3839623" y="3142277"/>
                  </a:lnTo>
                  <a:lnTo>
                    <a:pt x="3838973" y="3142277"/>
                  </a:lnTo>
                  <a:lnTo>
                    <a:pt x="3838323" y="3142277"/>
                  </a:lnTo>
                  <a:lnTo>
                    <a:pt x="3837673" y="3142277"/>
                  </a:lnTo>
                  <a:lnTo>
                    <a:pt x="3837023" y="3142277"/>
                  </a:lnTo>
                  <a:lnTo>
                    <a:pt x="3836373" y="3142277"/>
                  </a:lnTo>
                  <a:lnTo>
                    <a:pt x="3835723" y="3142277"/>
                  </a:lnTo>
                  <a:lnTo>
                    <a:pt x="3835073" y="3142277"/>
                  </a:lnTo>
                  <a:lnTo>
                    <a:pt x="3834423" y="3142277"/>
                  </a:lnTo>
                  <a:lnTo>
                    <a:pt x="3833773" y="3142277"/>
                  </a:lnTo>
                  <a:lnTo>
                    <a:pt x="3833123" y="3142277"/>
                  </a:lnTo>
                  <a:lnTo>
                    <a:pt x="3832473" y="3142277"/>
                  </a:lnTo>
                  <a:lnTo>
                    <a:pt x="3831823" y="3142277"/>
                  </a:lnTo>
                  <a:lnTo>
                    <a:pt x="3831173" y="3142277"/>
                  </a:lnTo>
                  <a:lnTo>
                    <a:pt x="3830523" y="3142277"/>
                  </a:lnTo>
                  <a:lnTo>
                    <a:pt x="3829873" y="3142277"/>
                  </a:lnTo>
                  <a:lnTo>
                    <a:pt x="3829224" y="3142277"/>
                  </a:lnTo>
                  <a:lnTo>
                    <a:pt x="3828574" y="3142277"/>
                  </a:lnTo>
                  <a:lnTo>
                    <a:pt x="3827924" y="3142277"/>
                  </a:lnTo>
                  <a:lnTo>
                    <a:pt x="3827274" y="3142277"/>
                  </a:lnTo>
                  <a:lnTo>
                    <a:pt x="3826624" y="3142277"/>
                  </a:lnTo>
                  <a:lnTo>
                    <a:pt x="3825974" y="3142277"/>
                  </a:lnTo>
                  <a:lnTo>
                    <a:pt x="3825324" y="3142277"/>
                  </a:lnTo>
                  <a:lnTo>
                    <a:pt x="3824674" y="3142277"/>
                  </a:lnTo>
                  <a:lnTo>
                    <a:pt x="3824024" y="3142277"/>
                  </a:lnTo>
                  <a:lnTo>
                    <a:pt x="3823374" y="3142277"/>
                  </a:lnTo>
                  <a:lnTo>
                    <a:pt x="3822724" y="3142277"/>
                  </a:lnTo>
                  <a:lnTo>
                    <a:pt x="3822074" y="3142277"/>
                  </a:lnTo>
                  <a:lnTo>
                    <a:pt x="3821424" y="3142277"/>
                  </a:lnTo>
                  <a:lnTo>
                    <a:pt x="3820774" y="3142277"/>
                  </a:lnTo>
                  <a:lnTo>
                    <a:pt x="3820124" y="3142277"/>
                  </a:lnTo>
                  <a:lnTo>
                    <a:pt x="3819475" y="3142277"/>
                  </a:lnTo>
                  <a:lnTo>
                    <a:pt x="3818825" y="3142277"/>
                  </a:lnTo>
                  <a:lnTo>
                    <a:pt x="3818175" y="3142277"/>
                  </a:lnTo>
                  <a:lnTo>
                    <a:pt x="3817525" y="3142277"/>
                  </a:lnTo>
                  <a:lnTo>
                    <a:pt x="3816875" y="3142277"/>
                  </a:lnTo>
                  <a:lnTo>
                    <a:pt x="3816225" y="3142277"/>
                  </a:lnTo>
                  <a:lnTo>
                    <a:pt x="3815575" y="3142277"/>
                  </a:lnTo>
                  <a:lnTo>
                    <a:pt x="3814925" y="3142277"/>
                  </a:lnTo>
                  <a:lnTo>
                    <a:pt x="3814275" y="3142277"/>
                  </a:lnTo>
                  <a:lnTo>
                    <a:pt x="3813625" y="3142277"/>
                  </a:lnTo>
                  <a:lnTo>
                    <a:pt x="3812975" y="3142277"/>
                  </a:lnTo>
                  <a:lnTo>
                    <a:pt x="3812325" y="3142277"/>
                  </a:lnTo>
                  <a:lnTo>
                    <a:pt x="3811675" y="3142277"/>
                  </a:lnTo>
                  <a:lnTo>
                    <a:pt x="3811025" y="3142277"/>
                  </a:lnTo>
                  <a:lnTo>
                    <a:pt x="3810375" y="3142277"/>
                  </a:lnTo>
                  <a:lnTo>
                    <a:pt x="3809725" y="3142277"/>
                  </a:lnTo>
                  <a:lnTo>
                    <a:pt x="3809076" y="3142277"/>
                  </a:lnTo>
                  <a:lnTo>
                    <a:pt x="3808426" y="3142277"/>
                  </a:lnTo>
                  <a:lnTo>
                    <a:pt x="3807776" y="3142277"/>
                  </a:lnTo>
                  <a:lnTo>
                    <a:pt x="3807126" y="3142277"/>
                  </a:lnTo>
                  <a:lnTo>
                    <a:pt x="3806476" y="3142277"/>
                  </a:lnTo>
                  <a:lnTo>
                    <a:pt x="3805826" y="3142277"/>
                  </a:lnTo>
                  <a:lnTo>
                    <a:pt x="3805176" y="3142277"/>
                  </a:lnTo>
                  <a:lnTo>
                    <a:pt x="3804526" y="3142277"/>
                  </a:lnTo>
                  <a:lnTo>
                    <a:pt x="3803876" y="3142277"/>
                  </a:lnTo>
                  <a:lnTo>
                    <a:pt x="3803226" y="3142277"/>
                  </a:lnTo>
                  <a:lnTo>
                    <a:pt x="3802576" y="3142277"/>
                  </a:lnTo>
                  <a:lnTo>
                    <a:pt x="3801926" y="3142277"/>
                  </a:lnTo>
                  <a:lnTo>
                    <a:pt x="3801276" y="3142277"/>
                  </a:lnTo>
                  <a:lnTo>
                    <a:pt x="3800626" y="3142277"/>
                  </a:lnTo>
                  <a:lnTo>
                    <a:pt x="3799976" y="3142277"/>
                  </a:lnTo>
                  <a:lnTo>
                    <a:pt x="3799327" y="3142277"/>
                  </a:lnTo>
                  <a:lnTo>
                    <a:pt x="3798677" y="3142277"/>
                  </a:lnTo>
                  <a:lnTo>
                    <a:pt x="3798027" y="3142277"/>
                  </a:lnTo>
                  <a:lnTo>
                    <a:pt x="3797377" y="3142277"/>
                  </a:lnTo>
                  <a:lnTo>
                    <a:pt x="3796727" y="3142277"/>
                  </a:lnTo>
                  <a:lnTo>
                    <a:pt x="3796077" y="3142277"/>
                  </a:lnTo>
                  <a:lnTo>
                    <a:pt x="3795427" y="3142277"/>
                  </a:lnTo>
                  <a:lnTo>
                    <a:pt x="3794777" y="3142277"/>
                  </a:lnTo>
                  <a:lnTo>
                    <a:pt x="3794127" y="3142277"/>
                  </a:lnTo>
                  <a:lnTo>
                    <a:pt x="3793477" y="3142277"/>
                  </a:lnTo>
                  <a:lnTo>
                    <a:pt x="3792827" y="3142277"/>
                  </a:lnTo>
                  <a:lnTo>
                    <a:pt x="3792177" y="3142277"/>
                  </a:lnTo>
                  <a:lnTo>
                    <a:pt x="3791527" y="3142277"/>
                  </a:lnTo>
                  <a:lnTo>
                    <a:pt x="3790877" y="3142277"/>
                  </a:lnTo>
                  <a:lnTo>
                    <a:pt x="3790227" y="3142277"/>
                  </a:lnTo>
                  <a:lnTo>
                    <a:pt x="3789577" y="3142277"/>
                  </a:lnTo>
                  <a:lnTo>
                    <a:pt x="3788928" y="3142277"/>
                  </a:lnTo>
                  <a:lnTo>
                    <a:pt x="3788278" y="3142277"/>
                  </a:lnTo>
                  <a:lnTo>
                    <a:pt x="3787628" y="3142277"/>
                  </a:lnTo>
                  <a:lnTo>
                    <a:pt x="3786978" y="3142277"/>
                  </a:lnTo>
                  <a:lnTo>
                    <a:pt x="3786328" y="3142277"/>
                  </a:lnTo>
                  <a:lnTo>
                    <a:pt x="3785678" y="3142277"/>
                  </a:lnTo>
                  <a:lnTo>
                    <a:pt x="3785028" y="3142277"/>
                  </a:lnTo>
                  <a:lnTo>
                    <a:pt x="3784378" y="3142277"/>
                  </a:lnTo>
                  <a:lnTo>
                    <a:pt x="3783728" y="3142277"/>
                  </a:lnTo>
                  <a:lnTo>
                    <a:pt x="3783078" y="3142277"/>
                  </a:lnTo>
                  <a:lnTo>
                    <a:pt x="3782428" y="3142277"/>
                  </a:lnTo>
                  <a:lnTo>
                    <a:pt x="3781778" y="3142277"/>
                  </a:lnTo>
                  <a:lnTo>
                    <a:pt x="3781128" y="3142277"/>
                  </a:lnTo>
                  <a:lnTo>
                    <a:pt x="3780478" y="3142277"/>
                  </a:lnTo>
                  <a:lnTo>
                    <a:pt x="3779828" y="3142277"/>
                  </a:lnTo>
                  <a:lnTo>
                    <a:pt x="3779179" y="3142277"/>
                  </a:lnTo>
                  <a:lnTo>
                    <a:pt x="3778529" y="3142277"/>
                  </a:lnTo>
                  <a:lnTo>
                    <a:pt x="3777879" y="3142277"/>
                  </a:lnTo>
                  <a:lnTo>
                    <a:pt x="3777229" y="3142277"/>
                  </a:lnTo>
                  <a:lnTo>
                    <a:pt x="3776579" y="3142277"/>
                  </a:lnTo>
                  <a:lnTo>
                    <a:pt x="3775929" y="3142277"/>
                  </a:lnTo>
                  <a:lnTo>
                    <a:pt x="3775279" y="3142277"/>
                  </a:lnTo>
                  <a:lnTo>
                    <a:pt x="3774629" y="3142277"/>
                  </a:lnTo>
                  <a:lnTo>
                    <a:pt x="3773979" y="3142277"/>
                  </a:lnTo>
                  <a:lnTo>
                    <a:pt x="3773329" y="3142277"/>
                  </a:lnTo>
                  <a:lnTo>
                    <a:pt x="3772679" y="3142277"/>
                  </a:lnTo>
                  <a:lnTo>
                    <a:pt x="3772029" y="3142277"/>
                  </a:lnTo>
                  <a:lnTo>
                    <a:pt x="3771379" y="3142277"/>
                  </a:lnTo>
                  <a:lnTo>
                    <a:pt x="3770729" y="3142277"/>
                  </a:lnTo>
                  <a:lnTo>
                    <a:pt x="3770079" y="3142277"/>
                  </a:lnTo>
                  <a:lnTo>
                    <a:pt x="3769429" y="3142277"/>
                  </a:lnTo>
                  <a:lnTo>
                    <a:pt x="3768780" y="3142277"/>
                  </a:lnTo>
                  <a:lnTo>
                    <a:pt x="3768130" y="3142277"/>
                  </a:lnTo>
                  <a:lnTo>
                    <a:pt x="3767480" y="3142277"/>
                  </a:lnTo>
                  <a:lnTo>
                    <a:pt x="3766830" y="3142277"/>
                  </a:lnTo>
                  <a:lnTo>
                    <a:pt x="3766180" y="3142277"/>
                  </a:lnTo>
                  <a:lnTo>
                    <a:pt x="3765530" y="3142277"/>
                  </a:lnTo>
                  <a:lnTo>
                    <a:pt x="3764880" y="3142277"/>
                  </a:lnTo>
                  <a:lnTo>
                    <a:pt x="3764230" y="3142277"/>
                  </a:lnTo>
                  <a:lnTo>
                    <a:pt x="3763580" y="3142277"/>
                  </a:lnTo>
                  <a:lnTo>
                    <a:pt x="3762930" y="3142277"/>
                  </a:lnTo>
                  <a:lnTo>
                    <a:pt x="3762280" y="3142277"/>
                  </a:lnTo>
                  <a:lnTo>
                    <a:pt x="3761630" y="3142277"/>
                  </a:lnTo>
                  <a:lnTo>
                    <a:pt x="3760980" y="3142277"/>
                  </a:lnTo>
                  <a:lnTo>
                    <a:pt x="3760330" y="3142277"/>
                  </a:lnTo>
                  <a:lnTo>
                    <a:pt x="3759680" y="3142277"/>
                  </a:lnTo>
                  <a:lnTo>
                    <a:pt x="3759031" y="3142277"/>
                  </a:lnTo>
                  <a:lnTo>
                    <a:pt x="3758381" y="3142277"/>
                  </a:lnTo>
                  <a:lnTo>
                    <a:pt x="3757731" y="3142277"/>
                  </a:lnTo>
                  <a:lnTo>
                    <a:pt x="3757081" y="3142277"/>
                  </a:lnTo>
                  <a:lnTo>
                    <a:pt x="3756431" y="3142277"/>
                  </a:lnTo>
                  <a:lnTo>
                    <a:pt x="3755781" y="3142277"/>
                  </a:lnTo>
                  <a:lnTo>
                    <a:pt x="3755131" y="3142277"/>
                  </a:lnTo>
                  <a:lnTo>
                    <a:pt x="3754481" y="3142277"/>
                  </a:lnTo>
                  <a:lnTo>
                    <a:pt x="3753831" y="3142277"/>
                  </a:lnTo>
                  <a:lnTo>
                    <a:pt x="3753181" y="3142277"/>
                  </a:lnTo>
                  <a:lnTo>
                    <a:pt x="3752531" y="3142277"/>
                  </a:lnTo>
                  <a:lnTo>
                    <a:pt x="3751881" y="3142277"/>
                  </a:lnTo>
                  <a:lnTo>
                    <a:pt x="3751231" y="3142277"/>
                  </a:lnTo>
                  <a:lnTo>
                    <a:pt x="3750581" y="3142277"/>
                  </a:lnTo>
                  <a:lnTo>
                    <a:pt x="3749931" y="3142277"/>
                  </a:lnTo>
                  <a:lnTo>
                    <a:pt x="3749281" y="3142277"/>
                  </a:lnTo>
                  <a:lnTo>
                    <a:pt x="3748632" y="3142277"/>
                  </a:lnTo>
                  <a:lnTo>
                    <a:pt x="3747982" y="3142277"/>
                  </a:lnTo>
                  <a:lnTo>
                    <a:pt x="3747332" y="3142277"/>
                  </a:lnTo>
                  <a:lnTo>
                    <a:pt x="3746682" y="3142277"/>
                  </a:lnTo>
                  <a:lnTo>
                    <a:pt x="3746032" y="3142277"/>
                  </a:lnTo>
                  <a:lnTo>
                    <a:pt x="3745382" y="3142277"/>
                  </a:lnTo>
                  <a:lnTo>
                    <a:pt x="3744732" y="3142277"/>
                  </a:lnTo>
                  <a:lnTo>
                    <a:pt x="3744082" y="3142277"/>
                  </a:lnTo>
                  <a:lnTo>
                    <a:pt x="3743432" y="3142277"/>
                  </a:lnTo>
                  <a:lnTo>
                    <a:pt x="3742782" y="3142277"/>
                  </a:lnTo>
                  <a:lnTo>
                    <a:pt x="3742132" y="3142277"/>
                  </a:lnTo>
                  <a:lnTo>
                    <a:pt x="3741482" y="3142277"/>
                  </a:lnTo>
                  <a:lnTo>
                    <a:pt x="3740832" y="3142277"/>
                  </a:lnTo>
                  <a:lnTo>
                    <a:pt x="3740182" y="3142277"/>
                  </a:lnTo>
                  <a:lnTo>
                    <a:pt x="3739532" y="3142277"/>
                  </a:lnTo>
                  <a:lnTo>
                    <a:pt x="3738883" y="3142277"/>
                  </a:lnTo>
                  <a:lnTo>
                    <a:pt x="3738233" y="3142277"/>
                  </a:lnTo>
                  <a:lnTo>
                    <a:pt x="3737583" y="3142277"/>
                  </a:lnTo>
                  <a:lnTo>
                    <a:pt x="3736933" y="3142277"/>
                  </a:lnTo>
                  <a:lnTo>
                    <a:pt x="3736283" y="3142277"/>
                  </a:lnTo>
                  <a:lnTo>
                    <a:pt x="3735633" y="3142277"/>
                  </a:lnTo>
                  <a:lnTo>
                    <a:pt x="3734983" y="3142277"/>
                  </a:lnTo>
                  <a:lnTo>
                    <a:pt x="3734333" y="3142277"/>
                  </a:lnTo>
                  <a:lnTo>
                    <a:pt x="3733683" y="3142277"/>
                  </a:lnTo>
                  <a:lnTo>
                    <a:pt x="3733033" y="3142277"/>
                  </a:lnTo>
                  <a:lnTo>
                    <a:pt x="3732383" y="3142277"/>
                  </a:lnTo>
                  <a:lnTo>
                    <a:pt x="3731733" y="3142277"/>
                  </a:lnTo>
                  <a:lnTo>
                    <a:pt x="3731083" y="3142277"/>
                  </a:lnTo>
                  <a:lnTo>
                    <a:pt x="3730433" y="3142277"/>
                  </a:lnTo>
                  <a:lnTo>
                    <a:pt x="3729783" y="3142277"/>
                  </a:lnTo>
                  <a:lnTo>
                    <a:pt x="3729133" y="3142277"/>
                  </a:lnTo>
                  <a:lnTo>
                    <a:pt x="3728484" y="3142277"/>
                  </a:lnTo>
                  <a:lnTo>
                    <a:pt x="3727834" y="3142277"/>
                  </a:lnTo>
                  <a:lnTo>
                    <a:pt x="3727184" y="3142277"/>
                  </a:lnTo>
                  <a:lnTo>
                    <a:pt x="3726534" y="3142277"/>
                  </a:lnTo>
                  <a:lnTo>
                    <a:pt x="3725884" y="3142277"/>
                  </a:lnTo>
                  <a:lnTo>
                    <a:pt x="3725234" y="3142277"/>
                  </a:lnTo>
                  <a:lnTo>
                    <a:pt x="3724584" y="3142277"/>
                  </a:lnTo>
                  <a:lnTo>
                    <a:pt x="3723934" y="3142277"/>
                  </a:lnTo>
                  <a:lnTo>
                    <a:pt x="3723284" y="3142277"/>
                  </a:lnTo>
                  <a:lnTo>
                    <a:pt x="3722634" y="3142277"/>
                  </a:lnTo>
                  <a:lnTo>
                    <a:pt x="3721984" y="3142277"/>
                  </a:lnTo>
                  <a:lnTo>
                    <a:pt x="3721334" y="3142277"/>
                  </a:lnTo>
                  <a:lnTo>
                    <a:pt x="3720684" y="3142277"/>
                  </a:lnTo>
                  <a:lnTo>
                    <a:pt x="3720034" y="3142277"/>
                  </a:lnTo>
                  <a:lnTo>
                    <a:pt x="3719384" y="3142277"/>
                  </a:lnTo>
                  <a:lnTo>
                    <a:pt x="3718735" y="3142277"/>
                  </a:lnTo>
                  <a:lnTo>
                    <a:pt x="3718085" y="3142277"/>
                  </a:lnTo>
                  <a:lnTo>
                    <a:pt x="3717435" y="3142277"/>
                  </a:lnTo>
                  <a:lnTo>
                    <a:pt x="3716785" y="3142277"/>
                  </a:lnTo>
                  <a:lnTo>
                    <a:pt x="3716135" y="3142277"/>
                  </a:lnTo>
                  <a:lnTo>
                    <a:pt x="3715485" y="3142277"/>
                  </a:lnTo>
                  <a:lnTo>
                    <a:pt x="3714835" y="3142277"/>
                  </a:lnTo>
                  <a:lnTo>
                    <a:pt x="3714185" y="3142277"/>
                  </a:lnTo>
                  <a:lnTo>
                    <a:pt x="3713535" y="3142277"/>
                  </a:lnTo>
                  <a:lnTo>
                    <a:pt x="3712885" y="3142277"/>
                  </a:lnTo>
                  <a:lnTo>
                    <a:pt x="3712235" y="3142277"/>
                  </a:lnTo>
                  <a:lnTo>
                    <a:pt x="3711585" y="3142277"/>
                  </a:lnTo>
                  <a:lnTo>
                    <a:pt x="3710935" y="3142277"/>
                  </a:lnTo>
                  <a:lnTo>
                    <a:pt x="3710285" y="3142277"/>
                  </a:lnTo>
                  <a:lnTo>
                    <a:pt x="3709635" y="3142277"/>
                  </a:lnTo>
                  <a:lnTo>
                    <a:pt x="3708986" y="3142277"/>
                  </a:lnTo>
                  <a:lnTo>
                    <a:pt x="3708336" y="3142277"/>
                  </a:lnTo>
                  <a:lnTo>
                    <a:pt x="3707686" y="3142277"/>
                  </a:lnTo>
                  <a:lnTo>
                    <a:pt x="3707036" y="3142277"/>
                  </a:lnTo>
                  <a:lnTo>
                    <a:pt x="3706386" y="3142277"/>
                  </a:lnTo>
                  <a:lnTo>
                    <a:pt x="3705736" y="3142277"/>
                  </a:lnTo>
                  <a:lnTo>
                    <a:pt x="3705086" y="3142277"/>
                  </a:lnTo>
                  <a:lnTo>
                    <a:pt x="3704436" y="3142277"/>
                  </a:lnTo>
                  <a:lnTo>
                    <a:pt x="3703786" y="3142277"/>
                  </a:lnTo>
                  <a:lnTo>
                    <a:pt x="3703136" y="3142277"/>
                  </a:lnTo>
                  <a:lnTo>
                    <a:pt x="3702486" y="3142277"/>
                  </a:lnTo>
                  <a:lnTo>
                    <a:pt x="3701836" y="3142277"/>
                  </a:lnTo>
                  <a:lnTo>
                    <a:pt x="3701186" y="3142277"/>
                  </a:lnTo>
                  <a:lnTo>
                    <a:pt x="3700536" y="3142277"/>
                  </a:lnTo>
                  <a:lnTo>
                    <a:pt x="3699886" y="3142277"/>
                  </a:lnTo>
                  <a:lnTo>
                    <a:pt x="3699236" y="3142277"/>
                  </a:lnTo>
                  <a:lnTo>
                    <a:pt x="3698587" y="3142277"/>
                  </a:lnTo>
                  <a:lnTo>
                    <a:pt x="3697937" y="3142277"/>
                  </a:lnTo>
                  <a:lnTo>
                    <a:pt x="3697287" y="3142277"/>
                  </a:lnTo>
                  <a:lnTo>
                    <a:pt x="3696637" y="3142277"/>
                  </a:lnTo>
                  <a:lnTo>
                    <a:pt x="3695987" y="3142277"/>
                  </a:lnTo>
                  <a:lnTo>
                    <a:pt x="3695337" y="3142277"/>
                  </a:lnTo>
                  <a:lnTo>
                    <a:pt x="3694687" y="3142277"/>
                  </a:lnTo>
                  <a:lnTo>
                    <a:pt x="3694037" y="3142277"/>
                  </a:lnTo>
                  <a:lnTo>
                    <a:pt x="3693387" y="3142277"/>
                  </a:lnTo>
                  <a:lnTo>
                    <a:pt x="3692737" y="3142277"/>
                  </a:lnTo>
                  <a:lnTo>
                    <a:pt x="3692087" y="3142277"/>
                  </a:lnTo>
                  <a:lnTo>
                    <a:pt x="3691437" y="3142277"/>
                  </a:lnTo>
                  <a:lnTo>
                    <a:pt x="3690787" y="3142277"/>
                  </a:lnTo>
                  <a:lnTo>
                    <a:pt x="3690137" y="3142277"/>
                  </a:lnTo>
                  <a:lnTo>
                    <a:pt x="3689487" y="3142277"/>
                  </a:lnTo>
                  <a:lnTo>
                    <a:pt x="3688838" y="3142277"/>
                  </a:lnTo>
                  <a:lnTo>
                    <a:pt x="3688188" y="3142277"/>
                  </a:lnTo>
                  <a:lnTo>
                    <a:pt x="3687538" y="3142277"/>
                  </a:lnTo>
                  <a:lnTo>
                    <a:pt x="3686888" y="3142277"/>
                  </a:lnTo>
                  <a:lnTo>
                    <a:pt x="3686238" y="3142277"/>
                  </a:lnTo>
                  <a:lnTo>
                    <a:pt x="3685588" y="3142277"/>
                  </a:lnTo>
                  <a:lnTo>
                    <a:pt x="3684938" y="3142277"/>
                  </a:lnTo>
                  <a:lnTo>
                    <a:pt x="3684288" y="3142277"/>
                  </a:lnTo>
                  <a:lnTo>
                    <a:pt x="3683638" y="3142277"/>
                  </a:lnTo>
                  <a:lnTo>
                    <a:pt x="3682988" y="3142277"/>
                  </a:lnTo>
                  <a:lnTo>
                    <a:pt x="3682338" y="3142277"/>
                  </a:lnTo>
                  <a:lnTo>
                    <a:pt x="3681688" y="3142277"/>
                  </a:lnTo>
                  <a:lnTo>
                    <a:pt x="3681038" y="3142277"/>
                  </a:lnTo>
                  <a:lnTo>
                    <a:pt x="3680388" y="3142277"/>
                  </a:lnTo>
                  <a:lnTo>
                    <a:pt x="3679738" y="3142277"/>
                  </a:lnTo>
                  <a:lnTo>
                    <a:pt x="3679088" y="3142277"/>
                  </a:lnTo>
                  <a:lnTo>
                    <a:pt x="3678439" y="3142277"/>
                  </a:lnTo>
                  <a:lnTo>
                    <a:pt x="3677789" y="3142277"/>
                  </a:lnTo>
                  <a:lnTo>
                    <a:pt x="3677139" y="3142277"/>
                  </a:lnTo>
                  <a:lnTo>
                    <a:pt x="3676489" y="3142277"/>
                  </a:lnTo>
                  <a:lnTo>
                    <a:pt x="3675839" y="3142277"/>
                  </a:lnTo>
                  <a:lnTo>
                    <a:pt x="3675189" y="3142277"/>
                  </a:lnTo>
                  <a:lnTo>
                    <a:pt x="3674539" y="3142277"/>
                  </a:lnTo>
                  <a:lnTo>
                    <a:pt x="3673889" y="3142277"/>
                  </a:lnTo>
                  <a:lnTo>
                    <a:pt x="3673239" y="3142277"/>
                  </a:lnTo>
                  <a:lnTo>
                    <a:pt x="3672589" y="3142277"/>
                  </a:lnTo>
                  <a:lnTo>
                    <a:pt x="3671939" y="3142277"/>
                  </a:lnTo>
                  <a:lnTo>
                    <a:pt x="3671289" y="3142277"/>
                  </a:lnTo>
                  <a:lnTo>
                    <a:pt x="3670639" y="3142277"/>
                  </a:lnTo>
                  <a:lnTo>
                    <a:pt x="3669989" y="3142277"/>
                  </a:lnTo>
                  <a:lnTo>
                    <a:pt x="3669339" y="3142277"/>
                  </a:lnTo>
                  <a:lnTo>
                    <a:pt x="3668690" y="3142277"/>
                  </a:lnTo>
                  <a:lnTo>
                    <a:pt x="3668040" y="3142277"/>
                  </a:lnTo>
                  <a:lnTo>
                    <a:pt x="3667390" y="3142277"/>
                  </a:lnTo>
                  <a:lnTo>
                    <a:pt x="3666740" y="3142277"/>
                  </a:lnTo>
                  <a:lnTo>
                    <a:pt x="3666090" y="3142277"/>
                  </a:lnTo>
                  <a:lnTo>
                    <a:pt x="3665440" y="3142277"/>
                  </a:lnTo>
                  <a:lnTo>
                    <a:pt x="3664790" y="3142277"/>
                  </a:lnTo>
                  <a:lnTo>
                    <a:pt x="3664140" y="3142277"/>
                  </a:lnTo>
                  <a:lnTo>
                    <a:pt x="3663490" y="3142277"/>
                  </a:lnTo>
                  <a:lnTo>
                    <a:pt x="3662840" y="3142277"/>
                  </a:lnTo>
                  <a:lnTo>
                    <a:pt x="3662190" y="3142277"/>
                  </a:lnTo>
                  <a:lnTo>
                    <a:pt x="3661540" y="3142277"/>
                  </a:lnTo>
                  <a:lnTo>
                    <a:pt x="3660890" y="3142277"/>
                  </a:lnTo>
                  <a:lnTo>
                    <a:pt x="3660240" y="3142277"/>
                  </a:lnTo>
                  <a:lnTo>
                    <a:pt x="3659590" y="3142277"/>
                  </a:lnTo>
                  <a:lnTo>
                    <a:pt x="3658940" y="3142277"/>
                  </a:lnTo>
                  <a:lnTo>
                    <a:pt x="3658291" y="3142277"/>
                  </a:lnTo>
                  <a:lnTo>
                    <a:pt x="3657641" y="3142277"/>
                  </a:lnTo>
                  <a:lnTo>
                    <a:pt x="3656991" y="3142277"/>
                  </a:lnTo>
                  <a:lnTo>
                    <a:pt x="3656341" y="3142277"/>
                  </a:lnTo>
                  <a:lnTo>
                    <a:pt x="3655691" y="3142277"/>
                  </a:lnTo>
                  <a:lnTo>
                    <a:pt x="3655041" y="3142277"/>
                  </a:lnTo>
                  <a:lnTo>
                    <a:pt x="3654391" y="3142277"/>
                  </a:lnTo>
                  <a:lnTo>
                    <a:pt x="3653741" y="3142277"/>
                  </a:lnTo>
                  <a:lnTo>
                    <a:pt x="3653091" y="3142277"/>
                  </a:lnTo>
                  <a:lnTo>
                    <a:pt x="3652441" y="3142277"/>
                  </a:lnTo>
                  <a:lnTo>
                    <a:pt x="3651791" y="3142277"/>
                  </a:lnTo>
                  <a:lnTo>
                    <a:pt x="3651141" y="3142277"/>
                  </a:lnTo>
                  <a:lnTo>
                    <a:pt x="3650491" y="3142277"/>
                  </a:lnTo>
                  <a:lnTo>
                    <a:pt x="3649841" y="3142277"/>
                  </a:lnTo>
                  <a:lnTo>
                    <a:pt x="3649191" y="3142277"/>
                  </a:lnTo>
                  <a:lnTo>
                    <a:pt x="3648542" y="3142277"/>
                  </a:lnTo>
                  <a:lnTo>
                    <a:pt x="3647892" y="3142277"/>
                  </a:lnTo>
                  <a:lnTo>
                    <a:pt x="3647242" y="3142277"/>
                  </a:lnTo>
                  <a:lnTo>
                    <a:pt x="3646592" y="3142277"/>
                  </a:lnTo>
                  <a:lnTo>
                    <a:pt x="3645942" y="3142277"/>
                  </a:lnTo>
                  <a:lnTo>
                    <a:pt x="3645292" y="3142277"/>
                  </a:lnTo>
                  <a:lnTo>
                    <a:pt x="3644642" y="3142277"/>
                  </a:lnTo>
                  <a:lnTo>
                    <a:pt x="3643992" y="3142277"/>
                  </a:lnTo>
                  <a:lnTo>
                    <a:pt x="3643342" y="3142277"/>
                  </a:lnTo>
                  <a:lnTo>
                    <a:pt x="3642692" y="3142277"/>
                  </a:lnTo>
                  <a:lnTo>
                    <a:pt x="3642042" y="3142277"/>
                  </a:lnTo>
                  <a:lnTo>
                    <a:pt x="3641392" y="3142277"/>
                  </a:lnTo>
                  <a:lnTo>
                    <a:pt x="3640742" y="3142277"/>
                  </a:lnTo>
                  <a:lnTo>
                    <a:pt x="3640092" y="3142277"/>
                  </a:lnTo>
                  <a:lnTo>
                    <a:pt x="3639442" y="3142277"/>
                  </a:lnTo>
                  <a:lnTo>
                    <a:pt x="3638792" y="3142277"/>
                  </a:lnTo>
                  <a:lnTo>
                    <a:pt x="3638143" y="3142277"/>
                  </a:lnTo>
                  <a:lnTo>
                    <a:pt x="3637493" y="3142277"/>
                  </a:lnTo>
                  <a:lnTo>
                    <a:pt x="3636843" y="3142277"/>
                  </a:lnTo>
                  <a:lnTo>
                    <a:pt x="3636193" y="3142277"/>
                  </a:lnTo>
                  <a:lnTo>
                    <a:pt x="3635543" y="3142277"/>
                  </a:lnTo>
                  <a:lnTo>
                    <a:pt x="3634893" y="3142277"/>
                  </a:lnTo>
                  <a:lnTo>
                    <a:pt x="3634243" y="3142277"/>
                  </a:lnTo>
                  <a:lnTo>
                    <a:pt x="3633593" y="3142277"/>
                  </a:lnTo>
                  <a:lnTo>
                    <a:pt x="3632943" y="3142277"/>
                  </a:lnTo>
                  <a:lnTo>
                    <a:pt x="3632293" y="3142277"/>
                  </a:lnTo>
                  <a:lnTo>
                    <a:pt x="3631643" y="3142277"/>
                  </a:lnTo>
                  <a:lnTo>
                    <a:pt x="3630993" y="3142277"/>
                  </a:lnTo>
                  <a:lnTo>
                    <a:pt x="3630343" y="3142277"/>
                  </a:lnTo>
                  <a:lnTo>
                    <a:pt x="3629693" y="3142277"/>
                  </a:lnTo>
                  <a:lnTo>
                    <a:pt x="3629043" y="3142277"/>
                  </a:lnTo>
                  <a:lnTo>
                    <a:pt x="3628394" y="3142277"/>
                  </a:lnTo>
                  <a:lnTo>
                    <a:pt x="3627744" y="3142277"/>
                  </a:lnTo>
                  <a:lnTo>
                    <a:pt x="3627094" y="3142277"/>
                  </a:lnTo>
                  <a:lnTo>
                    <a:pt x="3626444" y="3142277"/>
                  </a:lnTo>
                  <a:lnTo>
                    <a:pt x="3625794" y="3142277"/>
                  </a:lnTo>
                  <a:lnTo>
                    <a:pt x="3625144" y="3142277"/>
                  </a:lnTo>
                  <a:lnTo>
                    <a:pt x="3624494" y="3142277"/>
                  </a:lnTo>
                  <a:lnTo>
                    <a:pt x="3623844" y="3142277"/>
                  </a:lnTo>
                  <a:lnTo>
                    <a:pt x="3623194" y="3142277"/>
                  </a:lnTo>
                  <a:lnTo>
                    <a:pt x="3622544" y="3142277"/>
                  </a:lnTo>
                  <a:lnTo>
                    <a:pt x="3621894" y="3142277"/>
                  </a:lnTo>
                  <a:lnTo>
                    <a:pt x="3621244" y="3142277"/>
                  </a:lnTo>
                  <a:lnTo>
                    <a:pt x="3620594" y="3142277"/>
                  </a:lnTo>
                  <a:lnTo>
                    <a:pt x="3619944" y="3142277"/>
                  </a:lnTo>
                  <a:lnTo>
                    <a:pt x="3619294" y="3142277"/>
                  </a:lnTo>
                  <a:lnTo>
                    <a:pt x="3618644" y="3142277"/>
                  </a:lnTo>
                  <a:lnTo>
                    <a:pt x="3617995" y="3142277"/>
                  </a:lnTo>
                  <a:lnTo>
                    <a:pt x="3617345" y="3142277"/>
                  </a:lnTo>
                  <a:lnTo>
                    <a:pt x="3616695" y="3142277"/>
                  </a:lnTo>
                  <a:lnTo>
                    <a:pt x="3616045" y="3142277"/>
                  </a:lnTo>
                  <a:lnTo>
                    <a:pt x="3615395" y="3142277"/>
                  </a:lnTo>
                  <a:lnTo>
                    <a:pt x="3614745" y="3142277"/>
                  </a:lnTo>
                  <a:lnTo>
                    <a:pt x="3614095" y="3142277"/>
                  </a:lnTo>
                  <a:lnTo>
                    <a:pt x="3613445" y="3142277"/>
                  </a:lnTo>
                  <a:lnTo>
                    <a:pt x="3612795" y="3142277"/>
                  </a:lnTo>
                  <a:lnTo>
                    <a:pt x="3612145" y="3142277"/>
                  </a:lnTo>
                  <a:lnTo>
                    <a:pt x="3611495" y="3142277"/>
                  </a:lnTo>
                  <a:lnTo>
                    <a:pt x="3610845" y="3142277"/>
                  </a:lnTo>
                  <a:lnTo>
                    <a:pt x="3610195" y="3142277"/>
                  </a:lnTo>
                  <a:lnTo>
                    <a:pt x="3609545" y="3142277"/>
                  </a:lnTo>
                  <a:lnTo>
                    <a:pt x="3608895" y="3142277"/>
                  </a:lnTo>
                  <a:lnTo>
                    <a:pt x="3608246" y="3142277"/>
                  </a:lnTo>
                  <a:lnTo>
                    <a:pt x="3607596" y="3142277"/>
                  </a:lnTo>
                  <a:lnTo>
                    <a:pt x="3606946" y="3142277"/>
                  </a:lnTo>
                  <a:lnTo>
                    <a:pt x="3606296" y="3142277"/>
                  </a:lnTo>
                  <a:lnTo>
                    <a:pt x="3605646" y="3142277"/>
                  </a:lnTo>
                  <a:lnTo>
                    <a:pt x="3604996" y="3142277"/>
                  </a:lnTo>
                  <a:lnTo>
                    <a:pt x="3604346" y="3142277"/>
                  </a:lnTo>
                  <a:lnTo>
                    <a:pt x="3603696" y="3142277"/>
                  </a:lnTo>
                  <a:lnTo>
                    <a:pt x="3603046" y="3142277"/>
                  </a:lnTo>
                  <a:lnTo>
                    <a:pt x="3602396" y="3142277"/>
                  </a:lnTo>
                  <a:lnTo>
                    <a:pt x="3601746" y="3142277"/>
                  </a:lnTo>
                  <a:lnTo>
                    <a:pt x="3601096" y="3142277"/>
                  </a:lnTo>
                  <a:lnTo>
                    <a:pt x="3600446" y="3142277"/>
                  </a:lnTo>
                  <a:lnTo>
                    <a:pt x="3599796" y="3142277"/>
                  </a:lnTo>
                  <a:lnTo>
                    <a:pt x="3599146" y="3142277"/>
                  </a:lnTo>
                  <a:lnTo>
                    <a:pt x="3598496" y="3142277"/>
                  </a:lnTo>
                  <a:lnTo>
                    <a:pt x="3597847" y="3142277"/>
                  </a:lnTo>
                  <a:lnTo>
                    <a:pt x="3597197" y="3142277"/>
                  </a:lnTo>
                  <a:lnTo>
                    <a:pt x="3596547" y="3142277"/>
                  </a:lnTo>
                  <a:lnTo>
                    <a:pt x="3595897" y="3142277"/>
                  </a:lnTo>
                  <a:lnTo>
                    <a:pt x="3595247" y="3142277"/>
                  </a:lnTo>
                  <a:lnTo>
                    <a:pt x="3594597" y="3142277"/>
                  </a:lnTo>
                  <a:lnTo>
                    <a:pt x="3593947" y="3142277"/>
                  </a:lnTo>
                  <a:lnTo>
                    <a:pt x="3593297" y="3142277"/>
                  </a:lnTo>
                  <a:lnTo>
                    <a:pt x="3592647" y="3142277"/>
                  </a:lnTo>
                  <a:lnTo>
                    <a:pt x="3591997" y="3142277"/>
                  </a:lnTo>
                  <a:lnTo>
                    <a:pt x="3591347" y="3142277"/>
                  </a:lnTo>
                  <a:lnTo>
                    <a:pt x="3590697" y="3142277"/>
                  </a:lnTo>
                  <a:lnTo>
                    <a:pt x="3590047" y="3142277"/>
                  </a:lnTo>
                  <a:lnTo>
                    <a:pt x="3589397" y="3142277"/>
                  </a:lnTo>
                  <a:lnTo>
                    <a:pt x="3588747" y="3142277"/>
                  </a:lnTo>
                  <a:lnTo>
                    <a:pt x="3588098" y="3142277"/>
                  </a:lnTo>
                  <a:lnTo>
                    <a:pt x="3587448" y="3142277"/>
                  </a:lnTo>
                  <a:lnTo>
                    <a:pt x="3586798" y="3142277"/>
                  </a:lnTo>
                  <a:lnTo>
                    <a:pt x="3586148" y="3142277"/>
                  </a:lnTo>
                  <a:lnTo>
                    <a:pt x="3585498" y="3142277"/>
                  </a:lnTo>
                  <a:lnTo>
                    <a:pt x="3584848" y="3142277"/>
                  </a:lnTo>
                  <a:lnTo>
                    <a:pt x="3584198" y="3142277"/>
                  </a:lnTo>
                  <a:lnTo>
                    <a:pt x="3583548" y="3142277"/>
                  </a:lnTo>
                  <a:lnTo>
                    <a:pt x="3582898" y="3142277"/>
                  </a:lnTo>
                  <a:lnTo>
                    <a:pt x="3582248" y="3142277"/>
                  </a:lnTo>
                  <a:lnTo>
                    <a:pt x="3581598" y="3142277"/>
                  </a:lnTo>
                  <a:lnTo>
                    <a:pt x="3580948" y="3142277"/>
                  </a:lnTo>
                  <a:lnTo>
                    <a:pt x="3580298" y="3142277"/>
                  </a:lnTo>
                  <a:lnTo>
                    <a:pt x="3579648" y="3142277"/>
                  </a:lnTo>
                  <a:lnTo>
                    <a:pt x="3578998" y="3142277"/>
                  </a:lnTo>
                  <a:lnTo>
                    <a:pt x="3578348" y="3142277"/>
                  </a:lnTo>
                  <a:lnTo>
                    <a:pt x="3577699" y="3142277"/>
                  </a:lnTo>
                  <a:lnTo>
                    <a:pt x="3577049" y="3142277"/>
                  </a:lnTo>
                  <a:lnTo>
                    <a:pt x="3576399" y="3142277"/>
                  </a:lnTo>
                  <a:lnTo>
                    <a:pt x="3575749" y="3142277"/>
                  </a:lnTo>
                  <a:lnTo>
                    <a:pt x="3575099" y="3142277"/>
                  </a:lnTo>
                  <a:lnTo>
                    <a:pt x="3574449" y="3142277"/>
                  </a:lnTo>
                  <a:lnTo>
                    <a:pt x="3573799" y="3142277"/>
                  </a:lnTo>
                  <a:lnTo>
                    <a:pt x="3573149" y="3142277"/>
                  </a:lnTo>
                  <a:lnTo>
                    <a:pt x="3572499" y="3142277"/>
                  </a:lnTo>
                  <a:lnTo>
                    <a:pt x="3571849" y="3142277"/>
                  </a:lnTo>
                  <a:lnTo>
                    <a:pt x="3571199" y="3142277"/>
                  </a:lnTo>
                  <a:lnTo>
                    <a:pt x="3570549" y="3142277"/>
                  </a:lnTo>
                  <a:lnTo>
                    <a:pt x="3569899" y="3142277"/>
                  </a:lnTo>
                  <a:lnTo>
                    <a:pt x="3569249" y="3142277"/>
                  </a:lnTo>
                  <a:lnTo>
                    <a:pt x="3568599" y="3142277"/>
                  </a:lnTo>
                  <a:lnTo>
                    <a:pt x="3567950" y="3142277"/>
                  </a:lnTo>
                  <a:lnTo>
                    <a:pt x="3567300" y="3142277"/>
                  </a:lnTo>
                  <a:lnTo>
                    <a:pt x="3566650" y="3142277"/>
                  </a:lnTo>
                  <a:lnTo>
                    <a:pt x="3566000" y="3142277"/>
                  </a:lnTo>
                  <a:lnTo>
                    <a:pt x="3565350" y="3142277"/>
                  </a:lnTo>
                  <a:lnTo>
                    <a:pt x="3564700" y="3142277"/>
                  </a:lnTo>
                  <a:lnTo>
                    <a:pt x="3564050" y="3142277"/>
                  </a:lnTo>
                  <a:lnTo>
                    <a:pt x="3563400" y="3142277"/>
                  </a:lnTo>
                  <a:lnTo>
                    <a:pt x="3562750" y="3142277"/>
                  </a:lnTo>
                  <a:lnTo>
                    <a:pt x="3562100" y="3142277"/>
                  </a:lnTo>
                  <a:lnTo>
                    <a:pt x="3561450" y="3142277"/>
                  </a:lnTo>
                  <a:lnTo>
                    <a:pt x="3560800" y="3142277"/>
                  </a:lnTo>
                  <a:lnTo>
                    <a:pt x="3560150" y="3142277"/>
                  </a:lnTo>
                  <a:lnTo>
                    <a:pt x="3559500" y="3142277"/>
                  </a:lnTo>
                  <a:lnTo>
                    <a:pt x="3558850" y="3142277"/>
                  </a:lnTo>
                  <a:lnTo>
                    <a:pt x="3558201" y="3142277"/>
                  </a:lnTo>
                  <a:lnTo>
                    <a:pt x="3557551" y="3142277"/>
                  </a:lnTo>
                  <a:lnTo>
                    <a:pt x="3556901" y="3142277"/>
                  </a:lnTo>
                  <a:lnTo>
                    <a:pt x="3556251" y="3142277"/>
                  </a:lnTo>
                  <a:lnTo>
                    <a:pt x="3555601" y="3142277"/>
                  </a:lnTo>
                  <a:lnTo>
                    <a:pt x="3554951" y="3142277"/>
                  </a:lnTo>
                  <a:lnTo>
                    <a:pt x="3554301" y="3142277"/>
                  </a:lnTo>
                  <a:lnTo>
                    <a:pt x="3553651" y="3142277"/>
                  </a:lnTo>
                  <a:lnTo>
                    <a:pt x="3553001" y="3142277"/>
                  </a:lnTo>
                  <a:lnTo>
                    <a:pt x="3552351" y="3142277"/>
                  </a:lnTo>
                  <a:lnTo>
                    <a:pt x="3551701" y="3142277"/>
                  </a:lnTo>
                  <a:lnTo>
                    <a:pt x="3551051" y="3142277"/>
                  </a:lnTo>
                  <a:lnTo>
                    <a:pt x="3550401" y="3142277"/>
                  </a:lnTo>
                  <a:lnTo>
                    <a:pt x="3549751" y="3142277"/>
                  </a:lnTo>
                  <a:lnTo>
                    <a:pt x="3549101" y="3142277"/>
                  </a:lnTo>
                  <a:lnTo>
                    <a:pt x="3548451" y="3142277"/>
                  </a:lnTo>
                  <a:lnTo>
                    <a:pt x="3547802" y="3142277"/>
                  </a:lnTo>
                  <a:lnTo>
                    <a:pt x="3547152" y="3142277"/>
                  </a:lnTo>
                  <a:lnTo>
                    <a:pt x="3546502" y="3142277"/>
                  </a:lnTo>
                  <a:lnTo>
                    <a:pt x="3545852" y="3142277"/>
                  </a:lnTo>
                  <a:lnTo>
                    <a:pt x="3545202" y="3142277"/>
                  </a:lnTo>
                  <a:lnTo>
                    <a:pt x="3544552" y="3142277"/>
                  </a:lnTo>
                  <a:lnTo>
                    <a:pt x="3543902" y="3142277"/>
                  </a:lnTo>
                  <a:lnTo>
                    <a:pt x="3543252" y="3142277"/>
                  </a:lnTo>
                  <a:lnTo>
                    <a:pt x="3542602" y="3142277"/>
                  </a:lnTo>
                  <a:lnTo>
                    <a:pt x="3541952" y="3142277"/>
                  </a:lnTo>
                  <a:lnTo>
                    <a:pt x="3541302" y="3142277"/>
                  </a:lnTo>
                  <a:lnTo>
                    <a:pt x="3540652" y="3142277"/>
                  </a:lnTo>
                  <a:lnTo>
                    <a:pt x="3540002" y="3142277"/>
                  </a:lnTo>
                  <a:lnTo>
                    <a:pt x="3539352" y="3142277"/>
                  </a:lnTo>
                  <a:lnTo>
                    <a:pt x="3538702" y="3142277"/>
                  </a:lnTo>
                  <a:lnTo>
                    <a:pt x="3538053" y="3142277"/>
                  </a:lnTo>
                  <a:lnTo>
                    <a:pt x="3537403" y="3142277"/>
                  </a:lnTo>
                  <a:lnTo>
                    <a:pt x="3536753" y="3142277"/>
                  </a:lnTo>
                  <a:lnTo>
                    <a:pt x="3536103" y="3142277"/>
                  </a:lnTo>
                  <a:lnTo>
                    <a:pt x="3535453" y="3142277"/>
                  </a:lnTo>
                  <a:lnTo>
                    <a:pt x="3534803" y="3142277"/>
                  </a:lnTo>
                  <a:lnTo>
                    <a:pt x="3534153" y="3142277"/>
                  </a:lnTo>
                  <a:lnTo>
                    <a:pt x="3533503" y="3142277"/>
                  </a:lnTo>
                  <a:lnTo>
                    <a:pt x="3532853" y="3142277"/>
                  </a:lnTo>
                  <a:lnTo>
                    <a:pt x="3532203" y="3142277"/>
                  </a:lnTo>
                  <a:lnTo>
                    <a:pt x="3531553" y="3142277"/>
                  </a:lnTo>
                  <a:lnTo>
                    <a:pt x="3530903" y="3142277"/>
                  </a:lnTo>
                  <a:lnTo>
                    <a:pt x="3530253" y="3142277"/>
                  </a:lnTo>
                  <a:lnTo>
                    <a:pt x="3529603" y="3142277"/>
                  </a:lnTo>
                  <a:lnTo>
                    <a:pt x="3528953" y="3142277"/>
                  </a:lnTo>
                  <a:lnTo>
                    <a:pt x="3528303" y="3142277"/>
                  </a:lnTo>
                  <a:lnTo>
                    <a:pt x="3527654" y="3142277"/>
                  </a:lnTo>
                  <a:lnTo>
                    <a:pt x="3527004" y="3142277"/>
                  </a:lnTo>
                  <a:lnTo>
                    <a:pt x="3526354" y="3142277"/>
                  </a:lnTo>
                  <a:lnTo>
                    <a:pt x="3525704" y="3142277"/>
                  </a:lnTo>
                  <a:lnTo>
                    <a:pt x="3525054" y="3142277"/>
                  </a:lnTo>
                  <a:lnTo>
                    <a:pt x="3524404" y="3142277"/>
                  </a:lnTo>
                  <a:lnTo>
                    <a:pt x="3523754" y="3142277"/>
                  </a:lnTo>
                  <a:lnTo>
                    <a:pt x="3523104" y="3142277"/>
                  </a:lnTo>
                  <a:lnTo>
                    <a:pt x="3522454" y="3142277"/>
                  </a:lnTo>
                  <a:lnTo>
                    <a:pt x="3521804" y="3142277"/>
                  </a:lnTo>
                  <a:lnTo>
                    <a:pt x="3521154" y="3142277"/>
                  </a:lnTo>
                  <a:lnTo>
                    <a:pt x="3520504" y="3142277"/>
                  </a:lnTo>
                  <a:lnTo>
                    <a:pt x="3519854" y="3142277"/>
                  </a:lnTo>
                  <a:lnTo>
                    <a:pt x="3519204" y="3142277"/>
                  </a:lnTo>
                  <a:lnTo>
                    <a:pt x="3518554" y="3142277"/>
                  </a:lnTo>
                  <a:lnTo>
                    <a:pt x="3517905" y="3142277"/>
                  </a:lnTo>
                  <a:lnTo>
                    <a:pt x="3517255" y="3142277"/>
                  </a:lnTo>
                  <a:lnTo>
                    <a:pt x="3516605" y="3142277"/>
                  </a:lnTo>
                  <a:lnTo>
                    <a:pt x="3515955" y="3142277"/>
                  </a:lnTo>
                  <a:lnTo>
                    <a:pt x="3515305" y="3142277"/>
                  </a:lnTo>
                  <a:lnTo>
                    <a:pt x="3514655" y="3142277"/>
                  </a:lnTo>
                  <a:lnTo>
                    <a:pt x="3514005" y="3142277"/>
                  </a:lnTo>
                  <a:lnTo>
                    <a:pt x="3513355" y="3142277"/>
                  </a:lnTo>
                  <a:lnTo>
                    <a:pt x="3512705" y="3142277"/>
                  </a:lnTo>
                  <a:lnTo>
                    <a:pt x="3512055" y="3142277"/>
                  </a:lnTo>
                  <a:lnTo>
                    <a:pt x="3511405" y="3142277"/>
                  </a:lnTo>
                  <a:lnTo>
                    <a:pt x="3510755" y="3142277"/>
                  </a:lnTo>
                  <a:lnTo>
                    <a:pt x="3510105" y="3142277"/>
                  </a:lnTo>
                  <a:lnTo>
                    <a:pt x="3509455" y="3142277"/>
                  </a:lnTo>
                  <a:lnTo>
                    <a:pt x="3508805" y="3142277"/>
                  </a:lnTo>
                  <a:lnTo>
                    <a:pt x="3508155" y="3142277"/>
                  </a:lnTo>
                  <a:lnTo>
                    <a:pt x="3507506" y="3142277"/>
                  </a:lnTo>
                  <a:lnTo>
                    <a:pt x="3506856" y="3142277"/>
                  </a:lnTo>
                  <a:lnTo>
                    <a:pt x="3506206" y="3142277"/>
                  </a:lnTo>
                  <a:lnTo>
                    <a:pt x="3505556" y="3142277"/>
                  </a:lnTo>
                  <a:lnTo>
                    <a:pt x="3504906" y="3142277"/>
                  </a:lnTo>
                  <a:lnTo>
                    <a:pt x="3504256" y="3142277"/>
                  </a:lnTo>
                  <a:lnTo>
                    <a:pt x="3503606" y="3142277"/>
                  </a:lnTo>
                  <a:lnTo>
                    <a:pt x="3502956" y="3142277"/>
                  </a:lnTo>
                  <a:lnTo>
                    <a:pt x="3502306" y="3142277"/>
                  </a:lnTo>
                  <a:lnTo>
                    <a:pt x="3501656" y="3142277"/>
                  </a:lnTo>
                  <a:lnTo>
                    <a:pt x="3501006" y="3142277"/>
                  </a:lnTo>
                  <a:lnTo>
                    <a:pt x="3500356" y="3142277"/>
                  </a:lnTo>
                  <a:lnTo>
                    <a:pt x="3499706" y="3142277"/>
                  </a:lnTo>
                  <a:lnTo>
                    <a:pt x="3499056" y="3142277"/>
                  </a:lnTo>
                  <a:lnTo>
                    <a:pt x="3498406" y="3142277"/>
                  </a:lnTo>
                  <a:lnTo>
                    <a:pt x="3497757" y="3142277"/>
                  </a:lnTo>
                  <a:lnTo>
                    <a:pt x="3497107" y="3142277"/>
                  </a:lnTo>
                  <a:lnTo>
                    <a:pt x="3496457" y="3142277"/>
                  </a:lnTo>
                  <a:lnTo>
                    <a:pt x="3495807" y="3142277"/>
                  </a:lnTo>
                  <a:lnTo>
                    <a:pt x="3495157" y="3142277"/>
                  </a:lnTo>
                  <a:lnTo>
                    <a:pt x="3494507" y="3142277"/>
                  </a:lnTo>
                  <a:lnTo>
                    <a:pt x="3493857" y="3142277"/>
                  </a:lnTo>
                  <a:lnTo>
                    <a:pt x="3493207" y="3142277"/>
                  </a:lnTo>
                  <a:lnTo>
                    <a:pt x="3492557" y="3142277"/>
                  </a:lnTo>
                  <a:lnTo>
                    <a:pt x="3491907" y="3142277"/>
                  </a:lnTo>
                  <a:lnTo>
                    <a:pt x="3491257" y="3142277"/>
                  </a:lnTo>
                  <a:lnTo>
                    <a:pt x="3490607" y="3142277"/>
                  </a:lnTo>
                  <a:lnTo>
                    <a:pt x="3489957" y="3142277"/>
                  </a:lnTo>
                  <a:lnTo>
                    <a:pt x="3489307" y="3142277"/>
                  </a:lnTo>
                  <a:lnTo>
                    <a:pt x="3488657" y="3142277"/>
                  </a:lnTo>
                  <a:lnTo>
                    <a:pt x="3488007" y="3142277"/>
                  </a:lnTo>
                  <a:lnTo>
                    <a:pt x="3487358" y="3142277"/>
                  </a:lnTo>
                  <a:lnTo>
                    <a:pt x="3486708" y="3142277"/>
                  </a:lnTo>
                  <a:lnTo>
                    <a:pt x="3486058" y="3142277"/>
                  </a:lnTo>
                  <a:lnTo>
                    <a:pt x="3485408" y="3142277"/>
                  </a:lnTo>
                  <a:lnTo>
                    <a:pt x="3484758" y="3142277"/>
                  </a:lnTo>
                  <a:lnTo>
                    <a:pt x="3484108" y="3142277"/>
                  </a:lnTo>
                  <a:lnTo>
                    <a:pt x="3483458" y="3142277"/>
                  </a:lnTo>
                  <a:lnTo>
                    <a:pt x="3482808" y="3142277"/>
                  </a:lnTo>
                  <a:lnTo>
                    <a:pt x="3482158" y="3142277"/>
                  </a:lnTo>
                  <a:lnTo>
                    <a:pt x="3481508" y="3142277"/>
                  </a:lnTo>
                  <a:lnTo>
                    <a:pt x="3480858" y="3142277"/>
                  </a:lnTo>
                  <a:lnTo>
                    <a:pt x="3480208" y="3142277"/>
                  </a:lnTo>
                  <a:lnTo>
                    <a:pt x="3479558" y="3142277"/>
                  </a:lnTo>
                  <a:lnTo>
                    <a:pt x="3478908" y="3142277"/>
                  </a:lnTo>
                  <a:lnTo>
                    <a:pt x="3478258" y="3142277"/>
                  </a:lnTo>
                  <a:lnTo>
                    <a:pt x="3477609" y="3142277"/>
                  </a:lnTo>
                  <a:lnTo>
                    <a:pt x="3476959" y="3142277"/>
                  </a:lnTo>
                  <a:lnTo>
                    <a:pt x="3476309" y="3142277"/>
                  </a:lnTo>
                  <a:lnTo>
                    <a:pt x="3475659" y="3142277"/>
                  </a:lnTo>
                  <a:lnTo>
                    <a:pt x="3475009" y="3142277"/>
                  </a:lnTo>
                  <a:lnTo>
                    <a:pt x="3474359" y="3142277"/>
                  </a:lnTo>
                  <a:lnTo>
                    <a:pt x="3473709" y="3142277"/>
                  </a:lnTo>
                  <a:lnTo>
                    <a:pt x="3473059" y="3142277"/>
                  </a:lnTo>
                  <a:lnTo>
                    <a:pt x="3472409" y="3142277"/>
                  </a:lnTo>
                  <a:lnTo>
                    <a:pt x="3471759" y="3142277"/>
                  </a:lnTo>
                  <a:lnTo>
                    <a:pt x="3471109" y="3142277"/>
                  </a:lnTo>
                  <a:lnTo>
                    <a:pt x="3470459" y="3142277"/>
                  </a:lnTo>
                  <a:lnTo>
                    <a:pt x="3469809" y="3142277"/>
                  </a:lnTo>
                  <a:lnTo>
                    <a:pt x="3469159" y="3142277"/>
                  </a:lnTo>
                  <a:lnTo>
                    <a:pt x="3468509" y="3142277"/>
                  </a:lnTo>
                  <a:lnTo>
                    <a:pt x="3467859" y="3142277"/>
                  </a:lnTo>
                  <a:lnTo>
                    <a:pt x="3467210" y="3142277"/>
                  </a:lnTo>
                  <a:lnTo>
                    <a:pt x="3466560" y="3142277"/>
                  </a:lnTo>
                  <a:lnTo>
                    <a:pt x="3465910" y="3142277"/>
                  </a:lnTo>
                  <a:lnTo>
                    <a:pt x="3465260" y="3142277"/>
                  </a:lnTo>
                  <a:lnTo>
                    <a:pt x="3464610" y="3142277"/>
                  </a:lnTo>
                  <a:lnTo>
                    <a:pt x="3463960" y="3142277"/>
                  </a:lnTo>
                  <a:lnTo>
                    <a:pt x="3463310" y="3142277"/>
                  </a:lnTo>
                  <a:lnTo>
                    <a:pt x="3462660" y="3142277"/>
                  </a:lnTo>
                  <a:lnTo>
                    <a:pt x="3462010" y="3142277"/>
                  </a:lnTo>
                  <a:lnTo>
                    <a:pt x="3461360" y="3142277"/>
                  </a:lnTo>
                  <a:lnTo>
                    <a:pt x="3460710" y="3142277"/>
                  </a:lnTo>
                  <a:lnTo>
                    <a:pt x="3460060" y="3142277"/>
                  </a:lnTo>
                  <a:lnTo>
                    <a:pt x="3459410" y="3142277"/>
                  </a:lnTo>
                  <a:lnTo>
                    <a:pt x="3458760" y="3142277"/>
                  </a:lnTo>
                  <a:lnTo>
                    <a:pt x="3458110" y="3142277"/>
                  </a:lnTo>
                  <a:lnTo>
                    <a:pt x="3457461" y="3142277"/>
                  </a:lnTo>
                  <a:lnTo>
                    <a:pt x="3456811" y="3142277"/>
                  </a:lnTo>
                  <a:lnTo>
                    <a:pt x="3456161" y="3142277"/>
                  </a:lnTo>
                  <a:lnTo>
                    <a:pt x="3455511" y="3142277"/>
                  </a:lnTo>
                  <a:lnTo>
                    <a:pt x="3454861" y="3142277"/>
                  </a:lnTo>
                  <a:lnTo>
                    <a:pt x="3454211" y="3142277"/>
                  </a:lnTo>
                  <a:lnTo>
                    <a:pt x="3453561" y="3142277"/>
                  </a:lnTo>
                  <a:lnTo>
                    <a:pt x="3452911" y="3142277"/>
                  </a:lnTo>
                  <a:lnTo>
                    <a:pt x="3452261" y="3142277"/>
                  </a:lnTo>
                  <a:lnTo>
                    <a:pt x="3451611" y="3142277"/>
                  </a:lnTo>
                  <a:lnTo>
                    <a:pt x="3450961" y="3142277"/>
                  </a:lnTo>
                  <a:lnTo>
                    <a:pt x="3450311" y="3142277"/>
                  </a:lnTo>
                  <a:lnTo>
                    <a:pt x="3449661" y="3142277"/>
                  </a:lnTo>
                  <a:lnTo>
                    <a:pt x="3449011" y="3142277"/>
                  </a:lnTo>
                  <a:lnTo>
                    <a:pt x="3448361" y="3142277"/>
                  </a:lnTo>
                  <a:lnTo>
                    <a:pt x="3447711" y="3142277"/>
                  </a:lnTo>
                  <a:lnTo>
                    <a:pt x="3447062" y="3142277"/>
                  </a:lnTo>
                  <a:lnTo>
                    <a:pt x="3446412" y="3142277"/>
                  </a:lnTo>
                  <a:lnTo>
                    <a:pt x="3445762" y="3142277"/>
                  </a:lnTo>
                  <a:lnTo>
                    <a:pt x="3445112" y="3142277"/>
                  </a:lnTo>
                  <a:lnTo>
                    <a:pt x="3444462" y="3142277"/>
                  </a:lnTo>
                  <a:lnTo>
                    <a:pt x="3443812" y="3142277"/>
                  </a:lnTo>
                  <a:lnTo>
                    <a:pt x="3443162" y="3142277"/>
                  </a:lnTo>
                  <a:lnTo>
                    <a:pt x="3442512" y="3142277"/>
                  </a:lnTo>
                  <a:lnTo>
                    <a:pt x="3441862" y="3142277"/>
                  </a:lnTo>
                  <a:lnTo>
                    <a:pt x="3441212" y="3142277"/>
                  </a:lnTo>
                  <a:lnTo>
                    <a:pt x="3440562" y="3142277"/>
                  </a:lnTo>
                  <a:lnTo>
                    <a:pt x="3439912" y="3142277"/>
                  </a:lnTo>
                  <a:lnTo>
                    <a:pt x="3439262" y="3142277"/>
                  </a:lnTo>
                  <a:lnTo>
                    <a:pt x="3438612" y="3142277"/>
                  </a:lnTo>
                  <a:lnTo>
                    <a:pt x="3437962" y="3142277"/>
                  </a:lnTo>
                  <a:lnTo>
                    <a:pt x="3437313" y="3142277"/>
                  </a:lnTo>
                  <a:lnTo>
                    <a:pt x="3436663" y="3142277"/>
                  </a:lnTo>
                  <a:lnTo>
                    <a:pt x="3436013" y="3142277"/>
                  </a:lnTo>
                  <a:lnTo>
                    <a:pt x="3435363" y="3142277"/>
                  </a:lnTo>
                  <a:lnTo>
                    <a:pt x="3434713" y="3142277"/>
                  </a:lnTo>
                  <a:lnTo>
                    <a:pt x="3434063" y="3142277"/>
                  </a:lnTo>
                  <a:lnTo>
                    <a:pt x="3433413" y="3142277"/>
                  </a:lnTo>
                  <a:lnTo>
                    <a:pt x="3432763" y="3142277"/>
                  </a:lnTo>
                  <a:lnTo>
                    <a:pt x="3432113" y="3142277"/>
                  </a:lnTo>
                  <a:lnTo>
                    <a:pt x="3431463" y="3142277"/>
                  </a:lnTo>
                  <a:lnTo>
                    <a:pt x="3430813" y="3142277"/>
                  </a:lnTo>
                  <a:lnTo>
                    <a:pt x="3430163" y="3142277"/>
                  </a:lnTo>
                  <a:lnTo>
                    <a:pt x="3429513" y="3142277"/>
                  </a:lnTo>
                  <a:lnTo>
                    <a:pt x="3428863" y="3142277"/>
                  </a:lnTo>
                  <a:lnTo>
                    <a:pt x="3428213" y="3142277"/>
                  </a:lnTo>
                  <a:lnTo>
                    <a:pt x="3427563" y="3142277"/>
                  </a:lnTo>
                  <a:lnTo>
                    <a:pt x="3426914" y="3142277"/>
                  </a:lnTo>
                  <a:lnTo>
                    <a:pt x="3426264" y="3142277"/>
                  </a:lnTo>
                  <a:lnTo>
                    <a:pt x="3425614" y="3142277"/>
                  </a:lnTo>
                  <a:lnTo>
                    <a:pt x="3424964" y="3142277"/>
                  </a:lnTo>
                  <a:lnTo>
                    <a:pt x="3424314" y="3142277"/>
                  </a:lnTo>
                  <a:lnTo>
                    <a:pt x="3423664" y="3142277"/>
                  </a:lnTo>
                  <a:lnTo>
                    <a:pt x="3423014" y="3142277"/>
                  </a:lnTo>
                  <a:lnTo>
                    <a:pt x="3422364" y="3142277"/>
                  </a:lnTo>
                  <a:lnTo>
                    <a:pt x="3421714" y="3142277"/>
                  </a:lnTo>
                  <a:lnTo>
                    <a:pt x="3421064" y="3142277"/>
                  </a:lnTo>
                  <a:lnTo>
                    <a:pt x="3420414" y="3142277"/>
                  </a:lnTo>
                  <a:lnTo>
                    <a:pt x="3419764" y="3142277"/>
                  </a:lnTo>
                  <a:lnTo>
                    <a:pt x="3419114" y="3142277"/>
                  </a:lnTo>
                  <a:lnTo>
                    <a:pt x="3418464" y="3142277"/>
                  </a:lnTo>
                  <a:lnTo>
                    <a:pt x="3417814" y="3142277"/>
                  </a:lnTo>
                  <a:lnTo>
                    <a:pt x="3417165" y="3142277"/>
                  </a:lnTo>
                  <a:lnTo>
                    <a:pt x="3416515" y="3142277"/>
                  </a:lnTo>
                  <a:lnTo>
                    <a:pt x="3415865" y="3142277"/>
                  </a:lnTo>
                  <a:lnTo>
                    <a:pt x="3415215" y="3142277"/>
                  </a:lnTo>
                  <a:lnTo>
                    <a:pt x="3414565" y="3142277"/>
                  </a:lnTo>
                  <a:lnTo>
                    <a:pt x="3413915" y="3142277"/>
                  </a:lnTo>
                  <a:lnTo>
                    <a:pt x="3413265" y="3142277"/>
                  </a:lnTo>
                  <a:lnTo>
                    <a:pt x="3412615" y="3142277"/>
                  </a:lnTo>
                  <a:lnTo>
                    <a:pt x="3411965" y="3142277"/>
                  </a:lnTo>
                  <a:lnTo>
                    <a:pt x="3411315" y="3142277"/>
                  </a:lnTo>
                  <a:lnTo>
                    <a:pt x="3410665" y="3142277"/>
                  </a:lnTo>
                  <a:lnTo>
                    <a:pt x="3410015" y="3142277"/>
                  </a:lnTo>
                  <a:lnTo>
                    <a:pt x="3409365" y="3142277"/>
                  </a:lnTo>
                  <a:lnTo>
                    <a:pt x="3408715" y="3142277"/>
                  </a:lnTo>
                  <a:lnTo>
                    <a:pt x="3408065" y="3142277"/>
                  </a:lnTo>
                  <a:lnTo>
                    <a:pt x="3407416" y="3142277"/>
                  </a:lnTo>
                  <a:lnTo>
                    <a:pt x="3406766" y="3142277"/>
                  </a:lnTo>
                  <a:lnTo>
                    <a:pt x="3406116" y="3142277"/>
                  </a:lnTo>
                  <a:lnTo>
                    <a:pt x="3405466" y="3142277"/>
                  </a:lnTo>
                  <a:lnTo>
                    <a:pt x="3404816" y="3142277"/>
                  </a:lnTo>
                  <a:lnTo>
                    <a:pt x="3404166" y="3142277"/>
                  </a:lnTo>
                  <a:lnTo>
                    <a:pt x="3403516" y="3142277"/>
                  </a:lnTo>
                  <a:lnTo>
                    <a:pt x="3402866" y="3142277"/>
                  </a:lnTo>
                  <a:lnTo>
                    <a:pt x="3402216" y="3142277"/>
                  </a:lnTo>
                  <a:lnTo>
                    <a:pt x="3401566" y="3142277"/>
                  </a:lnTo>
                  <a:lnTo>
                    <a:pt x="3400916" y="3142277"/>
                  </a:lnTo>
                  <a:lnTo>
                    <a:pt x="3400266" y="3142277"/>
                  </a:lnTo>
                  <a:lnTo>
                    <a:pt x="3399616" y="3142277"/>
                  </a:lnTo>
                  <a:lnTo>
                    <a:pt x="3398966" y="3142277"/>
                  </a:lnTo>
                  <a:lnTo>
                    <a:pt x="3398316" y="3142277"/>
                  </a:lnTo>
                  <a:lnTo>
                    <a:pt x="3397666" y="3142277"/>
                  </a:lnTo>
                  <a:lnTo>
                    <a:pt x="3397017" y="3142277"/>
                  </a:lnTo>
                  <a:lnTo>
                    <a:pt x="3396367" y="3142277"/>
                  </a:lnTo>
                  <a:lnTo>
                    <a:pt x="3395717" y="3142277"/>
                  </a:lnTo>
                  <a:lnTo>
                    <a:pt x="3395067" y="3142277"/>
                  </a:lnTo>
                  <a:lnTo>
                    <a:pt x="3394417" y="3142277"/>
                  </a:lnTo>
                  <a:lnTo>
                    <a:pt x="3393767" y="3142277"/>
                  </a:lnTo>
                  <a:lnTo>
                    <a:pt x="3393117" y="3142277"/>
                  </a:lnTo>
                  <a:lnTo>
                    <a:pt x="3392467" y="3142277"/>
                  </a:lnTo>
                  <a:lnTo>
                    <a:pt x="3391817" y="3142277"/>
                  </a:lnTo>
                  <a:lnTo>
                    <a:pt x="3391167" y="3142277"/>
                  </a:lnTo>
                  <a:lnTo>
                    <a:pt x="3390517" y="3142277"/>
                  </a:lnTo>
                  <a:lnTo>
                    <a:pt x="3389867" y="3142277"/>
                  </a:lnTo>
                  <a:lnTo>
                    <a:pt x="3389217" y="3142277"/>
                  </a:lnTo>
                  <a:lnTo>
                    <a:pt x="3388567" y="3142277"/>
                  </a:lnTo>
                  <a:lnTo>
                    <a:pt x="3387917" y="3142277"/>
                  </a:lnTo>
                  <a:lnTo>
                    <a:pt x="3387268" y="3142277"/>
                  </a:lnTo>
                  <a:lnTo>
                    <a:pt x="3386618" y="3142277"/>
                  </a:lnTo>
                  <a:lnTo>
                    <a:pt x="3385968" y="3142277"/>
                  </a:lnTo>
                  <a:lnTo>
                    <a:pt x="3385318" y="3142277"/>
                  </a:lnTo>
                  <a:lnTo>
                    <a:pt x="3384668" y="3142277"/>
                  </a:lnTo>
                  <a:lnTo>
                    <a:pt x="3384018" y="3142277"/>
                  </a:lnTo>
                  <a:lnTo>
                    <a:pt x="3383368" y="3142277"/>
                  </a:lnTo>
                  <a:lnTo>
                    <a:pt x="3382718" y="3142277"/>
                  </a:lnTo>
                  <a:lnTo>
                    <a:pt x="3382068" y="3142277"/>
                  </a:lnTo>
                  <a:lnTo>
                    <a:pt x="3381418" y="3142277"/>
                  </a:lnTo>
                  <a:lnTo>
                    <a:pt x="3380768" y="3142277"/>
                  </a:lnTo>
                  <a:lnTo>
                    <a:pt x="3380118" y="3142277"/>
                  </a:lnTo>
                  <a:lnTo>
                    <a:pt x="3379468" y="3142277"/>
                  </a:lnTo>
                  <a:lnTo>
                    <a:pt x="3378818" y="3142277"/>
                  </a:lnTo>
                  <a:lnTo>
                    <a:pt x="3378168" y="3142277"/>
                  </a:lnTo>
                  <a:lnTo>
                    <a:pt x="3377518" y="3142277"/>
                  </a:lnTo>
                  <a:lnTo>
                    <a:pt x="3376869" y="3142277"/>
                  </a:lnTo>
                  <a:lnTo>
                    <a:pt x="3376219" y="3142277"/>
                  </a:lnTo>
                  <a:lnTo>
                    <a:pt x="3375569" y="3142277"/>
                  </a:lnTo>
                  <a:lnTo>
                    <a:pt x="3374919" y="3142277"/>
                  </a:lnTo>
                  <a:lnTo>
                    <a:pt x="3374269" y="3142277"/>
                  </a:lnTo>
                  <a:lnTo>
                    <a:pt x="3373619" y="3142277"/>
                  </a:lnTo>
                  <a:lnTo>
                    <a:pt x="3372969" y="3142277"/>
                  </a:lnTo>
                  <a:lnTo>
                    <a:pt x="3372319" y="3142277"/>
                  </a:lnTo>
                  <a:lnTo>
                    <a:pt x="3371669" y="3142277"/>
                  </a:lnTo>
                  <a:lnTo>
                    <a:pt x="3371019" y="3142277"/>
                  </a:lnTo>
                  <a:lnTo>
                    <a:pt x="3370369" y="3142277"/>
                  </a:lnTo>
                  <a:lnTo>
                    <a:pt x="3369719" y="3142277"/>
                  </a:lnTo>
                  <a:lnTo>
                    <a:pt x="3369069" y="3142277"/>
                  </a:lnTo>
                  <a:lnTo>
                    <a:pt x="3368419" y="3142277"/>
                  </a:lnTo>
                  <a:lnTo>
                    <a:pt x="3367769" y="3142277"/>
                  </a:lnTo>
                  <a:lnTo>
                    <a:pt x="3367120" y="3142277"/>
                  </a:lnTo>
                  <a:lnTo>
                    <a:pt x="3366470" y="3142277"/>
                  </a:lnTo>
                  <a:lnTo>
                    <a:pt x="3365820" y="3142277"/>
                  </a:lnTo>
                  <a:lnTo>
                    <a:pt x="3365170" y="3142277"/>
                  </a:lnTo>
                  <a:lnTo>
                    <a:pt x="3364520" y="3142277"/>
                  </a:lnTo>
                  <a:lnTo>
                    <a:pt x="3363870" y="3142277"/>
                  </a:lnTo>
                  <a:lnTo>
                    <a:pt x="3363220" y="3142277"/>
                  </a:lnTo>
                  <a:lnTo>
                    <a:pt x="3362570" y="3142277"/>
                  </a:lnTo>
                  <a:lnTo>
                    <a:pt x="3361920" y="3142277"/>
                  </a:lnTo>
                  <a:lnTo>
                    <a:pt x="3361270" y="3142277"/>
                  </a:lnTo>
                  <a:lnTo>
                    <a:pt x="3360620" y="3142277"/>
                  </a:lnTo>
                  <a:lnTo>
                    <a:pt x="3359970" y="3142277"/>
                  </a:lnTo>
                  <a:lnTo>
                    <a:pt x="3359320" y="3142277"/>
                  </a:lnTo>
                  <a:lnTo>
                    <a:pt x="3358670" y="3142277"/>
                  </a:lnTo>
                  <a:lnTo>
                    <a:pt x="3358020" y="3142277"/>
                  </a:lnTo>
                  <a:lnTo>
                    <a:pt x="3357370" y="3142277"/>
                  </a:lnTo>
                  <a:lnTo>
                    <a:pt x="3356721" y="3142277"/>
                  </a:lnTo>
                  <a:lnTo>
                    <a:pt x="3356071" y="3142277"/>
                  </a:lnTo>
                  <a:lnTo>
                    <a:pt x="3355421" y="3142277"/>
                  </a:lnTo>
                  <a:lnTo>
                    <a:pt x="3354771" y="3142277"/>
                  </a:lnTo>
                  <a:lnTo>
                    <a:pt x="3354121" y="3142277"/>
                  </a:lnTo>
                  <a:lnTo>
                    <a:pt x="3353471" y="3142277"/>
                  </a:lnTo>
                  <a:lnTo>
                    <a:pt x="3352821" y="3142277"/>
                  </a:lnTo>
                  <a:lnTo>
                    <a:pt x="3352171" y="3142277"/>
                  </a:lnTo>
                  <a:lnTo>
                    <a:pt x="3351521" y="3142277"/>
                  </a:lnTo>
                  <a:lnTo>
                    <a:pt x="3350871" y="3142277"/>
                  </a:lnTo>
                  <a:lnTo>
                    <a:pt x="3350221" y="3142277"/>
                  </a:lnTo>
                  <a:lnTo>
                    <a:pt x="3349571" y="3142277"/>
                  </a:lnTo>
                  <a:lnTo>
                    <a:pt x="3348921" y="3142277"/>
                  </a:lnTo>
                  <a:lnTo>
                    <a:pt x="3348271" y="3142277"/>
                  </a:lnTo>
                  <a:lnTo>
                    <a:pt x="3347621" y="3142277"/>
                  </a:lnTo>
                  <a:lnTo>
                    <a:pt x="3346972" y="3142277"/>
                  </a:lnTo>
                  <a:lnTo>
                    <a:pt x="3346322" y="3142277"/>
                  </a:lnTo>
                  <a:lnTo>
                    <a:pt x="3345672" y="3142277"/>
                  </a:lnTo>
                  <a:lnTo>
                    <a:pt x="3345022" y="3142277"/>
                  </a:lnTo>
                  <a:lnTo>
                    <a:pt x="3344372" y="3142277"/>
                  </a:lnTo>
                  <a:lnTo>
                    <a:pt x="3343722" y="3142277"/>
                  </a:lnTo>
                  <a:lnTo>
                    <a:pt x="3343072" y="3142277"/>
                  </a:lnTo>
                  <a:lnTo>
                    <a:pt x="3342422" y="3142277"/>
                  </a:lnTo>
                  <a:lnTo>
                    <a:pt x="3341772" y="3142277"/>
                  </a:lnTo>
                  <a:lnTo>
                    <a:pt x="3341122" y="3142277"/>
                  </a:lnTo>
                  <a:lnTo>
                    <a:pt x="3340472" y="3142277"/>
                  </a:lnTo>
                  <a:lnTo>
                    <a:pt x="3339822" y="3142277"/>
                  </a:lnTo>
                  <a:lnTo>
                    <a:pt x="3339172" y="3142277"/>
                  </a:lnTo>
                  <a:lnTo>
                    <a:pt x="3338522" y="3142277"/>
                  </a:lnTo>
                  <a:lnTo>
                    <a:pt x="3337872" y="3142277"/>
                  </a:lnTo>
                  <a:lnTo>
                    <a:pt x="3337222" y="3142277"/>
                  </a:lnTo>
                  <a:lnTo>
                    <a:pt x="3336573" y="3142277"/>
                  </a:lnTo>
                  <a:lnTo>
                    <a:pt x="3335923" y="3142277"/>
                  </a:lnTo>
                  <a:lnTo>
                    <a:pt x="3335273" y="3142277"/>
                  </a:lnTo>
                  <a:lnTo>
                    <a:pt x="3334623" y="3142277"/>
                  </a:lnTo>
                  <a:lnTo>
                    <a:pt x="3333973" y="3142277"/>
                  </a:lnTo>
                  <a:lnTo>
                    <a:pt x="3333323" y="3142277"/>
                  </a:lnTo>
                  <a:lnTo>
                    <a:pt x="3332673" y="3142277"/>
                  </a:lnTo>
                  <a:lnTo>
                    <a:pt x="3332023" y="3142277"/>
                  </a:lnTo>
                  <a:lnTo>
                    <a:pt x="3331373" y="3142277"/>
                  </a:lnTo>
                  <a:lnTo>
                    <a:pt x="3330723" y="3142277"/>
                  </a:lnTo>
                  <a:lnTo>
                    <a:pt x="3330073" y="3142277"/>
                  </a:lnTo>
                  <a:lnTo>
                    <a:pt x="3329423" y="3142277"/>
                  </a:lnTo>
                  <a:lnTo>
                    <a:pt x="3328773" y="3142277"/>
                  </a:lnTo>
                  <a:lnTo>
                    <a:pt x="3328123" y="3142277"/>
                  </a:lnTo>
                  <a:lnTo>
                    <a:pt x="3327473" y="3142277"/>
                  </a:lnTo>
                  <a:lnTo>
                    <a:pt x="3326824" y="3142277"/>
                  </a:lnTo>
                  <a:lnTo>
                    <a:pt x="3326174" y="3142277"/>
                  </a:lnTo>
                  <a:lnTo>
                    <a:pt x="3325524" y="3142277"/>
                  </a:lnTo>
                  <a:lnTo>
                    <a:pt x="3324874" y="3142277"/>
                  </a:lnTo>
                  <a:lnTo>
                    <a:pt x="3324224" y="3142277"/>
                  </a:lnTo>
                  <a:lnTo>
                    <a:pt x="3323574" y="3142277"/>
                  </a:lnTo>
                  <a:lnTo>
                    <a:pt x="3322924" y="3142277"/>
                  </a:lnTo>
                  <a:lnTo>
                    <a:pt x="3322274" y="3142277"/>
                  </a:lnTo>
                  <a:lnTo>
                    <a:pt x="3321624" y="3142277"/>
                  </a:lnTo>
                  <a:lnTo>
                    <a:pt x="3320974" y="3142277"/>
                  </a:lnTo>
                  <a:lnTo>
                    <a:pt x="3320324" y="3142277"/>
                  </a:lnTo>
                  <a:lnTo>
                    <a:pt x="3319674" y="3142277"/>
                  </a:lnTo>
                  <a:lnTo>
                    <a:pt x="3319024" y="3142277"/>
                  </a:lnTo>
                  <a:lnTo>
                    <a:pt x="3318374" y="3142277"/>
                  </a:lnTo>
                  <a:lnTo>
                    <a:pt x="3317724" y="3142277"/>
                  </a:lnTo>
                  <a:lnTo>
                    <a:pt x="3317074" y="3142277"/>
                  </a:lnTo>
                  <a:lnTo>
                    <a:pt x="3316425" y="3142277"/>
                  </a:lnTo>
                  <a:lnTo>
                    <a:pt x="3315775" y="3142277"/>
                  </a:lnTo>
                  <a:lnTo>
                    <a:pt x="3315125" y="3142277"/>
                  </a:lnTo>
                  <a:lnTo>
                    <a:pt x="3314475" y="3142277"/>
                  </a:lnTo>
                  <a:lnTo>
                    <a:pt x="3313825" y="3142277"/>
                  </a:lnTo>
                  <a:lnTo>
                    <a:pt x="3313175" y="3142277"/>
                  </a:lnTo>
                  <a:lnTo>
                    <a:pt x="3312525" y="3142277"/>
                  </a:lnTo>
                  <a:lnTo>
                    <a:pt x="3311875" y="3142277"/>
                  </a:lnTo>
                  <a:lnTo>
                    <a:pt x="3311225" y="3142277"/>
                  </a:lnTo>
                  <a:lnTo>
                    <a:pt x="3310575" y="3142277"/>
                  </a:lnTo>
                  <a:lnTo>
                    <a:pt x="3309925" y="3142277"/>
                  </a:lnTo>
                  <a:lnTo>
                    <a:pt x="3309275" y="3142277"/>
                  </a:lnTo>
                  <a:lnTo>
                    <a:pt x="3308625" y="3142277"/>
                  </a:lnTo>
                  <a:lnTo>
                    <a:pt x="3307975" y="3142277"/>
                  </a:lnTo>
                  <a:lnTo>
                    <a:pt x="3307325" y="3142277"/>
                  </a:lnTo>
                  <a:lnTo>
                    <a:pt x="3306676" y="3142277"/>
                  </a:lnTo>
                  <a:lnTo>
                    <a:pt x="3306026" y="3142277"/>
                  </a:lnTo>
                  <a:lnTo>
                    <a:pt x="3305376" y="3142277"/>
                  </a:lnTo>
                  <a:lnTo>
                    <a:pt x="3304726" y="3142277"/>
                  </a:lnTo>
                  <a:lnTo>
                    <a:pt x="3304076" y="3142277"/>
                  </a:lnTo>
                  <a:lnTo>
                    <a:pt x="3303426" y="3142277"/>
                  </a:lnTo>
                  <a:lnTo>
                    <a:pt x="3302776" y="3142277"/>
                  </a:lnTo>
                  <a:lnTo>
                    <a:pt x="3302126" y="3142277"/>
                  </a:lnTo>
                  <a:lnTo>
                    <a:pt x="3301476" y="3142277"/>
                  </a:lnTo>
                  <a:lnTo>
                    <a:pt x="3300826" y="3142277"/>
                  </a:lnTo>
                  <a:lnTo>
                    <a:pt x="3300176" y="3142277"/>
                  </a:lnTo>
                  <a:lnTo>
                    <a:pt x="3299526" y="3142277"/>
                  </a:lnTo>
                  <a:lnTo>
                    <a:pt x="3298876" y="3142277"/>
                  </a:lnTo>
                  <a:lnTo>
                    <a:pt x="3298226" y="3142277"/>
                  </a:lnTo>
                  <a:lnTo>
                    <a:pt x="3297576" y="3142277"/>
                  </a:lnTo>
                  <a:lnTo>
                    <a:pt x="3296926" y="3142277"/>
                  </a:lnTo>
                  <a:lnTo>
                    <a:pt x="3296277" y="3142277"/>
                  </a:lnTo>
                  <a:lnTo>
                    <a:pt x="3295627" y="3142277"/>
                  </a:lnTo>
                  <a:lnTo>
                    <a:pt x="3294977" y="3142277"/>
                  </a:lnTo>
                  <a:lnTo>
                    <a:pt x="3294327" y="3142277"/>
                  </a:lnTo>
                  <a:lnTo>
                    <a:pt x="3293677" y="3142277"/>
                  </a:lnTo>
                  <a:lnTo>
                    <a:pt x="3293027" y="3142277"/>
                  </a:lnTo>
                  <a:lnTo>
                    <a:pt x="3292377" y="3142277"/>
                  </a:lnTo>
                  <a:lnTo>
                    <a:pt x="3291727" y="3142277"/>
                  </a:lnTo>
                  <a:lnTo>
                    <a:pt x="3291077" y="3142277"/>
                  </a:lnTo>
                  <a:lnTo>
                    <a:pt x="3290427" y="3142277"/>
                  </a:lnTo>
                  <a:lnTo>
                    <a:pt x="3289777" y="3142277"/>
                  </a:lnTo>
                  <a:lnTo>
                    <a:pt x="3289127" y="3142277"/>
                  </a:lnTo>
                  <a:lnTo>
                    <a:pt x="3288477" y="3142277"/>
                  </a:lnTo>
                  <a:lnTo>
                    <a:pt x="3287827" y="3142277"/>
                  </a:lnTo>
                  <a:lnTo>
                    <a:pt x="3287177" y="3142277"/>
                  </a:lnTo>
                  <a:lnTo>
                    <a:pt x="3286528" y="3142277"/>
                  </a:lnTo>
                  <a:lnTo>
                    <a:pt x="3285878" y="3142277"/>
                  </a:lnTo>
                  <a:lnTo>
                    <a:pt x="3285228" y="3142277"/>
                  </a:lnTo>
                  <a:lnTo>
                    <a:pt x="3284578" y="3142277"/>
                  </a:lnTo>
                  <a:lnTo>
                    <a:pt x="3283928" y="3142277"/>
                  </a:lnTo>
                  <a:lnTo>
                    <a:pt x="3283278" y="3142277"/>
                  </a:lnTo>
                  <a:lnTo>
                    <a:pt x="3282628" y="3142277"/>
                  </a:lnTo>
                  <a:lnTo>
                    <a:pt x="3281978" y="3142277"/>
                  </a:lnTo>
                  <a:lnTo>
                    <a:pt x="3281328" y="3142277"/>
                  </a:lnTo>
                  <a:lnTo>
                    <a:pt x="3280678" y="3142277"/>
                  </a:lnTo>
                  <a:lnTo>
                    <a:pt x="3280028" y="3142277"/>
                  </a:lnTo>
                  <a:lnTo>
                    <a:pt x="3279378" y="3142277"/>
                  </a:lnTo>
                  <a:lnTo>
                    <a:pt x="3278728" y="3142277"/>
                  </a:lnTo>
                  <a:lnTo>
                    <a:pt x="3278078" y="3142277"/>
                  </a:lnTo>
                  <a:lnTo>
                    <a:pt x="3277428" y="3142277"/>
                  </a:lnTo>
                  <a:lnTo>
                    <a:pt x="3276779" y="3142277"/>
                  </a:lnTo>
                  <a:lnTo>
                    <a:pt x="3276129" y="3142277"/>
                  </a:lnTo>
                  <a:lnTo>
                    <a:pt x="3275479" y="3142277"/>
                  </a:lnTo>
                  <a:lnTo>
                    <a:pt x="3274829" y="3142277"/>
                  </a:lnTo>
                  <a:lnTo>
                    <a:pt x="3274179" y="3142277"/>
                  </a:lnTo>
                  <a:lnTo>
                    <a:pt x="3273529" y="3142277"/>
                  </a:lnTo>
                  <a:lnTo>
                    <a:pt x="3272879" y="3142277"/>
                  </a:lnTo>
                  <a:lnTo>
                    <a:pt x="3272229" y="3142277"/>
                  </a:lnTo>
                  <a:lnTo>
                    <a:pt x="3271579" y="3142277"/>
                  </a:lnTo>
                  <a:lnTo>
                    <a:pt x="3270929" y="3142277"/>
                  </a:lnTo>
                  <a:lnTo>
                    <a:pt x="3270279" y="3142277"/>
                  </a:lnTo>
                  <a:lnTo>
                    <a:pt x="3269629" y="3142277"/>
                  </a:lnTo>
                  <a:lnTo>
                    <a:pt x="3268979" y="3142277"/>
                  </a:lnTo>
                  <a:lnTo>
                    <a:pt x="3268329" y="3142277"/>
                  </a:lnTo>
                  <a:lnTo>
                    <a:pt x="3267679" y="3142277"/>
                  </a:lnTo>
                  <a:lnTo>
                    <a:pt x="3267029" y="3142277"/>
                  </a:lnTo>
                  <a:lnTo>
                    <a:pt x="3266380" y="3142277"/>
                  </a:lnTo>
                  <a:lnTo>
                    <a:pt x="3265730" y="3142277"/>
                  </a:lnTo>
                  <a:lnTo>
                    <a:pt x="3265080" y="3142277"/>
                  </a:lnTo>
                  <a:lnTo>
                    <a:pt x="3264430" y="3142277"/>
                  </a:lnTo>
                  <a:lnTo>
                    <a:pt x="3263780" y="3142277"/>
                  </a:lnTo>
                  <a:lnTo>
                    <a:pt x="3263130" y="3142277"/>
                  </a:lnTo>
                  <a:lnTo>
                    <a:pt x="3262480" y="3142277"/>
                  </a:lnTo>
                  <a:lnTo>
                    <a:pt x="3261830" y="3142277"/>
                  </a:lnTo>
                  <a:lnTo>
                    <a:pt x="3261180" y="3142277"/>
                  </a:lnTo>
                  <a:lnTo>
                    <a:pt x="3260530" y="3142277"/>
                  </a:lnTo>
                  <a:lnTo>
                    <a:pt x="3259880" y="3142277"/>
                  </a:lnTo>
                  <a:lnTo>
                    <a:pt x="3259230" y="3142277"/>
                  </a:lnTo>
                  <a:lnTo>
                    <a:pt x="3258580" y="3142277"/>
                  </a:lnTo>
                  <a:lnTo>
                    <a:pt x="3257930" y="3142277"/>
                  </a:lnTo>
                  <a:lnTo>
                    <a:pt x="3257280" y="3142277"/>
                  </a:lnTo>
                  <a:lnTo>
                    <a:pt x="3256631" y="3142277"/>
                  </a:lnTo>
                  <a:lnTo>
                    <a:pt x="3255981" y="3142277"/>
                  </a:lnTo>
                  <a:lnTo>
                    <a:pt x="3255331" y="3142277"/>
                  </a:lnTo>
                  <a:lnTo>
                    <a:pt x="3254681" y="3142277"/>
                  </a:lnTo>
                  <a:lnTo>
                    <a:pt x="3254031" y="3142277"/>
                  </a:lnTo>
                  <a:lnTo>
                    <a:pt x="3253381" y="3142277"/>
                  </a:lnTo>
                  <a:lnTo>
                    <a:pt x="3252731" y="3142277"/>
                  </a:lnTo>
                  <a:lnTo>
                    <a:pt x="3252081" y="3142277"/>
                  </a:lnTo>
                  <a:lnTo>
                    <a:pt x="3251431" y="3142277"/>
                  </a:lnTo>
                  <a:lnTo>
                    <a:pt x="3250781" y="3142277"/>
                  </a:lnTo>
                  <a:lnTo>
                    <a:pt x="3250131" y="3142277"/>
                  </a:lnTo>
                  <a:lnTo>
                    <a:pt x="3249481" y="3142277"/>
                  </a:lnTo>
                  <a:lnTo>
                    <a:pt x="3248831" y="3142277"/>
                  </a:lnTo>
                  <a:lnTo>
                    <a:pt x="3248181" y="3142277"/>
                  </a:lnTo>
                  <a:lnTo>
                    <a:pt x="3247531" y="3142277"/>
                  </a:lnTo>
                  <a:lnTo>
                    <a:pt x="3246881" y="3142277"/>
                  </a:lnTo>
                  <a:lnTo>
                    <a:pt x="3246232" y="3142277"/>
                  </a:lnTo>
                  <a:lnTo>
                    <a:pt x="3245582" y="3142277"/>
                  </a:lnTo>
                  <a:lnTo>
                    <a:pt x="3244932" y="3142277"/>
                  </a:lnTo>
                  <a:lnTo>
                    <a:pt x="3244282" y="3142277"/>
                  </a:lnTo>
                  <a:lnTo>
                    <a:pt x="3243632" y="3142277"/>
                  </a:lnTo>
                  <a:lnTo>
                    <a:pt x="3242982" y="3142277"/>
                  </a:lnTo>
                  <a:lnTo>
                    <a:pt x="3242332" y="3142277"/>
                  </a:lnTo>
                  <a:lnTo>
                    <a:pt x="3241682" y="3142277"/>
                  </a:lnTo>
                  <a:lnTo>
                    <a:pt x="3241032" y="3142277"/>
                  </a:lnTo>
                  <a:lnTo>
                    <a:pt x="3240382" y="3142277"/>
                  </a:lnTo>
                  <a:lnTo>
                    <a:pt x="3239732" y="3142277"/>
                  </a:lnTo>
                  <a:lnTo>
                    <a:pt x="3239082" y="3142277"/>
                  </a:lnTo>
                  <a:lnTo>
                    <a:pt x="3238432" y="3142277"/>
                  </a:lnTo>
                  <a:lnTo>
                    <a:pt x="3237782" y="3142277"/>
                  </a:lnTo>
                  <a:lnTo>
                    <a:pt x="3237132" y="3142277"/>
                  </a:lnTo>
                  <a:lnTo>
                    <a:pt x="3236483" y="3142277"/>
                  </a:lnTo>
                  <a:lnTo>
                    <a:pt x="3235833" y="3142277"/>
                  </a:lnTo>
                  <a:lnTo>
                    <a:pt x="3235183" y="3142277"/>
                  </a:lnTo>
                  <a:lnTo>
                    <a:pt x="3234533" y="3142277"/>
                  </a:lnTo>
                  <a:lnTo>
                    <a:pt x="3233883" y="3142277"/>
                  </a:lnTo>
                  <a:lnTo>
                    <a:pt x="3233233" y="3142277"/>
                  </a:lnTo>
                  <a:lnTo>
                    <a:pt x="3232583" y="3142277"/>
                  </a:lnTo>
                  <a:lnTo>
                    <a:pt x="3231933" y="3142277"/>
                  </a:lnTo>
                  <a:lnTo>
                    <a:pt x="3231283" y="3142277"/>
                  </a:lnTo>
                  <a:lnTo>
                    <a:pt x="3230633" y="3142277"/>
                  </a:lnTo>
                  <a:lnTo>
                    <a:pt x="3229983" y="3142277"/>
                  </a:lnTo>
                  <a:lnTo>
                    <a:pt x="3229333" y="3142277"/>
                  </a:lnTo>
                  <a:lnTo>
                    <a:pt x="3228683" y="3142277"/>
                  </a:lnTo>
                  <a:lnTo>
                    <a:pt x="3228033" y="3142277"/>
                  </a:lnTo>
                  <a:lnTo>
                    <a:pt x="3227383" y="3142277"/>
                  </a:lnTo>
                  <a:lnTo>
                    <a:pt x="3226733" y="3142277"/>
                  </a:lnTo>
                  <a:lnTo>
                    <a:pt x="3226084" y="3142277"/>
                  </a:lnTo>
                  <a:lnTo>
                    <a:pt x="3225434" y="3142277"/>
                  </a:lnTo>
                  <a:lnTo>
                    <a:pt x="3224784" y="3142277"/>
                  </a:lnTo>
                  <a:lnTo>
                    <a:pt x="3224134" y="3142277"/>
                  </a:lnTo>
                  <a:lnTo>
                    <a:pt x="3223484" y="3142277"/>
                  </a:lnTo>
                  <a:lnTo>
                    <a:pt x="3222834" y="3142277"/>
                  </a:lnTo>
                  <a:lnTo>
                    <a:pt x="3222184" y="3142277"/>
                  </a:lnTo>
                  <a:lnTo>
                    <a:pt x="3221534" y="3142277"/>
                  </a:lnTo>
                  <a:lnTo>
                    <a:pt x="3220884" y="3142277"/>
                  </a:lnTo>
                  <a:lnTo>
                    <a:pt x="3220234" y="3142277"/>
                  </a:lnTo>
                  <a:lnTo>
                    <a:pt x="3219584" y="3142277"/>
                  </a:lnTo>
                  <a:lnTo>
                    <a:pt x="3218934" y="3142277"/>
                  </a:lnTo>
                  <a:lnTo>
                    <a:pt x="3218284" y="3142277"/>
                  </a:lnTo>
                  <a:lnTo>
                    <a:pt x="3217634" y="3142277"/>
                  </a:lnTo>
                  <a:lnTo>
                    <a:pt x="3216984" y="3142277"/>
                  </a:lnTo>
                  <a:lnTo>
                    <a:pt x="3216335" y="3142277"/>
                  </a:lnTo>
                  <a:lnTo>
                    <a:pt x="3215685" y="3142277"/>
                  </a:lnTo>
                  <a:lnTo>
                    <a:pt x="3215035" y="3142277"/>
                  </a:lnTo>
                  <a:lnTo>
                    <a:pt x="3214385" y="3142277"/>
                  </a:lnTo>
                  <a:lnTo>
                    <a:pt x="3213735" y="3142277"/>
                  </a:lnTo>
                  <a:lnTo>
                    <a:pt x="3213085" y="3142277"/>
                  </a:lnTo>
                  <a:lnTo>
                    <a:pt x="3212435" y="3142277"/>
                  </a:lnTo>
                  <a:lnTo>
                    <a:pt x="3211785" y="3142277"/>
                  </a:lnTo>
                  <a:lnTo>
                    <a:pt x="3211135" y="3142277"/>
                  </a:lnTo>
                  <a:lnTo>
                    <a:pt x="3210485" y="3142277"/>
                  </a:lnTo>
                  <a:lnTo>
                    <a:pt x="3209835" y="3142277"/>
                  </a:lnTo>
                  <a:lnTo>
                    <a:pt x="3209185" y="3142277"/>
                  </a:lnTo>
                  <a:lnTo>
                    <a:pt x="3208535" y="3142277"/>
                  </a:lnTo>
                  <a:lnTo>
                    <a:pt x="3207885" y="3142277"/>
                  </a:lnTo>
                  <a:lnTo>
                    <a:pt x="3207235" y="3142277"/>
                  </a:lnTo>
                  <a:lnTo>
                    <a:pt x="3206585" y="3142277"/>
                  </a:lnTo>
                  <a:lnTo>
                    <a:pt x="3205936" y="3142277"/>
                  </a:lnTo>
                  <a:lnTo>
                    <a:pt x="3205286" y="3142277"/>
                  </a:lnTo>
                  <a:lnTo>
                    <a:pt x="3204636" y="3142277"/>
                  </a:lnTo>
                  <a:lnTo>
                    <a:pt x="3203986" y="3142277"/>
                  </a:lnTo>
                  <a:lnTo>
                    <a:pt x="3203336" y="3142277"/>
                  </a:lnTo>
                  <a:lnTo>
                    <a:pt x="3202686" y="3142277"/>
                  </a:lnTo>
                  <a:lnTo>
                    <a:pt x="3202036" y="3142277"/>
                  </a:lnTo>
                  <a:lnTo>
                    <a:pt x="3201386" y="3142277"/>
                  </a:lnTo>
                  <a:lnTo>
                    <a:pt x="3200736" y="3142277"/>
                  </a:lnTo>
                  <a:lnTo>
                    <a:pt x="3200086" y="3142277"/>
                  </a:lnTo>
                  <a:lnTo>
                    <a:pt x="3199436" y="3142277"/>
                  </a:lnTo>
                  <a:lnTo>
                    <a:pt x="3198786" y="3142277"/>
                  </a:lnTo>
                  <a:lnTo>
                    <a:pt x="3198136" y="3142277"/>
                  </a:lnTo>
                  <a:lnTo>
                    <a:pt x="3197486" y="3142277"/>
                  </a:lnTo>
                  <a:lnTo>
                    <a:pt x="3196836" y="3142277"/>
                  </a:lnTo>
                  <a:lnTo>
                    <a:pt x="3196187" y="3142277"/>
                  </a:lnTo>
                  <a:lnTo>
                    <a:pt x="3195537" y="3142277"/>
                  </a:lnTo>
                  <a:lnTo>
                    <a:pt x="3194887" y="3142277"/>
                  </a:lnTo>
                  <a:lnTo>
                    <a:pt x="3194237" y="3142277"/>
                  </a:lnTo>
                  <a:lnTo>
                    <a:pt x="3193587" y="3142277"/>
                  </a:lnTo>
                  <a:lnTo>
                    <a:pt x="3192937" y="3142277"/>
                  </a:lnTo>
                  <a:lnTo>
                    <a:pt x="3192287" y="3142277"/>
                  </a:lnTo>
                  <a:lnTo>
                    <a:pt x="3191637" y="3142277"/>
                  </a:lnTo>
                  <a:lnTo>
                    <a:pt x="3190987" y="3142277"/>
                  </a:lnTo>
                  <a:lnTo>
                    <a:pt x="3190337" y="3142277"/>
                  </a:lnTo>
                  <a:lnTo>
                    <a:pt x="3189687" y="3142277"/>
                  </a:lnTo>
                  <a:lnTo>
                    <a:pt x="3189037" y="3142277"/>
                  </a:lnTo>
                  <a:lnTo>
                    <a:pt x="3188387" y="3142277"/>
                  </a:lnTo>
                  <a:lnTo>
                    <a:pt x="3187737" y="3142277"/>
                  </a:lnTo>
                  <a:lnTo>
                    <a:pt x="3187087" y="3142277"/>
                  </a:lnTo>
                  <a:lnTo>
                    <a:pt x="3186437" y="3142277"/>
                  </a:lnTo>
                  <a:lnTo>
                    <a:pt x="3185788" y="3142277"/>
                  </a:lnTo>
                  <a:lnTo>
                    <a:pt x="3185138" y="3142277"/>
                  </a:lnTo>
                  <a:lnTo>
                    <a:pt x="3184488" y="3142277"/>
                  </a:lnTo>
                  <a:lnTo>
                    <a:pt x="3183838" y="3142277"/>
                  </a:lnTo>
                  <a:lnTo>
                    <a:pt x="3183188" y="3142277"/>
                  </a:lnTo>
                  <a:lnTo>
                    <a:pt x="3182538" y="3142277"/>
                  </a:lnTo>
                  <a:lnTo>
                    <a:pt x="3181888" y="3142277"/>
                  </a:lnTo>
                  <a:lnTo>
                    <a:pt x="3181238" y="3142277"/>
                  </a:lnTo>
                  <a:lnTo>
                    <a:pt x="3180588" y="3142277"/>
                  </a:lnTo>
                  <a:lnTo>
                    <a:pt x="3179938" y="3142277"/>
                  </a:lnTo>
                  <a:lnTo>
                    <a:pt x="3179288" y="3142277"/>
                  </a:lnTo>
                  <a:lnTo>
                    <a:pt x="3178638" y="3142277"/>
                  </a:lnTo>
                  <a:lnTo>
                    <a:pt x="3177988" y="3142277"/>
                  </a:lnTo>
                  <a:lnTo>
                    <a:pt x="3177338" y="3142277"/>
                  </a:lnTo>
                  <a:lnTo>
                    <a:pt x="3176688" y="3142277"/>
                  </a:lnTo>
                  <a:lnTo>
                    <a:pt x="3176039" y="3142277"/>
                  </a:lnTo>
                  <a:lnTo>
                    <a:pt x="3175389" y="3142277"/>
                  </a:lnTo>
                  <a:lnTo>
                    <a:pt x="3174739" y="3142277"/>
                  </a:lnTo>
                  <a:lnTo>
                    <a:pt x="3174089" y="3142277"/>
                  </a:lnTo>
                  <a:lnTo>
                    <a:pt x="3173439" y="3142277"/>
                  </a:lnTo>
                  <a:lnTo>
                    <a:pt x="3172789" y="3142277"/>
                  </a:lnTo>
                  <a:lnTo>
                    <a:pt x="3172139" y="3142277"/>
                  </a:lnTo>
                  <a:lnTo>
                    <a:pt x="3171489" y="3142277"/>
                  </a:lnTo>
                  <a:lnTo>
                    <a:pt x="3170839" y="3142277"/>
                  </a:lnTo>
                  <a:lnTo>
                    <a:pt x="3170189" y="3142277"/>
                  </a:lnTo>
                  <a:lnTo>
                    <a:pt x="3169539" y="3142277"/>
                  </a:lnTo>
                  <a:lnTo>
                    <a:pt x="3168889" y="3142277"/>
                  </a:lnTo>
                  <a:lnTo>
                    <a:pt x="3168239" y="3142277"/>
                  </a:lnTo>
                  <a:lnTo>
                    <a:pt x="3167589" y="3142277"/>
                  </a:lnTo>
                  <a:lnTo>
                    <a:pt x="3166939" y="3142277"/>
                  </a:lnTo>
                  <a:lnTo>
                    <a:pt x="3166289" y="3142277"/>
                  </a:lnTo>
                  <a:lnTo>
                    <a:pt x="3165640" y="3142277"/>
                  </a:lnTo>
                  <a:lnTo>
                    <a:pt x="3164990" y="3142277"/>
                  </a:lnTo>
                  <a:lnTo>
                    <a:pt x="3164340" y="3142277"/>
                  </a:lnTo>
                  <a:lnTo>
                    <a:pt x="3163690" y="3142277"/>
                  </a:lnTo>
                  <a:lnTo>
                    <a:pt x="3163040" y="3142277"/>
                  </a:lnTo>
                  <a:lnTo>
                    <a:pt x="3162390" y="3142277"/>
                  </a:lnTo>
                  <a:lnTo>
                    <a:pt x="3161740" y="3142277"/>
                  </a:lnTo>
                  <a:lnTo>
                    <a:pt x="3161090" y="3142277"/>
                  </a:lnTo>
                  <a:lnTo>
                    <a:pt x="3160440" y="3142277"/>
                  </a:lnTo>
                  <a:lnTo>
                    <a:pt x="3159790" y="3142277"/>
                  </a:lnTo>
                  <a:lnTo>
                    <a:pt x="3159140" y="3142277"/>
                  </a:lnTo>
                  <a:lnTo>
                    <a:pt x="3158490" y="3142277"/>
                  </a:lnTo>
                  <a:lnTo>
                    <a:pt x="3157840" y="3142277"/>
                  </a:lnTo>
                  <a:lnTo>
                    <a:pt x="3157190" y="3142277"/>
                  </a:lnTo>
                  <a:lnTo>
                    <a:pt x="3156540" y="3142277"/>
                  </a:lnTo>
                  <a:lnTo>
                    <a:pt x="3155891" y="3142277"/>
                  </a:lnTo>
                  <a:lnTo>
                    <a:pt x="3155241" y="3142277"/>
                  </a:lnTo>
                  <a:lnTo>
                    <a:pt x="3154591" y="3142277"/>
                  </a:lnTo>
                  <a:lnTo>
                    <a:pt x="3153941" y="3142277"/>
                  </a:lnTo>
                  <a:lnTo>
                    <a:pt x="3153291" y="3142277"/>
                  </a:lnTo>
                  <a:lnTo>
                    <a:pt x="3152641" y="3142277"/>
                  </a:lnTo>
                  <a:lnTo>
                    <a:pt x="3151991" y="3142277"/>
                  </a:lnTo>
                  <a:lnTo>
                    <a:pt x="3151341" y="3142277"/>
                  </a:lnTo>
                  <a:lnTo>
                    <a:pt x="3150691" y="3142277"/>
                  </a:lnTo>
                  <a:lnTo>
                    <a:pt x="3150041" y="3142277"/>
                  </a:lnTo>
                  <a:lnTo>
                    <a:pt x="3149391" y="3142277"/>
                  </a:lnTo>
                  <a:lnTo>
                    <a:pt x="3148741" y="3142277"/>
                  </a:lnTo>
                  <a:lnTo>
                    <a:pt x="3148091" y="3142277"/>
                  </a:lnTo>
                  <a:lnTo>
                    <a:pt x="3147441" y="3142277"/>
                  </a:lnTo>
                  <a:lnTo>
                    <a:pt x="3146791" y="3142277"/>
                  </a:lnTo>
                  <a:lnTo>
                    <a:pt x="3146141" y="3142277"/>
                  </a:lnTo>
                  <a:lnTo>
                    <a:pt x="3145492" y="3142277"/>
                  </a:lnTo>
                  <a:lnTo>
                    <a:pt x="3144842" y="3142277"/>
                  </a:lnTo>
                  <a:lnTo>
                    <a:pt x="3144192" y="3142277"/>
                  </a:lnTo>
                  <a:lnTo>
                    <a:pt x="3143542" y="3142277"/>
                  </a:lnTo>
                  <a:lnTo>
                    <a:pt x="3142892" y="3142277"/>
                  </a:lnTo>
                  <a:lnTo>
                    <a:pt x="3142242" y="3142277"/>
                  </a:lnTo>
                  <a:lnTo>
                    <a:pt x="3141592" y="3142277"/>
                  </a:lnTo>
                  <a:lnTo>
                    <a:pt x="3140942" y="3142277"/>
                  </a:lnTo>
                  <a:lnTo>
                    <a:pt x="3140292" y="3142277"/>
                  </a:lnTo>
                  <a:lnTo>
                    <a:pt x="3139642" y="3142277"/>
                  </a:lnTo>
                  <a:lnTo>
                    <a:pt x="3138992" y="3142277"/>
                  </a:lnTo>
                  <a:lnTo>
                    <a:pt x="3138342" y="3142277"/>
                  </a:lnTo>
                  <a:lnTo>
                    <a:pt x="3137692" y="3142277"/>
                  </a:lnTo>
                  <a:lnTo>
                    <a:pt x="3137042" y="3142277"/>
                  </a:lnTo>
                  <a:lnTo>
                    <a:pt x="3136392" y="3142277"/>
                  </a:lnTo>
                  <a:lnTo>
                    <a:pt x="3135743" y="3142277"/>
                  </a:lnTo>
                  <a:lnTo>
                    <a:pt x="3135093" y="3142277"/>
                  </a:lnTo>
                  <a:lnTo>
                    <a:pt x="3134443" y="3142277"/>
                  </a:lnTo>
                  <a:lnTo>
                    <a:pt x="3133793" y="3142277"/>
                  </a:lnTo>
                  <a:lnTo>
                    <a:pt x="3133143" y="3142277"/>
                  </a:lnTo>
                  <a:lnTo>
                    <a:pt x="3132493" y="3142277"/>
                  </a:lnTo>
                  <a:lnTo>
                    <a:pt x="3131843" y="3142277"/>
                  </a:lnTo>
                  <a:lnTo>
                    <a:pt x="3131193" y="3142277"/>
                  </a:lnTo>
                  <a:lnTo>
                    <a:pt x="3130543" y="3142277"/>
                  </a:lnTo>
                  <a:lnTo>
                    <a:pt x="3129893" y="3142277"/>
                  </a:lnTo>
                  <a:lnTo>
                    <a:pt x="3129243" y="3142277"/>
                  </a:lnTo>
                  <a:lnTo>
                    <a:pt x="3128593" y="3142277"/>
                  </a:lnTo>
                  <a:lnTo>
                    <a:pt x="3127943" y="3142277"/>
                  </a:lnTo>
                  <a:lnTo>
                    <a:pt x="3127293" y="3142277"/>
                  </a:lnTo>
                  <a:lnTo>
                    <a:pt x="3126643" y="3142277"/>
                  </a:lnTo>
                  <a:lnTo>
                    <a:pt x="3125994" y="3142277"/>
                  </a:lnTo>
                  <a:lnTo>
                    <a:pt x="3125344" y="3142277"/>
                  </a:lnTo>
                  <a:lnTo>
                    <a:pt x="3124694" y="3142277"/>
                  </a:lnTo>
                  <a:lnTo>
                    <a:pt x="3124044" y="3142277"/>
                  </a:lnTo>
                  <a:lnTo>
                    <a:pt x="3123394" y="3142277"/>
                  </a:lnTo>
                  <a:lnTo>
                    <a:pt x="3122744" y="3142277"/>
                  </a:lnTo>
                  <a:lnTo>
                    <a:pt x="3122094" y="3142277"/>
                  </a:lnTo>
                  <a:lnTo>
                    <a:pt x="3121444" y="3142277"/>
                  </a:lnTo>
                  <a:lnTo>
                    <a:pt x="3120794" y="3142277"/>
                  </a:lnTo>
                  <a:lnTo>
                    <a:pt x="3120144" y="3142277"/>
                  </a:lnTo>
                  <a:lnTo>
                    <a:pt x="3119494" y="3142277"/>
                  </a:lnTo>
                  <a:lnTo>
                    <a:pt x="3118844" y="3142277"/>
                  </a:lnTo>
                  <a:lnTo>
                    <a:pt x="3118194" y="3142277"/>
                  </a:lnTo>
                  <a:lnTo>
                    <a:pt x="3117544" y="3142277"/>
                  </a:lnTo>
                  <a:lnTo>
                    <a:pt x="3116894" y="3142277"/>
                  </a:lnTo>
                  <a:lnTo>
                    <a:pt x="3116244" y="3142277"/>
                  </a:lnTo>
                  <a:lnTo>
                    <a:pt x="3115595" y="3142277"/>
                  </a:lnTo>
                  <a:lnTo>
                    <a:pt x="3114945" y="3142277"/>
                  </a:lnTo>
                  <a:lnTo>
                    <a:pt x="3114295" y="3142277"/>
                  </a:lnTo>
                  <a:lnTo>
                    <a:pt x="3113645" y="3142277"/>
                  </a:lnTo>
                  <a:lnTo>
                    <a:pt x="3112995" y="3142277"/>
                  </a:lnTo>
                  <a:lnTo>
                    <a:pt x="3112345" y="3142277"/>
                  </a:lnTo>
                  <a:lnTo>
                    <a:pt x="3111695" y="3142277"/>
                  </a:lnTo>
                  <a:lnTo>
                    <a:pt x="3111045" y="3142277"/>
                  </a:lnTo>
                  <a:lnTo>
                    <a:pt x="3110395" y="3142277"/>
                  </a:lnTo>
                  <a:lnTo>
                    <a:pt x="3109745" y="3142277"/>
                  </a:lnTo>
                  <a:lnTo>
                    <a:pt x="3109095" y="3142277"/>
                  </a:lnTo>
                  <a:lnTo>
                    <a:pt x="3108445" y="3142277"/>
                  </a:lnTo>
                  <a:lnTo>
                    <a:pt x="3107795" y="3142277"/>
                  </a:lnTo>
                  <a:lnTo>
                    <a:pt x="3107145" y="3142277"/>
                  </a:lnTo>
                  <a:lnTo>
                    <a:pt x="3106495" y="3142277"/>
                  </a:lnTo>
                  <a:lnTo>
                    <a:pt x="3105846" y="3142277"/>
                  </a:lnTo>
                  <a:lnTo>
                    <a:pt x="3105196" y="3142277"/>
                  </a:lnTo>
                  <a:lnTo>
                    <a:pt x="3104546" y="3142277"/>
                  </a:lnTo>
                  <a:lnTo>
                    <a:pt x="3103896" y="3142277"/>
                  </a:lnTo>
                  <a:lnTo>
                    <a:pt x="3103246" y="3142277"/>
                  </a:lnTo>
                  <a:lnTo>
                    <a:pt x="3102596" y="3142277"/>
                  </a:lnTo>
                  <a:lnTo>
                    <a:pt x="3101946" y="3142277"/>
                  </a:lnTo>
                  <a:lnTo>
                    <a:pt x="3101296" y="3142277"/>
                  </a:lnTo>
                  <a:lnTo>
                    <a:pt x="3100646" y="3142277"/>
                  </a:lnTo>
                  <a:lnTo>
                    <a:pt x="3099996" y="3142277"/>
                  </a:lnTo>
                  <a:lnTo>
                    <a:pt x="3099346" y="3142277"/>
                  </a:lnTo>
                  <a:lnTo>
                    <a:pt x="3098696" y="3142277"/>
                  </a:lnTo>
                  <a:lnTo>
                    <a:pt x="3098046" y="3142277"/>
                  </a:lnTo>
                  <a:lnTo>
                    <a:pt x="3097396" y="3142277"/>
                  </a:lnTo>
                  <a:lnTo>
                    <a:pt x="3096746" y="3142277"/>
                  </a:lnTo>
                  <a:lnTo>
                    <a:pt x="3096096" y="3142277"/>
                  </a:lnTo>
                  <a:lnTo>
                    <a:pt x="3095447" y="3142277"/>
                  </a:lnTo>
                  <a:lnTo>
                    <a:pt x="3094797" y="3142277"/>
                  </a:lnTo>
                  <a:lnTo>
                    <a:pt x="3094147" y="3142277"/>
                  </a:lnTo>
                  <a:lnTo>
                    <a:pt x="3093497" y="3142277"/>
                  </a:lnTo>
                  <a:lnTo>
                    <a:pt x="3092847" y="3142277"/>
                  </a:lnTo>
                  <a:lnTo>
                    <a:pt x="3092197" y="3142277"/>
                  </a:lnTo>
                  <a:lnTo>
                    <a:pt x="3091547" y="3142277"/>
                  </a:lnTo>
                  <a:lnTo>
                    <a:pt x="3090897" y="3142277"/>
                  </a:lnTo>
                  <a:lnTo>
                    <a:pt x="3090247" y="3142277"/>
                  </a:lnTo>
                  <a:lnTo>
                    <a:pt x="3089597" y="3142277"/>
                  </a:lnTo>
                  <a:lnTo>
                    <a:pt x="3088947" y="3142277"/>
                  </a:lnTo>
                  <a:lnTo>
                    <a:pt x="3088297" y="3142277"/>
                  </a:lnTo>
                  <a:lnTo>
                    <a:pt x="3087647" y="3142277"/>
                  </a:lnTo>
                  <a:lnTo>
                    <a:pt x="3086997" y="3142277"/>
                  </a:lnTo>
                  <a:lnTo>
                    <a:pt x="3086347" y="3142277"/>
                  </a:lnTo>
                  <a:lnTo>
                    <a:pt x="3085698" y="3142277"/>
                  </a:lnTo>
                  <a:lnTo>
                    <a:pt x="3085048" y="3142277"/>
                  </a:lnTo>
                  <a:lnTo>
                    <a:pt x="3084398" y="3142277"/>
                  </a:lnTo>
                  <a:lnTo>
                    <a:pt x="3083748" y="3142277"/>
                  </a:lnTo>
                  <a:lnTo>
                    <a:pt x="3083098" y="3142277"/>
                  </a:lnTo>
                  <a:lnTo>
                    <a:pt x="3082448" y="3142277"/>
                  </a:lnTo>
                  <a:lnTo>
                    <a:pt x="3081798" y="3142277"/>
                  </a:lnTo>
                  <a:lnTo>
                    <a:pt x="3081148" y="3142277"/>
                  </a:lnTo>
                  <a:lnTo>
                    <a:pt x="3080498" y="3142277"/>
                  </a:lnTo>
                  <a:lnTo>
                    <a:pt x="3079848" y="3142277"/>
                  </a:lnTo>
                  <a:lnTo>
                    <a:pt x="3079198" y="3142277"/>
                  </a:lnTo>
                  <a:lnTo>
                    <a:pt x="3078548" y="3142277"/>
                  </a:lnTo>
                  <a:lnTo>
                    <a:pt x="3077898" y="3142277"/>
                  </a:lnTo>
                  <a:lnTo>
                    <a:pt x="3077248" y="3142277"/>
                  </a:lnTo>
                  <a:lnTo>
                    <a:pt x="3076598" y="3142277"/>
                  </a:lnTo>
                  <a:lnTo>
                    <a:pt x="3075948" y="3142277"/>
                  </a:lnTo>
                  <a:lnTo>
                    <a:pt x="3075299" y="3142277"/>
                  </a:lnTo>
                  <a:lnTo>
                    <a:pt x="3074649" y="3142277"/>
                  </a:lnTo>
                  <a:lnTo>
                    <a:pt x="3073999" y="3142277"/>
                  </a:lnTo>
                  <a:lnTo>
                    <a:pt x="3073349" y="3142277"/>
                  </a:lnTo>
                  <a:lnTo>
                    <a:pt x="3072699" y="3142277"/>
                  </a:lnTo>
                  <a:lnTo>
                    <a:pt x="3072049" y="3142277"/>
                  </a:lnTo>
                  <a:lnTo>
                    <a:pt x="3071399" y="3142277"/>
                  </a:lnTo>
                  <a:lnTo>
                    <a:pt x="3070749" y="3142277"/>
                  </a:lnTo>
                  <a:lnTo>
                    <a:pt x="3070099" y="3142277"/>
                  </a:lnTo>
                  <a:lnTo>
                    <a:pt x="3069449" y="3142277"/>
                  </a:lnTo>
                  <a:lnTo>
                    <a:pt x="3068799" y="3142277"/>
                  </a:lnTo>
                  <a:lnTo>
                    <a:pt x="3068149" y="3142277"/>
                  </a:lnTo>
                  <a:lnTo>
                    <a:pt x="3067499" y="3142277"/>
                  </a:lnTo>
                  <a:lnTo>
                    <a:pt x="3066849" y="3142277"/>
                  </a:lnTo>
                  <a:lnTo>
                    <a:pt x="3066199" y="3142277"/>
                  </a:lnTo>
                  <a:lnTo>
                    <a:pt x="3065550" y="3142277"/>
                  </a:lnTo>
                  <a:lnTo>
                    <a:pt x="3064900" y="3142277"/>
                  </a:lnTo>
                  <a:lnTo>
                    <a:pt x="3064250" y="3142277"/>
                  </a:lnTo>
                  <a:lnTo>
                    <a:pt x="3063600" y="3142277"/>
                  </a:lnTo>
                  <a:lnTo>
                    <a:pt x="3062950" y="3142277"/>
                  </a:lnTo>
                  <a:lnTo>
                    <a:pt x="3062300" y="3142277"/>
                  </a:lnTo>
                  <a:lnTo>
                    <a:pt x="3061650" y="3142277"/>
                  </a:lnTo>
                  <a:lnTo>
                    <a:pt x="3061000" y="3142277"/>
                  </a:lnTo>
                  <a:lnTo>
                    <a:pt x="3060350" y="3142277"/>
                  </a:lnTo>
                  <a:lnTo>
                    <a:pt x="3059700" y="3142277"/>
                  </a:lnTo>
                  <a:lnTo>
                    <a:pt x="3059050" y="3142277"/>
                  </a:lnTo>
                  <a:lnTo>
                    <a:pt x="3058400" y="3142277"/>
                  </a:lnTo>
                  <a:lnTo>
                    <a:pt x="3057750" y="3142277"/>
                  </a:lnTo>
                  <a:lnTo>
                    <a:pt x="3057100" y="3142277"/>
                  </a:lnTo>
                  <a:lnTo>
                    <a:pt x="3056450" y="3142277"/>
                  </a:lnTo>
                  <a:lnTo>
                    <a:pt x="3055800" y="3142277"/>
                  </a:lnTo>
                  <a:lnTo>
                    <a:pt x="3055151" y="3142277"/>
                  </a:lnTo>
                  <a:lnTo>
                    <a:pt x="3054501" y="3142277"/>
                  </a:lnTo>
                  <a:lnTo>
                    <a:pt x="3053851" y="3142277"/>
                  </a:lnTo>
                  <a:lnTo>
                    <a:pt x="3053201" y="3142277"/>
                  </a:lnTo>
                  <a:lnTo>
                    <a:pt x="3052551" y="3142277"/>
                  </a:lnTo>
                  <a:lnTo>
                    <a:pt x="3051901" y="3142277"/>
                  </a:lnTo>
                  <a:lnTo>
                    <a:pt x="3051251" y="3142277"/>
                  </a:lnTo>
                  <a:lnTo>
                    <a:pt x="3050601" y="3142277"/>
                  </a:lnTo>
                  <a:lnTo>
                    <a:pt x="3049951" y="3142277"/>
                  </a:lnTo>
                  <a:lnTo>
                    <a:pt x="3049301" y="3142277"/>
                  </a:lnTo>
                  <a:lnTo>
                    <a:pt x="3048651" y="3142277"/>
                  </a:lnTo>
                  <a:lnTo>
                    <a:pt x="3048001" y="3142277"/>
                  </a:lnTo>
                  <a:lnTo>
                    <a:pt x="3047351" y="3142277"/>
                  </a:lnTo>
                  <a:lnTo>
                    <a:pt x="3046701" y="3142277"/>
                  </a:lnTo>
                  <a:lnTo>
                    <a:pt x="3046051" y="3142277"/>
                  </a:lnTo>
                  <a:lnTo>
                    <a:pt x="3045402" y="3142277"/>
                  </a:lnTo>
                  <a:lnTo>
                    <a:pt x="3044752" y="3142277"/>
                  </a:lnTo>
                  <a:lnTo>
                    <a:pt x="3044102" y="3142277"/>
                  </a:lnTo>
                  <a:lnTo>
                    <a:pt x="3043452" y="3142277"/>
                  </a:lnTo>
                  <a:lnTo>
                    <a:pt x="3042802" y="3142277"/>
                  </a:lnTo>
                  <a:lnTo>
                    <a:pt x="3042152" y="3142277"/>
                  </a:lnTo>
                  <a:lnTo>
                    <a:pt x="3041502" y="3142277"/>
                  </a:lnTo>
                  <a:lnTo>
                    <a:pt x="3040852" y="3142277"/>
                  </a:lnTo>
                  <a:lnTo>
                    <a:pt x="3040202" y="3142277"/>
                  </a:lnTo>
                  <a:lnTo>
                    <a:pt x="3039552" y="3142277"/>
                  </a:lnTo>
                  <a:lnTo>
                    <a:pt x="3038902" y="3142277"/>
                  </a:lnTo>
                  <a:lnTo>
                    <a:pt x="3038252" y="3142277"/>
                  </a:lnTo>
                  <a:lnTo>
                    <a:pt x="3037602" y="3142277"/>
                  </a:lnTo>
                  <a:lnTo>
                    <a:pt x="3036952" y="3142277"/>
                  </a:lnTo>
                  <a:lnTo>
                    <a:pt x="3036302" y="3142277"/>
                  </a:lnTo>
                  <a:lnTo>
                    <a:pt x="3035652" y="3142277"/>
                  </a:lnTo>
                  <a:lnTo>
                    <a:pt x="3035003" y="3142277"/>
                  </a:lnTo>
                  <a:lnTo>
                    <a:pt x="3034353" y="3142277"/>
                  </a:lnTo>
                  <a:lnTo>
                    <a:pt x="3033703" y="3142277"/>
                  </a:lnTo>
                  <a:lnTo>
                    <a:pt x="3033053" y="3142277"/>
                  </a:lnTo>
                  <a:lnTo>
                    <a:pt x="3032403" y="3142277"/>
                  </a:lnTo>
                  <a:lnTo>
                    <a:pt x="3031753" y="3142277"/>
                  </a:lnTo>
                  <a:lnTo>
                    <a:pt x="3031103" y="3142277"/>
                  </a:lnTo>
                  <a:lnTo>
                    <a:pt x="3030453" y="3142277"/>
                  </a:lnTo>
                  <a:lnTo>
                    <a:pt x="3029803" y="3142277"/>
                  </a:lnTo>
                  <a:lnTo>
                    <a:pt x="3029153" y="3142277"/>
                  </a:lnTo>
                  <a:lnTo>
                    <a:pt x="3028503" y="3142277"/>
                  </a:lnTo>
                  <a:lnTo>
                    <a:pt x="3027853" y="3142277"/>
                  </a:lnTo>
                  <a:lnTo>
                    <a:pt x="3027203" y="3142277"/>
                  </a:lnTo>
                  <a:lnTo>
                    <a:pt x="3026553" y="3142277"/>
                  </a:lnTo>
                  <a:lnTo>
                    <a:pt x="3025903" y="3142277"/>
                  </a:lnTo>
                  <a:lnTo>
                    <a:pt x="3025254" y="3142277"/>
                  </a:lnTo>
                  <a:lnTo>
                    <a:pt x="3024604" y="3142277"/>
                  </a:lnTo>
                  <a:lnTo>
                    <a:pt x="3023954" y="3142277"/>
                  </a:lnTo>
                  <a:lnTo>
                    <a:pt x="3023304" y="3142277"/>
                  </a:lnTo>
                  <a:lnTo>
                    <a:pt x="3022654" y="3142277"/>
                  </a:lnTo>
                  <a:lnTo>
                    <a:pt x="3022004" y="3142277"/>
                  </a:lnTo>
                  <a:lnTo>
                    <a:pt x="3021354" y="3142277"/>
                  </a:lnTo>
                  <a:lnTo>
                    <a:pt x="3020704" y="3142277"/>
                  </a:lnTo>
                  <a:lnTo>
                    <a:pt x="3020054" y="3142277"/>
                  </a:lnTo>
                  <a:lnTo>
                    <a:pt x="3019404" y="3142277"/>
                  </a:lnTo>
                  <a:lnTo>
                    <a:pt x="3018754" y="3142277"/>
                  </a:lnTo>
                  <a:lnTo>
                    <a:pt x="3018104" y="3142277"/>
                  </a:lnTo>
                  <a:lnTo>
                    <a:pt x="3017454" y="3142277"/>
                  </a:lnTo>
                  <a:lnTo>
                    <a:pt x="3016804" y="3142277"/>
                  </a:lnTo>
                  <a:lnTo>
                    <a:pt x="3016154" y="3142277"/>
                  </a:lnTo>
                  <a:lnTo>
                    <a:pt x="3015504" y="3142277"/>
                  </a:lnTo>
                  <a:lnTo>
                    <a:pt x="3014855" y="3142277"/>
                  </a:lnTo>
                  <a:lnTo>
                    <a:pt x="3014205" y="3142277"/>
                  </a:lnTo>
                  <a:lnTo>
                    <a:pt x="3013555" y="3142277"/>
                  </a:lnTo>
                  <a:lnTo>
                    <a:pt x="3012905" y="3142277"/>
                  </a:lnTo>
                  <a:lnTo>
                    <a:pt x="3012255" y="3142277"/>
                  </a:lnTo>
                  <a:lnTo>
                    <a:pt x="3011605" y="3142277"/>
                  </a:lnTo>
                  <a:lnTo>
                    <a:pt x="3010955" y="3142277"/>
                  </a:lnTo>
                  <a:lnTo>
                    <a:pt x="3010305" y="3142277"/>
                  </a:lnTo>
                  <a:lnTo>
                    <a:pt x="3009655" y="3142277"/>
                  </a:lnTo>
                  <a:lnTo>
                    <a:pt x="3009005" y="3142277"/>
                  </a:lnTo>
                  <a:lnTo>
                    <a:pt x="3008355" y="3142277"/>
                  </a:lnTo>
                  <a:lnTo>
                    <a:pt x="3007705" y="3142277"/>
                  </a:lnTo>
                  <a:lnTo>
                    <a:pt x="3007055" y="3142277"/>
                  </a:lnTo>
                  <a:lnTo>
                    <a:pt x="3006405" y="3142277"/>
                  </a:lnTo>
                  <a:lnTo>
                    <a:pt x="3005755" y="3142277"/>
                  </a:lnTo>
                  <a:lnTo>
                    <a:pt x="3005106" y="3142277"/>
                  </a:lnTo>
                  <a:lnTo>
                    <a:pt x="3004456" y="3142277"/>
                  </a:lnTo>
                  <a:lnTo>
                    <a:pt x="3003806" y="3142277"/>
                  </a:lnTo>
                  <a:lnTo>
                    <a:pt x="3003156" y="3142277"/>
                  </a:lnTo>
                  <a:lnTo>
                    <a:pt x="3002506" y="3142277"/>
                  </a:lnTo>
                  <a:lnTo>
                    <a:pt x="3001856" y="3142277"/>
                  </a:lnTo>
                  <a:lnTo>
                    <a:pt x="3001206" y="3142277"/>
                  </a:lnTo>
                  <a:lnTo>
                    <a:pt x="3000556" y="3142277"/>
                  </a:lnTo>
                  <a:lnTo>
                    <a:pt x="2999906" y="3142277"/>
                  </a:lnTo>
                  <a:lnTo>
                    <a:pt x="2999256" y="3142277"/>
                  </a:lnTo>
                  <a:lnTo>
                    <a:pt x="2998606" y="3142277"/>
                  </a:lnTo>
                  <a:lnTo>
                    <a:pt x="2997956" y="3142277"/>
                  </a:lnTo>
                  <a:lnTo>
                    <a:pt x="2997306" y="3142277"/>
                  </a:lnTo>
                  <a:lnTo>
                    <a:pt x="2996656" y="3142277"/>
                  </a:lnTo>
                  <a:lnTo>
                    <a:pt x="2996006" y="3142277"/>
                  </a:lnTo>
                  <a:lnTo>
                    <a:pt x="2995356" y="3142277"/>
                  </a:lnTo>
                  <a:lnTo>
                    <a:pt x="2994707" y="3142277"/>
                  </a:lnTo>
                  <a:lnTo>
                    <a:pt x="2994057" y="3142277"/>
                  </a:lnTo>
                  <a:lnTo>
                    <a:pt x="2993407" y="3142277"/>
                  </a:lnTo>
                  <a:lnTo>
                    <a:pt x="2992757" y="3142277"/>
                  </a:lnTo>
                  <a:lnTo>
                    <a:pt x="2992107" y="3142277"/>
                  </a:lnTo>
                  <a:lnTo>
                    <a:pt x="2991457" y="3142277"/>
                  </a:lnTo>
                  <a:lnTo>
                    <a:pt x="2990807" y="3142277"/>
                  </a:lnTo>
                  <a:lnTo>
                    <a:pt x="2990157" y="3142277"/>
                  </a:lnTo>
                  <a:lnTo>
                    <a:pt x="2989507" y="3142277"/>
                  </a:lnTo>
                  <a:lnTo>
                    <a:pt x="2988857" y="3142277"/>
                  </a:lnTo>
                  <a:lnTo>
                    <a:pt x="2988207" y="3142277"/>
                  </a:lnTo>
                  <a:lnTo>
                    <a:pt x="2987557" y="3142277"/>
                  </a:lnTo>
                  <a:lnTo>
                    <a:pt x="2986907" y="3142277"/>
                  </a:lnTo>
                  <a:lnTo>
                    <a:pt x="2986257" y="3142277"/>
                  </a:lnTo>
                  <a:lnTo>
                    <a:pt x="2985607" y="3142277"/>
                  </a:lnTo>
                  <a:lnTo>
                    <a:pt x="2984958" y="3142277"/>
                  </a:lnTo>
                  <a:lnTo>
                    <a:pt x="2984308" y="3142277"/>
                  </a:lnTo>
                  <a:lnTo>
                    <a:pt x="2983658" y="3142277"/>
                  </a:lnTo>
                  <a:lnTo>
                    <a:pt x="2983008" y="3142277"/>
                  </a:lnTo>
                  <a:lnTo>
                    <a:pt x="2982358" y="3142277"/>
                  </a:lnTo>
                  <a:lnTo>
                    <a:pt x="2981708" y="3142277"/>
                  </a:lnTo>
                  <a:lnTo>
                    <a:pt x="2981058" y="3142277"/>
                  </a:lnTo>
                  <a:lnTo>
                    <a:pt x="2980408" y="3142277"/>
                  </a:lnTo>
                  <a:lnTo>
                    <a:pt x="2979758" y="3142277"/>
                  </a:lnTo>
                  <a:lnTo>
                    <a:pt x="2979108" y="3142277"/>
                  </a:lnTo>
                  <a:lnTo>
                    <a:pt x="2978458" y="3142277"/>
                  </a:lnTo>
                  <a:lnTo>
                    <a:pt x="2977808" y="3142277"/>
                  </a:lnTo>
                  <a:lnTo>
                    <a:pt x="2977158" y="3142277"/>
                  </a:lnTo>
                  <a:lnTo>
                    <a:pt x="2976508" y="3142277"/>
                  </a:lnTo>
                  <a:lnTo>
                    <a:pt x="2975858" y="3142277"/>
                  </a:lnTo>
                  <a:lnTo>
                    <a:pt x="2975209" y="3142277"/>
                  </a:lnTo>
                  <a:lnTo>
                    <a:pt x="2974559" y="3142277"/>
                  </a:lnTo>
                  <a:lnTo>
                    <a:pt x="2973909" y="3142277"/>
                  </a:lnTo>
                  <a:lnTo>
                    <a:pt x="2973259" y="3142277"/>
                  </a:lnTo>
                  <a:lnTo>
                    <a:pt x="2972609" y="3142277"/>
                  </a:lnTo>
                  <a:lnTo>
                    <a:pt x="2971959" y="3142277"/>
                  </a:lnTo>
                  <a:lnTo>
                    <a:pt x="2971309" y="3142277"/>
                  </a:lnTo>
                  <a:lnTo>
                    <a:pt x="2970659" y="3142277"/>
                  </a:lnTo>
                  <a:lnTo>
                    <a:pt x="2970009" y="3142277"/>
                  </a:lnTo>
                  <a:lnTo>
                    <a:pt x="2969359" y="3142277"/>
                  </a:lnTo>
                  <a:lnTo>
                    <a:pt x="2968709" y="3142277"/>
                  </a:lnTo>
                  <a:lnTo>
                    <a:pt x="2968059" y="3142277"/>
                  </a:lnTo>
                  <a:lnTo>
                    <a:pt x="2967409" y="3142277"/>
                  </a:lnTo>
                  <a:lnTo>
                    <a:pt x="2966759" y="3142277"/>
                  </a:lnTo>
                  <a:lnTo>
                    <a:pt x="2966109" y="3142277"/>
                  </a:lnTo>
                  <a:lnTo>
                    <a:pt x="2965459" y="3142277"/>
                  </a:lnTo>
                  <a:lnTo>
                    <a:pt x="2964810" y="3142277"/>
                  </a:lnTo>
                  <a:lnTo>
                    <a:pt x="2964160" y="3142277"/>
                  </a:lnTo>
                  <a:lnTo>
                    <a:pt x="2963510" y="3142277"/>
                  </a:lnTo>
                  <a:lnTo>
                    <a:pt x="2962860" y="3142277"/>
                  </a:lnTo>
                  <a:lnTo>
                    <a:pt x="2962210" y="3142277"/>
                  </a:lnTo>
                  <a:lnTo>
                    <a:pt x="2961560" y="3142277"/>
                  </a:lnTo>
                  <a:lnTo>
                    <a:pt x="2960910" y="3142277"/>
                  </a:lnTo>
                  <a:lnTo>
                    <a:pt x="2960260" y="3142277"/>
                  </a:lnTo>
                  <a:lnTo>
                    <a:pt x="2959610" y="3142277"/>
                  </a:lnTo>
                  <a:lnTo>
                    <a:pt x="2958960" y="3142277"/>
                  </a:lnTo>
                  <a:lnTo>
                    <a:pt x="2958310" y="3142277"/>
                  </a:lnTo>
                  <a:lnTo>
                    <a:pt x="2957660" y="3142277"/>
                  </a:lnTo>
                  <a:lnTo>
                    <a:pt x="2957010" y="3142277"/>
                  </a:lnTo>
                  <a:lnTo>
                    <a:pt x="2956360" y="3142277"/>
                  </a:lnTo>
                  <a:lnTo>
                    <a:pt x="2955710" y="3142277"/>
                  </a:lnTo>
                  <a:lnTo>
                    <a:pt x="2955061" y="3142277"/>
                  </a:lnTo>
                  <a:lnTo>
                    <a:pt x="2954411" y="3142277"/>
                  </a:lnTo>
                  <a:lnTo>
                    <a:pt x="2953761" y="3142277"/>
                  </a:lnTo>
                  <a:lnTo>
                    <a:pt x="2953111" y="3142277"/>
                  </a:lnTo>
                  <a:lnTo>
                    <a:pt x="2952461" y="3142277"/>
                  </a:lnTo>
                  <a:lnTo>
                    <a:pt x="2951811" y="3142277"/>
                  </a:lnTo>
                  <a:lnTo>
                    <a:pt x="2951161" y="3142277"/>
                  </a:lnTo>
                  <a:lnTo>
                    <a:pt x="2950511" y="3142277"/>
                  </a:lnTo>
                  <a:lnTo>
                    <a:pt x="2949861" y="3142277"/>
                  </a:lnTo>
                  <a:lnTo>
                    <a:pt x="2949211" y="3142277"/>
                  </a:lnTo>
                  <a:lnTo>
                    <a:pt x="2948561" y="3142277"/>
                  </a:lnTo>
                  <a:lnTo>
                    <a:pt x="2947911" y="3142277"/>
                  </a:lnTo>
                  <a:lnTo>
                    <a:pt x="2947261" y="3142277"/>
                  </a:lnTo>
                  <a:lnTo>
                    <a:pt x="2946611" y="3142277"/>
                  </a:lnTo>
                  <a:lnTo>
                    <a:pt x="2945961" y="3142277"/>
                  </a:lnTo>
                  <a:lnTo>
                    <a:pt x="2945311" y="3142277"/>
                  </a:lnTo>
                  <a:lnTo>
                    <a:pt x="2944662" y="3142277"/>
                  </a:lnTo>
                  <a:lnTo>
                    <a:pt x="2944012" y="3142277"/>
                  </a:lnTo>
                  <a:lnTo>
                    <a:pt x="2943362" y="3142277"/>
                  </a:lnTo>
                  <a:lnTo>
                    <a:pt x="2942712" y="3142277"/>
                  </a:lnTo>
                  <a:lnTo>
                    <a:pt x="2942062" y="3142277"/>
                  </a:lnTo>
                  <a:lnTo>
                    <a:pt x="2941412" y="3142277"/>
                  </a:lnTo>
                  <a:lnTo>
                    <a:pt x="2940762" y="3142277"/>
                  </a:lnTo>
                  <a:lnTo>
                    <a:pt x="2940112" y="3142277"/>
                  </a:lnTo>
                  <a:lnTo>
                    <a:pt x="2939462" y="3142277"/>
                  </a:lnTo>
                  <a:lnTo>
                    <a:pt x="2938812" y="3142277"/>
                  </a:lnTo>
                  <a:lnTo>
                    <a:pt x="2938162" y="3142277"/>
                  </a:lnTo>
                  <a:lnTo>
                    <a:pt x="2937512" y="3142277"/>
                  </a:lnTo>
                  <a:lnTo>
                    <a:pt x="2936862" y="3142277"/>
                  </a:lnTo>
                  <a:lnTo>
                    <a:pt x="2936212" y="3142277"/>
                  </a:lnTo>
                  <a:lnTo>
                    <a:pt x="2935562" y="3142277"/>
                  </a:lnTo>
                  <a:lnTo>
                    <a:pt x="2934913" y="3142277"/>
                  </a:lnTo>
                  <a:lnTo>
                    <a:pt x="2934263" y="3142277"/>
                  </a:lnTo>
                  <a:lnTo>
                    <a:pt x="2933613" y="3142277"/>
                  </a:lnTo>
                  <a:lnTo>
                    <a:pt x="2932963" y="3142277"/>
                  </a:lnTo>
                  <a:lnTo>
                    <a:pt x="2932313" y="3142277"/>
                  </a:lnTo>
                  <a:lnTo>
                    <a:pt x="2931663" y="3142277"/>
                  </a:lnTo>
                  <a:lnTo>
                    <a:pt x="2931013" y="3142277"/>
                  </a:lnTo>
                  <a:lnTo>
                    <a:pt x="2930363" y="3142277"/>
                  </a:lnTo>
                  <a:lnTo>
                    <a:pt x="2929713" y="3142277"/>
                  </a:lnTo>
                  <a:lnTo>
                    <a:pt x="2929063" y="3142277"/>
                  </a:lnTo>
                  <a:lnTo>
                    <a:pt x="2928413" y="3142277"/>
                  </a:lnTo>
                  <a:lnTo>
                    <a:pt x="2927763" y="3142277"/>
                  </a:lnTo>
                  <a:lnTo>
                    <a:pt x="2927113" y="3142277"/>
                  </a:lnTo>
                  <a:lnTo>
                    <a:pt x="2926463" y="3142277"/>
                  </a:lnTo>
                  <a:lnTo>
                    <a:pt x="2925813" y="3142277"/>
                  </a:lnTo>
                  <a:lnTo>
                    <a:pt x="2925163" y="3142277"/>
                  </a:lnTo>
                  <a:lnTo>
                    <a:pt x="2924514" y="3142277"/>
                  </a:lnTo>
                  <a:lnTo>
                    <a:pt x="2923864" y="3142277"/>
                  </a:lnTo>
                  <a:lnTo>
                    <a:pt x="2923214" y="3142277"/>
                  </a:lnTo>
                  <a:lnTo>
                    <a:pt x="2922564" y="3142277"/>
                  </a:lnTo>
                  <a:lnTo>
                    <a:pt x="2921914" y="3142277"/>
                  </a:lnTo>
                  <a:lnTo>
                    <a:pt x="2921264" y="3142277"/>
                  </a:lnTo>
                  <a:lnTo>
                    <a:pt x="2920614" y="3142277"/>
                  </a:lnTo>
                  <a:lnTo>
                    <a:pt x="2919964" y="3142277"/>
                  </a:lnTo>
                  <a:lnTo>
                    <a:pt x="2919314" y="3142277"/>
                  </a:lnTo>
                  <a:lnTo>
                    <a:pt x="2918664" y="3142277"/>
                  </a:lnTo>
                  <a:lnTo>
                    <a:pt x="2918014" y="3142277"/>
                  </a:lnTo>
                  <a:lnTo>
                    <a:pt x="2917364" y="3142277"/>
                  </a:lnTo>
                  <a:lnTo>
                    <a:pt x="2916714" y="3142277"/>
                  </a:lnTo>
                  <a:lnTo>
                    <a:pt x="2916064" y="3142277"/>
                  </a:lnTo>
                  <a:lnTo>
                    <a:pt x="2915414" y="3142277"/>
                  </a:lnTo>
                  <a:lnTo>
                    <a:pt x="2914765" y="3142277"/>
                  </a:lnTo>
                  <a:lnTo>
                    <a:pt x="2914115" y="3142277"/>
                  </a:lnTo>
                  <a:lnTo>
                    <a:pt x="2913465" y="3142277"/>
                  </a:lnTo>
                  <a:lnTo>
                    <a:pt x="2912815" y="3142277"/>
                  </a:lnTo>
                  <a:lnTo>
                    <a:pt x="2912165" y="3142277"/>
                  </a:lnTo>
                  <a:lnTo>
                    <a:pt x="2911515" y="3142277"/>
                  </a:lnTo>
                  <a:lnTo>
                    <a:pt x="2910865" y="3142277"/>
                  </a:lnTo>
                  <a:lnTo>
                    <a:pt x="2910215" y="3142277"/>
                  </a:lnTo>
                  <a:lnTo>
                    <a:pt x="2909565" y="3142277"/>
                  </a:lnTo>
                  <a:lnTo>
                    <a:pt x="2908915" y="3142277"/>
                  </a:lnTo>
                  <a:lnTo>
                    <a:pt x="2908265" y="3142277"/>
                  </a:lnTo>
                  <a:lnTo>
                    <a:pt x="2907615" y="3142277"/>
                  </a:lnTo>
                  <a:lnTo>
                    <a:pt x="2906965" y="3142277"/>
                  </a:lnTo>
                  <a:lnTo>
                    <a:pt x="2906315" y="3142277"/>
                  </a:lnTo>
                  <a:lnTo>
                    <a:pt x="2905665" y="3142277"/>
                  </a:lnTo>
                  <a:lnTo>
                    <a:pt x="2905015" y="3142277"/>
                  </a:lnTo>
                  <a:lnTo>
                    <a:pt x="2904366" y="3142277"/>
                  </a:lnTo>
                  <a:lnTo>
                    <a:pt x="2903716" y="3142277"/>
                  </a:lnTo>
                  <a:lnTo>
                    <a:pt x="2903066" y="3142277"/>
                  </a:lnTo>
                  <a:lnTo>
                    <a:pt x="2902416" y="3142277"/>
                  </a:lnTo>
                  <a:lnTo>
                    <a:pt x="2901766" y="3142277"/>
                  </a:lnTo>
                  <a:lnTo>
                    <a:pt x="2901116" y="3142277"/>
                  </a:lnTo>
                  <a:lnTo>
                    <a:pt x="2900466" y="3142277"/>
                  </a:lnTo>
                  <a:lnTo>
                    <a:pt x="2899816" y="3142277"/>
                  </a:lnTo>
                  <a:lnTo>
                    <a:pt x="2899166" y="3142277"/>
                  </a:lnTo>
                  <a:lnTo>
                    <a:pt x="2898516" y="3142277"/>
                  </a:lnTo>
                  <a:lnTo>
                    <a:pt x="2897866" y="3142277"/>
                  </a:lnTo>
                  <a:lnTo>
                    <a:pt x="2897216" y="3142277"/>
                  </a:lnTo>
                  <a:lnTo>
                    <a:pt x="2896566" y="3142277"/>
                  </a:lnTo>
                  <a:lnTo>
                    <a:pt x="2895916" y="3142277"/>
                  </a:lnTo>
                  <a:lnTo>
                    <a:pt x="2895266" y="3142277"/>
                  </a:lnTo>
                  <a:lnTo>
                    <a:pt x="2894617" y="3142277"/>
                  </a:lnTo>
                  <a:lnTo>
                    <a:pt x="2893967" y="3142277"/>
                  </a:lnTo>
                  <a:lnTo>
                    <a:pt x="2893317" y="3142277"/>
                  </a:lnTo>
                  <a:lnTo>
                    <a:pt x="2892667" y="3142277"/>
                  </a:lnTo>
                  <a:lnTo>
                    <a:pt x="2892017" y="3142277"/>
                  </a:lnTo>
                  <a:lnTo>
                    <a:pt x="2891367" y="3142277"/>
                  </a:lnTo>
                  <a:lnTo>
                    <a:pt x="2890717" y="3142277"/>
                  </a:lnTo>
                  <a:lnTo>
                    <a:pt x="2890067" y="3142277"/>
                  </a:lnTo>
                  <a:lnTo>
                    <a:pt x="2889417" y="3142277"/>
                  </a:lnTo>
                  <a:lnTo>
                    <a:pt x="2888767" y="3142277"/>
                  </a:lnTo>
                  <a:lnTo>
                    <a:pt x="2888117" y="3142277"/>
                  </a:lnTo>
                  <a:lnTo>
                    <a:pt x="2887467" y="3142277"/>
                  </a:lnTo>
                  <a:lnTo>
                    <a:pt x="2886817" y="3142277"/>
                  </a:lnTo>
                  <a:lnTo>
                    <a:pt x="2886167" y="3142277"/>
                  </a:lnTo>
                  <a:lnTo>
                    <a:pt x="2885517" y="3142277"/>
                  </a:lnTo>
                  <a:lnTo>
                    <a:pt x="2884867" y="3142277"/>
                  </a:lnTo>
                  <a:lnTo>
                    <a:pt x="2884218" y="3142277"/>
                  </a:lnTo>
                  <a:lnTo>
                    <a:pt x="2883568" y="3142277"/>
                  </a:lnTo>
                  <a:lnTo>
                    <a:pt x="2882918" y="3142277"/>
                  </a:lnTo>
                  <a:lnTo>
                    <a:pt x="2882268" y="3142277"/>
                  </a:lnTo>
                  <a:lnTo>
                    <a:pt x="2881618" y="3142277"/>
                  </a:lnTo>
                  <a:lnTo>
                    <a:pt x="2880968" y="3142277"/>
                  </a:lnTo>
                  <a:lnTo>
                    <a:pt x="2880318" y="3142277"/>
                  </a:lnTo>
                  <a:lnTo>
                    <a:pt x="2879668" y="3142277"/>
                  </a:lnTo>
                  <a:lnTo>
                    <a:pt x="2879018" y="3142277"/>
                  </a:lnTo>
                  <a:lnTo>
                    <a:pt x="2878368" y="3142277"/>
                  </a:lnTo>
                  <a:lnTo>
                    <a:pt x="2877718" y="3142277"/>
                  </a:lnTo>
                  <a:lnTo>
                    <a:pt x="2877068" y="3142277"/>
                  </a:lnTo>
                  <a:lnTo>
                    <a:pt x="2876418" y="3142277"/>
                  </a:lnTo>
                  <a:lnTo>
                    <a:pt x="2875768" y="3142277"/>
                  </a:lnTo>
                  <a:lnTo>
                    <a:pt x="2875118" y="3142277"/>
                  </a:lnTo>
                  <a:lnTo>
                    <a:pt x="2874469" y="3142277"/>
                  </a:lnTo>
                  <a:lnTo>
                    <a:pt x="2873819" y="3142277"/>
                  </a:lnTo>
                  <a:lnTo>
                    <a:pt x="2873169" y="3142277"/>
                  </a:lnTo>
                  <a:lnTo>
                    <a:pt x="2872519" y="3142277"/>
                  </a:lnTo>
                  <a:lnTo>
                    <a:pt x="2871869" y="3142277"/>
                  </a:lnTo>
                  <a:lnTo>
                    <a:pt x="2871219" y="3142277"/>
                  </a:lnTo>
                  <a:lnTo>
                    <a:pt x="2870569" y="3142277"/>
                  </a:lnTo>
                  <a:lnTo>
                    <a:pt x="2869919" y="3142277"/>
                  </a:lnTo>
                  <a:lnTo>
                    <a:pt x="2869269" y="3142277"/>
                  </a:lnTo>
                  <a:lnTo>
                    <a:pt x="2868619" y="3142277"/>
                  </a:lnTo>
                  <a:lnTo>
                    <a:pt x="2867969" y="3142277"/>
                  </a:lnTo>
                  <a:lnTo>
                    <a:pt x="2867319" y="3142277"/>
                  </a:lnTo>
                  <a:lnTo>
                    <a:pt x="2866669" y="3142277"/>
                  </a:lnTo>
                  <a:lnTo>
                    <a:pt x="2866019" y="3142277"/>
                  </a:lnTo>
                  <a:lnTo>
                    <a:pt x="2865369" y="3142277"/>
                  </a:lnTo>
                  <a:lnTo>
                    <a:pt x="2864719" y="3142277"/>
                  </a:lnTo>
                  <a:lnTo>
                    <a:pt x="2864070" y="3142277"/>
                  </a:lnTo>
                  <a:lnTo>
                    <a:pt x="2863420" y="3142277"/>
                  </a:lnTo>
                  <a:lnTo>
                    <a:pt x="2862770" y="3142277"/>
                  </a:lnTo>
                  <a:lnTo>
                    <a:pt x="2862120" y="3142277"/>
                  </a:lnTo>
                  <a:lnTo>
                    <a:pt x="2861470" y="3142277"/>
                  </a:lnTo>
                  <a:lnTo>
                    <a:pt x="2860820" y="3142277"/>
                  </a:lnTo>
                  <a:lnTo>
                    <a:pt x="2860170" y="3142277"/>
                  </a:lnTo>
                  <a:lnTo>
                    <a:pt x="2859520" y="3142277"/>
                  </a:lnTo>
                  <a:lnTo>
                    <a:pt x="2858870" y="3142277"/>
                  </a:lnTo>
                  <a:lnTo>
                    <a:pt x="2858220" y="3142277"/>
                  </a:lnTo>
                  <a:lnTo>
                    <a:pt x="2857570" y="3142277"/>
                  </a:lnTo>
                  <a:lnTo>
                    <a:pt x="2856920" y="3142277"/>
                  </a:lnTo>
                  <a:lnTo>
                    <a:pt x="2856270" y="3142277"/>
                  </a:lnTo>
                  <a:lnTo>
                    <a:pt x="2855620" y="3142277"/>
                  </a:lnTo>
                  <a:lnTo>
                    <a:pt x="2854970" y="3142277"/>
                  </a:lnTo>
                  <a:lnTo>
                    <a:pt x="2854321" y="3142277"/>
                  </a:lnTo>
                  <a:lnTo>
                    <a:pt x="2853671" y="3142277"/>
                  </a:lnTo>
                  <a:lnTo>
                    <a:pt x="2853021" y="3142277"/>
                  </a:lnTo>
                  <a:lnTo>
                    <a:pt x="2852371" y="3142277"/>
                  </a:lnTo>
                  <a:lnTo>
                    <a:pt x="2851721" y="3142277"/>
                  </a:lnTo>
                  <a:lnTo>
                    <a:pt x="2851071" y="3142277"/>
                  </a:lnTo>
                  <a:lnTo>
                    <a:pt x="2850421" y="3142277"/>
                  </a:lnTo>
                  <a:lnTo>
                    <a:pt x="2849771" y="3142277"/>
                  </a:lnTo>
                  <a:lnTo>
                    <a:pt x="2849121" y="3142277"/>
                  </a:lnTo>
                  <a:lnTo>
                    <a:pt x="2848471" y="3142277"/>
                  </a:lnTo>
                  <a:lnTo>
                    <a:pt x="2847821" y="3142277"/>
                  </a:lnTo>
                  <a:lnTo>
                    <a:pt x="2847171" y="3142277"/>
                  </a:lnTo>
                  <a:lnTo>
                    <a:pt x="2846521" y="3142277"/>
                  </a:lnTo>
                  <a:lnTo>
                    <a:pt x="2845871" y="3142277"/>
                  </a:lnTo>
                  <a:lnTo>
                    <a:pt x="2845221" y="3142277"/>
                  </a:lnTo>
                  <a:lnTo>
                    <a:pt x="2844572" y="3142277"/>
                  </a:lnTo>
                  <a:lnTo>
                    <a:pt x="2843922" y="3142277"/>
                  </a:lnTo>
                  <a:lnTo>
                    <a:pt x="2843272" y="3142277"/>
                  </a:lnTo>
                  <a:lnTo>
                    <a:pt x="2842622" y="3142277"/>
                  </a:lnTo>
                  <a:lnTo>
                    <a:pt x="2841972" y="3142277"/>
                  </a:lnTo>
                  <a:lnTo>
                    <a:pt x="2841322" y="3142277"/>
                  </a:lnTo>
                  <a:lnTo>
                    <a:pt x="2840672" y="3142277"/>
                  </a:lnTo>
                  <a:lnTo>
                    <a:pt x="2840022" y="3142277"/>
                  </a:lnTo>
                  <a:lnTo>
                    <a:pt x="2839372" y="3142277"/>
                  </a:lnTo>
                  <a:lnTo>
                    <a:pt x="2838722" y="3142277"/>
                  </a:lnTo>
                  <a:lnTo>
                    <a:pt x="2838072" y="3142277"/>
                  </a:lnTo>
                  <a:lnTo>
                    <a:pt x="2837422" y="3142277"/>
                  </a:lnTo>
                  <a:lnTo>
                    <a:pt x="2836772" y="3142277"/>
                  </a:lnTo>
                  <a:lnTo>
                    <a:pt x="2836122" y="3142277"/>
                  </a:lnTo>
                  <a:lnTo>
                    <a:pt x="2835472" y="3142277"/>
                  </a:lnTo>
                  <a:lnTo>
                    <a:pt x="2834822" y="3142277"/>
                  </a:lnTo>
                  <a:lnTo>
                    <a:pt x="2834173" y="3142277"/>
                  </a:lnTo>
                  <a:lnTo>
                    <a:pt x="2833523" y="3142277"/>
                  </a:lnTo>
                  <a:lnTo>
                    <a:pt x="2832873" y="3142277"/>
                  </a:lnTo>
                  <a:lnTo>
                    <a:pt x="2832223" y="3142277"/>
                  </a:lnTo>
                  <a:lnTo>
                    <a:pt x="2831573" y="3142277"/>
                  </a:lnTo>
                  <a:lnTo>
                    <a:pt x="2830923" y="3142277"/>
                  </a:lnTo>
                  <a:lnTo>
                    <a:pt x="2830273" y="3142277"/>
                  </a:lnTo>
                  <a:lnTo>
                    <a:pt x="2829623" y="3142277"/>
                  </a:lnTo>
                  <a:lnTo>
                    <a:pt x="2828973" y="3142277"/>
                  </a:lnTo>
                  <a:lnTo>
                    <a:pt x="2828323" y="3142277"/>
                  </a:lnTo>
                  <a:lnTo>
                    <a:pt x="2827673" y="3142277"/>
                  </a:lnTo>
                  <a:lnTo>
                    <a:pt x="2827023" y="3142277"/>
                  </a:lnTo>
                  <a:lnTo>
                    <a:pt x="2826373" y="3142277"/>
                  </a:lnTo>
                  <a:lnTo>
                    <a:pt x="2825723" y="3142277"/>
                  </a:lnTo>
                  <a:lnTo>
                    <a:pt x="2825073" y="3142277"/>
                  </a:lnTo>
                  <a:lnTo>
                    <a:pt x="2824424" y="3142277"/>
                  </a:lnTo>
                  <a:lnTo>
                    <a:pt x="2823774" y="3142277"/>
                  </a:lnTo>
                  <a:lnTo>
                    <a:pt x="2823124" y="3142277"/>
                  </a:lnTo>
                  <a:lnTo>
                    <a:pt x="2822474" y="3142277"/>
                  </a:lnTo>
                  <a:lnTo>
                    <a:pt x="2821824" y="3142277"/>
                  </a:lnTo>
                  <a:lnTo>
                    <a:pt x="2821174" y="3142277"/>
                  </a:lnTo>
                  <a:lnTo>
                    <a:pt x="2820524" y="3142277"/>
                  </a:lnTo>
                  <a:lnTo>
                    <a:pt x="2819874" y="3142277"/>
                  </a:lnTo>
                  <a:lnTo>
                    <a:pt x="2819224" y="3142277"/>
                  </a:lnTo>
                  <a:lnTo>
                    <a:pt x="2818574" y="3142277"/>
                  </a:lnTo>
                  <a:lnTo>
                    <a:pt x="2817924" y="3142277"/>
                  </a:lnTo>
                  <a:lnTo>
                    <a:pt x="2817274" y="3142277"/>
                  </a:lnTo>
                  <a:lnTo>
                    <a:pt x="2816624" y="3142277"/>
                  </a:lnTo>
                  <a:lnTo>
                    <a:pt x="2815974" y="3142277"/>
                  </a:lnTo>
                  <a:lnTo>
                    <a:pt x="2815324" y="3142277"/>
                  </a:lnTo>
                  <a:lnTo>
                    <a:pt x="2814674" y="3142277"/>
                  </a:lnTo>
                  <a:lnTo>
                    <a:pt x="2814025" y="3142277"/>
                  </a:lnTo>
                  <a:lnTo>
                    <a:pt x="2813375" y="3142277"/>
                  </a:lnTo>
                  <a:lnTo>
                    <a:pt x="2812725" y="3142277"/>
                  </a:lnTo>
                  <a:lnTo>
                    <a:pt x="2812075" y="3142277"/>
                  </a:lnTo>
                  <a:lnTo>
                    <a:pt x="2811425" y="3142277"/>
                  </a:lnTo>
                  <a:lnTo>
                    <a:pt x="2810775" y="3142277"/>
                  </a:lnTo>
                  <a:lnTo>
                    <a:pt x="2810125" y="3142277"/>
                  </a:lnTo>
                  <a:lnTo>
                    <a:pt x="2809475" y="3142277"/>
                  </a:lnTo>
                  <a:lnTo>
                    <a:pt x="2808825" y="3142277"/>
                  </a:lnTo>
                  <a:lnTo>
                    <a:pt x="2808175" y="3142277"/>
                  </a:lnTo>
                  <a:lnTo>
                    <a:pt x="2807525" y="3142277"/>
                  </a:lnTo>
                  <a:lnTo>
                    <a:pt x="2806875" y="3142277"/>
                  </a:lnTo>
                  <a:lnTo>
                    <a:pt x="2806225" y="3142277"/>
                  </a:lnTo>
                  <a:lnTo>
                    <a:pt x="2805575" y="3142277"/>
                  </a:lnTo>
                  <a:lnTo>
                    <a:pt x="2804925" y="3142277"/>
                  </a:lnTo>
                  <a:lnTo>
                    <a:pt x="2804276" y="3142277"/>
                  </a:lnTo>
                  <a:lnTo>
                    <a:pt x="2803626" y="3142277"/>
                  </a:lnTo>
                  <a:lnTo>
                    <a:pt x="2802976" y="3142277"/>
                  </a:lnTo>
                  <a:lnTo>
                    <a:pt x="2802326" y="3142277"/>
                  </a:lnTo>
                  <a:lnTo>
                    <a:pt x="2801676" y="3142277"/>
                  </a:lnTo>
                  <a:lnTo>
                    <a:pt x="2801026" y="3142277"/>
                  </a:lnTo>
                  <a:lnTo>
                    <a:pt x="2800376" y="3142277"/>
                  </a:lnTo>
                  <a:lnTo>
                    <a:pt x="2799726" y="3142277"/>
                  </a:lnTo>
                  <a:lnTo>
                    <a:pt x="2799076" y="3142277"/>
                  </a:lnTo>
                  <a:lnTo>
                    <a:pt x="2798426" y="3142277"/>
                  </a:lnTo>
                  <a:lnTo>
                    <a:pt x="2797776" y="3142277"/>
                  </a:lnTo>
                  <a:lnTo>
                    <a:pt x="2797126" y="3142277"/>
                  </a:lnTo>
                  <a:lnTo>
                    <a:pt x="2796476" y="3142277"/>
                  </a:lnTo>
                  <a:lnTo>
                    <a:pt x="2795826" y="3142277"/>
                  </a:lnTo>
                  <a:lnTo>
                    <a:pt x="2795176" y="3142277"/>
                  </a:lnTo>
                  <a:lnTo>
                    <a:pt x="2794526" y="3142277"/>
                  </a:lnTo>
                  <a:lnTo>
                    <a:pt x="2793877" y="3142277"/>
                  </a:lnTo>
                  <a:lnTo>
                    <a:pt x="2793227" y="3142277"/>
                  </a:lnTo>
                  <a:lnTo>
                    <a:pt x="2792577" y="3142277"/>
                  </a:lnTo>
                  <a:lnTo>
                    <a:pt x="2791927" y="3142277"/>
                  </a:lnTo>
                  <a:lnTo>
                    <a:pt x="2791277" y="3142277"/>
                  </a:lnTo>
                  <a:lnTo>
                    <a:pt x="2790627" y="3142277"/>
                  </a:lnTo>
                  <a:lnTo>
                    <a:pt x="2789977" y="3142277"/>
                  </a:lnTo>
                  <a:lnTo>
                    <a:pt x="2789327" y="3142277"/>
                  </a:lnTo>
                  <a:lnTo>
                    <a:pt x="2788677" y="3142277"/>
                  </a:lnTo>
                  <a:lnTo>
                    <a:pt x="2788027" y="3142277"/>
                  </a:lnTo>
                  <a:lnTo>
                    <a:pt x="2787377" y="3142277"/>
                  </a:lnTo>
                  <a:lnTo>
                    <a:pt x="2786727" y="3142277"/>
                  </a:lnTo>
                  <a:lnTo>
                    <a:pt x="2786077" y="3142277"/>
                  </a:lnTo>
                  <a:lnTo>
                    <a:pt x="2785427" y="3142277"/>
                  </a:lnTo>
                  <a:lnTo>
                    <a:pt x="2784777" y="3142277"/>
                  </a:lnTo>
                  <a:lnTo>
                    <a:pt x="2784128" y="3142277"/>
                  </a:lnTo>
                  <a:lnTo>
                    <a:pt x="2783478" y="3142277"/>
                  </a:lnTo>
                  <a:lnTo>
                    <a:pt x="2782828" y="3142277"/>
                  </a:lnTo>
                  <a:lnTo>
                    <a:pt x="2782178" y="3142277"/>
                  </a:lnTo>
                  <a:lnTo>
                    <a:pt x="2781528" y="3142277"/>
                  </a:lnTo>
                  <a:lnTo>
                    <a:pt x="2780878" y="3142277"/>
                  </a:lnTo>
                  <a:lnTo>
                    <a:pt x="2780228" y="3142277"/>
                  </a:lnTo>
                  <a:lnTo>
                    <a:pt x="2779578" y="3142277"/>
                  </a:lnTo>
                  <a:lnTo>
                    <a:pt x="2778928" y="3142277"/>
                  </a:lnTo>
                  <a:lnTo>
                    <a:pt x="2778278" y="3142277"/>
                  </a:lnTo>
                  <a:lnTo>
                    <a:pt x="2777628" y="3142277"/>
                  </a:lnTo>
                  <a:lnTo>
                    <a:pt x="2776978" y="3142277"/>
                  </a:lnTo>
                  <a:lnTo>
                    <a:pt x="2776328" y="3142277"/>
                  </a:lnTo>
                  <a:lnTo>
                    <a:pt x="2775678" y="3142277"/>
                  </a:lnTo>
                  <a:lnTo>
                    <a:pt x="2775028" y="3142277"/>
                  </a:lnTo>
                  <a:lnTo>
                    <a:pt x="2774378" y="3142277"/>
                  </a:lnTo>
                  <a:lnTo>
                    <a:pt x="2773729" y="3142277"/>
                  </a:lnTo>
                  <a:lnTo>
                    <a:pt x="2773079" y="3142277"/>
                  </a:lnTo>
                  <a:lnTo>
                    <a:pt x="2772429" y="3142277"/>
                  </a:lnTo>
                  <a:lnTo>
                    <a:pt x="2771779" y="3142277"/>
                  </a:lnTo>
                  <a:lnTo>
                    <a:pt x="2771129" y="3142277"/>
                  </a:lnTo>
                  <a:lnTo>
                    <a:pt x="2770479" y="3142277"/>
                  </a:lnTo>
                  <a:lnTo>
                    <a:pt x="2769829" y="3142277"/>
                  </a:lnTo>
                  <a:lnTo>
                    <a:pt x="2769179" y="3142277"/>
                  </a:lnTo>
                  <a:lnTo>
                    <a:pt x="2768529" y="3142277"/>
                  </a:lnTo>
                  <a:lnTo>
                    <a:pt x="2767879" y="3142277"/>
                  </a:lnTo>
                  <a:lnTo>
                    <a:pt x="2767229" y="3142277"/>
                  </a:lnTo>
                  <a:lnTo>
                    <a:pt x="2766579" y="3142277"/>
                  </a:lnTo>
                  <a:lnTo>
                    <a:pt x="2765929" y="3142277"/>
                  </a:lnTo>
                  <a:lnTo>
                    <a:pt x="2765279" y="3142277"/>
                  </a:lnTo>
                  <a:lnTo>
                    <a:pt x="2764629" y="3142277"/>
                  </a:lnTo>
                  <a:lnTo>
                    <a:pt x="2763980" y="3142277"/>
                  </a:lnTo>
                  <a:lnTo>
                    <a:pt x="2763330" y="3142277"/>
                  </a:lnTo>
                  <a:lnTo>
                    <a:pt x="2762680" y="3142277"/>
                  </a:lnTo>
                  <a:lnTo>
                    <a:pt x="2762030" y="3142277"/>
                  </a:lnTo>
                  <a:lnTo>
                    <a:pt x="2761380" y="3142277"/>
                  </a:lnTo>
                  <a:lnTo>
                    <a:pt x="2760730" y="3142277"/>
                  </a:lnTo>
                  <a:lnTo>
                    <a:pt x="2760080" y="3142277"/>
                  </a:lnTo>
                  <a:lnTo>
                    <a:pt x="2759430" y="3142277"/>
                  </a:lnTo>
                  <a:lnTo>
                    <a:pt x="2758780" y="3142277"/>
                  </a:lnTo>
                  <a:lnTo>
                    <a:pt x="2758130" y="3142277"/>
                  </a:lnTo>
                  <a:lnTo>
                    <a:pt x="2757480" y="3142277"/>
                  </a:lnTo>
                  <a:lnTo>
                    <a:pt x="2756830" y="3142277"/>
                  </a:lnTo>
                  <a:lnTo>
                    <a:pt x="2756180" y="3142277"/>
                  </a:lnTo>
                  <a:lnTo>
                    <a:pt x="2755530" y="3142277"/>
                  </a:lnTo>
                  <a:lnTo>
                    <a:pt x="2754880" y="3142277"/>
                  </a:lnTo>
                  <a:lnTo>
                    <a:pt x="2754230" y="3142277"/>
                  </a:lnTo>
                  <a:lnTo>
                    <a:pt x="2753581" y="3142277"/>
                  </a:lnTo>
                  <a:lnTo>
                    <a:pt x="2752931" y="3142277"/>
                  </a:lnTo>
                  <a:lnTo>
                    <a:pt x="2752281" y="3142277"/>
                  </a:lnTo>
                  <a:lnTo>
                    <a:pt x="2751631" y="3142277"/>
                  </a:lnTo>
                  <a:lnTo>
                    <a:pt x="2750981" y="3142277"/>
                  </a:lnTo>
                  <a:lnTo>
                    <a:pt x="2750331" y="3142277"/>
                  </a:lnTo>
                  <a:lnTo>
                    <a:pt x="2749681" y="3142277"/>
                  </a:lnTo>
                  <a:lnTo>
                    <a:pt x="2749031" y="3142277"/>
                  </a:lnTo>
                  <a:lnTo>
                    <a:pt x="2748381" y="3142277"/>
                  </a:lnTo>
                  <a:lnTo>
                    <a:pt x="2747731" y="3142277"/>
                  </a:lnTo>
                  <a:lnTo>
                    <a:pt x="2747081" y="3142277"/>
                  </a:lnTo>
                  <a:lnTo>
                    <a:pt x="2746431" y="3142277"/>
                  </a:lnTo>
                  <a:lnTo>
                    <a:pt x="2745781" y="3142277"/>
                  </a:lnTo>
                  <a:lnTo>
                    <a:pt x="2745131" y="3142277"/>
                  </a:lnTo>
                  <a:lnTo>
                    <a:pt x="2744481" y="3142277"/>
                  </a:lnTo>
                  <a:lnTo>
                    <a:pt x="2743832" y="3142277"/>
                  </a:lnTo>
                  <a:lnTo>
                    <a:pt x="2743182" y="3142277"/>
                  </a:lnTo>
                  <a:lnTo>
                    <a:pt x="2742532" y="3142277"/>
                  </a:lnTo>
                  <a:lnTo>
                    <a:pt x="2741882" y="3142277"/>
                  </a:lnTo>
                  <a:lnTo>
                    <a:pt x="2741232" y="3142277"/>
                  </a:lnTo>
                  <a:lnTo>
                    <a:pt x="2740582" y="3142277"/>
                  </a:lnTo>
                  <a:lnTo>
                    <a:pt x="2739932" y="3142277"/>
                  </a:lnTo>
                  <a:lnTo>
                    <a:pt x="2739282" y="3142277"/>
                  </a:lnTo>
                  <a:lnTo>
                    <a:pt x="2738632" y="3142277"/>
                  </a:lnTo>
                  <a:lnTo>
                    <a:pt x="2737982" y="3142277"/>
                  </a:lnTo>
                  <a:lnTo>
                    <a:pt x="2737332" y="3142277"/>
                  </a:lnTo>
                  <a:lnTo>
                    <a:pt x="2736682" y="3142277"/>
                  </a:lnTo>
                  <a:lnTo>
                    <a:pt x="2736032" y="3142277"/>
                  </a:lnTo>
                  <a:lnTo>
                    <a:pt x="2735382" y="3142277"/>
                  </a:lnTo>
                  <a:lnTo>
                    <a:pt x="2734732" y="3142277"/>
                  </a:lnTo>
                  <a:lnTo>
                    <a:pt x="2734082" y="3142277"/>
                  </a:lnTo>
                  <a:lnTo>
                    <a:pt x="2733433" y="3142277"/>
                  </a:lnTo>
                  <a:lnTo>
                    <a:pt x="2732783" y="3142277"/>
                  </a:lnTo>
                  <a:lnTo>
                    <a:pt x="2732133" y="3142277"/>
                  </a:lnTo>
                  <a:lnTo>
                    <a:pt x="2731483" y="3142277"/>
                  </a:lnTo>
                  <a:lnTo>
                    <a:pt x="2730833" y="3142277"/>
                  </a:lnTo>
                  <a:lnTo>
                    <a:pt x="2730183" y="3142277"/>
                  </a:lnTo>
                  <a:lnTo>
                    <a:pt x="2729533" y="3142277"/>
                  </a:lnTo>
                  <a:lnTo>
                    <a:pt x="2728883" y="3142277"/>
                  </a:lnTo>
                  <a:lnTo>
                    <a:pt x="2728233" y="3142277"/>
                  </a:lnTo>
                  <a:lnTo>
                    <a:pt x="2727583" y="3142277"/>
                  </a:lnTo>
                  <a:lnTo>
                    <a:pt x="2726933" y="3142277"/>
                  </a:lnTo>
                  <a:lnTo>
                    <a:pt x="2726283" y="3142277"/>
                  </a:lnTo>
                  <a:lnTo>
                    <a:pt x="2725633" y="3142277"/>
                  </a:lnTo>
                  <a:lnTo>
                    <a:pt x="2724983" y="3142277"/>
                  </a:lnTo>
                  <a:lnTo>
                    <a:pt x="2724333" y="3142277"/>
                  </a:lnTo>
                  <a:lnTo>
                    <a:pt x="2723684" y="3142277"/>
                  </a:lnTo>
                  <a:lnTo>
                    <a:pt x="2723034" y="3142277"/>
                  </a:lnTo>
                  <a:lnTo>
                    <a:pt x="2722384" y="3142277"/>
                  </a:lnTo>
                  <a:lnTo>
                    <a:pt x="2721734" y="3142277"/>
                  </a:lnTo>
                  <a:lnTo>
                    <a:pt x="2721084" y="3142277"/>
                  </a:lnTo>
                  <a:lnTo>
                    <a:pt x="2720434" y="3142277"/>
                  </a:lnTo>
                  <a:lnTo>
                    <a:pt x="2719784" y="3142277"/>
                  </a:lnTo>
                  <a:lnTo>
                    <a:pt x="2719134" y="3142277"/>
                  </a:lnTo>
                  <a:lnTo>
                    <a:pt x="2718484" y="3142277"/>
                  </a:lnTo>
                  <a:lnTo>
                    <a:pt x="2717834" y="3142277"/>
                  </a:lnTo>
                  <a:lnTo>
                    <a:pt x="2717184" y="3142277"/>
                  </a:lnTo>
                  <a:lnTo>
                    <a:pt x="2716534" y="3142277"/>
                  </a:lnTo>
                  <a:lnTo>
                    <a:pt x="2715884" y="3142277"/>
                  </a:lnTo>
                  <a:lnTo>
                    <a:pt x="2715234" y="3142277"/>
                  </a:lnTo>
                  <a:lnTo>
                    <a:pt x="2714584" y="3142277"/>
                  </a:lnTo>
                  <a:lnTo>
                    <a:pt x="2713934" y="3142277"/>
                  </a:lnTo>
                  <a:lnTo>
                    <a:pt x="2713285" y="3142277"/>
                  </a:lnTo>
                  <a:lnTo>
                    <a:pt x="2712635" y="3142277"/>
                  </a:lnTo>
                  <a:lnTo>
                    <a:pt x="2711985" y="3142277"/>
                  </a:lnTo>
                  <a:lnTo>
                    <a:pt x="2711335" y="3142277"/>
                  </a:lnTo>
                  <a:lnTo>
                    <a:pt x="2710685" y="3142277"/>
                  </a:lnTo>
                  <a:lnTo>
                    <a:pt x="2710035" y="3142277"/>
                  </a:lnTo>
                  <a:lnTo>
                    <a:pt x="2709385" y="3142277"/>
                  </a:lnTo>
                  <a:lnTo>
                    <a:pt x="2708735" y="3142277"/>
                  </a:lnTo>
                  <a:lnTo>
                    <a:pt x="2708085" y="3142277"/>
                  </a:lnTo>
                  <a:lnTo>
                    <a:pt x="2707435" y="3142277"/>
                  </a:lnTo>
                  <a:lnTo>
                    <a:pt x="2706785" y="3142277"/>
                  </a:lnTo>
                  <a:lnTo>
                    <a:pt x="2706135" y="3142277"/>
                  </a:lnTo>
                  <a:lnTo>
                    <a:pt x="2705485" y="3142277"/>
                  </a:lnTo>
                  <a:lnTo>
                    <a:pt x="2704835" y="3142277"/>
                  </a:lnTo>
                  <a:lnTo>
                    <a:pt x="2704185" y="3142277"/>
                  </a:lnTo>
                  <a:lnTo>
                    <a:pt x="2703536" y="3142277"/>
                  </a:lnTo>
                  <a:lnTo>
                    <a:pt x="2702886" y="3142277"/>
                  </a:lnTo>
                  <a:lnTo>
                    <a:pt x="2702236" y="3142277"/>
                  </a:lnTo>
                  <a:lnTo>
                    <a:pt x="2701586" y="3142277"/>
                  </a:lnTo>
                  <a:lnTo>
                    <a:pt x="2700936" y="3142277"/>
                  </a:lnTo>
                  <a:lnTo>
                    <a:pt x="2700286" y="3142277"/>
                  </a:lnTo>
                  <a:lnTo>
                    <a:pt x="2699636" y="3142277"/>
                  </a:lnTo>
                  <a:lnTo>
                    <a:pt x="2698986" y="3142277"/>
                  </a:lnTo>
                  <a:lnTo>
                    <a:pt x="2698336" y="3142277"/>
                  </a:lnTo>
                  <a:lnTo>
                    <a:pt x="2697686" y="3142277"/>
                  </a:lnTo>
                  <a:lnTo>
                    <a:pt x="2697036" y="3142277"/>
                  </a:lnTo>
                  <a:lnTo>
                    <a:pt x="2696386" y="3142277"/>
                  </a:lnTo>
                  <a:lnTo>
                    <a:pt x="2695736" y="3142277"/>
                  </a:lnTo>
                  <a:lnTo>
                    <a:pt x="2695086" y="3142277"/>
                  </a:lnTo>
                  <a:lnTo>
                    <a:pt x="2694436" y="3142277"/>
                  </a:lnTo>
                  <a:lnTo>
                    <a:pt x="2693787" y="3142277"/>
                  </a:lnTo>
                  <a:lnTo>
                    <a:pt x="2693137" y="3142277"/>
                  </a:lnTo>
                  <a:lnTo>
                    <a:pt x="2692487" y="3142277"/>
                  </a:lnTo>
                  <a:lnTo>
                    <a:pt x="2691837" y="3142277"/>
                  </a:lnTo>
                  <a:lnTo>
                    <a:pt x="2691187" y="3142277"/>
                  </a:lnTo>
                  <a:lnTo>
                    <a:pt x="2690537" y="3142277"/>
                  </a:lnTo>
                  <a:lnTo>
                    <a:pt x="2689887" y="3142277"/>
                  </a:lnTo>
                  <a:lnTo>
                    <a:pt x="2689237" y="3142277"/>
                  </a:lnTo>
                  <a:lnTo>
                    <a:pt x="2688587" y="3142277"/>
                  </a:lnTo>
                  <a:lnTo>
                    <a:pt x="2687937" y="3142277"/>
                  </a:lnTo>
                  <a:lnTo>
                    <a:pt x="2687287" y="3142277"/>
                  </a:lnTo>
                  <a:lnTo>
                    <a:pt x="2686637" y="3142277"/>
                  </a:lnTo>
                  <a:lnTo>
                    <a:pt x="2685987" y="3142277"/>
                  </a:lnTo>
                  <a:lnTo>
                    <a:pt x="2685337" y="3142277"/>
                  </a:lnTo>
                  <a:lnTo>
                    <a:pt x="2684687" y="3142277"/>
                  </a:lnTo>
                  <a:lnTo>
                    <a:pt x="2684037" y="3142277"/>
                  </a:lnTo>
                  <a:lnTo>
                    <a:pt x="2683388" y="3142277"/>
                  </a:lnTo>
                  <a:lnTo>
                    <a:pt x="2682738" y="3142277"/>
                  </a:lnTo>
                  <a:lnTo>
                    <a:pt x="2682088" y="3142277"/>
                  </a:lnTo>
                  <a:lnTo>
                    <a:pt x="2681438" y="3142277"/>
                  </a:lnTo>
                  <a:lnTo>
                    <a:pt x="2680788" y="3142277"/>
                  </a:lnTo>
                  <a:lnTo>
                    <a:pt x="2680138" y="3142277"/>
                  </a:lnTo>
                  <a:lnTo>
                    <a:pt x="2679488" y="3142277"/>
                  </a:lnTo>
                  <a:lnTo>
                    <a:pt x="2678838" y="3142277"/>
                  </a:lnTo>
                  <a:lnTo>
                    <a:pt x="2678188" y="3142277"/>
                  </a:lnTo>
                  <a:lnTo>
                    <a:pt x="2677538" y="3142277"/>
                  </a:lnTo>
                  <a:lnTo>
                    <a:pt x="2676888" y="3142277"/>
                  </a:lnTo>
                  <a:lnTo>
                    <a:pt x="2676238" y="3142277"/>
                  </a:lnTo>
                  <a:lnTo>
                    <a:pt x="2675588" y="3142277"/>
                  </a:lnTo>
                  <a:lnTo>
                    <a:pt x="2674938" y="3142277"/>
                  </a:lnTo>
                  <a:lnTo>
                    <a:pt x="2674288" y="3142277"/>
                  </a:lnTo>
                  <a:lnTo>
                    <a:pt x="2673639" y="3142277"/>
                  </a:lnTo>
                  <a:lnTo>
                    <a:pt x="2672989" y="3142277"/>
                  </a:lnTo>
                  <a:lnTo>
                    <a:pt x="2672339" y="3142277"/>
                  </a:lnTo>
                  <a:lnTo>
                    <a:pt x="2671689" y="3142277"/>
                  </a:lnTo>
                  <a:lnTo>
                    <a:pt x="2671039" y="3142277"/>
                  </a:lnTo>
                  <a:lnTo>
                    <a:pt x="2670389" y="3142277"/>
                  </a:lnTo>
                  <a:lnTo>
                    <a:pt x="2669739" y="3142277"/>
                  </a:lnTo>
                  <a:lnTo>
                    <a:pt x="2669089" y="3142277"/>
                  </a:lnTo>
                  <a:lnTo>
                    <a:pt x="2668439" y="3142277"/>
                  </a:lnTo>
                  <a:lnTo>
                    <a:pt x="2667789" y="3142277"/>
                  </a:lnTo>
                  <a:lnTo>
                    <a:pt x="2667139" y="3142277"/>
                  </a:lnTo>
                  <a:lnTo>
                    <a:pt x="2666489" y="3142277"/>
                  </a:lnTo>
                  <a:lnTo>
                    <a:pt x="2665839" y="3142277"/>
                  </a:lnTo>
                  <a:lnTo>
                    <a:pt x="2665189" y="3142277"/>
                  </a:lnTo>
                  <a:lnTo>
                    <a:pt x="2664539" y="3142277"/>
                  </a:lnTo>
                  <a:lnTo>
                    <a:pt x="2663889" y="3142277"/>
                  </a:lnTo>
                  <a:lnTo>
                    <a:pt x="2663240" y="3142277"/>
                  </a:lnTo>
                  <a:lnTo>
                    <a:pt x="2662590" y="3142277"/>
                  </a:lnTo>
                  <a:lnTo>
                    <a:pt x="2661940" y="3142277"/>
                  </a:lnTo>
                  <a:lnTo>
                    <a:pt x="2661290" y="3142277"/>
                  </a:lnTo>
                  <a:lnTo>
                    <a:pt x="2660640" y="3142277"/>
                  </a:lnTo>
                  <a:lnTo>
                    <a:pt x="2659990" y="3142277"/>
                  </a:lnTo>
                  <a:lnTo>
                    <a:pt x="2659340" y="3142277"/>
                  </a:lnTo>
                  <a:lnTo>
                    <a:pt x="2658690" y="3142277"/>
                  </a:lnTo>
                  <a:lnTo>
                    <a:pt x="2658040" y="3142277"/>
                  </a:lnTo>
                  <a:lnTo>
                    <a:pt x="2657390" y="3142277"/>
                  </a:lnTo>
                  <a:lnTo>
                    <a:pt x="2656740" y="3142277"/>
                  </a:lnTo>
                  <a:lnTo>
                    <a:pt x="2656090" y="3142277"/>
                  </a:lnTo>
                  <a:lnTo>
                    <a:pt x="2655440" y="3142277"/>
                  </a:lnTo>
                  <a:lnTo>
                    <a:pt x="2654790" y="3142277"/>
                  </a:lnTo>
                  <a:lnTo>
                    <a:pt x="2654140" y="3142277"/>
                  </a:lnTo>
                  <a:lnTo>
                    <a:pt x="2653491" y="3142277"/>
                  </a:lnTo>
                  <a:lnTo>
                    <a:pt x="2652841" y="3142277"/>
                  </a:lnTo>
                  <a:lnTo>
                    <a:pt x="2652191" y="3142277"/>
                  </a:lnTo>
                  <a:lnTo>
                    <a:pt x="2651541" y="3142277"/>
                  </a:lnTo>
                  <a:lnTo>
                    <a:pt x="2650891" y="3142277"/>
                  </a:lnTo>
                  <a:lnTo>
                    <a:pt x="2650241" y="3142277"/>
                  </a:lnTo>
                  <a:lnTo>
                    <a:pt x="2649591" y="3142277"/>
                  </a:lnTo>
                  <a:lnTo>
                    <a:pt x="2648941" y="3142277"/>
                  </a:lnTo>
                  <a:lnTo>
                    <a:pt x="2648291" y="3142277"/>
                  </a:lnTo>
                  <a:lnTo>
                    <a:pt x="2647641" y="3142277"/>
                  </a:lnTo>
                  <a:lnTo>
                    <a:pt x="2646991" y="3142277"/>
                  </a:lnTo>
                  <a:lnTo>
                    <a:pt x="2646341" y="3142277"/>
                  </a:lnTo>
                  <a:lnTo>
                    <a:pt x="2645691" y="3142277"/>
                  </a:lnTo>
                  <a:lnTo>
                    <a:pt x="2645041" y="3142277"/>
                  </a:lnTo>
                  <a:lnTo>
                    <a:pt x="2644391" y="3142277"/>
                  </a:lnTo>
                  <a:lnTo>
                    <a:pt x="2643741" y="3142277"/>
                  </a:lnTo>
                  <a:lnTo>
                    <a:pt x="2643092" y="3142277"/>
                  </a:lnTo>
                  <a:lnTo>
                    <a:pt x="2642442" y="3142277"/>
                  </a:lnTo>
                  <a:lnTo>
                    <a:pt x="2641792" y="3142277"/>
                  </a:lnTo>
                  <a:lnTo>
                    <a:pt x="2641142" y="3142277"/>
                  </a:lnTo>
                  <a:lnTo>
                    <a:pt x="2640492" y="3142277"/>
                  </a:lnTo>
                  <a:lnTo>
                    <a:pt x="2639842" y="3142277"/>
                  </a:lnTo>
                  <a:lnTo>
                    <a:pt x="2639192" y="3142277"/>
                  </a:lnTo>
                  <a:lnTo>
                    <a:pt x="2638542" y="3142277"/>
                  </a:lnTo>
                  <a:lnTo>
                    <a:pt x="2637892" y="3142277"/>
                  </a:lnTo>
                  <a:lnTo>
                    <a:pt x="2637242" y="3142277"/>
                  </a:lnTo>
                  <a:lnTo>
                    <a:pt x="2636592" y="3142277"/>
                  </a:lnTo>
                  <a:lnTo>
                    <a:pt x="2635942" y="3142277"/>
                  </a:lnTo>
                  <a:lnTo>
                    <a:pt x="2635292" y="3142277"/>
                  </a:lnTo>
                  <a:lnTo>
                    <a:pt x="2634642" y="3142277"/>
                  </a:lnTo>
                  <a:lnTo>
                    <a:pt x="2633992" y="3142277"/>
                  </a:lnTo>
                  <a:lnTo>
                    <a:pt x="2633343" y="3142277"/>
                  </a:lnTo>
                  <a:lnTo>
                    <a:pt x="2632693" y="3142277"/>
                  </a:lnTo>
                  <a:lnTo>
                    <a:pt x="2632043" y="3142277"/>
                  </a:lnTo>
                  <a:lnTo>
                    <a:pt x="2631393" y="3142277"/>
                  </a:lnTo>
                  <a:lnTo>
                    <a:pt x="2630743" y="3142277"/>
                  </a:lnTo>
                  <a:lnTo>
                    <a:pt x="2630093" y="3142277"/>
                  </a:lnTo>
                  <a:lnTo>
                    <a:pt x="2629443" y="3142277"/>
                  </a:lnTo>
                  <a:lnTo>
                    <a:pt x="2628793" y="3142277"/>
                  </a:lnTo>
                  <a:lnTo>
                    <a:pt x="2628143" y="3142277"/>
                  </a:lnTo>
                  <a:lnTo>
                    <a:pt x="2627493" y="3142277"/>
                  </a:lnTo>
                  <a:lnTo>
                    <a:pt x="2626843" y="3142277"/>
                  </a:lnTo>
                  <a:lnTo>
                    <a:pt x="2626193" y="3142277"/>
                  </a:lnTo>
                  <a:lnTo>
                    <a:pt x="2625543" y="3142277"/>
                  </a:lnTo>
                  <a:lnTo>
                    <a:pt x="2624893" y="3142277"/>
                  </a:lnTo>
                  <a:lnTo>
                    <a:pt x="2624243" y="3142277"/>
                  </a:lnTo>
                  <a:lnTo>
                    <a:pt x="2623593" y="3142277"/>
                  </a:lnTo>
                  <a:lnTo>
                    <a:pt x="2622944" y="3142277"/>
                  </a:lnTo>
                  <a:lnTo>
                    <a:pt x="2622294" y="3142277"/>
                  </a:lnTo>
                  <a:lnTo>
                    <a:pt x="2621644" y="3142277"/>
                  </a:lnTo>
                  <a:lnTo>
                    <a:pt x="2620994" y="3142277"/>
                  </a:lnTo>
                  <a:lnTo>
                    <a:pt x="2620344" y="3142277"/>
                  </a:lnTo>
                  <a:lnTo>
                    <a:pt x="2619694" y="3142277"/>
                  </a:lnTo>
                  <a:lnTo>
                    <a:pt x="2619044" y="3142277"/>
                  </a:lnTo>
                  <a:lnTo>
                    <a:pt x="2618394" y="3142277"/>
                  </a:lnTo>
                  <a:lnTo>
                    <a:pt x="2617744" y="3142277"/>
                  </a:lnTo>
                  <a:lnTo>
                    <a:pt x="2617094" y="3142277"/>
                  </a:lnTo>
                  <a:lnTo>
                    <a:pt x="2616444" y="3142277"/>
                  </a:lnTo>
                  <a:lnTo>
                    <a:pt x="2615794" y="3142277"/>
                  </a:lnTo>
                  <a:lnTo>
                    <a:pt x="2615144" y="3142277"/>
                  </a:lnTo>
                  <a:lnTo>
                    <a:pt x="2614494" y="3142277"/>
                  </a:lnTo>
                  <a:lnTo>
                    <a:pt x="2613844" y="3142277"/>
                  </a:lnTo>
                  <a:lnTo>
                    <a:pt x="2613195" y="3142277"/>
                  </a:lnTo>
                  <a:lnTo>
                    <a:pt x="2612545" y="3142277"/>
                  </a:lnTo>
                  <a:lnTo>
                    <a:pt x="2611895" y="3142277"/>
                  </a:lnTo>
                  <a:lnTo>
                    <a:pt x="2611245" y="3142277"/>
                  </a:lnTo>
                  <a:lnTo>
                    <a:pt x="2610595" y="3142277"/>
                  </a:lnTo>
                  <a:lnTo>
                    <a:pt x="2609945" y="3142277"/>
                  </a:lnTo>
                  <a:lnTo>
                    <a:pt x="2609295" y="3142277"/>
                  </a:lnTo>
                  <a:lnTo>
                    <a:pt x="2608645" y="3142277"/>
                  </a:lnTo>
                  <a:lnTo>
                    <a:pt x="2607995" y="3142277"/>
                  </a:lnTo>
                  <a:lnTo>
                    <a:pt x="2607345" y="3142277"/>
                  </a:lnTo>
                  <a:lnTo>
                    <a:pt x="2606695" y="3142277"/>
                  </a:lnTo>
                  <a:lnTo>
                    <a:pt x="2606045" y="3142277"/>
                  </a:lnTo>
                  <a:lnTo>
                    <a:pt x="2605395" y="3142277"/>
                  </a:lnTo>
                  <a:lnTo>
                    <a:pt x="2604745" y="3142277"/>
                  </a:lnTo>
                  <a:lnTo>
                    <a:pt x="2604095" y="3142277"/>
                  </a:lnTo>
                  <a:lnTo>
                    <a:pt x="2603445" y="3142277"/>
                  </a:lnTo>
                  <a:lnTo>
                    <a:pt x="2602796" y="3142277"/>
                  </a:lnTo>
                  <a:lnTo>
                    <a:pt x="2602146" y="3142277"/>
                  </a:lnTo>
                  <a:lnTo>
                    <a:pt x="2601496" y="3142277"/>
                  </a:lnTo>
                  <a:lnTo>
                    <a:pt x="2600846" y="3142277"/>
                  </a:lnTo>
                  <a:lnTo>
                    <a:pt x="2600196" y="3142277"/>
                  </a:lnTo>
                  <a:lnTo>
                    <a:pt x="2599546" y="3142277"/>
                  </a:lnTo>
                  <a:lnTo>
                    <a:pt x="2598896" y="3142277"/>
                  </a:lnTo>
                  <a:lnTo>
                    <a:pt x="2598246" y="3142277"/>
                  </a:lnTo>
                  <a:lnTo>
                    <a:pt x="2597596" y="3142277"/>
                  </a:lnTo>
                  <a:lnTo>
                    <a:pt x="2596946" y="3142277"/>
                  </a:lnTo>
                  <a:lnTo>
                    <a:pt x="2596296" y="3142277"/>
                  </a:lnTo>
                  <a:lnTo>
                    <a:pt x="2595646" y="3142277"/>
                  </a:lnTo>
                  <a:lnTo>
                    <a:pt x="2594996" y="3142277"/>
                  </a:lnTo>
                  <a:lnTo>
                    <a:pt x="2594346" y="3142277"/>
                  </a:lnTo>
                  <a:lnTo>
                    <a:pt x="2593696" y="3142277"/>
                  </a:lnTo>
                  <a:lnTo>
                    <a:pt x="2593047" y="3142277"/>
                  </a:lnTo>
                  <a:lnTo>
                    <a:pt x="2592397" y="3142277"/>
                  </a:lnTo>
                  <a:lnTo>
                    <a:pt x="2591747" y="3142277"/>
                  </a:lnTo>
                  <a:lnTo>
                    <a:pt x="2591097" y="3142277"/>
                  </a:lnTo>
                  <a:lnTo>
                    <a:pt x="2590447" y="3142277"/>
                  </a:lnTo>
                  <a:lnTo>
                    <a:pt x="2589797" y="3142277"/>
                  </a:lnTo>
                  <a:lnTo>
                    <a:pt x="2589147" y="3142277"/>
                  </a:lnTo>
                  <a:lnTo>
                    <a:pt x="2588497" y="3142277"/>
                  </a:lnTo>
                  <a:lnTo>
                    <a:pt x="2587847" y="3142277"/>
                  </a:lnTo>
                  <a:lnTo>
                    <a:pt x="2587197" y="3142277"/>
                  </a:lnTo>
                  <a:lnTo>
                    <a:pt x="2586547" y="3142277"/>
                  </a:lnTo>
                  <a:lnTo>
                    <a:pt x="2585897" y="3142277"/>
                  </a:lnTo>
                  <a:lnTo>
                    <a:pt x="2585247" y="3142277"/>
                  </a:lnTo>
                  <a:lnTo>
                    <a:pt x="2584597" y="3142277"/>
                  </a:lnTo>
                  <a:lnTo>
                    <a:pt x="2583947" y="3142277"/>
                  </a:lnTo>
                  <a:lnTo>
                    <a:pt x="2583297" y="3142277"/>
                  </a:lnTo>
                  <a:lnTo>
                    <a:pt x="2582648" y="3142277"/>
                  </a:lnTo>
                  <a:lnTo>
                    <a:pt x="2581998" y="3142277"/>
                  </a:lnTo>
                  <a:lnTo>
                    <a:pt x="2581348" y="3142277"/>
                  </a:lnTo>
                  <a:lnTo>
                    <a:pt x="2580698" y="3142277"/>
                  </a:lnTo>
                  <a:lnTo>
                    <a:pt x="2580048" y="3142277"/>
                  </a:lnTo>
                  <a:lnTo>
                    <a:pt x="2579398" y="3142277"/>
                  </a:lnTo>
                  <a:lnTo>
                    <a:pt x="2578748" y="3142277"/>
                  </a:lnTo>
                  <a:lnTo>
                    <a:pt x="2578098" y="3142277"/>
                  </a:lnTo>
                  <a:lnTo>
                    <a:pt x="2577448" y="3142277"/>
                  </a:lnTo>
                  <a:lnTo>
                    <a:pt x="2576798" y="3142277"/>
                  </a:lnTo>
                  <a:lnTo>
                    <a:pt x="2576148" y="3142277"/>
                  </a:lnTo>
                  <a:lnTo>
                    <a:pt x="2575498" y="3142277"/>
                  </a:lnTo>
                  <a:lnTo>
                    <a:pt x="2574848" y="3142277"/>
                  </a:lnTo>
                  <a:lnTo>
                    <a:pt x="2574198" y="3142277"/>
                  </a:lnTo>
                  <a:lnTo>
                    <a:pt x="2573548" y="3142277"/>
                  </a:lnTo>
                  <a:lnTo>
                    <a:pt x="2572899" y="3142277"/>
                  </a:lnTo>
                  <a:lnTo>
                    <a:pt x="2572249" y="3142277"/>
                  </a:lnTo>
                  <a:lnTo>
                    <a:pt x="2571599" y="3142277"/>
                  </a:lnTo>
                  <a:lnTo>
                    <a:pt x="2570949" y="3142277"/>
                  </a:lnTo>
                  <a:lnTo>
                    <a:pt x="2570299" y="3142277"/>
                  </a:lnTo>
                  <a:lnTo>
                    <a:pt x="2569649" y="3142277"/>
                  </a:lnTo>
                  <a:lnTo>
                    <a:pt x="2568999" y="3142277"/>
                  </a:lnTo>
                  <a:lnTo>
                    <a:pt x="2568349" y="3142277"/>
                  </a:lnTo>
                  <a:lnTo>
                    <a:pt x="2567699" y="3142277"/>
                  </a:lnTo>
                  <a:lnTo>
                    <a:pt x="2567049" y="3142277"/>
                  </a:lnTo>
                  <a:lnTo>
                    <a:pt x="2566399" y="3142277"/>
                  </a:lnTo>
                  <a:lnTo>
                    <a:pt x="2565749" y="3142277"/>
                  </a:lnTo>
                  <a:lnTo>
                    <a:pt x="2565099" y="3142277"/>
                  </a:lnTo>
                  <a:lnTo>
                    <a:pt x="2564449" y="3142277"/>
                  </a:lnTo>
                  <a:lnTo>
                    <a:pt x="2563799" y="3142277"/>
                  </a:lnTo>
                  <a:lnTo>
                    <a:pt x="2563149" y="3142277"/>
                  </a:lnTo>
                  <a:lnTo>
                    <a:pt x="2562500" y="3142277"/>
                  </a:lnTo>
                  <a:lnTo>
                    <a:pt x="2561850" y="3142277"/>
                  </a:lnTo>
                  <a:lnTo>
                    <a:pt x="2561200" y="3142277"/>
                  </a:lnTo>
                  <a:lnTo>
                    <a:pt x="2560550" y="3142277"/>
                  </a:lnTo>
                  <a:lnTo>
                    <a:pt x="2559900" y="3142277"/>
                  </a:lnTo>
                  <a:lnTo>
                    <a:pt x="2559250" y="3142277"/>
                  </a:lnTo>
                  <a:lnTo>
                    <a:pt x="2558600" y="3142277"/>
                  </a:lnTo>
                  <a:lnTo>
                    <a:pt x="2557950" y="3142277"/>
                  </a:lnTo>
                  <a:lnTo>
                    <a:pt x="2557300" y="3142277"/>
                  </a:lnTo>
                  <a:lnTo>
                    <a:pt x="2556650" y="3142277"/>
                  </a:lnTo>
                  <a:lnTo>
                    <a:pt x="2556000" y="3142277"/>
                  </a:lnTo>
                  <a:lnTo>
                    <a:pt x="2555350" y="3142277"/>
                  </a:lnTo>
                  <a:lnTo>
                    <a:pt x="2554700" y="3142277"/>
                  </a:lnTo>
                  <a:lnTo>
                    <a:pt x="2554050" y="3142277"/>
                  </a:lnTo>
                  <a:lnTo>
                    <a:pt x="2553400" y="3142277"/>
                  </a:lnTo>
                  <a:lnTo>
                    <a:pt x="2552751" y="3142277"/>
                  </a:lnTo>
                  <a:lnTo>
                    <a:pt x="2552101" y="3142277"/>
                  </a:lnTo>
                  <a:lnTo>
                    <a:pt x="2551451" y="3142277"/>
                  </a:lnTo>
                  <a:lnTo>
                    <a:pt x="2550801" y="3142277"/>
                  </a:lnTo>
                  <a:lnTo>
                    <a:pt x="2550151" y="3142277"/>
                  </a:lnTo>
                  <a:lnTo>
                    <a:pt x="2549501" y="3142277"/>
                  </a:lnTo>
                  <a:lnTo>
                    <a:pt x="2548851" y="3142277"/>
                  </a:lnTo>
                  <a:lnTo>
                    <a:pt x="2548201" y="3142277"/>
                  </a:lnTo>
                  <a:lnTo>
                    <a:pt x="2547551" y="3142277"/>
                  </a:lnTo>
                  <a:lnTo>
                    <a:pt x="2546901" y="3142277"/>
                  </a:lnTo>
                  <a:lnTo>
                    <a:pt x="2546251" y="3142277"/>
                  </a:lnTo>
                  <a:lnTo>
                    <a:pt x="2545601" y="3142277"/>
                  </a:lnTo>
                  <a:lnTo>
                    <a:pt x="2544951" y="3142277"/>
                  </a:lnTo>
                  <a:lnTo>
                    <a:pt x="2544301" y="3142277"/>
                  </a:lnTo>
                  <a:lnTo>
                    <a:pt x="2543651" y="3142277"/>
                  </a:lnTo>
                  <a:lnTo>
                    <a:pt x="2543002" y="3142277"/>
                  </a:lnTo>
                  <a:lnTo>
                    <a:pt x="2542352" y="3142277"/>
                  </a:lnTo>
                  <a:lnTo>
                    <a:pt x="2541702" y="3142277"/>
                  </a:lnTo>
                  <a:lnTo>
                    <a:pt x="2541052" y="3142277"/>
                  </a:lnTo>
                  <a:lnTo>
                    <a:pt x="2540402" y="3142277"/>
                  </a:lnTo>
                  <a:lnTo>
                    <a:pt x="2539752" y="3142277"/>
                  </a:lnTo>
                  <a:lnTo>
                    <a:pt x="2539102" y="3142277"/>
                  </a:lnTo>
                  <a:lnTo>
                    <a:pt x="2538452" y="3142277"/>
                  </a:lnTo>
                  <a:lnTo>
                    <a:pt x="2537802" y="3142277"/>
                  </a:lnTo>
                  <a:lnTo>
                    <a:pt x="2537152" y="3142277"/>
                  </a:lnTo>
                  <a:lnTo>
                    <a:pt x="2536502" y="3142277"/>
                  </a:lnTo>
                  <a:lnTo>
                    <a:pt x="2535852" y="3142277"/>
                  </a:lnTo>
                  <a:lnTo>
                    <a:pt x="2535202" y="3142277"/>
                  </a:lnTo>
                  <a:lnTo>
                    <a:pt x="2534552" y="3142277"/>
                  </a:lnTo>
                  <a:lnTo>
                    <a:pt x="2533902" y="3142277"/>
                  </a:lnTo>
                  <a:lnTo>
                    <a:pt x="2533252" y="3142277"/>
                  </a:lnTo>
                  <a:lnTo>
                    <a:pt x="2532603" y="3142277"/>
                  </a:lnTo>
                  <a:lnTo>
                    <a:pt x="2531953" y="3142277"/>
                  </a:lnTo>
                  <a:lnTo>
                    <a:pt x="2531303" y="3142277"/>
                  </a:lnTo>
                  <a:lnTo>
                    <a:pt x="2530653" y="3142277"/>
                  </a:lnTo>
                  <a:lnTo>
                    <a:pt x="2530003" y="3142277"/>
                  </a:lnTo>
                  <a:lnTo>
                    <a:pt x="2529353" y="3142277"/>
                  </a:lnTo>
                  <a:lnTo>
                    <a:pt x="2528703" y="3142277"/>
                  </a:lnTo>
                  <a:lnTo>
                    <a:pt x="2528053" y="3142277"/>
                  </a:lnTo>
                  <a:lnTo>
                    <a:pt x="2527403" y="3142277"/>
                  </a:lnTo>
                  <a:lnTo>
                    <a:pt x="2526753" y="3142277"/>
                  </a:lnTo>
                  <a:lnTo>
                    <a:pt x="2526103" y="3142277"/>
                  </a:lnTo>
                  <a:lnTo>
                    <a:pt x="2525453" y="3142277"/>
                  </a:lnTo>
                  <a:lnTo>
                    <a:pt x="2524803" y="3142277"/>
                  </a:lnTo>
                  <a:lnTo>
                    <a:pt x="2524153" y="3142277"/>
                  </a:lnTo>
                  <a:lnTo>
                    <a:pt x="2523503" y="3142277"/>
                  </a:lnTo>
                  <a:lnTo>
                    <a:pt x="2522854" y="3142277"/>
                  </a:lnTo>
                  <a:lnTo>
                    <a:pt x="2522204" y="3142277"/>
                  </a:lnTo>
                  <a:lnTo>
                    <a:pt x="2521554" y="3142277"/>
                  </a:lnTo>
                  <a:lnTo>
                    <a:pt x="2520904" y="3142277"/>
                  </a:lnTo>
                  <a:lnTo>
                    <a:pt x="2520254" y="3142277"/>
                  </a:lnTo>
                  <a:lnTo>
                    <a:pt x="2519604" y="3142277"/>
                  </a:lnTo>
                  <a:lnTo>
                    <a:pt x="2518954" y="3142277"/>
                  </a:lnTo>
                  <a:lnTo>
                    <a:pt x="2518304" y="3142277"/>
                  </a:lnTo>
                  <a:lnTo>
                    <a:pt x="2517654" y="3142277"/>
                  </a:lnTo>
                  <a:lnTo>
                    <a:pt x="2517004" y="3142277"/>
                  </a:lnTo>
                  <a:lnTo>
                    <a:pt x="2516354" y="3142277"/>
                  </a:lnTo>
                  <a:lnTo>
                    <a:pt x="2515704" y="3142277"/>
                  </a:lnTo>
                  <a:lnTo>
                    <a:pt x="2515054" y="3142277"/>
                  </a:lnTo>
                  <a:lnTo>
                    <a:pt x="2514404" y="3142277"/>
                  </a:lnTo>
                  <a:lnTo>
                    <a:pt x="2513754" y="3142277"/>
                  </a:lnTo>
                  <a:lnTo>
                    <a:pt x="2513104" y="3142277"/>
                  </a:lnTo>
                  <a:lnTo>
                    <a:pt x="2512455" y="3142277"/>
                  </a:lnTo>
                  <a:lnTo>
                    <a:pt x="2511805" y="3142277"/>
                  </a:lnTo>
                  <a:lnTo>
                    <a:pt x="2511155" y="3142277"/>
                  </a:lnTo>
                  <a:lnTo>
                    <a:pt x="2510505" y="3142277"/>
                  </a:lnTo>
                  <a:lnTo>
                    <a:pt x="2509855" y="3142277"/>
                  </a:lnTo>
                  <a:lnTo>
                    <a:pt x="2509205" y="3142277"/>
                  </a:lnTo>
                  <a:lnTo>
                    <a:pt x="2508555" y="3142277"/>
                  </a:lnTo>
                  <a:lnTo>
                    <a:pt x="2507905" y="3142277"/>
                  </a:lnTo>
                  <a:lnTo>
                    <a:pt x="2507255" y="3142277"/>
                  </a:lnTo>
                  <a:lnTo>
                    <a:pt x="2506605" y="3142277"/>
                  </a:lnTo>
                  <a:lnTo>
                    <a:pt x="2505955" y="3142277"/>
                  </a:lnTo>
                  <a:lnTo>
                    <a:pt x="2505305" y="3142277"/>
                  </a:lnTo>
                  <a:lnTo>
                    <a:pt x="2504655" y="3142277"/>
                  </a:lnTo>
                  <a:lnTo>
                    <a:pt x="2504005" y="3142277"/>
                  </a:lnTo>
                  <a:lnTo>
                    <a:pt x="2503355" y="3142277"/>
                  </a:lnTo>
                  <a:lnTo>
                    <a:pt x="2502706" y="3142277"/>
                  </a:lnTo>
                  <a:lnTo>
                    <a:pt x="2502056" y="3142277"/>
                  </a:lnTo>
                  <a:lnTo>
                    <a:pt x="2501406" y="3142277"/>
                  </a:lnTo>
                  <a:lnTo>
                    <a:pt x="2500756" y="3142277"/>
                  </a:lnTo>
                  <a:lnTo>
                    <a:pt x="2500106" y="3142277"/>
                  </a:lnTo>
                  <a:lnTo>
                    <a:pt x="2499456" y="3142277"/>
                  </a:lnTo>
                  <a:lnTo>
                    <a:pt x="2498806" y="3142277"/>
                  </a:lnTo>
                  <a:lnTo>
                    <a:pt x="2498156" y="3142277"/>
                  </a:lnTo>
                  <a:lnTo>
                    <a:pt x="2497506" y="3142277"/>
                  </a:lnTo>
                  <a:lnTo>
                    <a:pt x="2496856" y="3142277"/>
                  </a:lnTo>
                  <a:lnTo>
                    <a:pt x="2496206" y="3142277"/>
                  </a:lnTo>
                  <a:lnTo>
                    <a:pt x="2495556" y="3142277"/>
                  </a:lnTo>
                  <a:lnTo>
                    <a:pt x="2494906" y="3142277"/>
                  </a:lnTo>
                  <a:lnTo>
                    <a:pt x="2494256" y="3142277"/>
                  </a:lnTo>
                  <a:lnTo>
                    <a:pt x="2493606" y="3142277"/>
                  </a:lnTo>
                  <a:lnTo>
                    <a:pt x="2492956" y="3142277"/>
                  </a:lnTo>
                  <a:lnTo>
                    <a:pt x="2492307" y="3142277"/>
                  </a:lnTo>
                  <a:lnTo>
                    <a:pt x="2491657" y="3142277"/>
                  </a:lnTo>
                  <a:lnTo>
                    <a:pt x="2491007" y="3142277"/>
                  </a:lnTo>
                  <a:lnTo>
                    <a:pt x="2490357" y="3142277"/>
                  </a:lnTo>
                  <a:lnTo>
                    <a:pt x="2489707" y="3142277"/>
                  </a:lnTo>
                  <a:lnTo>
                    <a:pt x="2489057" y="3142277"/>
                  </a:lnTo>
                  <a:lnTo>
                    <a:pt x="2488407" y="3142277"/>
                  </a:lnTo>
                  <a:lnTo>
                    <a:pt x="2487757" y="3142277"/>
                  </a:lnTo>
                  <a:lnTo>
                    <a:pt x="2487107" y="3142277"/>
                  </a:lnTo>
                  <a:lnTo>
                    <a:pt x="2486457" y="3142277"/>
                  </a:lnTo>
                  <a:lnTo>
                    <a:pt x="2485807" y="3142277"/>
                  </a:lnTo>
                  <a:lnTo>
                    <a:pt x="2485157" y="3142277"/>
                  </a:lnTo>
                  <a:lnTo>
                    <a:pt x="2484507" y="3142277"/>
                  </a:lnTo>
                  <a:lnTo>
                    <a:pt x="2483857" y="3142277"/>
                  </a:lnTo>
                  <a:lnTo>
                    <a:pt x="2483207" y="3142277"/>
                  </a:lnTo>
                  <a:lnTo>
                    <a:pt x="2482558" y="3142277"/>
                  </a:lnTo>
                  <a:lnTo>
                    <a:pt x="2481908" y="3142277"/>
                  </a:lnTo>
                  <a:lnTo>
                    <a:pt x="2481258" y="3142277"/>
                  </a:lnTo>
                  <a:lnTo>
                    <a:pt x="2480608" y="3142277"/>
                  </a:lnTo>
                  <a:lnTo>
                    <a:pt x="2479958" y="3142277"/>
                  </a:lnTo>
                  <a:lnTo>
                    <a:pt x="2479308" y="3142277"/>
                  </a:lnTo>
                  <a:lnTo>
                    <a:pt x="2478658" y="3142277"/>
                  </a:lnTo>
                  <a:lnTo>
                    <a:pt x="2478008" y="3142277"/>
                  </a:lnTo>
                  <a:lnTo>
                    <a:pt x="2477358" y="3142277"/>
                  </a:lnTo>
                  <a:lnTo>
                    <a:pt x="2476708" y="3142277"/>
                  </a:lnTo>
                  <a:lnTo>
                    <a:pt x="2476058" y="3142277"/>
                  </a:lnTo>
                  <a:lnTo>
                    <a:pt x="2475408" y="3142277"/>
                  </a:lnTo>
                  <a:lnTo>
                    <a:pt x="2474758" y="3142277"/>
                  </a:lnTo>
                  <a:lnTo>
                    <a:pt x="2474108" y="3142277"/>
                  </a:lnTo>
                  <a:lnTo>
                    <a:pt x="2473458" y="3142277"/>
                  </a:lnTo>
                  <a:lnTo>
                    <a:pt x="2472808" y="3142277"/>
                  </a:lnTo>
                  <a:lnTo>
                    <a:pt x="2472159" y="3142277"/>
                  </a:lnTo>
                  <a:lnTo>
                    <a:pt x="2471509" y="3142277"/>
                  </a:lnTo>
                  <a:lnTo>
                    <a:pt x="2470859" y="3142277"/>
                  </a:lnTo>
                  <a:lnTo>
                    <a:pt x="2470209" y="3142277"/>
                  </a:lnTo>
                  <a:lnTo>
                    <a:pt x="2469559" y="3142277"/>
                  </a:lnTo>
                  <a:lnTo>
                    <a:pt x="2468909" y="3142277"/>
                  </a:lnTo>
                  <a:lnTo>
                    <a:pt x="2468259" y="3142277"/>
                  </a:lnTo>
                  <a:lnTo>
                    <a:pt x="2467609" y="3142277"/>
                  </a:lnTo>
                  <a:lnTo>
                    <a:pt x="2466959" y="3142277"/>
                  </a:lnTo>
                  <a:lnTo>
                    <a:pt x="2466309" y="3142277"/>
                  </a:lnTo>
                  <a:lnTo>
                    <a:pt x="2465659" y="3142277"/>
                  </a:lnTo>
                  <a:lnTo>
                    <a:pt x="2465009" y="3142277"/>
                  </a:lnTo>
                  <a:lnTo>
                    <a:pt x="2464359" y="3142277"/>
                  </a:lnTo>
                  <a:lnTo>
                    <a:pt x="2463709" y="3142277"/>
                  </a:lnTo>
                  <a:lnTo>
                    <a:pt x="2463059" y="3142277"/>
                  </a:lnTo>
                  <a:lnTo>
                    <a:pt x="2462410" y="3142277"/>
                  </a:lnTo>
                  <a:lnTo>
                    <a:pt x="2461760" y="3142277"/>
                  </a:lnTo>
                  <a:lnTo>
                    <a:pt x="2461110" y="3142277"/>
                  </a:lnTo>
                  <a:lnTo>
                    <a:pt x="2460460" y="3142277"/>
                  </a:lnTo>
                  <a:lnTo>
                    <a:pt x="2459810" y="3142277"/>
                  </a:lnTo>
                  <a:lnTo>
                    <a:pt x="2459160" y="3142277"/>
                  </a:lnTo>
                  <a:lnTo>
                    <a:pt x="2458510" y="3142277"/>
                  </a:lnTo>
                  <a:lnTo>
                    <a:pt x="2457860" y="3142277"/>
                  </a:lnTo>
                  <a:lnTo>
                    <a:pt x="2457210" y="3142277"/>
                  </a:lnTo>
                  <a:lnTo>
                    <a:pt x="2456560" y="3142277"/>
                  </a:lnTo>
                  <a:lnTo>
                    <a:pt x="2455910" y="3142277"/>
                  </a:lnTo>
                  <a:lnTo>
                    <a:pt x="2455260" y="3142277"/>
                  </a:lnTo>
                  <a:lnTo>
                    <a:pt x="2454610" y="3142277"/>
                  </a:lnTo>
                  <a:lnTo>
                    <a:pt x="2453960" y="3142277"/>
                  </a:lnTo>
                  <a:lnTo>
                    <a:pt x="2453310" y="3142277"/>
                  </a:lnTo>
                  <a:lnTo>
                    <a:pt x="2452660" y="3142277"/>
                  </a:lnTo>
                  <a:lnTo>
                    <a:pt x="2452011" y="3142277"/>
                  </a:lnTo>
                  <a:lnTo>
                    <a:pt x="2451361" y="3142277"/>
                  </a:lnTo>
                  <a:lnTo>
                    <a:pt x="2450711" y="3142277"/>
                  </a:lnTo>
                  <a:lnTo>
                    <a:pt x="2450061" y="3142277"/>
                  </a:lnTo>
                  <a:lnTo>
                    <a:pt x="2449411" y="3142277"/>
                  </a:lnTo>
                  <a:lnTo>
                    <a:pt x="2448761" y="3142277"/>
                  </a:lnTo>
                  <a:lnTo>
                    <a:pt x="2448111" y="3142277"/>
                  </a:lnTo>
                  <a:lnTo>
                    <a:pt x="2447461" y="3142277"/>
                  </a:lnTo>
                  <a:lnTo>
                    <a:pt x="2446811" y="3142277"/>
                  </a:lnTo>
                  <a:lnTo>
                    <a:pt x="2446161" y="3142277"/>
                  </a:lnTo>
                  <a:lnTo>
                    <a:pt x="2445511" y="3142277"/>
                  </a:lnTo>
                  <a:lnTo>
                    <a:pt x="2444861" y="3142277"/>
                  </a:lnTo>
                  <a:lnTo>
                    <a:pt x="2444211" y="3142277"/>
                  </a:lnTo>
                  <a:lnTo>
                    <a:pt x="2443561" y="3142277"/>
                  </a:lnTo>
                  <a:lnTo>
                    <a:pt x="2442911" y="3142277"/>
                  </a:lnTo>
                  <a:lnTo>
                    <a:pt x="2442262" y="3142277"/>
                  </a:lnTo>
                  <a:lnTo>
                    <a:pt x="2441612" y="3142277"/>
                  </a:lnTo>
                  <a:lnTo>
                    <a:pt x="2440962" y="3142277"/>
                  </a:lnTo>
                  <a:lnTo>
                    <a:pt x="2440312" y="3142277"/>
                  </a:lnTo>
                  <a:lnTo>
                    <a:pt x="2439662" y="3142277"/>
                  </a:lnTo>
                  <a:lnTo>
                    <a:pt x="2439012" y="3142277"/>
                  </a:lnTo>
                  <a:lnTo>
                    <a:pt x="2438362" y="3142277"/>
                  </a:lnTo>
                  <a:lnTo>
                    <a:pt x="2437712" y="3142277"/>
                  </a:lnTo>
                  <a:lnTo>
                    <a:pt x="2437062" y="3142277"/>
                  </a:lnTo>
                  <a:lnTo>
                    <a:pt x="2436412" y="3142277"/>
                  </a:lnTo>
                  <a:lnTo>
                    <a:pt x="2435762" y="3142277"/>
                  </a:lnTo>
                  <a:lnTo>
                    <a:pt x="2435112" y="3142277"/>
                  </a:lnTo>
                  <a:lnTo>
                    <a:pt x="2434462" y="3142277"/>
                  </a:lnTo>
                  <a:lnTo>
                    <a:pt x="2433812" y="3142277"/>
                  </a:lnTo>
                  <a:lnTo>
                    <a:pt x="2433162" y="3142277"/>
                  </a:lnTo>
                  <a:lnTo>
                    <a:pt x="2432512" y="3142277"/>
                  </a:lnTo>
                  <a:lnTo>
                    <a:pt x="2431863" y="3142277"/>
                  </a:lnTo>
                  <a:lnTo>
                    <a:pt x="2431213" y="3142277"/>
                  </a:lnTo>
                  <a:lnTo>
                    <a:pt x="2430563" y="3142277"/>
                  </a:lnTo>
                  <a:lnTo>
                    <a:pt x="2429913" y="3142277"/>
                  </a:lnTo>
                  <a:lnTo>
                    <a:pt x="2429263" y="3142277"/>
                  </a:lnTo>
                  <a:lnTo>
                    <a:pt x="2428613" y="3142277"/>
                  </a:lnTo>
                  <a:lnTo>
                    <a:pt x="2427963" y="3142277"/>
                  </a:lnTo>
                  <a:lnTo>
                    <a:pt x="2427313" y="3142277"/>
                  </a:lnTo>
                  <a:lnTo>
                    <a:pt x="2426663" y="3142277"/>
                  </a:lnTo>
                  <a:lnTo>
                    <a:pt x="2426013" y="3142277"/>
                  </a:lnTo>
                  <a:lnTo>
                    <a:pt x="2425363" y="3142277"/>
                  </a:lnTo>
                  <a:lnTo>
                    <a:pt x="2424713" y="3142277"/>
                  </a:lnTo>
                  <a:lnTo>
                    <a:pt x="2424063" y="3142277"/>
                  </a:lnTo>
                  <a:lnTo>
                    <a:pt x="2423413" y="3142277"/>
                  </a:lnTo>
                  <a:lnTo>
                    <a:pt x="2422763" y="3142277"/>
                  </a:lnTo>
                  <a:lnTo>
                    <a:pt x="2422114" y="3142277"/>
                  </a:lnTo>
                  <a:lnTo>
                    <a:pt x="2421464" y="3142277"/>
                  </a:lnTo>
                  <a:lnTo>
                    <a:pt x="2420814" y="3142277"/>
                  </a:lnTo>
                  <a:lnTo>
                    <a:pt x="2420164" y="3142277"/>
                  </a:lnTo>
                  <a:lnTo>
                    <a:pt x="2419514" y="3142277"/>
                  </a:lnTo>
                  <a:lnTo>
                    <a:pt x="2418864" y="3142277"/>
                  </a:lnTo>
                  <a:lnTo>
                    <a:pt x="2418214" y="3142277"/>
                  </a:lnTo>
                  <a:lnTo>
                    <a:pt x="2417564" y="3142277"/>
                  </a:lnTo>
                  <a:lnTo>
                    <a:pt x="2416914" y="3142277"/>
                  </a:lnTo>
                  <a:lnTo>
                    <a:pt x="2416264" y="3142277"/>
                  </a:lnTo>
                  <a:lnTo>
                    <a:pt x="2415614" y="3142277"/>
                  </a:lnTo>
                  <a:lnTo>
                    <a:pt x="2414964" y="3142277"/>
                  </a:lnTo>
                  <a:lnTo>
                    <a:pt x="2414314" y="3142277"/>
                  </a:lnTo>
                  <a:lnTo>
                    <a:pt x="2413664" y="3142277"/>
                  </a:lnTo>
                  <a:lnTo>
                    <a:pt x="2413014" y="3142277"/>
                  </a:lnTo>
                  <a:lnTo>
                    <a:pt x="2412364" y="3142277"/>
                  </a:lnTo>
                  <a:lnTo>
                    <a:pt x="2411715" y="3142277"/>
                  </a:lnTo>
                  <a:lnTo>
                    <a:pt x="2411065" y="3142277"/>
                  </a:lnTo>
                  <a:lnTo>
                    <a:pt x="2410415" y="3142277"/>
                  </a:lnTo>
                  <a:lnTo>
                    <a:pt x="2409765" y="3142277"/>
                  </a:lnTo>
                  <a:lnTo>
                    <a:pt x="2409115" y="3142277"/>
                  </a:lnTo>
                  <a:lnTo>
                    <a:pt x="2408465" y="3142277"/>
                  </a:lnTo>
                  <a:lnTo>
                    <a:pt x="2407815" y="3142277"/>
                  </a:lnTo>
                  <a:lnTo>
                    <a:pt x="2407165" y="3142277"/>
                  </a:lnTo>
                  <a:lnTo>
                    <a:pt x="2406515" y="3142277"/>
                  </a:lnTo>
                  <a:lnTo>
                    <a:pt x="2405865" y="3142277"/>
                  </a:lnTo>
                  <a:lnTo>
                    <a:pt x="2405215" y="3142277"/>
                  </a:lnTo>
                  <a:lnTo>
                    <a:pt x="2404565" y="3142277"/>
                  </a:lnTo>
                  <a:lnTo>
                    <a:pt x="2403915" y="3142277"/>
                  </a:lnTo>
                  <a:lnTo>
                    <a:pt x="2403265" y="3142277"/>
                  </a:lnTo>
                  <a:lnTo>
                    <a:pt x="2402615" y="3142277"/>
                  </a:lnTo>
                  <a:lnTo>
                    <a:pt x="2401966" y="3142277"/>
                  </a:lnTo>
                  <a:lnTo>
                    <a:pt x="2401316" y="3142277"/>
                  </a:lnTo>
                  <a:lnTo>
                    <a:pt x="2400666" y="3142277"/>
                  </a:lnTo>
                  <a:lnTo>
                    <a:pt x="2400016" y="3142277"/>
                  </a:lnTo>
                  <a:lnTo>
                    <a:pt x="2399366" y="3142277"/>
                  </a:lnTo>
                  <a:lnTo>
                    <a:pt x="2398716" y="3142277"/>
                  </a:lnTo>
                  <a:lnTo>
                    <a:pt x="2398066" y="3142277"/>
                  </a:lnTo>
                  <a:lnTo>
                    <a:pt x="2397416" y="3142277"/>
                  </a:lnTo>
                  <a:lnTo>
                    <a:pt x="2396766" y="3142277"/>
                  </a:lnTo>
                  <a:lnTo>
                    <a:pt x="2396116" y="3142277"/>
                  </a:lnTo>
                  <a:lnTo>
                    <a:pt x="2395466" y="3142277"/>
                  </a:lnTo>
                  <a:lnTo>
                    <a:pt x="2394816" y="3142277"/>
                  </a:lnTo>
                  <a:lnTo>
                    <a:pt x="2394166" y="3142277"/>
                  </a:lnTo>
                  <a:lnTo>
                    <a:pt x="2393516" y="3142277"/>
                  </a:lnTo>
                  <a:lnTo>
                    <a:pt x="2392866" y="3142277"/>
                  </a:lnTo>
                  <a:lnTo>
                    <a:pt x="2392217" y="3142277"/>
                  </a:lnTo>
                  <a:lnTo>
                    <a:pt x="2391567" y="3142277"/>
                  </a:lnTo>
                  <a:lnTo>
                    <a:pt x="2390917" y="3142277"/>
                  </a:lnTo>
                  <a:lnTo>
                    <a:pt x="2390267" y="3142277"/>
                  </a:lnTo>
                  <a:lnTo>
                    <a:pt x="2389617" y="3142277"/>
                  </a:lnTo>
                  <a:lnTo>
                    <a:pt x="2388967" y="3142277"/>
                  </a:lnTo>
                  <a:lnTo>
                    <a:pt x="2388317" y="3142277"/>
                  </a:lnTo>
                  <a:lnTo>
                    <a:pt x="2387667" y="3142277"/>
                  </a:lnTo>
                  <a:lnTo>
                    <a:pt x="2387017" y="3142277"/>
                  </a:lnTo>
                  <a:lnTo>
                    <a:pt x="2386367" y="3142277"/>
                  </a:lnTo>
                  <a:lnTo>
                    <a:pt x="2385717" y="3142277"/>
                  </a:lnTo>
                  <a:lnTo>
                    <a:pt x="2385067" y="3142277"/>
                  </a:lnTo>
                  <a:lnTo>
                    <a:pt x="2384417" y="3142277"/>
                  </a:lnTo>
                  <a:lnTo>
                    <a:pt x="2383767" y="3142277"/>
                  </a:lnTo>
                  <a:lnTo>
                    <a:pt x="2383117" y="3142277"/>
                  </a:lnTo>
                  <a:lnTo>
                    <a:pt x="2382467" y="3142277"/>
                  </a:lnTo>
                  <a:lnTo>
                    <a:pt x="2381818" y="3142277"/>
                  </a:lnTo>
                  <a:lnTo>
                    <a:pt x="2381168" y="3142277"/>
                  </a:lnTo>
                  <a:lnTo>
                    <a:pt x="2380518" y="3142277"/>
                  </a:lnTo>
                  <a:lnTo>
                    <a:pt x="2379868" y="3142277"/>
                  </a:lnTo>
                  <a:lnTo>
                    <a:pt x="2379218" y="3142277"/>
                  </a:lnTo>
                  <a:lnTo>
                    <a:pt x="2378568" y="3142277"/>
                  </a:lnTo>
                  <a:lnTo>
                    <a:pt x="2377918" y="3142277"/>
                  </a:lnTo>
                  <a:lnTo>
                    <a:pt x="2377268" y="3142277"/>
                  </a:lnTo>
                  <a:lnTo>
                    <a:pt x="2376618" y="3142277"/>
                  </a:lnTo>
                  <a:lnTo>
                    <a:pt x="2375968" y="3142277"/>
                  </a:lnTo>
                  <a:lnTo>
                    <a:pt x="2375318" y="3142277"/>
                  </a:lnTo>
                  <a:lnTo>
                    <a:pt x="2374668" y="3142277"/>
                  </a:lnTo>
                  <a:lnTo>
                    <a:pt x="2374018" y="3142277"/>
                  </a:lnTo>
                  <a:lnTo>
                    <a:pt x="2373368" y="3142277"/>
                  </a:lnTo>
                  <a:lnTo>
                    <a:pt x="2372718" y="3142277"/>
                  </a:lnTo>
                  <a:lnTo>
                    <a:pt x="2372069" y="3142277"/>
                  </a:lnTo>
                  <a:lnTo>
                    <a:pt x="2371419" y="3142277"/>
                  </a:lnTo>
                  <a:lnTo>
                    <a:pt x="2370769" y="3142277"/>
                  </a:lnTo>
                  <a:lnTo>
                    <a:pt x="2370119" y="3142277"/>
                  </a:lnTo>
                  <a:lnTo>
                    <a:pt x="2369469" y="3142277"/>
                  </a:lnTo>
                  <a:lnTo>
                    <a:pt x="2368819" y="3142277"/>
                  </a:lnTo>
                  <a:lnTo>
                    <a:pt x="2368169" y="3142277"/>
                  </a:lnTo>
                  <a:lnTo>
                    <a:pt x="2367519" y="3142277"/>
                  </a:lnTo>
                  <a:lnTo>
                    <a:pt x="2366869" y="3142277"/>
                  </a:lnTo>
                  <a:lnTo>
                    <a:pt x="2366219" y="3142277"/>
                  </a:lnTo>
                  <a:lnTo>
                    <a:pt x="2365569" y="3142277"/>
                  </a:lnTo>
                  <a:lnTo>
                    <a:pt x="2364919" y="3142277"/>
                  </a:lnTo>
                  <a:lnTo>
                    <a:pt x="2364269" y="3142277"/>
                  </a:lnTo>
                  <a:lnTo>
                    <a:pt x="2363619" y="3142277"/>
                  </a:lnTo>
                  <a:lnTo>
                    <a:pt x="2362969" y="3142277"/>
                  </a:lnTo>
                  <a:lnTo>
                    <a:pt x="2362319" y="3142277"/>
                  </a:lnTo>
                  <a:lnTo>
                    <a:pt x="2361670" y="3142277"/>
                  </a:lnTo>
                  <a:lnTo>
                    <a:pt x="2361020" y="3142277"/>
                  </a:lnTo>
                  <a:lnTo>
                    <a:pt x="2360370" y="3142277"/>
                  </a:lnTo>
                  <a:lnTo>
                    <a:pt x="2359720" y="3142277"/>
                  </a:lnTo>
                  <a:lnTo>
                    <a:pt x="2359070" y="3142277"/>
                  </a:lnTo>
                  <a:lnTo>
                    <a:pt x="2358420" y="3142277"/>
                  </a:lnTo>
                  <a:lnTo>
                    <a:pt x="2357770" y="3142277"/>
                  </a:lnTo>
                  <a:lnTo>
                    <a:pt x="2357120" y="3142277"/>
                  </a:lnTo>
                  <a:lnTo>
                    <a:pt x="2356470" y="3142277"/>
                  </a:lnTo>
                  <a:lnTo>
                    <a:pt x="2355820" y="3142277"/>
                  </a:lnTo>
                  <a:lnTo>
                    <a:pt x="2355170" y="3142277"/>
                  </a:lnTo>
                  <a:lnTo>
                    <a:pt x="2354520" y="3142277"/>
                  </a:lnTo>
                  <a:lnTo>
                    <a:pt x="2353870" y="3142277"/>
                  </a:lnTo>
                  <a:lnTo>
                    <a:pt x="2353220" y="3142277"/>
                  </a:lnTo>
                  <a:lnTo>
                    <a:pt x="2352570" y="3142277"/>
                  </a:lnTo>
                  <a:lnTo>
                    <a:pt x="2351921" y="3142277"/>
                  </a:lnTo>
                  <a:lnTo>
                    <a:pt x="2351271" y="3142277"/>
                  </a:lnTo>
                  <a:lnTo>
                    <a:pt x="2350621" y="3142277"/>
                  </a:lnTo>
                  <a:lnTo>
                    <a:pt x="2349971" y="3142277"/>
                  </a:lnTo>
                  <a:lnTo>
                    <a:pt x="2349321" y="3142277"/>
                  </a:lnTo>
                  <a:lnTo>
                    <a:pt x="2348671" y="3142277"/>
                  </a:lnTo>
                  <a:lnTo>
                    <a:pt x="2348021" y="3142277"/>
                  </a:lnTo>
                  <a:lnTo>
                    <a:pt x="2347371" y="3142277"/>
                  </a:lnTo>
                  <a:lnTo>
                    <a:pt x="2346721" y="3142277"/>
                  </a:lnTo>
                  <a:lnTo>
                    <a:pt x="2346071" y="3142277"/>
                  </a:lnTo>
                  <a:lnTo>
                    <a:pt x="2345421" y="3142277"/>
                  </a:lnTo>
                  <a:lnTo>
                    <a:pt x="2344771" y="3142277"/>
                  </a:lnTo>
                  <a:lnTo>
                    <a:pt x="2344121" y="3142277"/>
                  </a:lnTo>
                  <a:lnTo>
                    <a:pt x="2343471" y="3142277"/>
                  </a:lnTo>
                  <a:lnTo>
                    <a:pt x="2342821" y="3142277"/>
                  </a:lnTo>
                  <a:lnTo>
                    <a:pt x="2342171" y="3142277"/>
                  </a:lnTo>
                  <a:lnTo>
                    <a:pt x="2341522" y="3142277"/>
                  </a:lnTo>
                  <a:lnTo>
                    <a:pt x="2340872" y="3142277"/>
                  </a:lnTo>
                  <a:lnTo>
                    <a:pt x="2340222" y="3142277"/>
                  </a:lnTo>
                  <a:lnTo>
                    <a:pt x="2339572" y="3142277"/>
                  </a:lnTo>
                  <a:lnTo>
                    <a:pt x="2338922" y="3142277"/>
                  </a:lnTo>
                  <a:lnTo>
                    <a:pt x="2338272" y="3142277"/>
                  </a:lnTo>
                  <a:lnTo>
                    <a:pt x="2337622" y="3142277"/>
                  </a:lnTo>
                  <a:lnTo>
                    <a:pt x="2336972" y="3142277"/>
                  </a:lnTo>
                  <a:lnTo>
                    <a:pt x="2336322" y="3142277"/>
                  </a:lnTo>
                  <a:lnTo>
                    <a:pt x="2335672" y="3142277"/>
                  </a:lnTo>
                  <a:lnTo>
                    <a:pt x="2335022" y="3142277"/>
                  </a:lnTo>
                  <a:lnTo>
                    <a:pt x="2334372" y="3142277"/>
                  </a:lnTo>
                  <a:lnTo>
                    <a:pt x="2333722" y="3142277"/>
                  </a:lnTo>
                  <a:lnTo>
                    <a:pt x="2333072" y="3142277"/>
                  </a:lnTo>
                  <a:lnTo>
                    <a:pt x="2332422" y="3142277"/>
                  </a:lnTo>
                  <a:lnTo>
                    <a:pt x="2331773" y="3142277"/>
                  </a:lnTo>
                  <a:lnTo>
                    <a:pt x="2331123" y="3142277"/>
                  </a:lnTo>
                  <a:lnTo>
                    <a:pt x="2330473" y="3142277"/>
                  </a:lnTo>
                  <a:lnTo>
                    <a:pt x="2329823" y="3142277"/>
                  </a:lnTo>
                  <a:lnTo>
                    <a:pt x="2329173" y="3142277"/>
                  </a:lnTo>
                  <a:lnTo>
                    <a:pt x="2328523" y="3142277"/>
                  </a:lnTo>
                  <a:lnTo>
                    <a:pt x="2327873" y="3142277"/>
                  </a:lnTo>
                  <a:lnTo>
                    <a:pt x="2327223" y="3142277"/>
                  </a:lnTo>
                  <a:lnTo>
                    <a:pt x="2326573" y="3142277"/>
                  </a:lnTo>
                  <a:lnTo>
                    <a:pt x="2325923" y="3142277"/>
                  </a:lnTo>
                  <a:lnTo>
                    <a:pt x="2325273" y="3142277"/>
                  </a:lnTo>
                  <a:lnTo>
                    <a:pt x="2324623" y="3142277"/>
                  </a:lnTo>
                  <a:lnTo>
                    <a:pt x="2323973" y="3142277"/>
                  </a:lnTo>
                  <a:lnTo>
                    <a:pt x="2323323" y="3142277"/>
                  </a:lnTo>
                  <a:lnTo>
                    <a:pt x="2322673" y="3142277"/>
                  </a:lnTo>
                  <a:lnTo>
                    <a:pt x="2322023" y="3142277"/>
                  </a:lnTo>
                  <a:lnTo>
                    <a:pt x="2321374" y="3142277"/>
                  </a:lnTo>
                  <a:lnTo>
                    <a:pt x="2320724" y="3142277"/>
                  </a:lnTo>
                  <a:lnTo>
                    <a:pt x="2320074" y="3142277"/>
                  </a:lnTo>
                  <a:lnTo>
                    <a:pt x="2319424" y="3142277"/>
                  </a:lnTo>
                  <a:lnTo>
                    <a:pt x="2318774" y="3142277"/>
                  </a:lnTo>
                  <a:lnTo>
                    <a:pt x="2318124" y="3142277"/>
                  </a:lnTo>
                  <a:lnTo>
                    <a:pt x="2317474" y="3142277"/>
                  </a:lnTo>
                  <a:lnTo>
                    <a:pt x="2316824" y="3142277"/>
                  </a:lnTo>
                  <a:lnTo>
                    <a:pt x="2316174" y="3142277"/>
                  </a:lnTo>
                  <a:lnTo>
                    <a:pt x="2315524" y="3142277"/>
                  </a:lnTo>
                  <a:lnTo>
                    <a:pt x="2314874" y="3142277"/>
                  </a:lnTo>
                  <a:lnTo>
                    <a:pt x="2314224" y="3142277"/>
                  </a:lnTo>
                  <a:lnTo>
                    <a:pt x="2313574" y="3142277"/>
                  </a:lnTo>
                  <a:lnTo>
                    <a:pt x="2312924" y="3142277"/>
                  </a:lnTo>
                  <a:lnTo>
                    <a:pt x="2312274" y="3142277"/>
                  </a:lnTo>
                  <a:lnTo>
                    <a:pt x="2311625" y="3142277"/>
                  </a:lnTo>
                  <a:lnTo>
                    <a:pt x="2310975" y="3142277"/>
                  </a:lnTo>
                  <a:lnTo>
                    <a:pt x="2310325" y="3142277"/>
                  </a:lnTo>
                  <a:lnTo>
                    <a:pt x="2309675" y="3142277"/>
                  </a:lnTo>
                  <a:lnTo>
                    <a:pt x="2309025" y="3142277"/>
                  </a:lnTo>
                  <a:lnTo>
                    <a:pt x="2308375" y="3142277"/>
                  </a:lnTo>
                  <a:lnTo>
                    <a:pt x="2307725" y="3142277"/>
                  </a:lnTo>
                  <a:lnTo>
                    <a:pt x="2307075" y="3142277"/>
                  </a:lnTo>
                  <a:lnTo>
                    <a:pt x="2306425" y="3142277"/>
                  </a:lnTo>
                  <a:lnTo>
                    <a:pt x="2305775" y="3142277"/>
                  </a:lnTo>
                  <a:lnTo>
                    <a:pt x="2305125" y="3142277"/>
                  </a:lnTo>
                  <a:lnTo>
                    <a:pt x="2304475" y="3142277"/>
                  </a:lnTo>
                  <a:lnTo>
                    <a:pt x="2303825" y="3142277"/>
                  </a:lnTo>
                  <a:lnTo>
                    <a:pt x="2303175" y="3142277"/>
                  </a:lnTo>
                  <a:lnTo>
                    <a:pt x="2302525" y="3142277"/>
                  </a:lnTo>
                  <a:lnTo>
                    <a:pt x="2301875" y="3142277"/>
                  </a:lnTo>
                  <a:lnTo>
                    <a:pt x="2301226" y="3142277"/>
                  </a:lnTo>
                  <a:lnTo>
                    <a:pt x="2300576" y="3142277"/>
                  </a:lnTo>
                  <a:lnTo>
                    <a:pt x="2299926" y="3142277"/>
                  </a:lnTo>
                  <a:lnTo>
                    <a:pt x="2299276" y="3142277"/>
                  </a:lnTo>
                  <a:lnTo>
                    <a:pt x="2298626" y="3142277"/>
                  </a:lnTo>
                  <a:lnTo>
                    <a:pt x="2297976" y="3142277"/>
                  </a:lnTo>
                  <a:lnTo>
                    <a:pt x="2297326" y="3142277"/>
                  </a:lnTo>
                  <a:lnTo>
                    <a:pt x="2296676" y="3142277"/>
                  </a:lnTo>
                  <a:lnTo>
                    <a:pt x="2296026" y="3142277"/>
                  </a:lnTo>
                  <a:lnTo>
                    <a:pt x="2295376" y="3142277"/>
                  </a:lnTo>
                  <a:lnTo>
                    <a:pt x="2294726" y="3142277"/>
                  </a:lnTo>
                  <a:lnTo>
                    <a:pt x="2294076" y="3142277"/>
                  </a:lnTo>
                  <a:lnTo>
                    <a:pt x="2293426" y="3142277"/>
                  </a:lnTo>
                  <a:lnTo>
                    <a:pt x="2292776" y="3142277"/>
                  </a:lnTo>
                  <a:lnTo>
                    <a:pt x="2292126" y="3142277"/>
                  </a:lnTo>
                  <a:lnTo>
                    <a:pt x="2291477" y="3142277"/>
                  </a:lnTo>
                  <a:lnTo>
                    <a:pt x="2290827" y="3142277"/>
                  </a:lnTo>
                  <a:lnTo>
                    <a:pt x="2290177" y="3142277"/>
                  </a:lnTo>
                  <a:lnTo>
                    <a:pt x="2289527" y="3142277"/>
                  </a:lnTo>
                  <a:lnTo>
                    <a:pt x="2288877" y="3142277"/>
                  </a:lnTo>
                  <a:lnTo>
                    <a:pt x="2288227" y="3142277"/>
                  </a:lnTo>
                  <a:lnTo>
                    <a:pt x="2287577" y="3142277"/>
                  </a:lnTo>
                  <a:lnTo>
                    <a:pt x="2286927" y="3142277"/>
                  </a:lnTo>
                  <a:lnTo>
                    <a:pt x="2286277" y="3142277"/>
                  </a:lnTo>
                  <a:lnTo>
                    <a:pt x="2285627" y="3142277"/>
                  </a:lnTo>
                  <a:lnTo>
                    <a:pt x="2284977" y="3142277"/>
                  </a:lnTo>
                  <a:lnTo>
                    <a:pt x="2284327" y="3142277"/>
                  </a:lnTo>
                  <a:lnTo>
                    <a:pt x="2283677" y="3142277"/>
                  </a:lnTo>
                  <a:lnTo>
                    <a:pt x="2283027" y="3142277"/>
                  </a:lnTo>
                  <a:lnTo>
                    <a:pt x="2282377" y="3142277"/>
                  </a:lnTo>
                  <a:lnTo>
                    <a:pt x="2281727" y="3142277"/>
                  </a:lnTo>
                  <a:lnTo>
                    <a:pt x="2281078" y="3142277"/>
                  </a:lnTo>
                  <a:lnTo>
                    <a:pt x="2280428" y="3142277"/>
                  </a:lnTo>
                  <a:lnTo>
                    <a:pt x="2279778" y="3142277"/>
                  </a:lnTo>
                  <a:lnTo>
                    <a:pt x="2279128" y="3142277"/>
                  </a:lnTo>
                  <a:lnTo>
                    <a:pt x="2278478" y="3142277"/>
                  </a:lnTo>
                  <a:lnTo>
                    <a:pt x="2277828" y="3142277"/>
                  </a:lnTo>
                  <a:lnTo>
                    <a:pt x="2277178" y="3142277"/>
                  </a:lnTo>
                  <a:lnTo>
                    <a:pt x="2276528" y="3142277"/>
                  </a:lnTo>
                  <a:lnTo>
                    <a:pt x="2275878" y="3142277"/>
                  </a:lnTo>
                  <a:lnTo>
                    <a:pt x="2275228" y="3142277"/>
                  </a:lnTo>
                  <a:lnTo>
                    <a:pt x="2274578" y="3142277"/>
                  </a:lnTo>
                  <a:lnTo>
                    <a:pt x="2273928" y="3142277"/>
                  </a:lnTo>
                  <a:lnTo>
                    <a:pt x="2273278" y="3142277"/>
                  </a:lnTo>
                  <a:lnTo>
                    <a:pt x="2272628" y="3142277"/>
                  </a:lnTo>
                  <a:lnTo>
                    <a:pt x="2271978" y="3142277"/>
                  </a:lnTo>
                  <a:lnTo>
                    <a:pt x="2271329" y="3142277"/>
                  </a:lnTo>
                  <a:lnTo>
                    <a:pt x="2270679" y="3142277"/>
                  </a:lnTo>
                  <a:lnTo>
                    <a:pt x="2270029" y="3142277"/>
                  </a:lnTo>
                  <a:lnTo>
                    <a:pt x="2269379" y="3142277"/>
                  </a:lnTo>
                  <a:lnTo>
                    <a:pt x="2268729" y="3142277"/>
                  </a:lnTo>
                  <a:lnTo>
                    <a:pt x="2268079" y="3142277"/>
                  </a:lnTo>
                  <a:lnTo>
                    <a:pt x="2267429" y="3142277"/>
                  </a:lnTo>
                  <a:lnTo>
                    <a:pt x="2266779" y="3142277"/>
                  </a:lnTo>
                  <a:lnTo>
                    <a:pt x="2266129" y="3142277"/>
                  </a:lnTo>
                  <a:lnTo>
                    <a:pt x="2265479" y="3142277"/>
                  </a:lnTo>
                  <a:lnTo>
                    <a:pt x="2264829" y="3142277"/>
                  </a:lnTo>
                  <a:lnTo>
                    <a:pt x="2264179" y="3142277"/>
                  </a:lnTo>
                  <a:lnTo>
                    <a:pt x="2263529" y="3142277"/>
                  </a:lnTo>
                  <a:lnTo>
                    <a:pt x="2262879" y="3142277"/>
                  </a:lnTo>
                  <a:lnTo>
                    <a:pt x="2262229" y="3142277"/>
                  </a:lnTo>
                  <a:lnTo>
                    <a:pt x="2261580" y="3142277"/>
                  </a:lnTo>
                  <a:lnTo>
                    <a:pt x="2260930" y="3142277"/>
                  </a:lnTo>
                  <a:lnTo>
                    <a:pt x="2260280" y="3142277"/>
                  </a:lnTo>
                  <a:lnTo>
                    <a:pt x="2259630" y="3142277"/>
                  </a:lnTo>
                  <a:lnTo>
                    <a:pt x="2258980" y="3142277"/>
                  </a:lnTo>
                  <a:lnTo>
                    <a:pt x="2258330" y="3142277"/>
                  </a:lnTo>
                  <a:lnTo>
                    <a:pt x="2257680" y="3142277"/>
                  </a:lnTo>
                  <a:lnTo>
                    <a:pt x="2257030" y="3142277"/>
                  </a:lnTo>
                  <a:lnTo>
                    <a:pt x="2256380" y="3142277"/>
                  </a:lnTo>
                  <a:lnTo>
                    <a:pt x="2255730" y="3142277"/>
                  </a:lnTo>
                  <a:lnTo>
                    <a:pt x="2255080" y="3142277"/>
                  </a:lnTo>
                  <a:lnTo>
                    <a:pt x="2254430" y="3142277"/>
                  </a:lnTo>
                  <a:lnTo>
                    <a:pt x="2253780" y="3142277"/>
                  </a:lnTo>
                  <a:lnTo>
                    <a:pt x="2253130" y="3142277"/>
                  </a:lnTo>
                  <a:lnTo>
                    <a:pt x="2252480" y="3142277"/>
                  </a:lnTo>
                  <a:lnTo>
                    <a:pt x="2251830" y="3142277"/>
                  </a:lnTo>
                  <a:lnTo>
                    <a:pt x="2251181" y="3142277"/>
                  </a:lnTo>
                  <a:lnTo>
                    <a:pt x="2250531" y="3142277"/>
                  </a:lnTo>
                  <a:lnTo>
                    <a:pt x="2249881" y="3142277"/>
                  </a:lnTo>
                  <a:lnTo>
                    <a:pt x="2249231" y="3142277"/>
                  </a:lnTo>
                  <a:lnTo>
                    <a:pt x="2248581" y="3142277"/>
                  </a:lnTo>
                  <a:lnTo>
                    <a:pt x="2247931" y="3142277"/>
                  </a:lnTo>
                  <a:lnTo>
                    <a:pt x="2247281" y="3142277"/>
                  </a:lnTo>
                  <a:lnTo>
                    <a:pt x="2246631" y="3142277"/>
                  </a:lnTo>
                  <a:lnTo>
                    <a:pt x="2245981" y="3142277"/>
                  </a:lnTo>
                  <a:lnTo>
                    <a:pt x="2245331" y="3142277"/>
                  </a:lnTo>
                  <a:lnTo>
                    <a:pt x="2244681" y="3142277"/>
                  </a:lnTo>
                  <a:lnTo>
                    <a:pt x="2244031" y="3142277"/>
                  </a:lnTo>
                  <a:lnTo>
                    <a:pt x="2243381" y="3142277"/>
                  </a:lnTo>
                  <a:lnTo>
                    <a:pt x="2242731" y="3142277"/>
                  </a:lnTo>
                  <a:lnTo>
                    <a:pt x="2242081" y="3142277"/>
                  </a:lnTo>
                  <a:lnTo>
                    <a:pt x="2241432" y="3142277"/>
                  </a:lnTo>
                  <a:lnTo>
                    <a:pt x="2240782" y="3142277"/>
                  </a:lnTo>
                  <a:lnTo>
                    <a:pt x="2240132" y="3142277"/>
                  </a:lnTo>
                  <a:lnTo>
                    <a:pt x="2239482" y="3142277"/>
                  </a:lnTo>
                  <a:lnTo>
                    <a:pt x="2238832" y="3142277"/>
                  </a:lnTo>
                  <a:lnTo>
                    <a:pt x="2238182" y="3142277"/>
                  </a:lnTo>
                  <a:lnTo>
                    <a:pt x="2237532" y="3142277"/>
                  </a:lnTo>
                  <a:lnTo>
                    <a:pt x="2236882" y="3142277"/>
                  </a:lnTo>
                  <a:lnTo>
                    <a:pt x="2236232" y="3142277"/>
                  </a:lnTo>
                  <a:lnTo>
                    <a:pt x="2235582" y="3142277"/>
                  </a:lnTo>
                  <a:lnTo>
                    <a:pt x="2234932" y="3142277"/>
                  </a:lnTo>
                  <a:lnTo>
                    <a:pt x="2234282" y="3142277"/>
                  </a:lnTo>
                  <a:lnTo>
                    <a:pt x="2233632" y="3142277"/>
                  </a:lnTo>
                  <a:lnTo>
                    <a:pt x="2232982" y="3142277"/>
                  </a:lnTo>
                  <a:lnTo>
                    <a:pt x="2232332" y="3142277"/>
                  </a:lnTo>
                  <a:lnTo>
                    <a:pt x="2231682" y="3142277"/>
                  </a:lnTo>
                  <a:lnTo>
                    <a:pt x="2231033" y="3142277"/>
                  </a:lnTo>
                  <a:lnTo>
                    <a:pt x="2230383" y="3142277"/>
                  </a:lnTo>
                  <a:lnTo>
                    <a:pt x="2229733" y="3142277"/>
                  </a:lnTo>
                  <a:lnTo>
                    <a:pt x="2229083" y="3142277"/>
                  </a:lnTo>
                  <a:lnTo>
                    <a:pt x="2228433" y="3142277"/>
                  </a:lnTo>
                  <a:lnTo>
                    <a:pt x="2227783" y="3142277"/>
                  </a:lnTo>
                  <a:lnTo>
                    <a:pt x="2227133" y="3142277"/>
                  </a:lnTo>
                  <a:lnTo>
                    <a:pt x="2226483" y="3142277"/>
                  </a:lnTo>
                  <a:lnTo>
                    <a:pt x="2225833" y="3142277"/>
                  </a:lnTo>
                  <a:lnTo>
                    <a:pt x="2225183" y="3142277"/>
                  </a:lnTo>
                  <a:lnTo>
                    <a:pt x="2224533" y="3142277"/>
                  </a:lnTo>
                  <a:lnTo>
                    <a:pt x="2223883" y="3142277"/>
                  </a:lnTo>
                  <a:lnTo>
                    <a:pt x="2223233" y="3142277"/>
                  </a:lnTo>
                  <a:lnTo>
                    <a:pt x="2222583" y="3142277"/>
                  </a:lnTo>
                  <a:lnTo>
                    <a:pt x="2221933" y="3142277"/>
                  </a:lnTo>
                  <a:lnTo>
                    <a:pt x="2221284" y="3142277"/>
                  </a:lnTo>
                  <a:lnTo>
                    <a:pt x="2220634" y="3142277"/>
                  </a:lnTo>
                  <a:lnTo>
                    <a:pt x="2219984" y="3142277"/>
                  </a:lnTo>
                  <a:lnTo>
                    <a:pt x="2219334" y="3142277"/>
                  </a:lnTo>
                  <a:lnTo>
                    <a:pt x="2218684" y="3142277"/>
                  </a:lnTo>
                  <a:lnTo>
                    <a:pt x="2218034" y="3142277"/>
                  </a:lnTo>
                  <a:lnTo>
                    <a:pt x="2217384" y="3142277"/>
                  </a:lnTo>
                  <a:lnTo>
                    <a:pt x="2216734" y="3142277"/>
                  </a:lnTo>
                  <a:lnTo>
                    <a:pt x="2216084" y="3142277"/>
                  </a:lnTo>
                  <a:lnTo>
                    <a:pt x="2215434" y="3142277"/>
                  </a:lnTo>
                  <a:lnTo>
                    <a:pt x="2214784" y="3142277"/>
                  </a:lnTo>
                  <a:lnTo>
                    <a:pt x="2214134" y="3142277"/>
                  </a:lnTo>
                  <a:lnTo>
                    <a:pt x="2213484" y="3142277"/>
                  </a:lnTo>
                  <a:lnTo>
                    <a:pt x="2212834" y="3142277"/>
                  </a:lnTo>
                  <a:lnTo>
                    <a:pt x="2212184" y="3142277"/>
                  </a:lnTo>
                  <a:lnTo>
                    <a:pt x="2211534" y="3142277"/>
                  </a:lnTo>
                  <a:lnTo>
                    <a:pt x="2210885" y="3142277"/>
                  </a:lnTo>
                  <a:lnTo>
                    <a:pt x="2210235" y="3142277"/>
                  </a:lnTo>
                  <a:lnTo>
                    <a:pt x="2209585" y="3142277"/>
                  </a:lnTo>
                  <a:lnTo>
                    <a:pt x="2208935" y="3142277"/>
                  </a:lnTo>
                  <a:lnTo>
                    <a:pt x="2208285" y="3142277"/>
                  </a:lnTo>
                  <a:lnTo>
                    <a:pt x="2207635" y="3142277"/>
                  </a:lnTo>
                  <a:lnTo>
                    <a:pt x="2206985" y="3142277"/>
                  </a:lnTo>
                  <a:lnTo>
                    <a:pt x="2206335" y="3142277"/>
                  </a:lnTo>
                  <a:lnTo>
                    <a:pt x="2205685" y="3142277"/>
                  </a:lnTo>
                  <a:lnTo>
                    <a:pt x="2205035" y="3142277"/>
                  </a:lnTo>
                  <a:lnTo>
                    <a:pt x="2204385" y="3142277"/>
                  </a:lnTo>
                  <a:lnTo>
                    <a:pt x="2203735" y="3142277"/>
                  </a:lnTo>
                  <a:lnTo>
                    <a:pt x="2203085" y="3142277"/>
                  </a:lnTo>
                  <a:lnTo>
                    <a:pt x="2202435" y="3142277"/>
                  </a:lnTo>
                  <a:lnTo>
                    <a:pt x="2201785" y="3142277"/>
                  </a:lnTo>
                  <a:lnTo>
                    <a:pt x="2201136" y="3142277"/>
                  </a:lnTo>
                  <a:lnTo>
                    <a:pt x="2200486" y="3142277"/>
                  </a:lnTo>
                  <a:lnTo>
                    <a:pt x="2199836" y="3142277"/>
                  </a:lnTo>
                  <a:lnTo>
                    <a:pt x="2199186" y="3142277"/>
                  </a:lnTo>
                  <a:lnTo>
                    <a:pt x="2198536" y="3142277"/>
                  </a:lnTo>
                  <a:lnTo>
                    <a:pt x="2197886" y="3142277"/>
                  </a:lnTo>
                  <a:lnTo>
                    <a:pt x="2197236" y="3142277"/>
                  </a:lnTo>
                  <a:lnTo>
                    <a:pt x="2196586" y="3142277"/>
                  </a:lnTo>
                  <a:lnTo>
                    <a:pt x="2195936" y="3142277"/>
                  </a:lnTo>
                  <a:lnTo>
                    <a:pt x="2195286" y="3142277"/>
                  </a:lnTo>
                  <a:lnTo>
                    <a:pt x="2194636" y="3142277"/>
                  </a:lnTo>
                  <a:lnTo>
                    <a:pt x="2193986" y="3142277"/>
                  </a:lnTo>
                  <a:lnTo>
                    <a:pt x="2193336" y="3142277"/>
                  </a:lnTo>
                  <a:lnTo>
                    <a:pt x="2192686" y="3142277"/>
                  </a:lnTo>
                  <a:lnTo>
                    <a:pt x="2192036" y="3142277"/>
                  </a:lnTo>
                  <a:lnTo>
                    <a:pt x="2191386" y="3142277"/>
                  </a:lnTo>
                  <a:lnTo>
                    <a:pt x="2190737" y="3142277"/>
                  </a:lnTo>
                  <a:lnTo>
                    <a:pt x="2190087" y="3142277"/>
                  </a:lnTo>
                  <a:lnTo>
                    <a:pt x="2189437" y="3142277"/>
                  </a:lnTo>
                  <a:lnTo>
                    <a:pt x="2188787" y="3142277"/>
                  </a:lnTo>
                  <a:lnTo>
                    <a:pt x="2188137" y="3142277"/>
                  </a:lnTo>
                  <a:lnTo>
                    <a:pt x="2187487" y="3142277"/>
                  </a:lnTo>
                  <a:lnTo>
                    <a:pt x="2186837" y="3142277"/>
                  </a:lnTo>
                  <a:lnTo>
                    <a:pt x="2186187" y="3142277"/>
                  </a:lnTo>
                  <a:lnTo>
                    <a:pt x="2185537" y="3142277"/>
                  </a:lnTo>
                  <a:lnTo>
                    <a:pt x="2184887" y="3142277"/>
                  </a:lnTo>
                  <a:lnTo>
                    <a:pt x="2184237" y="3142277"/>
                  </a:lnTo>
                  <a:lnTo>
                    <a:pt x="2183587" y="3142277"/>
                  </a:lnTo>
                  <a:lnTo>
                    <a:pt x="2182937" y="3142277"/>
                  </a:lnTo>
                  <a:lnTo>
                    <a:pt x="2182287" y="3142277"/>
                  </a:lnTo>
                  <a:lnTo>
                    <a:pt x="2181637" y="3142277"/>
                  </a:lnTo>
                  <a:lnTo>
                    <a:pt x="2180988" y="3142277"/>
                  </a:lnTo>
                  <a:lnTo>
                    <a:pt x="2180338" y="3142277"/>
                  </a:lnTo>
                  <a:lnTo>
                    <a:pt x="2179688" y="3142277"/>
                  </a:lnTo>
                  <a:lnTo>
                    <a:pt x="2179038" y="3142277"/>
                  </a:lnTo>
                  <a:lnTo>
                    <a:pt x="2178388" y="3142277"/>
                  </a:lnTo>
                  <a:lnTo>
                    <a:pt x="2177738" y="3142277"/>
                  </a:lnTo>
                  <a:lnTo>
                    <a:pt x="2177088" y="3142277"/>
                  </a:lnTo>
                  <a:lnTo>
                    <a:pt x="2176438" y="3142277"/>
                  </a:lnTo>
                  <a:lnTo>
                    <a:pt x="2175788" y="3142277"/>
                  </a:lnTo>
                  <a:lnTo>
                    <a:pt x="2175138" y="3142277"/>
                  </a:lnTo>
                  <a:lnTo>
                    <a:pt x="2174488" y="3142277"/>
                  </a:lnTo>
                  <a:lnTo>
                    <a:pt x="2173838" y="3142277"/>
                  </a:lnTo>
                  <a:lnTo>
                    <a:pt x="2173188" y="3142277"/>
                  </a:lnTo>
                  <a:lnTo>
                    <a:pt x="2172538" y="3142277"/>
                  </a:lnTo>
                  <a:lnTo>
                    <a:pt x="2171888" y="3142277"/>
                  </a:lnTo>
                  <a:lnTo>
                    <a:pt x="2171238" y="3142277"/>
                  </a:lnTo>
                  <a:lnTo>
                    <a:pt x="2170589" y="3142277"/>
                  </a:lnTo>
                  <a:lnTo>
                    <a:pt x="2169939" y="3142277"/>
                  </a:lnTo>
                  <a:lnTo>
                    <a:pt x="2169289" y="3142277"/>
                  </a:lnTo>
                  <a:lnTo>
                    <a:pt x="2168639" y="3142277"/>
                  </a:lnTo>
                  <a:lnTo>
                    <a:pt x="2167989" y="3142277"/>
                  </a:lnTo>
                  <a:lnTo>
                    <a:pt x="2167339" y="3142277"/>
                  </a:lnTo>
                  <a:lnTo>
                    <a:pt x="2166689" y="3142277"/>
                  </a:lnTo>
                  <a:lnTo>
                    <a:pt x="2166039" y="3142277"/>
                  </a:lnTo>
                  <a:lnTo>
                    <a:pt x="2165389" y="3142277"/>
                  </a:lnTo>
                  <a:lnTo>
                    <a:pt x="2164739" y="3142277"/>
                  </a:lnTo>
                  <a:lnTo>
                    <a:pt x="2164089" y="3142277"/>
                  </a:lnTo>
                  <a:lnTo>
                    <a:pt x="2163439" y="3142277"/>
                  </a:lnTo>
                  <a:lnTo>
                    <a:pt x="2162789" y="3142277"/>
                  </a:lnTo>
                  <a:lnTo>
                    <a:pt x="2162139" y="3142277"/>
                  </a:lnTo>
                  <a:lnTo>
                    <a:pt x="2161489" y="3142277"/>
                  </a:lnTo>
                  <a:lnTo>
                    <a:pt x="2160840" y="3142277"/>
                  </a:lnTo>
                  <a:lnTo>
                    <a:pt x="2160190" y="3142277"/>
                  </a:lnTo>
                  <a:lnTo>
                    <a:pt x="2159540" y="3142277"/>
                  </a:lnTo>
                  <a:lnTo>
                    <a:pt x="2158890" y="3142277"/>
                  </a:lnTo>
                  <a:lnTo>
                    <a:pt x="2158240" y="3142277"/>
                  </a:lnTo>
                  <a:lnTo>
                    <a:pt x="2157590" y="3142277"/>
                  </a:lnTo>
                  <a:lnTo>
                    <a:pt x="2156940" y="3142277"/>
                  </a:lnTo>
                  <a:lnTo>
                    <a:pt x="2156290" y="3142277"/>
                  </a:lnTo>
                  <a:lnTo>
                    <a:pt x="2155640" y="3142277"/>
                  </a:lnTo>
                  <a:lnTo>
                    <a:pt x="2154990" y="3142277"/>
                  </a:lnTo>
                  <a:lnTo>
                    <a:pt x="2154340" y="3142277"/>
                  </a:lnTo>
                  <a:lnTo>
                    <a:pt x="2153690" y="3142277"/>
                  </a:lnTo>
                  <a:lnTo>
                    <a:pt x="2153040" y="3142277"/>
                  </a:lnTo>
                  <a:lnTo>
                    <a:pt x="2152390" y="3142277"/>
                  </a:lnTo>
                  <a:lnTo>
                    <a:pt x="2151740" y="3142277"/>
                  </a:lnTo>
                  <a:lnTo>
                    <a:pt x="2151090" y="3142277"/>
                  </a:lnTo>
                  <a:lnTo>
                    <a:pt x="2150441" y="3142277"/>
                  </a:lnTo>
                  <a:lnTo>
                    <a:pt x="2149791" y="3142277"/>
                  </a:lnTo>
                  <a:lnTo>
                    <a:pt x="2149141" y="3142277"/>
                  </a:lnTo>
                  <a:lnTo>
                    <a:pt x="2148491" y="3142277"/>
                  </a:lnTo>
                  <a:lnTo>
                    <a:pt x="2147841" y="3142277"/>
                  </a:lnTo>
                  <a:lnTo>
                    <a:pt x="2147191" y="3142277"/>
                  </a:lnTo>
                  <a:lnTo>
                    <a:pt x="2146541" y="3142277"/>
                  </a:lnTo>
                  <a:lnTo>
                    <a:pt x="2145891" y="3142277"/>
                  </a:lnTo>
                  <a:lnTo>
                    <a:pt x="2145241" y="3142277"/>
                  </a:lnTo>
                  <a:lnTo>
                    <a:pt x="2144591" y="3142277"/>
                  </a:lnTo>
                  <a:lnTo>
                    <a:pt x="2143941" y="3142277"/>
                  </a:lnTo>
                  <a:lnTo>
                    <a:pt x="2143291" y="3142277"/>
                  </a:lnTo>
                  <a:lnTo>
                    <a:pt x="2142641" y="3142277"/>
                  </a:lnTo>
                  <a:lnTo>
                    <a:pt x="2141991" y="3142277"/>
                  </a:lnTo>
                  <a:lnTo>
                    <a:pt x="2141341" y="3142277"/>
                  </a:lnTo>
                  <a:lnTo>
                    <a:pt x="2140692" y="3142277"/>
                  </a:lnTo>
                  <a:lnTo>
                    <a:pt x="2140042" y="3142277"/>
                  </a:lnTo>
                  <a:lnTo>
                    <a:pt x="2139392" y="3142277"/>
                  </a:lnTo>
                  <a:lnTo>
                    <a:pt x="2138742" y="3142277"/>
                  </a:lnTo>
                  <a:lnTo>
                    <a:pt x="2138092" y="3142277"/>
                  </a:lnTo>
                  <a:lnTo>
                    <a:pt x="2137442" y="3142277"/>
                  </a:lnTo>
                  <a:lnTo>
                    <a:pt x="2136792" y="3142277"/>
                  </a:lnTo>
                  <a:lnTo>
                    <a:pt x="2136142" y="3142277"/>
                  </a:lnTo>
                  <a:lnTo>
                    <a:pt x="2135492" y="3142277"/>
                  </a:lnTo>
                  <a:lnTo>
                    <a:pt x="2134842" y="3142277"/>
                  </a:lnTo>
                  <a:lnTo>
                    <a:pt x="2134192" y="3142277"/>
                  </a:lnTo>
                  <a:lnTo>
                    <a:pt x="2133542" y="3142277"/>
                  </a:lnTo>
                  <a:lnTo>
                    <a:pt x="2132892" y="3142277"/>
                  </a:lnTo>
                  <a:lnTo>
                    <a:pt x="2132242" y="3142277"/>
                  </a:lnTo>
                  <a:lnTo>
                    <a:pt x="2131592" y="3142277"/>
                  </a:lnTo>
                  <a:lnTo>
                    <a:pt x="2130942" y="3142277"/>
                  </a:lnTo>
                  <a:lnTo>
                    <a:pt x="2130293" y="3142277"/>
                  </a:lnTo>
                  <a:lnTo>
                    <a:pt x="2129643" y="3142277"/>
                  </a:lnTo>
                  <a:lnTo>
                    <a:pt x="2128993" y="3142277"/>
                  </a:lnTo>
                  <a:lnTo>
                    <a:pt x="2128343" y="3142277"/>
                  </a:lnTo>
                  <a:lnTo>
                    <a:pt x="2127693" y="3142277"/>
                  </a:lnTo>
                  <a:lnTo>
                    <a:pt x="2127043" y="3142277"/>
                  </a:lnTo>
                  <a:lnTo>
                    <a:pt x="2126393" y="3142277"/>
                  </a:lnTo>
                  <a:lnTo>
                    <a:pt x="2125743" y="3142277"/>
                  </a:lnTo>
                  <a:lnTo>
                    <a:pt x="2125093" y="3142277"/>
                  </a:lnTo>
                  <a:lnTo>
                    <a:pt x="2124443" y="3142277"/>
                  </a:lnTo>
                  <a:lnTo>
                    <a:pt x="2123793" y="3142277"/>
                  </a:lnTo>
                  <a:lnTo>
                    <a:pt x="2123143" y="3142277"/>
                  </a:lnTo>
                  <a:lnTo>
                    <a:pt x="2122493" y="3142277"/>
                  </a:lnTo>
                  <a:lnTo>
                    <a:pt x="2121843" y="3142277"/>
                  </a:lnTo>
                  <a:lnTo>
                    <a:pt x="2121193" y="3142277"/>
                  </a:lnTo>
                  <a:lnTo>
                    <a:pt x="2120544" y="3142277"/>
                  </a:lnTo>
                  <a:lnTo>
                    <a:pt x="2119894" y="3142277"/>
                  </a:lnTo>
                  <a:lnTo>
                    <a:pt x="2119244" y="3142277"/>
                  </a:lnTo>
                  <a:lnTo>
                    <a:pt x="2118594" y="3142277"/>
                  </a:lnTo>
                  <a:lnTo>
                    <a:pt x="2117944" y="3142277"/>
                  </a:lnTo>
                  <a:lnTo>
                    <a:pt x="2117294" y="3142277"/>
                  </a:lnTo>
                  <a:lnTo>
                    <a:pt x="2116644" y="3142277"/>
                  </a:lnTo>
                  <a:lnTo>
                    <a:pt x="2115994" y="3142277"/>
                  </a:lnTo>
                  <a:lnTo>
                    <a:pt x="2115344" y="3142277"/>
                  </a:lnTo>
                  <a:lnTo>
                    <a:pt x="2114694" y="3142277"/>
                  </a:lnTo>
                  <a:lnTo>
                    <a:pt x="2114044" y="3142277"/>
                  </a:lnTo>
                  <a:lnTo>
                    <a:pt x="2113394" y="3142277"/>
                  </a:lnTo>
                  <a:lnTo>
                    <a:pt x="2112744" y="3142277"/>
                  </a:lnTo>
                  <a:lnTo>
                    <a:pt x="2112094" y="3142277"/>
                  </a:lnTo>
                  <a:lnTo>
                    <a:pt x="2111444" y="3142277"/>
                  </a:lnTo>
                  <a:lnTo>
                    <a:pt x="2110795" y="3142277"/>
                  </a:lnTo>
                  <a:lnTo>
                    <a:pt x="2110145" y="3142277"/>
                  </a:lnTo>
                  <a:lnTo>
                    <a:pt x="2109495" y="3142277"/>
                  </a:lnTo>
                  <a:lnTo>
                    <a:pt x="2108845" y="3142277"/>
                  </a:lnTo>
                  <a:lnTo>
                    <a:pt x="2108195" y="3142277"/>
                  </a:lnTo>
                  <a:lnTo>
                    <a:pt x="2107545" y="3142277"/>
                  </a:lnTo>
                  <a:lnTo>
                    <a:pt x="2106895" y="3142277"/>
                  </a:lnTo>
                  <a:lnTo>
                    <a:pt x="2106245" y="3142277"/>
                  </a:lnTo>
                  <a:lnTo>
                    <a:pt x="2105595" y="3142277"/>
                  </a:lnTo>
                  <a:lnTo>
                    <a:pt x="2104945" y="3142277"/>
                  </a:lnTo>
                  <a:lnTo>
                    <a:pt x="2104295" y="3142277"/>
                  </a:lnTo>
                  <a:lnTo>
                    <a:pt x="2103645" y="3142277"/>
                  </a:lnTo>
                  <a:lnTo>
                    <a:pt x="2102995" y="3142277"/>
                  </a:lnTo>
                  <a:lnTo>
                    <a:pt x="2102345" y="3142277"/>
                  </a:lnTo>
                  <a:lnTo>
                    <a:pt x="2101695" y="3142277"/>
                  </a:lnTo>
                  <a:lnTo>
                    <a:pt x="2101045" y="3142277"/>
                  </a:lnTo>
                  <a:lnTo>
                    <a:pt x="2100396" y="3142277"/>
                  </a:lnTo>
                  <a:lnTo>
                    <a:pt x="2099746" y="3142277"/>
                  </a:lnTo>
                  <a:lnTo>
                    <a:pt x="2099096" y="3142277"/>
                  </a:lnTo>
                  <a:lnTo>
                    <a:pt x="2098446" y="3142277"/>
                  </a:lnTo>
                  <a:lnTo>
                    <a:pt x="2097796" y="3142277"/>
                  </a:lnTo>
                  <a:lnTo>
                    <a:pt x="2097146" y="3142277"/>
                  </a:lnTo>
                  <a:lnTo>
                    <a:pt x="2096496" y="3142277"/>
                  </a:lnTo>
                  <a:lnTo>
                    <a:pt x="2095846" y="3142277"/>
                  </a:lnTo>
                  <a:lnTo>
                    <a:pt x="2095196" y="3142277"/>
                  </a:lnTo>
                  <a:lnTo>
                    <a:pt x="2094546" y="3142277"/>
                  </a:lnTo>
                  <a:lnTo>
                    <a:pt x="2093896" y="3142277"/>
                  </a:lnTo>
                  <a:lnTo>
                    <a:pt x="2093246" y="3142277"/>
                  </a:lnTo>
                  <a:lnTo>
                    <a:pt x="2092596" y="3142277"/>
                  </a:lnTo>
                  <a:lnTo>
                    <a:pt x="2091946" y="3142277"/>
                  </a:lnTo>
                  <a:lnTo>
                    <a:pt x="2091296" y="3142277"/>
                  </a:lnTo>
                  <a:lnTo>
                    <a:pt x="2090647" y="3142277"/>
                  </a:lnTo>
                  <a:lnTo>
                    <a:pt x="2089997" y="3142277"/>
                  </a:lnTo>
                  <a:lnTo>
                    <a:pt x="2089347" y="3142277"/>
                  </a:lnTo>
                  <a:lnTo>
                    <a:pt x="2088697" y="3142277"/>
                  </a:lnTo>
                  <a:lnTo>
                    <a:pt x="2088047" y="3142277"/>
                  </a:lnTo>
                  <a:lnTo>
                    <a:pt x="2087397" y="3142277"/>
                  </a:lnTo>
                  <a:lnTo>
                    <a:pt x="2086747" y="3142277"/>
                  </a:lnTo>
                  <a:lnTo>
                    <a:pt x="2086097" y="3142277"/>
                  </a:lnTo>
                  <a:lnTo>
                    <a:pt x="2085447" y="3142277"/>
                  </a:lnTo>
                  <a:lnTo>
                    <a:pt x="2084797" y="3142277"/>
                  </a:lnTo>
                  <a:lnTo>
                    <a:pt x="2084147" y="3142277"/>
                  </a:lnTo>
                  <a:lnTo>
                    <a:pt x="2083497" y="3142277"/>
                  </a:lnTo>
                  <a:lnTo>
                    <a:pt x="2082847" y="3142277"/>
                  </a:lnTo>
                  <a:lnTo>
                    <a:pt x="2082197" y="3142277"/>
                  </a:lnTo>
                  <a:lnTo>
                    <a:pt x="2081547" y="3142277"/>
                  </a:lnTo>
                  <a:lnTo>
                    <a:pt x="2080897" y="3142277"/>
                  </a:lnTo>
                  <a:lnTo>
                    <a:pt x="2080248" y="3142277"/>
                  </a:lnTo>
                  <a:lnTo>
                    <a:pt x="2079598" y="3142277"/>
                  </a:lnTo>
                  <a:lnTo>
                    <a:pt x="2078948" y="3142277"/>
                  </a:lnTo>
                  <a:lnTo>
                    <a:pt x="2078298" y="3142277"/>
                  </a:lnTo>
                  <a:lnTo>
                    <a:pt x="2077648" y="3142277"/>
                  </a:lnTo>
                  <a:lnTo>
                    <a:pt x="2076998" y="3142277"/>
                  </a:lnTo>
                  <a:lnTo>
                    <a:pt x="2076348" y="3142277"/>
                  </a:lnTo>
                  <a:lnTo>
                    <a:pt x="2075698" y="3142277"/>
                  </a:lnTo>
                  <a:lnTo>
                    <a:pt x="2075048" y="3142277"/>
                  </a:lnTo>
                  <a:lnTo>
                    <a:pt x="2074398" y="3142277"/>
                  </a:lnTo>
                  <a:lnTo>
                    <a:pt x="2073748" y="3142277"/>
                  </a:lnTo>
                  <a:lnTo>
                    <a:pt x="2073098" y="3142277"/>
                  </a:lnTo>
                  <a:lnTo>
                    <a:pt x="2072448" y="3142277"/>
                  </a:lnTo>
                  <a:lnTo>
                    <a:pt x="2071798" y="3142277"/>
                  </a:lnTo>
                  <a:lnTo>
                    <a:pt x="2071148" y="3142277"/>
                  </a:lnTo>
                  <a:lnTo>
                    <a:pt x="2070499" y="3142277"/>
                  </a:lnTo>
                  <a:lnTo>
                    <a:pt x="2069849" y="3142277"/>
                  </a:lnTo>
                  <a:lnTo>
                    <a:pt x="2069199" y="3142277"/>
                  </a:lnTo>
                  <a:lnTo>
                    <a:pt x="2068549" y="3142277"/>
                  </a:lnTo>
                  <a:lnTo>
                    <a:pt x="2067899" y="3142277"/>
                  </a:lnTo>
                  <a:lnTo>
                    <a:pt x="2067249" y="3142277"/>
                  </a:lnTo>
                  <a:lnTo>
                    <a:pt x="2066599" y="3142277"/>
                  </a:lnTo>
                  <a:lnTo>
                    <a:pt x="2065949" y="3142277"/>
                  </a:lnTo>
                  <a:lnTo>
                    <a:pt x="2065299" y="3142277"/>
                  </a:lnTo>
                  <a:lnTo>
                    <a:pt x="2064649" y="3142277"/>
                  </a:lnTo>
                  <a:lnTo>
                    <a:pt x="2063999" y="3142277"/>
                  </a:lnTo>
                  <a:lnTo>
                    <a:pt x="2063349" y="3142277"/>
                  </a:lnTo>
                  <a:lnTo>
                    <a:pt x="2062699" y="3142277"/>
                  </a:lnTo>
                  <a:lnTo>
                    <a:pt x="2062049" y="3142277"/>
                  </a:lnTo>
                  <a:lnTo>
                    <a:pt x="2061399" y="3142277"/>
                  </a:lnTo>
                  <a:lnTo>
                    <a:pt x="2060749" y="3142277"/>
                  </a:lnTo>
                  <a:lnTo>
                    <a:pt x="2060100" y="3142277"/>
                  </a:lnTo>
                  <a:lnTo>
                    <a:pt x="2059450" y="3142277"/>
                  </a:lnTo>
                  <a:lnTo>
                    <a:pt x="2058800" y="3142277"/>
                  </a:lnTo>
                  <a:lnTo>
                    <a:pt x="2058150" y="3142277"/>
                  </a:lnTo>
                  <a:lnTo>
                    <a:pt x="2057500" y="3142277"/>
                  </a:lnTo>
                  <a:lnTo>
                    <a:pt x="2056850" y="3142277"/>
                  </a:lnTo>
                  <a:lnTo>
                    <a:pt x="2056200" y="3142277"/>
                  </a:lnTo>
                  <a:lnTo>
                    <a:pt x="2055550" y="3142277"/>
                  </a:lnTo>
                  <a:lnTo>
                    <a:pt x="2054900" y="3142277"/>
                  </a:lnTo>
                  <a:lnTo>
                    <a:pt x="2054250" y="3142277"/>
                  </a:lnTo>
                  <a:lnTo>
                    <a:pt x="2053600" y="3142277"/>
                  </a:lnTo>
                  <a:lnTo>
                    <a:pt x="2052950" y="3142277"/>
                  </a:lnTo>
                  <a:lnTo>
                    <a:pt x="2052300" y="3142277"/>
                  </a:lnTo>
                  <a:lnTo>
                    <a:pt x="2051650" y="3142277"/>
                  </a:lnTo>
                  <a:lnTo>
                    <a:pt x="2051000" y="3142277"/>
                  </a:lnTo>
                  <a:lnTo>
                    <a:pt x="2050351" y="3142277"/>
                  </a:lnTo>
                  <a:lnTo>
                    <a:pt x="2049701" y="3142277"/>
                  </a:lnTo>
                  <a:lnTo>
                    <a:pt x="2049051" y="3142277"/>
                  </a:lnTo>
                  <a:lnTo>
                    <a:pt x="2048401" y="3142277"/>
                  </a:lnTo>
                  <a:lnTo>
                    <a:pt x="2047751" y="3142277"/>
                  </a:lnTo>
                  <a:lnTo>
                    <a:pt x="2047101" y="3142277"/>
                  </a:lnTo>
                  <a:lnTo>
                    <a:pt x="2046451" y="3142277"/>
                  </a:lnTo>
                  <a:lnTo>
                    <a:pt x="2045801" y="3142277"/>
                  </a:lnTo>
                  <a:lnTo>
                    <a:pt x="2045151" y="3142277"/>
                  </a:lnTo>
                  <a:lnTo>
                    <a:pt x="2044501" y="3142277"/>
                  </a:lnTo>
                  <a:lnTo>
                    <a:pt x="2043851" y="3142277"/>
                  </a:lnTo>
                  <a:lnTo>
                    <a:pt x="2043201" y="3142277"/>
                  </a:lnTo>
                  <a:lnTo>
                    <a:pt x="2042551" y="3142277"/>
                  </a:lnTo>
                  <a:lnTo>
                    <a:pt x="2041901" y="3142277"/>
                  </a:lnTo>
                  <a:lnTo>
                    <a:pt x="2041251" y="3142277"/>
                  </a:lnTo>
                  <a:lnTo>
                    <a:pt x="2040601" y="3142277"/>
                  </a:lnTo>
                  <a:lnTo>
                    <a:pt x="2039952" y="3142277"/>
                  </a:lnTo>
                  <a:lnTo>
                    <a:pt x="2039302" y="3142277"/>
                  </a:lnTo>
                  <a:lnTo>
                    <a:pt x="2038652" y="3142277"/>
                  </a:lnTo>
                  <a:lnTo>
                    <a:pt x="2038002" y="3142277"/>
                  </a:lnTo>
                  <a:lnTo>
                    <a:pt x="2037352" y="3142277"/>
                  </a:lnTo>
                  <a:lnTo>
                    <a:pt x="2036702" y="3142277"/>
                  </a:lnTo>
                  <a:lnTo>
                    <a:pt x="2036052" y="3142277"/>
                  </a:lnTo>
                  <a:lnTo>
                    <a:pt x="2035402" y="3142277"/>
                  </a:lnTo>
                  <a:lnTo>
                    <a:pt x="2034752" y="3142277"/>
                  </a:lnTo>
                  <a:lnTo>
                    <a:pt x="2034102" y="3142277"/>
                  </a:lnTo>
                  <a:lnTo>
                    <a:pt x="2033452" y="3142277"/>
                  </a:lnTo>
                  <a:lnTo>
                    <a:pt x="2032802" y="3142277"/>
                  </a:lnTo>
                  <a:lnTo>
                    <a:pt x="2032152" y="3142277"/>
                  </a:lnTo>
                  <a:lnTo>
                    <a:pt x="2031502" y="3142277"/>
                  </a:lnTo>
                  <a:lnTo>
                    <a:pt x="2030852" y="3142277"/>
                  </a:lnTo>
                  <a:lnTo>
                    <a:pt x="2030203" y="3142277"/>
                  </a:lnTo>
                  <a:lnTo>
                    <a:pt x="2029553" y="3142277"/>
                  </a:lnTo>
                  <a:lnTo>
                    <a:pt x="2028903" y="3142277"/>
                  </a:lnTo>
                  <a:lnTo>
                    <a:pt x="2028253" y="3142277"/>
                  </a:lnTo>
                  <a:lnTo>
                    <a:pt x="2027603" y="3142277"/>
                  </a:lnTo>
                  <a:lnTo>
                    <a:pt x="2026953" y="3142277"/>
                  </a:lnTo>
                  <a:lnTo>
                    <a:pt x="2026303" y="3142277"/>
                  </a:lnTo>
                  <a:lnTo>
                    <a:pt x="2025653" y="3142277"/>
                  </a:lnTo>
                  <a:lnTo>
                    <a:pt x="2025003" y="3142277"/>
                  </a:lnTo>
                  <a:lnTo>
                    <a:pt x="2024353" y="3142277"/>
                  </a:lnTo>
                  <a:lnTo>
                    <a:pt x="2023703" y="3142277"/>
                  </a:lnTo>
                  <a:lnTo>
                    <a:pt x="2023053" y="3142277"/>
                  </a:lnTo>
                  <a:lnTo>
                    <a:pt x="2022403" y="3142277"/>
                  </a:lnTo>
                  <a:lnTo>
                    <a:pt x="2021753" y="3142277"/>
                  </a:lnTo>
                  <a:lnTo>
                    <a:pt x="2021103" y="3142277"/>
                  </a:lnTo>
                  <a:lnTo>
                    <a:pt x="2020453" y="3142277"/>
                  </a:lnTo>
                  <a:lnTo>
                    <a:pt x="2019804" y="3142277"/>
                  </a:lnTo>
                  <a:lnTo>
                    <a:pt x="2019154" y="3142277"/>
                  </a:lnTo>
                  <a:lnTo>
                    <a:pt x="2018504" y="3142277"/>
                  </a:lnTo>
                  <a:lnTo>
                    <a:pt x="2017854" y="3142277"/>
                  </a:lnTo>
                  <a:lnTo>
                    <a:pt x="2017204" y="3142277"/>
                  </a:lnTo>
                  <a:lnTo>
                    <a:pt x="2016554" y="3142277"/>
                  </a:lnTo>
                  <a:lnTo>
                    <a:pt x="2015904" y="3142277"/>
                  </a:lnTo>
                  <a:lnTo>
                    <a:pt x="2015254" y="3142277"/>
                  </a:lnTo>
                  <a:lnTo>
                    <a:pt x="2014604" y="3142277"/>
                  </a:lnTo>
                  <a:lnTo>
                    <a:pt x="2013954" y="3142277"/>
                  </a:lnTo>
                  <a:lnTo>
                    <a:pt x="2013304" y="3142277"/>
                  </a:lnTo>
                  <a:lnTo>
                    <a:pt x="2012654" y="3142277"/>
                  </a:lnTo>
                  <a:lnTo>
                    <a:pt x="2012004" y="3142277"/>
                  </a:lnTo>
                  <a:lnTo>
                    <a:pt x="2011354" y="3142277"/>
                  </a:lnTo>
                  <a:lnTo>
                    <a:pt x="2010704" y="3142277"/>
                  </a:lnTo>
                  <a:lnTo>
                    <a:pt x="2010055" y="3142277"/>
                  </a:lnTo>
                  <a:lnTo>
                    <a:pt x="2009405" y="3142277"/>
                  </a:lnTo>
                  <a:lnTo>
                    <a:pt x="2008755" y="3142277"/>
                  </a:lnTo>
                  <a:lnTo>
                    <a:pt x="2008105" y="3142277"/>
                  </a:lnTo>
                  <a:lnTo>
                    <a:pt x="2007455" y="3142277"/>
                  </a:lnTo>
                  <a:lnTo>
                    <a:pt x="2006805" y="3142277"/>
                  </a:lnTo>
                  <a:lnTo>
                    <a:pt x="2006155" y="3142277"/>
                  </a:lnTo>
                  <a:lnTo>
                    <a:pt x="2005505" y="3142277"/>
                  </a:lnTo>
                  <a:lnTo>
                    <a:pt x="2004855" y="3142277"/>
                  </a:lnTo>
                  <a:lnTo>
                    <a:pt x="2004205" y="3142277"/>
                  </a:lnTo>
                  <a:lnTo>
                    <a:pt x="2003555" y="3142277"/>
                  </a:lnTo>
                  <a:lnTo>
                    <a:pt x="2002905" y="3142277"/>
                  </a:lnTo>
                  <a:lnTo>
                    <a:pt x="2002255" y="3142277"/>
                  </a:lnTo>
                  <a:lnTo>
                    <a:pt x="2001605" y="3142277"/>
                  </a:lnTo>
                  <a:lnTo>
                    <a:pt x="2000955" y="3142277"/>
                  </a:lnTo>
                  <a:lnTo>
                    <a:pt x="2000305" y="3142277"/>
                  </a:lnTo>
                  <a:lnTo>
                    <a:pt x="1999656" y="3142277"/>
                  </a:lnTo>
                  <a:lnTo>
                    <a:pt x="1999006" y="3142277"/>
                  </a:lnTo>
                  <a:lnTo>
                    <a:pt x="1998356" y="3142277"/>
                  </a:lnTo>
                  <a:lnTo>
                    <a:pt x="1997706" y="3142277"/>
                  </a:lnTo>
                  <a:lnTo>
                    <a:pt x="1997056" y="3142277"/>
                  </a:lnTo>
                  <a:lnTo>
                    <a:pt x="1996406" y="3142277"/>
                  </a:lnTo>
                  <a:lnTo>
                    <a:pt x="1995756" y="3142277"/>
                  </a:lnTo>
                  <a:lnTo>
                    <a:pt x="1995106" y="3142277"/>
                  </a:lnTo>
                  <a:lnTo>
                    <a:pt x="1994456" y="3142277"/>
                  </a:lnTo>
                  <a:lnTo>
                    <a:pt x="1993806" y="3142277"/>
                  </a:lnTo>
                  <a:lnTo>
                    <a:pt x="1993156" y="3142277"/>
                  </a:lnTo>
                  <a:lnTo>
                    <a:pt x="1992506" y="3142277"/>
                  </a:lnTo>
                  <a:lnTo>
                    <a:pt x="1991856" y="3142277"/>
                  </a:lnTo>
                  <a:lnTo>
                    <a:pt x="1991206" y="3142277"/>
                  </a:lnTo>
                  <a:lnTo>
                    <a:pt x="1990556" y="3142277"/>
                  </a:lnTo>
                  <a:lnTo>
                    <a:pt x="1989907" y="3142277"/>
                  </a:lnTo>
                  <a:lnTo>
                    <a:pt x="1989257" y="3142277"/>
                  </a:lnTo>
                  <a:lnTo>
                    <a:pt x="1988607" y="3142277"/>
                  </a:lnTo>
                  <a:lnTo>
                    <a:pt x="1987957" y="3142277"/>
                  </a:lnTo>
                  <a:lnTo>
                    <a:pt x="1987307" y="3142277"/>
                  </a:lnTo>
                  <a:lnTo>
                    <a:pt x="1986657" y="3142277"/>
                  </a:lnTo>
                  <a:lnTo>
                    <a:pt x="1986007" y="3142277"/>
                  </a:lnTo>
                  <a:lnTo>
                    <a:pt x="1985357" y="3142277"/>
                  </a:lnTo>
                  <a:lnTo>
                    <a:pt x="1984707" y="3142277"/>
                  </a:lnTo>
                  <a:lnTo>
                    <a:pt x="1984057" y="3142277"/>
                  </a:lnTo>
                  <a:lnTo>
                    <a:pt x="1983407" y="3142277"/>
                  </a:lnTo>
                  <a:lnTo>
                    <a:pt x="1982757" y="3142277"/>
                  </a:lnTo>
                  <a:lnTo>
                    <a:pt x="1982107" y="3142277"/>
                  </a:lnTo>
                  <a:lnTo>
                    <a:pt x="1981457" y="3142277"/>
                  </a:lnTo>
                  <a:lnTo>
                    <a:pt x="1980807" y="3142277"/>
                  </a:lnTo>
                  <a:lnTo>
                    <a:pt x="1980157" y="3142277"/>
                  </a:lnTo>
                  <a:lnTo>
                    <a:pt x="1979508" y="3142277"/>
                  </a:lnTo>
                  <a:lnTo>
                    <a:pt x="1978858" y="3142277"/>
                  </a:lnTo>
                  <a:lnTo>
                    <a:pt x="1978208" y="3142277"/>
                  </a:lnTo>
                  <a:lnTo>
                    <a:pt x="1977558" y="3142277"/>
                  </a:lnTo>
                  <a:lnTo>
                    <a:pt x="1976908" y="3142277"/>
                  </a:lnTo>
                  <a:lnTo>
                    <a:pt x="1976258" y="3142277"/>
                  </a:lnTo>
                  <a:lnTo>
                    <a:pt x="1975608" y="3142277"/>
                  </a:lnTo>
                  <a:lnTo>
                    <a:pt x="1974958" y="3142277"/>
                  </a:lnTo>
                  <a:lnTo>
                    <a:pt x="1974308" y="3142277"/>
                  </a:lnTo>
                  <a:lnTo>
                    <a:pt x="1973658" y="3142277"/>
                  </a:lnTo>
                  <a:lnTo>
                    <a:pt x="1973008" y="3142277"/>
                  </a:lnTo>
                  <a:lnTo>
                    <a:pt x="1972358" y="3142277"/>
                  </a:lnTo>
                  <a:lnTo>
                    <a:pt x="1971708" y="3142277"/>
                  </a:lnTo>
                  <a:lnTo>
                    <a:pt x="1971058" y="3142277"/>
                  </a:lnTo>
                  <a:lnTo>
                    <a:pt x="1970408" y="3142277"/>
                  </a:lnTo>
                  <a:lnTo>
                    <a:pt x="1969759" y="3142277"/>
                  </a:lnTo>
                  <a:lnTo>
                    <a:pt x="1969109" y="3142277"/>
                  </a:lnTo>
                  <a:lnTo>
                    <a:pt x="1968459" y="3142277"/>
                  </a:lnTo>
                  <a:lnTo>
                    <a:pt x="1967809" y="3142277"/>
                  </a:lnTo>
                  <a:lnTo>
                    <a:pt x="1967159" y="3142277"/>
                  </a:lnTo>
                  <a:lnTo>
                    <a:pt x="1966509" y="3142277"/>
                  </a:lnTo>
                  <a:lnTo>
                    <a:pt x="1965859" y="3142277"/>
                  </a:lnTo>
                  <a:lnTo>
                    <a:pt x="1965209" y="3142277"/>
                  </a:lnTo>
                  <a:lnTo>
                    <a:pt x="1964559" y="3142277"/>
                  </a:lnTo>
                  <a:lnTo>
                    <a:pt x="1963909" y="3142277"/>
                  </a:lnTo>
                  <a:lnTo>
                    <a:pt x="1963259" y="3142277"/>
                  </a:lnTo>
                  <a:lnTo>
                    <a:pt x="1962609" y="3142277"/>
                  </a:lnTo>
                  <a:lnTo>
                    <a:pt x="1961959" y="3142277"/>
                  </a:lnTo>
                  <a:lnTo>
                    <a:pt x="1961309" y="3142277"/>
                  </a:lnTo>
                  <a:lnTo>
                    <a:pt x="1960659" y="3142277"/>
                  </a:lnTo>
                  <a:lnTo>
                    <a:pt x="1960010" y="3142277"/>
                  </a:lnTo>
                  <a:lnTo>
                    <a:pt x="1959360" y="3142277"/>
                  </a:lnTo>
                  <a:lnTo>
                    <a:pt x="1958710" y="3142277"/>
                  </a:lnTo>
                  <a:lnTo>
                    <a:pt x="1958060" y="3142277"/>
                  </a:lnTo>
                  <a:lnTo>
                    <a:pt x="1957410" y="3142277"/>
                  </a:lnTo>
                  <a:lnTo>
                    <a:pt x="1956760" y="3142277"/>
                  </a:lnTo>
                  <a:lnTo>
                    <a:pt x="1956110" y="3142277"/>
                  </a:lnTo>
                  <a:lnTo>
                    <a:pt x="1955460" y="3142277"/>
                  </a:lnTo>
                  <a:lnTo>
                    <a:pt x="1954810" y="3142277"/>
                  </a:lnTo>
                  <a:lnTo>
                    <a:pt x="1954160" y="3142277"/>
                  </a:lnTo>
                  <a:lnTo>
                    <a:pt x="1953510" y="3142277"/>
                  </a:lnTo>
                  <a:lnTo>
                    <a:pt x="1952860" y="3142277"/>
                  </a:lnTo>
                  <a:lnTo>
                    <a:pt x="1952210" y="3142277"/>
                  </a:lnTo>
                  <a:lnTo>
                    <a:pt x="1951560" y="3142277"/>
                  </a:lnTo>
                  <a:lnTo>
                    <a:pt x="1950910" y="3142277"/>
                  </a:lnTo>
                  <a:lnTo>
                    <a:pt x="1950260" y="3142277"/>
                  </a:lnTo>
                  <a:lnTo>
                    <a:pt x="1949611" y="3142277"/>
                  </a:lnTo>
                  <a:lnTo>
                    <a:pt x="1948961" y="3142277"/>
                  </a:lnTo>
                  <a:lnTo>
                    <a:pt x="1948311" y="3142277"/>
                  </a:lnTo>
                  <a:lnTo>
                    <a:pt x="1947661" y="3142277"/>
                  </a:lnTo>
                  <a:lnTo>
                    <a:pt x="1947011" y="3142277"/>
                  </a:lnTo>
                  <a:lnTo>
                    <a:pt x="1946361" y="3142277"/>
                  </a:lnTo>
                  <a:lnTo>
                    <a:pt x="1945711" y="3142277"/>
                  </a:lnTo>
                  <a:lnTo>
                    <a:pt x="1945061" y="3142277"/>
                  </a:lnTo>
                  <a:lnTo>
                    <a:pt x="1944411" y="3142277"/>
                  </a:lnTo>
                  <a:lnTo>
                    <a:pt x="1943761" y="3142277"/>
                  </a:lnTo>
                  <a:lnTo>
                    <a:pt x="1943111" y="3142277"/>
                  </a:lnTo>
                  <a:lnTo>
                    <a:pt x="1942461" y="3142277"/>
                  </a:lnTo>
                  <a:lnTo>
                    <a:pt x="1941811" y="3142277"/>
                  </a:lnTo>
                  <a:lnTo>
                    <a:pt x="1941161" y="3142277"/>
                  </a:lnTo>
                  <a:lnTo>
                    <a:pt x="1940511" y="3142277"/>
                  </a:lnTo>
                  <a:lnTo>
                    <a:pt x="1939862" y="3142277"/>
                  </a:lnTo>
                  <a:lnTo>
                    <a:pt x="1939212" y="3142277"/>
                  </a:lnTo>
                  <a:lnTo>
                    <a:pt x="1938562" y="3142277"/>
                  </a:lnTo>
                  <a:lnTo>
                    <a:pt x="1937912" y="3142277"/>
                  </a:lnTo>
                  <a:lnTo>
                    <a:pt x="1937262" y="3142277"/>
                  </a:lnTo>
                  <a:lnTo>
                    <a:pt x="1936612" y="3142277"/>
                  </a:lnTo>
                  <a:lnTo>
                    <a:pt x="1935962" y="3142277"/>
                  </a:lnTo>
                  <a:lnTo>
                    <a:pt x="1935312" y="3142277"/>
                  </a:lnTo>
                  <a:lnTo>
                    <a:pt x="1934662" y="3142277"/>
                  </a:lnTo>
                  <a:lnTo>
                    <a:pt x="1934012" y="3142277"/>
                  </a:lnTo>
                  <a:lnTo>
                    <a:pt x="1933362" y="3142277"/>
                  </a:lnTo>
                  <a:lnTo>
                    <a:pt x="1932712" y="3142277"/>
                  </a:lnTo>
                  <a:lnTo>
                    <a:pt x="1932062" y="3142277"/>
                  </a:lnTo>
                  <a:lnTo>
                    <a:pt x="1931412" y="3142277"/>
                  </a:lnTo>
                  <a:lnTo>
                    <a:pt x="1930762" y="3142277"/>
                  </a:lnTo>
                  <a:lnTo>
                    <a:pt x="1930112" y="3142277"/>
                  </a:lnTo>
                  <a:lnTo>
                    <a:pt x="1929463" y="3142277"/>
                  </a:lnTo>
                  <a:lnTo>
                    <a:pt x="1928813" y="3142277"/>
                  </a:lnTo>
                  <a:lnTo>
                    <a:pt x="1928163" y="3142277"/>
                  </a:lnTo>
                  <a:lnTo>
                    <a:pt x="1927513" y="3142277"/>
                  </a:lnTo>
                  <a:lnTo>
                    <a:pt x="1926863" y="3142277"/>
                  </a:lnTo>
                  <a:lnTo>
                    <a:pt x="1926213" y="3142277"/>
                  </a:lnTo>
                  <a:lnTo>
                    <a:pt x="1925563" y="3142277"/>
                  </a:lnTo>
                  <a:lnTo>
                    <a:pt x="1924913" y="3142277"/>
                  </a:lnTo>
                  <a:lnTo>
                    <a:pt x="1924263" y="3142277"/>
                  </a:lnTo>
                  <a:lnTo>
                    <a:pt x="1923613" y="3142277"/>
                  </a:lnTo>
                  <a:lnTo>
                    <a:pt x="1922963" y="3142277"/>
                  </a:lnTo>
                  <a:lnTo>
                    <a:pt x="1922313" y="3142277"/>
                  </a:lnTo>
                  <a:lnTo>
                    <a:pt x="1921663" y="3142277"/>
                  </a:lnTo>
                  <a:lnTo>
                    <a:pt x="1921013" y="3142277"/>
                  </a:lnTo>
                  <a:lnTo>
                    <a:pt x="1920363" y="3142277"/>
                  </a:lnTo>
                  <a:lnTo>
                    <a:pt x="1919714" y="3142277"/>
                  </a:lnTo>
                  <a:lnTo>
                    <a:pt x="1919064" y="3142277"/>
                  </a:lnTo>
                  <a:lnTo>
                    <a:pt x="1918414" y="3142277"/>
                  </a:lnTo>
                  <a:lnTo>
                    <a:pt x="1917764" y="3142277"/>
                  </a:lnTo>
                  <a:lnTo>
                    <a:pt x="1917114" y="3142277"/>
                  </a:lnTo>
                  <a:lnTo>
                    <a:pt x="1916464" y="3142277"/>
                  </a:lnTo>
                  <a:lnTo>
                    <a:pt x="1915814" y="3142277"/>
                  </a:lnTo>
                  <a:lnTo>
                    <a:pt x="1915164" y="3142277"/>
                  </a:lnTo>
                  <a:lnTo>
                    <a:pt x="1914514" y="3142277"/>
                  </a:lnTo>
                  <a:lnTo>
                    <a:pt x="1913864" y="3142277"/>
                  </a:lnTo>
                  <a:lnTo>
                    <a:pt x="1913214" y="3142277"/>
                  </a:lnTo>
                  <a:lnTo>
                    <a:pt x="1912564" y="3142277"/>
                  </a:lnTo>
                  <a:lnTo>
                    <a:pt x="1911914" y="3142277"/>
                  </a:lnTo>
                  <a:lnTo>
                    <a:pt x="1911264" y="3142277"/>
                  </a:lnTo>
                  <a:lnTo>
                    <a:pt x="1910614" y="3142277"/>
                  </a:lnTo>
                  <a:lnTo>
                    <a:pt x="1909964" y="3142277"/>
                  </a:lnTo>
                  <a:lnTo>
                    <a:pt x="1909315" y="3142277"/>
                  </a:lnTo>
                  <a:lnTo>
                    <a:pt x="1908665" y="3142277"/>
                  </a:lnTo>
                  <a:lnTo>
                    <a:pt x="1908015" y="3142277"/>
                  </a:lnTo>
                  <a:lnTo>
                    <a:pt x="1907365" y="3142277"/>
                  </a:lnTo>
                  <a:lnTo>
                    <a:pt x="1906715" y="3142277"/>
                  </a:lnTo>
                  <a:lnTo>
                    <a:pt x="1906065" y="3142277"/>
                  </a:lnTo>
                  <a:lnTo>
                    <a:pt x="1905415" y="3142277"/>
                  </a:lnTo>
                  <a:lnTo>
                    <a:pt x="1904765" y="3142277"/>
                  </a:lnTo>
                  <a:lnTo>
                    <a:pt x="1904115" y="3142277"/>
                  </a:lnTo>
                  <a:lnTo>
                    <a:pt x="1903465" y="3142277"/>
                  </a:lnTo>
                  <a:lnTo>
                    <a:pt x="1902815" y="3142277"/>
                  </a:lnTo>
                  <a:lnTo>
                    <a:pt x="1902165" y="3142277"/>
                  </a:lnTo>
                  <a:lnTo>
                    <a:pt x="1901515" y="3142277"/>
                  </a:lnTo>
                  <a:lnTo>
                    <a:pt x="1900865" y="3142277"/>
                  </a:lnTo>
                  <a:lnTo>
                    <a:pt x="1900215" y="3142277"/>
                  </a:lnTo>
                  <a:lnTo>
                    <a:pt x="1899566" y="3142277"/>
                  </a:lnTo>
                  <a:lnTo>
                    <a:pt x="1898916" y="3142277"/>
                  </a:lnTo>
                  <a:lnTo>
                    <a:pt x="1898266" y="3142277"/>
                  </a:lnTo>
                  <a:lnTo>
                    <a:pt x="1897616" y="3142277"/>
                  </a:lnTo>
                  <a:lnTo>
                    <a:pt x="1896966" y="3142277"/>
                  </a:lnTo>
                  <a:lnTo>
                    <a:pt x="1896316" y="3142277"/>
                  </a:lnTo>
                  <a:lnTo>
                    <a:pt x="1895666" y="3142277"/>
                  </a:lnTo>
                  <a:lnTo>
                    <a:pt x="1895016" y="3142277"/>
                  </a:lnTo>
                  <a:lnTo>
                    <a:pt x="1894366" y="3142277"/>
                  </a:lnTo>
                  <a:lnTo>
                    <a:pt x="1893716" y="3142277"/>
                  </a:lnTo>
                  <a:lnTo>
                    <a:pt x="1893066" y="3142277"/>
                  </a:lnTo>
                  <a:lnTo>
                    <a:pt x="1892416" y="3142277"/>
                  </a:lnTo>
                  <a:lnTo>
                    <a:pt x="1891766" y="3142277"/>
                  </a:lnTo>
                  <a:lnTo>
                    <a:pt x="1891116" y="3142277"/>
                  </a:lnTo>
                  <a:lnTo>
                    <a:pt x="1890466" y="3142277"/>
                  </a:lnTo>
                  <a:lnTo>
                    <a:pt x="1889816" y="3142277"/>
                  </a:lnTo>
                  <a:lnTo>
                    <a:pt x="1889167" y="3142277"/>
                  </a:lnTo>
                  <a:lnTo>
                    <a:pt x="1888517" y="3142277"/>
                  </a:lnTo>
                  <a:lnTo>
                    <a:pt x="1887867" y="3142277"/>
                  </a:lnTo>
                  <a:lnTo>
                    <a:pt x="1887217" y="3142277"/>
                  </a:lnTo>
                  <a:lnTo>
                    <a:pt x="1886567" y="3142277"/>
                  </a:lnTo>
                  <a:lnTo>
                    <a:pt x="1885917" y="3142277"/>
                  </a:lnTo>
                  <a:lnTo>
                    <a:pt x="1885267" y="3142277"/>
                  </a:lnTo>
                  <a:lnTo>
                    <a:pt x="1884617" y="3142277"/>
                  </a:lnTo>
                  <a:lnTo>
                    <a:pt x="1883967" y="3142277"/>
                  </a:lnTo>
                  <a:lnTo>
                    <a:pt x="1883317" y="3142277"/>
                  </a:lnTo>
                  <a:lnTo>
                    <a:pt x="1882667" y="3142277"/>
                  </a:lnTo>
                  <a:lnTo>
                    <a:pt x="1882017" y="3142277"/>
                  </a:lnTo>
                  <a:lnTo>
                    <a:pt x="1881367" y="3142277"/>
                  </a:lnTo>
                  <a:lnTo>
                    <a:pt x="1880717" y="3142277"/>
                  </a:lnTo>
                  <a:lnTo>
                    <a:pt x="1880067" y="3142277"/>
                  </a:lnTo>
                  <a:lnTo>
                    <a:pt x="1879418" y="3142277"/>
                  </a:lnTo>
                  <a:lnTo>
                    <a:pt x="1878768" y="3142277"/>
                  </a:lnTo>
                  <a:lnTo>
                    <a:pt x="1878118" y="3142277"/>
                  </a:lnTo>
                  <a:lnTo>
                    <a:pt x="1877468" y="3142277"/>
                  </a:lnTo>
                  <a:lnTo>
                    <a:pt x="1876818" y="3142277"/>
                  </a:lnTo>
                  <a:lnTo>
                    <a:pt x="1876168" y="3142277"/>
                  </a:lnTo>
                  <a:lnTo>
                    <a:pt x="1875518" y="3142277"/>
                  </a:lnTo>
                  <a:lnTo>
                    <a:pt x="1874868" y="3142277"/>
                  </a:lnTo>
                  <a:lnTo>
                    <a:pt x="1874218" y="3142277"/>
                  </a:lnTo>
                  <a:lnTo>
                    <a:pt x="1873568" y="3142277"/>
                  </a:lnTo>
                  <a:lnTo>
                    <a:pt x="1872918" y="3142277"/>
                  </a:lnTo>
                  <a:lnTo>
                    <a:pt x="1872268" y="3142277"/>
                  </a:lnTo>
                  <a:lnTo>
                    <a:pt x="1871618" y="3142277"/>
                  </a:lnTo>
                  <a:lnTo>
                    <a:pt x="1870968" y="3142277"/>
                  </a:lnTo>
                  <a:lnTo>
                    <a:pt x="1870318" y="3142277"/>
                  </a:lnTo>
                  <a:lnTo>
                    <a:pt x="1869668" y="3142277"/>
                  </a:lnTo>
                  <a:lnTo>
                    <a:pt x="1869019" y="3142277"/>
                  </a:lnTo>
                  <a:lnTo>
                    <a:pt x="1868369" y="3142277"/>
                  </a:lnTo>
                  <a:lnTo>
                    <a:pt x="1867719" y="3142277"/>
                  </a:lnTo>
                  <a:lnTo>
                    <a:pt x="1867069" y="3142277"/>
                  </a:lnTo>
                  <a:lnTo>
                    <a:pt x="1866419" y="3142277"/>
                  </a:lnTo>
                  <a:lnTo>
                    <a:pt x="1865769" y="3142277"/>
                  </a:lnTo>
                  <a:lnTo>
                    <a:pt x="1865119" y="3142277"/>
                  </a:lnTo>
                  <a:lnTo>
                    <a:pt x="1864469" y="3142277"/>
                  </a:lnTo>
                  <a:lnTo>
                    <a:pt x="1863819" y="3142277"/>
                  </a:lnTo>
                  <a:lnTo>
                    <a:pt x="1863169" y="3142277"/>
                  </a:lnTo>
                  <a:lnTo>
                    <a:pt x="1862519" y="3142277"/>
                  </a:lnTo>
                  <a:lnTo>
                    <a:pt x="1861869" y="3142277"/>
                  </a:lnTo>
                  <a:lnTo>
                    <a:pt x="1861219" y="3142277"/>
                  </a:lnTo>
                  <a:lnTo>
                    <a:pt x="1860569" y="3142277"/>
                  </a:lnTo>
                  <a:lnTo>
                    <a:pt x="1859919" y="3142277"/>
                  </a:lnTo>
                  <a:lnTo>
                    <a:pt x="1859270" y="3142277"/>
                  </a:lnTo>
                  <a:lnTo>
                    <a:pt x="1858620" y="3142277"/>
                  </a:lnTo>
                  <a:lnTo>
                    <a:pt x="1857970" y="3142277"/>
                  </a:lnTo>
                  <a:lnTo>
                    <a:pt x="1857320" y="3142277"/>
                  </a:lnTo>
                  <a:lnTo>
                    <a:pt x="1856670" y="3142277"/>
                  </a:lnTo>
                  <a:lnTo>
                    <a:pt x="1856020" y="3142277"/>
                  </a:lnTo>
                  <a:lnTo>
                    <a:pt x="1855370" y="3142277"/>
                  </a:lnTo>
                  <a:lnTo>
                    <a:pt x="1854720" y="3142277"/>
                  </a:lnTo>
                  <a:lnTo>
                    <a:pt x="1854070" y="3142277"/>
                  </a:lnTo>
                  <a:lnTo>
                    <a:pt x="1853420" y="3142277"/>
                  </a:lnTo>
                  <a:lnTo>
                    <a:pt x="1852770" y="3142277"/>
                  </a:lnTo>
                  <a:lnTo>
                    <a:pt x="1852120" y="3142277"/>
                  </a:lnTo>
                  <a:lnTo>
                    <a:pt x="1851470" y="3142277"/>
                  </a:lnTo>
                  <a:lnTo>
                    <a:pt x="1850820" y="3142277"/>
                  </a:lnTo>
                  <a:lnTo>
                    <a:pt x="1850170" y="3142277"/>
                  </a:lnTo>
                  <a:lnTo>
                    <a:pt x="1849520" y="3142277"/>
                  </a:lnTo>
                  <a:lnTo>
                    <a:pt x="1848871" y="3142277"/>
                  </a:lnTo>
                  <a:lnTo>
                    <a:pt x="1848221" y="3142277"/>
                  </a:lnTo>
                  <a:lnTo>
                    <a:pt x="1847571" y="3142277"/>
                  </a:lnTo>
                  <a:lnTo>
                    <a:pt x="1846921" y="3142277"/>
                  </a:lnTo>
                  <a:lnTo>
                    <a:pt x="1846271" y="3142277"/>
                  </a:lnTo>
                  <a:lnTo>
                    <a:pt x="1845621" y="3142277"/>
                  </a:lnTo>
                  <a:lnTo>
                    <a:pt x="1844971" y="3142277"/>
                  </a:lnTo>
                  <a:lnTo>
                    <a:pt x="1844321" y="3142277"/>
                  </a:lnTo>
                  <a:lnTo>
                    <a:pt x="1843671" y="3142277"/>
                  </a:lnTo>
                  <a:lnTo>
                    <a:pt x="1843021" y="3142277"/>
                  </a:lnTo>
                  <a:lnTo>
                    <a:pt x="1842371" y="3142277"/>
                  </a:lnTo>
                  <a:lnTo>
                    <a:pt x="1841721" y="3142277"/>
                  </a:lnTo>
                  <a:lnTo>
                    <a:pt x="1841071" y="3142277"/>
                  </a:lnTo>
                  <a:lnTo>
                    <a:pt x="1840421" y="3142277"/>
                  </a:lnTo>
                  <a:lnTo>
                    <a:pt x="1839771" y="3142277"/>
                  </a:lnTo>
                  <a:lnTo>
                    <a:pt x="1839122" y="3142277"/>
                  </a:lnTo>
                  <a:lnTo>
                    <a:pt x="1838472" y="3142277"/>
                  </a:lnTo>
                  <a:lnTo>
                    <a:pt x="1837822" y="3142277"/>
                  </a:lnTo>
                  <a:lnTo>
                    <a:pt x="1837172" y="3142277"/>
                  </a:lnTo>
                  <a:lnTo>
                    <a:pt x="1836522" y="3142277"/>
                  </a:lnTo>
                  <a:lnTo>
                    <a:pt x="1835872" y="3142277"/>
                  </a:lnTo>
                  <a:lnTo>
                    <a:pt x="1835222" y="3142277"/>
                  </a:lnTo>
                  <a:lnTo>
                    <a:pt x="1834572" y="3142277"/>
                  </a:lnTo>
                  <a:lnTo>
                    <a:pt x="1833922" y="3142277"/>
                  </a:lnTo>
                  <a:lnTo>
                    <a:pt x="1833272" y="3142277"/>
                  </a:lnTo>
                  <a:lnTo>
                    <a:pt x="1832622" y="3142277"/>
                  </a:lnTo>
                  <a:lnTo>
                    <a:pt x="1831972" y="3142277"/>
                  </a:lnTo>
                  <a:lnTo>
                    <a:pt x="1831322" y="3142277"/>
                  </a:lnTo>
                  <a:lnTo>
                    <a:pt x="1830672" y="3142277"/>
                  </a:lnTo>
                  <a:lnTo>
                    <a:pt x="1830022" y="3142277"/>
                  </a:lnTo>
                  <a:lnTo>
                    <a:pt x="1829372" y="3142277"/>
                  </a:lnTo>
                  <a:lnTo>
                    <a:pt x="1828723" y="3142277"/>
                  </a:lnTo>
                  <a:lnTo>
                    <a:pt x="1828073" y="3142277"/>
                  </a:lnTo>
                  <a:lnTo>
                    <a:pt x="1827423" y="3142277"/>
                  </a:lnTo>
                  <a:lnTo>
                    <a:pt x="1826773" y="3142277"/>
                  </a:lnTo>
                  <a:lnTo>
                    <a:pt x="1826123" y="3142277"/>
                  </a:lnTo>
                  <a:lnTo>
                    <a:pt x="1825473" y="3142277"/>
                  </a:lnTo>
                  <a:lnTo>
                    <a:pt x="1824823" y="3142277"/>
                  </a:lnTo>
                  <a:lnTo>
                    <a:pt x="1824173" y="3142277"/>
                  </a:lnTo>
                  <a:lnTo>
                    <a:pt x="1823523" y="3142277"/>
                  </a:lnTo>
                  <a:lnTo>
                    <a:pt x="1822873" y="3142277"/>
                  </a:lnTo>
                  <a:lnTo>
                    <a:pt x="1822223" y="3142277"/>
                  </a:lnTo>
                  <a:lnTo>
                    <a:pt x="1821573" y="3142277"/>
                  </a:lnTo>
                  <a:lnTo>
                    <a:pt x="1820923" y="3142277"/>
                  </a:lnTo>
                  <a:lnTo>
                    <a:pt x="1820273" y="3142277"/>
                  </a:lnTo>
                  <a:lnTo>
                    <a:pt x="1819623" y="3142277"/>
                  </a:lnTo>
                  <a:lnTo>
                    <a:pt x="1818974" y="3142277"/>
                  </a:lnTo>
                  <a:lnTo>
                    <a:pt x="1818324" y="3142277"/>
                  </a:lnTo>
                  <a:lnTo>
                    <a:pt x="1817674" y="3142277"/>
                  </a:lnTo>
                  <a:lnTo>
                    <a:pt x="1817024" y="3142277"/>
                  </a:lnTo>
                  <a:lnTo>
                    <a:pt x="1816374" y="3142277"/>
                  </a:lnTo>
                  <a:lnTo>
                    <a:pt x="1815724" y="3142277"/>
                  </a:lnTo>
                  <a:lnTo>
                    <a:pt x="1815074" y="3142277"/>
                  </a:lnTo>
                  <a:lnTo>
                    <a:pt x="1814424" y="3142277"/>
                  </a:lnTo>
                  <a:lnTo>
                    <a:pt x="1813774" y="3142277"/>
                  </a:lnTo>
                  <a:lnTo>
                    <a:pt x="1813124" y="3142277"/>
                  </a:lnTo>
                  <a:lnTo>
                    <a:pt x="1812474" y="3142277"/>
                  </a:lnTo>
                  <a:lnTo>
                    <a:pt x="1811824" y="3142277"/>
                  </a:lnTo>
                  <a:lnTo>
                    <a:pt x="1811174" y="3142277"/>
                  </a:lnTo>
                  <a:lnTo>
                    <a:pt x="1810524" y="3142277"/>
                  </a:lnTo>
                  <a:lnTo>
                    <a:pt x="1809874" y="3142277"/>
                  </a:lnTo>
                  <a:lnTo>
                    <a:pt x="1809225" y="3142277"/>
                  </a:lnTo>
                  <a:lnTo>
                    <a:pt x="1808575" y="3142277"/>
                  </a:lnTo>
                  <a:lnTo>
                    <a:pt x="1807925" y="3142277"/>
                  </a:lnTo>
                  <a:lnTo>
                    <a:pt x="1807275" y="3142277"/>
                  </a:lnTo>
                  <a:lnTo>
                    <a:pt x="1806625" y="3142277"/>
                  </a:lnTo>
                  <a:lnTo>
                    <a:pt x="1805975" y="3142277"/>
                  </a:lnTo>
                  <a:lnTo>
                    <a:pt x="1805325" y="3142277"/>
                  </a:lnTo>
                  <a:lnTo>
                    <a:pt x="1804675" y="3142277"/>
                  </a:lnTo>
                  <a:lnTo>
                    <a:pt x="1804025" y="3142277"/>
                  </a:lnTo>
                  <a:lnTo>
                    <a:pt x="1803375" y="3142277"/>
                  </a:lnTo>
                  <a:lnTo>
                    <a:pt x="1802725" y="3142277"/>
                  </a:lnTo>
                  <a:lnTo>
                    <a:pt x="1802075" y="3142277"/>
                  </a:lnTo>
                  <a:lnTo>
                    <a:pt x="1801425" y="3142277"/>
                  </a:lnTo>
                  <a:lnTo>
                    <a:pt x="1800775" y="3142277"/>
                  </a:lnTo>
                  <a:lnTo>
                    <a:pt x="1800125" y="3142277"/>
                  </a:lnTo>
                  <a:lnTo>
                    <a:pt x="1799475" y="3142277"/>
                  </a:lnTo>
                  <a:lnTo>
                    <a:pt x="1798826" y="3142277"/>
                  </a:lnTo>
                  <a:lnTo>
                    <a:pt x="1798176" y="3142277"/>
                  </a:lnTo>
                  <a:lnTo>
                    <a:pt x="1797526" y="3142277"/>
                  </a:lnTo>
                  <a:lnTo>
                    <a:pt x="1796876" y="3142277"/>
                  </a:lnTo>
                  <a:lnTo>
                    <a:pt x="1796226" y="3142277"/>
                  </a:lnTo>
                  <a:lnTo>
                    <a:pt x="1795576" y="3142277"/>
                  </a:lnTo>
                  <a:lnTo>
                    <a:pt x="1794926" y="3142277"/>
                  </a:lnTo>
                  <a:lnTo>
                    <a:pt x="1794276" y="3142277"/>
                  </a:lnTo>
                  <a:lnTo>
                    <a:pt x="1793626" y="3142277"/>
                  </a:lnTo>
                  <a:lnTo>
                    <a:pt x="1792976" y="3142277"/>
                  </a:lnTo>
                  <a:lnTo>
                    <a:pt x="1792326" y="3142277"/>
                  </a:lnTo>
                  <a:lnTo>
                    <a:pt x="1791676" y="3142277"/>
                  </a:lnTo>
                  <a:lnTo>
                    <a:pt x="1791026" y="3142277"/>
                  </a:lnTo>
                  <a:lnTo>
                    <a:pt x="1790376" y="3142277"/>
                  </a:lnTo>
                  <a:lnTo>
                    <a:pt x="1789726" y="3142277"/>
                  </a:lnTo>
                  <a:lnTo>
                    <a:pt x="1789077" y="3142277"/>
                  </a:lnTo>
                  <a:lnTo>
                    <a:pt x="1788427" y="3142277"/>
                  </a:lnTo>
                  <a:lnTo>
                    <a:pt x="1787777" y="3142277"/>
                  </a:lnTo>
                  <a:lnTo>
                    <a:pt x="1787127" y="3142277"/>
                  </a:lnTo>
                  <a:lnTo>
                    <a:pt x="1786477" y="3142277"/>
                  </a:lnTo>
                  <a:lnTo>
                    <a:pt x="1785827" y="3142277"/>
                  </a:lnTo>
                  <a:lnTo>
                    <a:pt x="1785177" y="3142277"/>
                  </a:lnTo>
                  <a:lnTo>
                    <a:pt x="1784527" y="3142277"/>
                  </a:lnTo>
                  <a:lnTo>
                    <a:pt x="1783877" y="3142277"/>
                  </a:lnTo>
                  <a:lnTo>
                    <a:pt x="1783227" y="3142277"/>
                  </a:lnTo>
                  <a:lnTo>
                    <a:pt x="1782577" y="3142277"/>
                  </a:lnTo>
                  <a:lnTo>
                    <a:pt x="1781927" y="3142277"/>
                  </a:lnTo>
                  <a:lnTo>
                    <a:pt x="1781277" y="3142277"/>
                  </a:lnTo>
                  <a:lnTo>
                    <a:pt x="1780627" y="3142277"/>
                  </a:lnTo>
                  <a:lnTo>
                    <a:pt x="1779977" y="3142277"/>
                  </a:lnTo>
                  <a:lnTo>
                    <a:pt x="1779327" y="3142277"/>
                  </a:lnTo>
                  <a:lnTo>
                    <a:pt x="1778678" y="3142277"/>
                  </a:lnTo>
                  <a:lnTo>
                    <a:pt x="1778028" y="3142277"/>
                  </a:lnTo>
                  <a:lnTo>
                    <a:pt x="1777378" y="3142277"/>
                  </a:lnTo>
                  <a:lnTo>
                    <a:pt x="1776728" y="3142277"/>
                  </a:lnTo>
                  <a:lnTo>
                    <a:pt x="1776078" y="3142277"/>
                  </a:lnTo>
                  <a:lnTo>
                    <a:pt x="1775428" y="3142277"/>
                  </a:lnTo>
                  <a:lnTo>
                    <a:pt x="1774778" y="3142277"/>
                  </a:lnTo>
                  <a:lnTo>
                    <a:pt x="1774128" y="3142277"/>
                  </a:lnTo>
                  <a:lnTo>
                    <a:pt x="1773478" y="3142277"/>
                  </a:lnTo>
                  <a:lnTo>
                    <a:pt x="1772828" y="3142277"/>
                  </a:lnTo>
                  <a:lnTo>
                    <a:pt x="1772178" y="3142277"/>
                  </a:lnTo>
                  <a:lnTo>
                    <a:pt x="1771528" y="3142277"/>
                  </a:lnTo>
                  <a:lnTo>
                    <a:pt x="1770878" y="3142277"/>
                  </a:lnTo>
                  <a:lnTo>
                    <a:pt x="1770228" y="3142277"/>
                  </a:lnTo>
                  <a:lnTo>
                    <a:pt x="1769578" y="3142277"/>
                  </a:lnTo>
                  <a:lnTo>
                    <a:pt x="1768929" y="3142277"/>
                  </a:lnTo>
                  <a:lnTo>
                    <a:pt x="1768279" y="3142277"/>
                  </a:lnTo>
                  <a:lnTo>
                    <a:pt x="1767629" y="3142277"/>
                  </a:lnTo>
                  <a:lnTo>
                    <a:pt x="1766979" y="3142277"/>
                  </a:lnTo>
                  <a:lnTo>
                    <a:pt x="1766329" y="3142277"/>
                  </a:lnTo>
                  <a:lnTo>
                    <a:pt x="1765679" y="3142277"/>
                  </a:lnTo>
                  <a:lnTo>
                    <a:pt x="1765029" y="3142277"/>
                  </a:lnTo>
                  <a:lnTo>
                    <a:pt x="1764379" y="3142277"/>
                  </a:lnTo>
                  <a:lnTo>
                    <a:pt x="1763729" y="3142277"/>
                  </a:lnTo>
                  <a:lnTo>
                    <a:pt x="1763079" y="3142277"/>
                  </a:lnTo>
                  <a:lnTo>
                    <a:pt x="1762429" y="3142277"/>
                  </a:lnTo>
                  <a:lnTo>
                    <a:pt x="1761779" y="3142277"/>
                  </a:lnTo>
                  <a:lnTo>
                    <a:pt x="1761129" y="3142277"/>
                  </a:lnTo>
                  <a:lnTo>
                    <a:pt x="1760479" y="3142277"/>
                  </a:lnTo>
                  <a:lnTo>
                    <a:pt x="1759829" y="3142277"/>
                  </a:lnTo>
                  <a:lnTo>
                    <a:pt x="1759179" y="3142277"/>
                  </a:lnTo>
                  <a:lnTo>
                    <a:pt x="1758530" y="3142277"/>
                  </a:lnTo>
                  <a:lnTo>
                    <a:pt x="1757880" y="3142277"/>
                  </a:lnTo>
                  <a:lnTo>
                    <a:pt x="1757230" y="3142277"/>
                  </a:lnTo>
                  <a:lnTo>
                    <a:pt x="1756580" y="3142277"/>
                  </a:lnTo>
                  <a:lnTo>
                    <a:pt x="1755930" y="3142277"/>
                  </a:lnTo>
                  <a:lnTo>
                    <a:pt x="1755280" y="3142277"/>
                  </a:lnTo>
                  <a:lnTo>
                    <a:pt x="1754630" y="3142277"/>
                  </a:lnTo>
                  <a:lnTo>
                    <a:pt x="1753980" y="3142277"/>
                  </a:lnTo>
                  <a:lnTo>
                    <a:pt x="1753330" y="3142277"/>
                  </a:lnTo>
                  <a:lnTo>
                    <a:pt x="1752680" y="3142277"/>
                  </a:lnTo>
                  <a:lnTo>
                    <a:pt x="1752030" y="3142277"/>
                  </a:lnTo>
                  <a:lnTo>
                    <a:pt x="1751380" y="3142277"/>
                  </a:lnTo>
                  <a:lnTo>
                    <a:pt x="1750730" y="3142277"/>
                  </a:lnTo>
                  <a:lnTo>
                    <a:pt x="1750080" y="3142277"/>
                  </a:lnTo>
                  <a:lnTo>
                    <a:pt x="1749430" y="3142277"/>
                  </a:lnTo>
                  <a:lnTo>
                    <a:pt x="1748781" y="3142277"/>
                  </a:lnTo>
                  <a:lnTo>
                    <a:pt x="1748131" y="3142277"/>
                  </a:lnTo>
                  <a:lnTo>
                    <a:pt x="1747481" y="3142277"/>
                  </a:lnTo>
                  <a:lnTo>
                    <a:pt x="1746831" y="3142277"/>
                  </a:lnTo>
                  <a:lnTo>
                    <a:pt x="1746181" y="3142277"/>
                  </a:lnTo>
                  <a:lnTo>
                    <a:pt x="1745531" y="3142277"/>
                  </a:lnTo>
                  <a:lnTo>
                    <a:pt x="1744881" y="3142277"/>
                  </a:lnTo>
                  <a:lnTo>
                    <a:pt x="1744231" y="3142277"/>
                  </a:lnTo>
                  <a:lnTo>
                    <a:pt x="1743581" y="3142277"/>
                  </a:lnTo>
                  <a:lnTo>
                    <a:pt x="1742931" y="3142277"/>
                  </a:lnTo>
                  <a:lnTo>
                    <a:pt x="1742281" y="3142277"/>
                  </a:lnTo>
                  <a:lnTo>
                    <a:pt x="1741631" y="3142277"/>
                  </a:lnTo>
                  <a:lnTo>
                    <a:pt x="1740981" y="3142277"/>
                  </a:lnTo>
                  <a:lnTo>
                    <a:pt x="1740331" y="3142277"/>
                  </a:lnTo>
                  <a:lnTo>
                    <a:pt x="1739681" y="3142277"/>
                  </a:lnTo>
                  <a:lnTo>
                    <a:pt x="1739031" y="3142277"/>
                  </a:lnTo>
                  <a:lnTo>
                    <a:pt x="1738382" y="3142277"/>
                  </a:lnTo>
                  <a:lnTo>
                    <a:pt x="1737732" y="3142277"/>
                  </a:lnTo>
                  <a:lnTo>
                    <a:pt x="1737082" y="3142277"/>
                  </a:lnTo>
                  <a:lnTo>
                    <a:pt x="1736432" y="3142277"/>
                  </a:lnTo>
                  <a:lnTo>
                    <a:pt x="1735782" y="3142277"/>
                  </a:lnTo>
                  <a:lnTo>
                    <a:pt x="1735132" y="3142277"/>
                  </a:lnTo>
                  <a:lnTo>
                    <a:pt x="1734482" y="3142277"/>
                  </a:lnTo>
                  <a:lnTo>
                    <a:pt x="1733832" y="3142277"/>
                  </a:lnTo>
                  <a:lnTo>
                    <a:pt x="1733182" y="3142277"/>
                  </a:lnTo>
                  <a:lnTo>
                    <a:pt x="1732532" y="3142277"/>
                  </a:lnTo>
                  <a:lnTo>
                    <a:pt x="1731882" y="3142277"/>
                  </a:lnTo>
                  <a:lnTo>
                    <a:pt x="1731232" y="3142277"/>
                  </a:lnTo>
                  <a:lnTo>
                    <a:pt x="1730582" y="3142277"/>
                  </a:lnTo>
                  <a:lnTo>
                    <a:pt x="1729932" y="3142277"/>
                  </a:lnTo>
                  <a:lnTo>
                    <a:pt x="1729282" y="3142277"/>
                  </a:lnTo>
                  <a:lnTo>
                    <a:pt x="1728633" y="3142277"/>
                  </a:lnTo>
                  <a:lnTo>
                    <a:pt x="1727983" y="3142277"/>
                  </a:lnTo>
                  <a:lnTo>
                    <a:pt x="1727333" y="3142277"/>
                  </a:lnTo>
                  <a:lnTo>
                    <a:pt x="1726683" y="3142277"/>
                  </a:lnTo>
                  <a:lnTo>
                    <a:pt x="1726033" y="3142277"/>
                  </a:lnTo>
                  <a:lnTo>
                    <a:pt x="1725383" y="3142277"/>
                  </a:lnTo>
                  <a:lnTo>
                    <a:pt x="1724733" y="3142277"/>
                  </a:lnTo>
                  <a:lnTo>
                    <a:pt x="1724083" y="3142277"/>
                  </a:lnTo>
                  <a:lnTo>
                    <a:pt x="1723433" y="3142277"/>
                  </a:lnTo>
                  <a:lnTo>
                    <a:pt x="1722783" y="3142277"/>
                  </a:lnTo>
                  <a:lnTo>
                    <a:pt x="1722133" y="3142277"/>
                  </a:lnTo>
                  <a:lnTo>
                    <a:pt x="1721483" y="3142277"/>
                  </a:lnTo>
                  <a:lnTo>
                    <a:pt x="1720833" y="3142277"/>
                  </a:lnTo>
                  <a:lnTo>
                    <a:pt x="1720183" y="3142277"/>
                  </a:lnTo>
                  <a:lnTo>
                    <a:pt x="1719533" y="3142277"/>
                  </a:lnTo>
                  <a:lnTo>
                    <a:pt x="1718883" y="3142277"/>
                  </a:lnTo>
                  <a:lnTo>
                    <a:pt x="1718234" y="3142277"/>
                  </a:lnTo>
                  <a:lnTo>
                    <a:pt x="1717584" y="3142277"/>
                  </a:lnTo>
                  <a:lnTo>
                    <a:pt x="1716934" y="3142277"/>
                  </a:lnTo>
                  <a:lnTo>
                    <a:pt x="1716284" y="3142277"/>
                  </a:lnTo>
                  <a:lnTo>
                    <a:pt x="1715634" y="3142277"/>
                  </a:lnTo>
                  <a:lnTo>
                    <a:pt x="1714984" y="3142277"/>
                  </a:lnTo>
                  <a:lnTo>
                    <a:pt x="1714334" y="3142277"/>
                  </a:lnTo>
                  <a:lnTo>
                    <a:pt x="1713684" y="3142277"/>
                  </a:lnTo>
                  <a:lnTo>
                    <a:pt x="1713034" y="3142277"/>
                  </a:lnTo>
                  <a:lnTo>
                    <a:pt x="1712384" y="3142277"/>
                  </a:lnTo>
                  <a:lnTo>
                    <a:pt x="1711734" y="3142277"/>
                  </a:lnTo>
                  <a:lnTo>
                    <a:pt x="1711084" y="3142277"/>
                  </a:lnTo>
                  <a:lnTo>
                    <a:pt x="1710434" y="3142277"/>
                  </a:lnTo>
                  <a:lnTo>
                    <a:pt x="1709784" y="3142277"/>
                  </a:lnTo>
                  <a:lnTo>
                    <a:pt x="1709134" y="3142277"/>
                  </a:lnTo>
                  <a:lnTo>
                    <a:pt x="1708485" y="3142277"/>
                  </a:lnTo>
                  <a:lnTo>
                    <a:pt x="1707835" y="3142277"/>
                  </a:lnTo>
                  <a:lnTo>
                    <a:pt x="1707185" y="3142277"/>
                  </a:lnTo>
                  <a:lnTo>
                    <a:pt x="1706535" y="3142277"/>
                  </a:lnTo>
                  <a:lnTo>
                    <a:pt x="1705885" y="3142277"/>
                  </a:lnTo>
                  <a:lnTo>
                    <a:pt x="1705235" y="3142277"/>
                  </a:lnTo>
                  <a:lnTo>
                    <a:pt x="1704585" y="3142277"/>
                  </a:lnTo>
                  <a:lnTo>
                    <a:pt x="1703935" y="3142277"/>
                  </a:lnTo>
                  <a:lnTo>
                    <a:pt x="1703285" y="3142277"/>
                  </a:lnTo>
                  <a:lnTo>
                    <a:pt x="1702635" y="3142277"/>
                  </a:lnTo>
                  <a:lnTo>
                    <a:pt x="1701985" y="3142277"/>
                  </a:lnTo>
                  <a:lnTo>
                    <a:pt x="1701335" y="3142277"/>
                  </a:lnTo>
                  <a:lnTo>
                    <a:pt x="1700685" y="3142277"/>
                  </a:lnTo>
                  <a:lnTo>
                    <a:pt x="1700035" y="3142277"/>
                  </a:lnTo>
                  <a:lnTo>
                    <a:pt x="1699385" y="3142277"/>
                  </a:lnTo>
                  <a:lnTo>
                    <a:pt x="1698735" y="3142277"/>
                  </a:lnTo>
                  <a:lnTo>
                    <a:pt x="1698086" y="3142277"/>
                  </a:lnTo>
                  <a:lnTo>
                    <a:pt x="1697436" y="3142277"/>
                  </a:lnTo>
                  <a:lnTo>
                    <a:pt x="1696786" y="3142277"/>
                  </a:lnTo>
                  <a:lnTo>
                    <a:pt x="1696136" y="3142277"/>
                  </a:lnTo>
                  <a:lnTo>
                    <a:pt x="1695486" y="3142277"/>
                  </a:lnTo>
                  <a:lnTo>
                    <a:pt x="1694836" y="3142277"/>
                  </a:lnTo>
                  <a:lnTo>
                    <a:pt x="1694186" y="3142277"/>
                  </a:lnTo>
                  <a:lnTo>
                    <a:pt x="1693536" y="3142277"/>
                  </a:lnTo>
                  <a:lnTo>
                    <a:pt x="1692886" y="3142277"/>
                  </a:lnTo>
                  <a:lnTo>
                    <a:pt x="1692236" y="3142277"/>
                  </a:lnTo>
                  <a:lnTo>
                    <a:pt x="1691586" y="3142277"/>
                  </a:lnTo>
                  <a:lnTo>
                    <a:pt x="1690936" y="3142277"/>
                  </a:lnTo>
                  <a:lnTo>
                    <a:pt x="1690286" y="3142277"/>
                  </a:lnTo>
                  <a:lnTo>
                    <a:pt x="1689636" y="3142277"/>
                  </a:lnTo>
                  <a:lnTo>
                    <a:pt x="1688986" y="3142277"/>
                  </a:lnTo>
                  <a:lnTo>
                    <a:pt x="1688337" y="3142277"/>
                  </a:lnTo>
                  <a:lnTo>
                    <a:pt x="1687687" y="3142277"/>
                  </a:lnTo>
                  <a:lnTo>
                    <a:pt x="1687037" y="3142277"/>
                  </a:lnTo>
                  <a:lnTo>
                    <a:pt x="1686387" y="3142277"/>
                  </a:lnTo>
                  <a:lnTo>
                    <a:pt x="1685737" y="3142277"/>
                  </a:lnTo>
                  <a:lnTo>
                    <a:pt x="1685087" y="3142277"/>
                  </a:lnTo>
                  <a:lnTo>
                    <a:pt x="1684437" y="3142277"/>
                  </a:lnTo>
                  <a:lnTo>
                    <a:pt x="1683787" y="3142277"/>
                  </a:lnTo>
                  <a:lnTo>
                    <a:pt x="1683137" y="3142277"/>
                  </a:lnTo>
                  <a:lnTo>
                    <a:pt x="1682487" y="3142277"/>
                  </a:lnTo>
                  <a:lnTo>
                    <a:pt x="1681837" y="3142277"/>
                  </a:lnTo>
                  <a:lnTo>
                    <a:pt x="1681187" y="3142277"/>
                  </a:lnTo>
                  <a:lnTo>
                    <a:pt x="1680537" y="3142277"/>
                  </a:lnTo>
                  <a:lnTo>
                    <a:pt x="1679887" y="3142277"/>
                  </a:lnTo>
                  <a:lnTo>
                    <a:pt x="1679237" y="3142277"/>
                  </a:lnTo>
                  <a:lnTo>
                    <a:pt x="1678588" y="3142277"/>
                  </a:lnTo>
                  <a:lnTo>
                    <a:pt x="1677938" y="3142277"/>
                  </a:lnTo>
                  <a:lnTo>
                    <a:pt x="1677288" y="3142277"/>
                  </a:lnTo>
                  <a:lnTo>
                    <a:pt x="1676638" y="3142277"/>
                  </a:lnTo>
                  <a:lnTo>
                    <a:pt x="1675988" y="3142277"/>
                  </a:lnTo>
                  <a:lnTo>
                    <a:pt x="1675338" y="3142277"/>
                  </a:lnTo>
                  <a:lnTo>
                    <a:pt x="1674688" y="3142277"/>
                  </a:lnTo>
                  <a:lnTo>
                    <a:pt x="1674038" y="3142277"/>
                  </a:lnTo>
                  <a:lnTo>
                    <a:pt x="1673388" y="3142277"/>
                  </a:lnTo>
                  <a:lnTo>
                    <a:pt x="1672738" y="3142277"/>
                  </a:lnTo>
                  <a:lnTo>
                    <a:pt x="1672088" y="3142277"/>
                  </a:lnTo>
                  <a:lnTo>
                    <a:pt x="1671438" y="3142277"/>
                  </a:lnTo>
                  <a:lnTo>
                    <a:pt x="1670788" y="3142277"/>
                  </a:lnTo>
                  <a:lnTo>
                    <a:pt x="1670138" y="3142277"/>
                  </a:lnTo>
                  <a:lnTo>
                    <a:pt x="1669488" y="3142277"/>
                  </a:lnTo>
                  <a:lnTo>
                    <a:pt x="1668838" y="3142277"/>
                  </a:lnTo>
                  <a:lnTo>
                    <a:pt x="1668189" y="3142277"/>
                  </a:lnTo>
                  <a:lnTo>
                    <a:pt x="1667539" y="3142277"/>
                  </a:lnTo>
                  <a:lnTo>
                    <a:pt x="1666889" y="3142277"/>
                  </a:lnTo>
                  <a:lnTo>
                    <a:pt x="1666239" y="3142277"/>
                  </a:lnTo>
                  <a:lnTo>
                    <a:pt x="1665589" y="3142277"/>
                  </a:lnTo>
                  <a:lnTo>
                    <a:pt x="1664939" y="3142277"/>
                  </a:lnTo>
                  <a:lnTo>
                    <a:pt x="1664289" y="3142277"/>
                  </a:lnTo>
                  <a:lnTo>
                    <a:pt x="1663639" y="3142277"/>
                  </a:lnTo>
                  <a:lnTo>
                    <a:pt x="1662989" y="3142277"/>
                  </a:lnTo>
                  <a:lnTo>
                    <a:pt x="1662339" y="3142277"/>
                  </a:lnTo>
                  <a:lnTo>
                    <a:pt x="1661689" y="3142277"/>
                  </a:lnTo>
                  <a:lnTo>
                    <a:pt x="1661039" y="3142277"/>
                  </a:lnTo>
                  <a:lnTo>
                    <a:pt x="1660389" y="3142277"/>
                  </a:lnTo>
                  <a:lnTo>
                    <a:pt x="1659739" y="3142277"/>
                  </a:lnTo>
                  <a:lnTo>
                    <a:pt x="1659089" y="3142277"/>
                  </a:lnTo>
                  <a:lnTo>
                    <a:pt x="1658440" y="3142277"/>
                  </a:lnTo>
                  <a:lnTo>
                    <a:pt x="1657790" y="3142277"/>
                  </a:lnTo>
                  <a:lnTo>
                    <a:pt x="1657140" y="3142277"/>
                  </a:lnTo>
                  <a:lnTo>
                    <a:pt x="1656490" y="3142277"/>
                  </a:lnTo>
                  <a:lnTo>
                    <a:pt x="1655840" y="3142277"/>
                  </a:lnTo>
                  <a:lnTo>
                    <a:pt x="1655190" y="3142277"/>
                  </a:lnTo>
                  <a:lnTo>
                    <a:pt x="1654540" y="3142277"/>
                  </a:lnTo>
                  <a:lnTo>
                    <a:pt x="1653890" y="3142277"/>
                  </a:lnTo>
                  <a:lnTo>
                    <a:pt x="1653240" y="3142277"/>
                  </a:lnTo>
                  <a:lnTo>
                    <a:pt x="1652590" y="3142277"/>
                  </a:lnTo>
                  <a:lnTo>
                    <a:pt x="1651940" y="3142277"/>
                  </a:lnTo>
                  <a:lnTo>
                    <a:pt x="1651290" y="3142277"/>
                  </a:lnTo>
                  <a:lnTo>
                    <a:pt x="1650640" y="3142277"/>
                  </a:lnTo>
                  <a:lnTo>
                    <a:pt x="1649990" y="3142277"/>
                  </a:lnTo>
                  <a:lnTo>
                    <a:pt x="1649340" y="3142277"/>
                  </a:lnTo>
                  <a:lnTo>
                    <a:pt x="1648690" y="3142277"/>
                  </a:lnTo>
                  <a:lnTo>
                    <a:pt x="1648041" y="3142277"/>
                  </a:lnTo>
                  <a:lnTo>
                    <a:pt x="1647391" y="3142277"/>
                  </a:lnTo>
                  <a:lnTo>
                    <a:pt x="1646741" y="3142277"/>
                  </a:lnTo>
                  <a:lnTo>
                    <a:pt x="1646091" y="3142277"/>
                  </a:lnTo>
                  <a:lnTo>
                    <a:pt x="1645441" y="3142277"/>
                  </a:lnTo>
                  <a:lnTo>
                    <a:pt x="1644791" y="3142277"/>
                  </a:lnTo>
                  <a:lnTo>
                    <a:pt x="1644141" y="3142277"/>
                  </a:lnTo>
                  <a:lnTo>
                    <a:pt x="1643491" y="3142277"/>
                  </a:lnTo>
                  <a:lnTo>
                    <a:pt x="1642841" y="3142277"/>
                  </a:lnTo>
                  <a:lnTo>
                    <a:pt x="1642191" y="3142277"/>
                  </a:lnTo>
                  <a:lnTo>
                    <a:pt x="1641541" y="3142277"/>
                  </a:lnTo>
                  <a:lnTo>
                    <a:pt x="1640891" y="3142277"/>
                  </a:lnTo>
                  <a:lnTo>
                    <a:pt x="1640241" y="3142277"/>
                  </a:lnTo>
                  <a:lnTo>
                    <a:pt x="1639591" y="3142277"/>
                  </a:lnTo>
                  <a:lnTo>
                    <a:pt x="1638941" y="3142277"/>
                  </a:lnTo>
                  <a:lnTo>
                    <a:pt x="1638292" y="3142277"/>
                  </a:lnTo>
                  <a:lnTo>
                    <a:pt x="1637642" y="3142277"/>
                  </a:lnTo>
                  <a:lnTo>
                    <a:pt x="1636992" y="3142277"/>
                  </a:lnTo>
                  <a:lnTo>
                    <a:pt x="1636342" y="3142277"/>
                  </a:lnTo>
                  <a:lnTo>
                    <a:pt x="1635692" y="3142277"/>
                  </a:lnTo>
                  <a:lnTo>
                    <a:pt x="1635042" y="3142277"/>
                  </a:lnTo>
                  <a:lnTo>
                    <a:pt x="1634392" y="3142277"/>
                  </a:lnTo>
                  <a:lnTo>
                    <a:pt x="1633742" y="3142277"/>
                  </a:lnTo>
                  <a:lnTo>
                    <a:pt x="1633092" y="3142277"/>
                  </a:lnTo>
                  <a:lnTo>
                    <a:pt x="1632442" y="3142277"/>
                  </a:lnTo>
                  <a:lnTo>
                    <a:pt x="1631792" y="3142277"/>
                  </a:lnTo>
                  <a:lnTo>
                    <a:pt x="1631142" y="3142277"/>
                  </a:lnTo>
                  <a:lnTo>
                    <a:pt x="1630492" y="3142277"/>
                  </a:lnTo>
                  <a:lnTo>
                    <a:pt x="1629842" y="3142277"/>
                  </a:lnTo>
                  <a:lnTo>
                    <a:pt x="1629192" y="3142277"/>
                  </a:lnTo>
                  <a:lnTo>
                    <a:pt x="1628542" y="3142277"/>
                  </a:lnTo>
                  <a:lnTo>
                    <a:pt x="1627893" y="3142277"/>
                  </a:lnTo>
                  <a:lnTo>
                    <a:pt x="1627243" y="3142277"/>
                  </a:lnTo>
                  <a:lnTo>
                    <a:pt x="1626593" y="3142277"/>
                  </a:lnTo>
                  <a:lnTo>
                    <a:pt x="1625943" y="3142277"/>
                  </a:lnTo>
                  <a:lnTo>
                    <a:pt x="1625293" y="3142277"/>
                  </a:lnTo>
                  <a:lnTo>
                    <a:pt x="1624643" y="3142277"/>
                  </a:lnTo>
                  <a:lnTo>
                    <a:pt x="1623993" y="3142277"/>
                  </a:lnTo>
                  <a:lnTo>
                    <a:pt x="1623343" y="3142277"/>
                  </a:lnTo>
                  <a:lnTo>
                    <a:pt x="1622693" y="3142277"/>
                  </a:lnTo>
                  <a:lnTo>
                    <a:pt x="1622043" y="3142277"/>
                  </a:lnTo>
                  <a:lnTo>
                    <a:pt x="1621393" y="3142277"/>
                  </a:lnTo>
                  <a:lnTo>
                    <a:pt x="1620743" y="3142277"/>
                  </a:lnTo>
                  <a:lnTo>
                    <a:pt x="1620093" y="3142277"/>
                  </a:lnTo>
                  <a:lnTo>
                    <a:pt x="1619443" y="3142277"/>
                  </a:lnTo>
                  <a:lnTo>
                    <a:pt x="1618793" y="3142277"/>
                  </a:lnTo>
                  <a:lnTo>
                    <a:pt x="1618144" y="3142277"/>
                  </a:lnTo>
                  <a:lnTo>
                    <a:pt x="1617494" y="3142277"/>
                  </a:lnTo>
                  <a:lnTo>
                    <a:pt x="1616844" y="3142277"/>
                  </a:lnTo>
                  <a:lnTo>
                    <a:pt x="1616194" y="3142277"/>
                  </a:lnTo>
                  <a:lnTo>
                    <a:pt x="1615544" y="3142277"/>
                  </a:lnTo>
                  <a:lnTo>
                    <a:pt x="1614894" y="3142277"/>
                  </a:lnTo>
                  <a:lnTo>
                    <a:pt x="1614244" y="3142277"/>
                  </a:lnTo>
                  <a:lnTo>
                    <a:pt x="1613594" y="3142277"/>
                  </a:lnTo>
                  <a:lnTo>
                    <a:pt x="1612944" y="3142277"/>
                  </a:lnTo>
                  <a:lnTo>
                    <a:pt x="1612294" y="3142277"/>
                  </a:lnTo>
                  <a:lnTo>
                    <a:pt x="1611644" y="3142277"/>
                  </a:lnTo>
                  <a:lnTo>
                    <a:pt x="1610994" y="3142277"/>
                  </a:lnTo>
                  <a:lnTo>
                    <a:pt x="1610344" y="3142277"/>
                  </a:lnTo>
                  <a:lnTo>
                    <a:pt x="1609694" y="3142277"/>
                  </a:lnTo>
                  <a:lnTo>
                    <a:pt x="1609044" y="3142277"/>
                  </a:lnTo>
                  <a:lnTo>
                    <a:pt x="1608394" y="3142277"/>
                  </a:lnTo>
                  <a:lnTo>
                    <a:pt x="1607745" y="3142277"/>
                  </a:lnTo>
                  <a:lnTo>
                    <a:pt x="1607095" y="3142277"/>
                  </a:lnTo>
                  <a:lnTo>
                    <a:pt x="1606445" y="3142277"/>
                  </a:lnTo>
                  <a:lnTo>
                    <a:pt x="1605795" y="3142277"/>
                  </a:lnTo>
                  <a:lnTo>
                    <a:pt x="1605145" y="3142277"/>
                  </a:lnTo>
                  <a:lnTo>
                    <a:pt x="1604495" y="3142277"/>
                  </a:lnTo>
                  <a:lnTo>
                    <a:pt x="1603845" y="3142277"/>
                  </a:lnTo>
                  <a:lnTo>
                    <a:pt x="1603195" y="3142277"/>
                  </a:lnTo>
                  <a:lnTo>
                    <a:pt x="1602545" y="3142277"/>
                  </a:lnTo>
                  <a:lnTo>
                    <a:pt x="1601895" y="3142277"/>
                  </a:lnTo>
                  <a:lnTo>
                    <a:pt x="1601245" y="3142277"/>
                  </a:lnTo>
                  <a:lnTo>
                    <a:pt x="1600595" y="3142277"/>
                  </a:lnTo>
                  <a:lnTo>
                    <a:pt x="1599945" y="3142277"/>
                  </a:lnTo>
                  <a:lnTo>
                    <a:pt x="1599295" y="3142277"/>
                  </a:lnTo>
                  <a:lnTo>
                    <a:pt x="1598645" y="3142277"/>
                  </a:lnTo>
                  <a:lnTo>
                    <a:pt x="1597996" y="3142277"/>
                  </a:lnTo>
                  <a:lnTo>
                    <a:pt x="1597346" y="3142277"/>
                  </a:lnTo>
                  <a:lnTo>
                    <a:pt x="1596696" y="3142277"/>
                  </a:lnTo>
                  <a:lnTo>
                    <a:pt x="1596046" y="3142277"/>
                  </a:lnTo>
                  <a:lnTo>
                    <a:pt x="1595396" y="3142277"/>
                  </a:lnTo>
                  <a:lnTo>
                    <a:pt x="1594746" y="3142277"/>
                  </a:lnTo>
                  <a:lnTo>
                    <a:pt x="1594096" y="3142277"/>
                  </a:lnTo>
                  <a:lnTo>
                    <a:pt x="1593446" y="3142277"/>
                  </a:lnTo>
                  <a:lnTo>
                    <a:pt x="1592796" y="3142277"/>
                  </a:lnTo>
                  <a:lnTo>
                    <a:pt x="1592146" y="3142277"/>
                  </a:lnTo>
                  <a:lnTo>
                    <a:pt x="1591496" y="3142277"/>
                  </a:lnTo>
                  <a:lnTo>
                    <a:pt x="1590846" y="3142277"/>
                  </a:lnTo>
                  <a:lnTo>
                    <a:pt x="1590196" y="3142277"/>
                  </a:lnTo>
                  <a:lnTo>
                    <a:pt x="1589546" y="3142277"/>
                  </a:lnTo>
                  <a:lnTo>
                    <a:pt x="1588896" y="3142277"/>
                  </a:lnTo>
                  <a:lnTo>
                    <a:pt x="1588246" y="3142277"/>
                  </a:lnTo>
                  <a:lnTo>
                    <a:pt x="1587597" y="3142277"/>
                  </a:lnTo>
                  <a:lnTo>
                    <a:pt x="1586947" y="3142277"/>
                  </a:lnTo>
                  <a:lnTo>
                    <a:pt x="1586297" y="3142277"/>
                  </a:lnTo>
                  <a:lnTo>
                    <a:pt x="1585647" y="3142277"/>
                  </a:lnTo>
                  <a:lnTo>
                    <a:pt x="1584997" y="3142277"/>
                  </a:lnTo>
                  <a:lnTo>
                    <a:pt x="1584347" y="3142277"/>
                  </a:lnTo>
                  <a:lnTo>
                    <a:pt x="1583697" y="3142277"/>
                  </a:lnTo>
                  <a:lnTo>
                    <a:pt x="1583047" y="3142277"/>
                  </a:lnTo>
                  <a:lnTo>
                    <a:pt x="1582397" y="3142277"/>
                  </a:lnTo>
                  <a:lnTo>
                    <a:pt x="1581747" y="3142277"/>
                  </a:lnTo>
                  <a:lnTo>
                    <a:pt x="1581097" y="3142277"/>
                  </a:lnTo>
                  <a:lnTo>
                    <a:pt x="1580447" y="3142277"/>
                  </a:lnTo>
                  <a:lnTo>
                    <a:pt x="1579797" y="3142277"/>
                  </a:lnTo>
                  <a:lnTo>
                    <a:pt x="1579147" y="3142277"/>
                  </a:lnTo>
                  <a:lnTo>
                    <a:pt x="1578497" y="3142277"/>
                  </a:lnTo>
                  <a:lnTo>
                    <a:pt x="1577848" y="3142277"/>
                  </a:lnTo>
                  <a:lnTo>
                    <a:pt x="1577198" y="3142277"/>
                  </a:lnTo>
                  <a:lnTo>
                    <a:pt x="1576548" y="3142277"/>
                  </a:lnTo>
                  <a:lnTo>
                    <a:pt x="1575898" y="3142277"/>
                  </a:lnTo>
                  <a:lnTo>
                    <a:pt x="1575248" y="3142277"/>
                  </a:lnTo>
                  <a:lnTo>
                    <a:pt x="1574598" y="3142277"/>
                  </a:lnTo>
                  <a:lnTo>
                    <a:pt x="1573948" y="3142277"/>
                  </a:lnTo>
                  <a:lnTo>
                    <a:pt x="1573298" y="3142277"/>
                  </a:lnTo>
                  <a:lnTo>
                    <a:pt x="1572648" y="3142277"/>
                  </a:lnTo>
                  <a:lnTo>
                    <a:pt x="1571998" y="3142277"/>
                  </a:lnTo>
                  <a:lnTo>
                    <a:pt x="1571348" y="3142277"/>
                  </a:lnTo>
                  <a:lnTo>
                    <a:pt x="1570698" y="3142277"/>
                  </a:lnTo>
                  <a:lnTo>
                    <a:pt x="1570048" y="3142277"/>
                  </a:lnTo>
                  <a:lnTo>
                    <a:pt x="1569398" y="3142277"/>
                  </a:lnTo>
                  <a:lnTo>
                    <a:pt x="1568748" y="3142277"/>
                  </a:lnTo>
                  <a:lnTo>
                    <a:pt x="1568098" y="3142277"/>
                  </a:lnTo>
                  <a:lnTo>
                    <a:pt x="1567449" y="3142277"/>
                  </a:lnTo>
                  <a:lnTo>
                    <a:pt x="1566799" y="3142277"/>
                  </a:lnTo>
                  <a:lnTo>
                    <a:pt x="1566149" y="3142277"/>
                  </a:lnTo>
                  <a:lnTo>
                    <a:pt x="1565499" y="3142277"/>
                  </a:lnTo>
                  <a:lnTo>
                    <a:pt x="1564849" y="3142277"/>
                  </a:lnTo>
                  <a:lnTo>
                    <a:pt x="1564199" y="3142277"/>
                  </a:lnTo>
                  <a:lnTo>
                    <a:pt x="1563549" y="3142277"/>
                  </a:lnTo>
                  <a:lnTo>
                    <a:pt x="1562899" y="3142277"/>
                  </a:lnTo>
                  <a:lnTo>
                    <a:pt x="1562249" y="3142277"/>
                  </a:lnTo>
                  <a:lnTo>
                    <a:pt x="1561599" y="3142277"/>
                  </a:lnTo>
                  <a:lnTo>
                    <a:pt x="1560949" y="3142277"/>
                  </a:lnTo>
                  <a:lnTo>
                    <a:pt x="1560299" y="3142277"/>
                  </a:lnTo>
                  <a:lnTo>
                    <a:pt x="1559649" y="3142277"/>
                  </a:lnTo>
                  <a:lnTo>
                    <a:pt x="1558999" y="3142277"/>
                  </a:lnTo>
                  <a:lnTo>
                    <a:pt x="1558349" y="3142277"/>
                  </a:lnTo>
                  <a:lnTo>
                    <a:pt x="1557700" y="3142277"/>
                  </a:lnTo>
                  <a:lnTo>
                    <a:pt x="1557050" y="3142277"/>
                  </a:lnTo>
                  <a:lnTo>
                    <a:pt x="1556400" y="3142277"/>
                  </a:lnTo>
                  <a:lnTo>
                    <a:pt x="1555750" y="3142277"/>
                  </a:lnTo>
                  <a:lnTo>
                    <a:pt x="1555100" y="3142277"/>
                  </a:lnTo>
                  <a:lnTo>
                    <a:pt x="1554450" y="3142277"/>
                  </a:lnTo>
                  <a:lnTo>
                    <a:pt x="1553800" y="3142277"/>
                  </a:lnTo>
                  <a:lnTo>
                    <a:pt x="1553150" y="3142277"/>
                  </a:lnTo>
                  <a:lnTo>
                    <a:pt x="1552500" y="3142277"/>
                  </a:lnTo>
                  <a:lnTo>
                    <a:pt x="1551850" y="3142277"/>
                  </a:lnTo>
                  <a:lnTo>
                    <a:pt x="1551200" y="3142277"/>
                  </a:lnTo>
                  <a:lnTo>
                    <a:pt x="1550550" y="3142277"/>
                  </a:lnTo>
                  <a:lnTo>
                    <a:pt x="1549900" y="3142277"/>
                  </a:lnTo>
                  <a:lnTo>
                    <a:pt x="1549250" y="3142277"/>
                  </a:lnTo>
                  <a:lnTo>
                    <a:pt x="1548600" y="3142277"/>
                  </a:lnTo>
                  <a:lnTo>
                    <a:pt x="1547950" y="3142277"/>
                  </a:lnTo>
                  <a:lnTo>
                    <a:pt x="1547301" y="3142277"/>
                  </a:lnTo>
                  <a:lnTo>
                    <a:pt x="1546651" y="3142277"/>
                  </a:lnTo>
                  <a:lnTo>
                    <a:pt x="1546001" y="3142277"/>
                  </a:lnTo>
                  <a:lnTo>
                    <a:pt x="1545351" y="3142277"/>
                  </a:lnTo>
                  <a:lnTo>
                    <a:pt x="1544701" y="3142277"/>
                  </a:lnTo>
                  <a:lnTo>
                    <a:pt x="1544051" y="3142277"/>
                  </a:lnTo>
                  <a:lnTo>
                    <a:pt x="1543401" y="3142277"/>
                  </a:lnTo>
                  <a:lnTo>
                    <a:pt x="1542751" y="3142277"/>
                  </a:lnTo>
                  <a:lnTo>
                    <a:pt x="1542101" y="3142277"/>
                  </a:lnTo>
                  <a:lnTo>
                    <a:pt x="1541451" y="3142277"/>
                  </a:lnTo>
                  <a:lnTo>
                    <a:pt x="1540801" y="3142277"/>
                  </a:lnTo>
                  <a:lnTo>
                    <a:pt x="1540151" y="3142277"/>
                  </a:lnTo>
                  <a:lnTo>
                    <a:pt x="1539501" y="3142277"/>
                  </a:lnTo>
                  <a:lnTo>
                    <a:pt x="1538851" y="3142277"/>
                  </a:lnTo>
                  <a:lnTo>
                    <a:pt x="1538201" y="3142277"/>
                  </a:lnTo>
                  <a:lnTo>
                    <a:pt x="1537552" y="3142277"/>
                  </a:lnTo>
                  <a:lnTo>
                    <a:pt x="1536902" y="3142277"/>
                  </a:lnTo>
                  <a:lnTo>
                    <a:pt x="1536252" y="3142277"/>
                  </a:lnTo>
                  <a:lnTo>
                    <a:pt x="1535602" y="3142277"/>
                  </a:lnTo>
                  <a:lnTo>
                    <a:pt x="1534952" y="3142277"/>
                  </a:lnTo>
                  <a:lnTo>
                    <a:pt x="1534302" y="3142277"/>
                  </a:lnTo>
                  <a:lnTo>
                    <a:pt x="1533652" y="3142277"/>
                  </a:lnTo>
                  <a:lnTo>
                    <a:pt x="1533002" y="3142277"/>
                  </a:lnTo>
                  <a:lnTo>
                    <a:pt x="1532352" y="3142277"/>
                  </a:lnTo>
                  <a:lnTo>
                    <a:pt x="1531702" y="3142277"/>
                  </a:lnTo>
                  <a:lnTo>
                    <a:pt x="1531052" y="3142277"/>
                  </a:lnTo>
                  <a:lnTo>
                    <a:pt x="1530402" y="3142277"/>
                  </a:lnTo>
                  <a:lnTo>
                    <a:pt x="1529752" y="3142277"/>
                  </a:lnTo>
                  <a:lnTo>
                    <a:pt x="1529102" y="3142277"/>
                  </a:lnTo>
                  <a:lnTo>
                    <a:pt x="1528452" y="3142277"/>
                  </a:lnTo>
                  <a:lnTo>
                    <a:pt x="1527803" y="3142277"/>
                  </a:lnTo>
                  <a:lnTo>
                    <a:pt x="1527153" y="3142277"/>
                  </a:lnTo>
                  <a:lnTo>
                    <a:pt x="1526503" y="3142277"/>
                  </a:lnTo>
                  <a:lnTo>
                    <a:pt x="1525853" y="3142277"/>
                  </a:lnTo>
                  <a:lnTo>
                    <a:pt x="1525203" y="3142277"/>
                  </a:lnTo>
                  <a:lnTo>
                    <a:pt x="1524553" y="3142277"/>
                  </a:lnTo>
                  <a:lnTo>
                    <a:pt x="1523903" y="3142277"/>
                  </a:lnTo>
                  <a:lnTo>
                    <a:pt x="1523253" y="3142277"/>
                  </a:lnTo>
                  <a:lnTo>
                    <a:pt x="1522603" y="3142277"/>
                  </a:lnTo>
                  <a:lnTo>
                    <a:pt x="1521953" y="3142277"/>
                  </a:lnTo>
                  <a:lnTo>
                    <a:pt x="1521303" y="3142277"/>
                  </a:lnTo>
                  <a:lnTo>
                    <a:pt x="1520653" y="3142277"/>
                  </a:lnTo>
                  <a:lnTo>
                    <a:pt x="1520003" y="3142277"/>
                  </a:lnTo>
                  <a:lnTo>
                    <a:pt x="1519353" y="3142277"/>
                  </a:lnTo>
                  <a:lnTo>
                    <a:pt x="1518703" y="3142277"/>
                  </a:lnTo>
                  <a:lnTo>
                    <a:pt x="1518053" y="3142277"/>
                  </a:lnTo>
                  <a:lnTo>
                    <a:pt x="1517404" y="3142277"/>
                  </a:lnTo>
                  <a:lnTo>
                    <a:pt x="1516754" y="3142277"/>
                  </a:lnTo>
                  <a:lnTo>
                    <a:pt x="1516104" y="3142277"/>
                  </a:lnTo>
                  <a:lnTo>
                    <a:pt x="1515454" y="3142277"/>
                  </a:lnTo>
                  <a:lnTo>
                    <a:pt x="1514804" y="3142277"/>
                  </a:lnTo>
                  <a:lnTo>
                    <a:pt x="1514154" y="3142277"/>
                  </a:lnTo>
                  <a:lnTo>
                    <a:pt x="1513504" y="3142277"/>
                  </a:lnTo>
                  <a:lnTo>
                    <a:pt x="1512854" y="3142277"/>
                  </a:lnTo>
                  <a:lnTo>
                    <a:pt x="1512204" y="3142277"/>
                  </a:lnTo>
                  <a:lnTo>
                    <a:pt x="1511554" y="3142277"/>
                  </a:lnTo>
                  <a:lnTo>
                    <a:pt x="1510904" y="3142277"/>
                  </a:lnTo>
                  <a:lnTo>
                    <a:pt x="1510254" y="3142277"/>
                  </a:lnTo>
                  <a:lnTo>
                    <a:pt x="1509604" y="3142277"/>
                  </a:lnTo>
                  <a:lnTo>
                    <a:pt x="1508954" y="3142277"/>
                  </a:lnTo>
                  <a:lnTo>
                    <a:pt x="1508304" y="3142277"/>
                  </a:lnTo>
                  <a:lnTo>
                    <a:pt x="1507655" y="3142277"/>
                  </a:lnTo>
                  <a:lnTo>
                    <a:pt x="1507005" y="3142277"/>
                  </a:lnTo>
                  <a:lnTo>
                    <a:pt x="1506355" y="3142277"/>
                  </a:lnTo>
                  <a:lnTo>
                    <a:pt x="1505705" y="3142277"/>
                  </a:lnTo>
                  <a:lnTo>
                    <a:pt x="1505055" y="3142277"/>
                  </a:lnTo>
                  <a:lnTo>
                    <a:pt x="1504405" y="3142277"/>
                  </a:lnTo>
                  <a:lnTo>
                    <a:pt x="1503755" y="3142277"/>
                  </a:lnTo>
                  <a:lnTo>
                    <a:pt x="1503105" y="3142277"/>
                  </a:lnTo>
                  <a:lnTo>
                    <a:pt x="1502455" y="3142277"/>
                  </a:lnTo>
                  <a:lnTo>
                    <a:pt x="1501805" y="3142277"/>
                  </a:lnTo>
                  <a:lnTo>
                    <a:pt x="1501155" y="3142277"/>
                  </a:lnTo>
                  <a:lnTo>
                    <a:pt x="1500505" y="3142277"/>
                  </a:lnTo>
                  <a:lnTo>
                    <a:pt x="1499855" y="3142277"/>
                  </a:lnTo>
                  <a:lnTo>
                    <a:pt x="1499205" y="3142277"/>
                  </a:lnTo>
                  <a:lnTo>
                    <a:pt x="1498555" y="3142277"/>
                  </a:lnTo>
                  <a:lnTo>
                    <a:pt x="1497905" y="3142277"/>
                  </a:lnTo>
                  <a:lnTo>
                    <a:pt x="1497256" y="3142277"/>
                  </a:lnTo>
                  <a:lnTo>
                    <a:pt x="1496606" y="3142277"/>
                  </a:lnTo>
                  <a:lnTo>
                    <a:pt x="1495956" y="3142277"/>
                  </a:lnTo>
                  <a:lnTo>
                    <a:pt x="1495306" y="3142277"/>
                  </a:lnTo>
                  <a:lnTo>
                    <a:pt x="1494656" y="3142277"/>
                  </a:lnTo>
                  <a:lnTo>
                    <a:pt x="1494006" y="3142277"/>
                  </a:lnTo>
                  <a:lnTo>
                    <a:pt x="1493356" y="3142277"/>
                  </a:lnTo>
                  <a:lnTo>
                    <a:pt x="1492706" y="3142277"/>
                  </a:lnTo>
                  <a:lnTo>
                    <a:pt x="1492056" y="3142277"/>
                  </a:lnTo>
                  <a:lnTo>
                    <a:pt x="1491406" y="3142277"/>
                  </a:lnTo>
                  <a:lnTo>
                    <a:pt x="1490756" y="3142277"/>
                  </a:lnTo>
                  <a:lnTo>
                    <a:pt x="1490106" y="3142277"/>
                  </a:lnTo>
                  <a:lnTo>
                    <a:pt x="1489456" y="3142277"/>
                  </a:lnTo>
                  <a:lnTo>
                    <a:pt x="1488806" y="3142277"/>
                  </a:lnTo>
                  <a:lnTo>
                    <a:pt x="1488156" y="3142277"/>
                  </a:lnTo>
                  <a:lnTo>
                    <a:pt x="1487507" y="3142277"/>
                  </a:lnTo>
                  <a:lnTo>
                    <a:pt x="1486857" y="3142277"/>
                  </a:lnTo>
                  <a:lnTo>
                    <a:pt x="1486207" y="3142277"/>
                  </a:lnTo>
                  <a:lnTo>
                    <a:pt x="1485557" y="3142277"/>
                  </a:lnTo>
                  <a:lnTo>
                    <a:pt x="1484907" y="3142277"/>
                  </a:lnTo>
                  <a:lnTo>
                    <a:pt x="1484257" y="3142277"/>
                  </a:lnTo>
                  <a:lnTo>
                    <a:pt x="1483607" y="3142277"/>
                  </a:lnTo>
                  <a:lnTo>
                    <a:pt x="1482957" y="3142277"/>
                  </a:lnTo>
                  <a:lnTo>
                    <a:pt x="1482307" y="3142277"/>
                  </a:lnTo>
                  <a:lnTo>
                    <a:pt x="1481657" y="3142277"/>
                  </a:lnTo>
                  <a:lnTo>
                    <a:pt x="1481007" y="3142277"/>
                  </a:lnTo>
                  <a:lnTo>
                    <a:pt x="1480357" y="3142277"/>
                  </a:lnTo>
                  <a:lnTo>
                    <a:pt x="1479707" y="3142277"/>
                  </a:lnTo>
                  <a:lnTo>
                    <a:pt x="1479057" y="3142277"/>
                  </a:lnTo>
                  <a:lnTo>
                    <a:pt x="1478407" y="3142277"/>
                  </a:lnTo>
                  <a:lnTo>
                    <a:pt x="1477757" y="3142277"/>
                  </a:lnTo>
                  <a:lnTo>
                    <a:pt x="1477108" y="3142277"/>
                  </a:lnTo>
                  <a:lnTo>
                    <a:pt x="1476458" y="3142277"/>
                  </a:lnTo>
                  <a:lnTo>
                    <a:pt x="1475808" y="3142277"/>
                  </a:lnTo>
                  <a:lnTo>
                    <a:pt x="1475158" y="3142277"/>
                  </a:lnTo>
                  <a:lnTo>
                    <a:pt x="1474508" y="3142277"/>
                  </a:lnTo>
                  <a:lnTo>
                    <a:pt x="1473858" y="3142277"/>
                  </a:lnTo>
                  <a:lnTo>
                    <a:pt x="1473208" y="3142277"/>
                  </a:lnTo>
                  <a:lnTo>
                    <a:pt x="1472558" y="3142277"/>
                  </a:lnTo>
                  <a:lnTo>
                    <a:pt x="1471908" y="3142277"/>
                  </a:lnTo>
                  <a:lnTo>
                    <a:pt x="1471258" y="3142277"/>
                  </a:lnTo>
                  <a:lnTo>
                    <a:pt x="1470608" y="3142277"/>
                  </a:lnTo>
                  <a:lnTo>
                    <a:pt x="1469958" y="3142277"/>
                  </a:lnTo>
                  <a:lnTo>
                    <a:pt x="1469308" y="3142277"/>
                  </a:lnTo>
                  <a:lnTo>
                    <a:pt x="1468658" y="3142277"/>
                  </a:lnTo>
                  <a:lnTo>
                    <a:pt x="1468008" y="3142277"/>
                  </a:lnTo>
                  <a:lnTo>
                    <a:pt x="1467359" y="3142277"/>
                  </a:lnTo>
                  <a:lnTo>
                    <a:pt x="1466709" y="3142277"/>
                  </a:lnTo>
                  <a:lnTo>
                    <a:pt x="1466059" y="3142277"/>
                  </a:lnTo>
                  <a:lnTo>
                    <a:pt x="1465409" y="3142277"/>
                  </a:lnTo>
                  <a:lnTo>
                    <a:pt x="1464759" y="3142277"/>
                  </a:lnTo>
                  <a:lnTo>
                    <a:pt x="1464109" y="3142277"/>
                  </a:lnTo>
                  <a:lnTo>
                    <a:pt x="1463459" y="3142277"/>
                  </a:lnTo>
                  <a:lnTo>
                    <a:pt x="1462809" y="3142277"/>
                  </a:lnTo>
                  <a:lnTo>
                    <a:pt x="1462159" y="3142277"/>
                  </a:lnTo>
                  <a:lnTo>
                    <a:pt x="1461509" y="3142277"/>
                  </a:lnTo>
                  <a:lnTo>
                    <a:pt x="1460859" y="3142277"/>
                  </a:lnTo>
                  <a:lnTo>
                    <a:pt x="1460209" y="3142277"/>
                  </a:lnTo>
                  <a:lnTo>
                    <a:pt x="1459559" y="3142277"/>
                  </a:lnTo>
                  <a:lnTo>
                    <a:pt x="1458909" y="3142277"/>
                  </a:lnTo>
                  <a:lnTo>
                    <a:pt x="1458259" y="3142277"/>
                  </a:lnTo>
                  <a:lnTo>
                    <a:pt x="1457609" y="3142277"/>
                  </a:lnTo>
                  <a:lnTo>
                    <a:pt x="1456960" y="3142277"/>
                  </a:lnTo>
                  <a:lnTo>
                    <a:pt x="1456310" y="3142277"/>
                  </a:lnTo>
                  <a:lnTo>
                    <a:pt x="1455660" y="3142277"/>
                  </a:lnTo>
                  <a:lnTo>
                    <a:pt x="1455010" y="3142277"/>
                  </a:lnTo>
                  <a:lnTo>
                    <a:pt x="1454360" y="3142277"/>
                  </a:lnTo>
                  <a:lnTo>
                    <a:pt x="1453710" y="3142277"/>
                  </a:lnTo>
                  <a:lnTo>
                    <a:pt x="1453060" y="3142277"/>
                  </a:lnTo>
                  <a:lnTo>
                    <a:pt x="1452410" y="3142277"/>
                  </a:lnTo>
                  <a:lnTo>
                    <a:pt x="1451760" y="3142277"/>
                  </a:lnTo>
                  <a:lnTo>
                    <a:pt x="1451110" y="3142277"/>
                  </a:lnTo>
                  <a:lnTo>
                    <a:pt x="1450460" y="3142277"/>
                  </a:lnTo>
                  <a:lnTo>
                    <a:pt x="1449810" y="3142277"/>
                  </a:lnTo>
                  <a:lnTo>
                    <a:pt x="1449160" y="3142277"/>
                  </a:lnTo>
                  <a:lnTo>
                    <a:pt x="1448510" y="3142277"/>
                  </a:lnTo>
                  <a:lnTo>
                    <a:pt x="1447860" y="3142277"/>
                  </a:lnTo>
                  <a:lnTo>
                    <a:pt x="1447211" y="3142277"/>
                  </a:lnTo>
                  <a:lnTo>
                    <a:pt x="1446561" y="3142277"/>
                  </a:lnTo>
                  <a:lnTo>
                    <a:pt x="1445911" y="3142277"/>
                  </a:lnTo>
                  <a:lnTo>
                    <a:pt x="1445261" y="3142277"/>
                  </a:lnTo>
                  <a:lnTo>
                    <a:pt x="1444611" y="3142277"/>
                  </a:lnTo>
                  <a:lnTo>
                    <a:pt x="1443961" y="3142277"/>
                  </a:lnTo>
                  <a:lnTo>
                    <a:pt x="1443311" y="3142277"/>
                  </a:lnTo>
                  <a:lnTo>
                    <a:pt x="1442661" y="3142277"/>
                  </a:lnTo>
                  <a:lnTo>
                    <a:pt x="1442011" y="3142277"/>
                  </a:lnTo>
                  <a:lnTo>
                    <a:pt x="1441361" y="3142277"/>
                  </a:lnTo>
                  <a:lnTo>
                    <a:pt x="1440711" y="3142277"/>
                  </a:lnTo>
                  <a:lnTo>
                    <a:pt x="1440061" y="3142277"/>
                  </a:lnTo>
                  <a:lnTo>
                    <a:pt x="1439411" y="3142277"/>
                  </a:lnTo>
                  <a:lnTo>
                    <a:pt x="1438761" y="3142277"/>
                  </a:lnTo>
                  <a:lnTo>
                    <a:pt x="1438111" y="3142277"/>
                  </a:lnTo>
                  <a:lnTo>
                    <a:pt x="1437461" y="3142277"/>
                  </a:lnTo>
                  <a:lnTo>
                    <a:pt x="1436812" y="3142277"/>
                  </a:lnTo>
                  <a:lnTo>
                    <a:pt x="1436162" y="3142277"/>
                  </a:lnTo>
                  <a:lnTo>
                    <a:pt x="1435512" y="3142277"/>
                  </a:lnTo>
                  <a:lnTo>
                    <a:pt x="1434862" y="3142277"/>
                  </a:lnTo>
                  <a:lnTo>
                    <a:pt x="1434212" y="3142277"/>
                  </a:lnTo>
                  <a:lnTo>
                    <a:pt x="1433562" y="3142277"/>
                  </a:lnTo>
                  <a:lnTo>
                    <a:pt x="1432912" y="3142277"/>
                  </a:lnTo>
                  <a:lnTo>
                    <a:pt x="1432262" y="3142277"/>
                  </a:lnTo>
                  <a:lnTo>
                    <a:pt x="1431612" y="3142277"/>
                  </a:lnTo>
                  <a:lnTo>
                    <a:pt x="1430962" y="3142277"/>
                  </a:lnTo>
                  <a:lnTo>
                    <a:pt x="1430312" y="3142277"/>
                  </a:lnTo>
                  <a:lnTo>
                    <a:pt x="1429662" y="3142277"/>
                  </a:lnTo>
                  <a:lnTo>
                    <a:pt x="1429012" y="3142277"/>
                  </a:lnTo>
                  <a:lnTo>
                    <a:pt x="1428362" y="3142277"/>
                  </a:lnTo>
                  <a:lnTo>
                    <a:pt x="1427712" y="3142277"/>
                  </a:lnTo>
                  <a:lnTo>
                    <a:pt x="1427063" y="3142277"/>
                  </a:lnTo>
                  <a:lnTo>
                    <a:pt x="1426413" y="3142277"/>
                  </a:lnTo>
                  <a:lnTo>
                    <a:pt x="1425763" y="3142277"/>
                  </a:lnTo>
                  <a:lnTo>
                    <a:pt x="1425113" y="3142277"/>
                  </a:lnTo>
                  <a:lnTo>
                    <a:pt x="1424463" y="3142277"/>
                  </a:lnTo>
                  <a:lnTo>
                    <a:pt x="1423813" y="3142277"/>
                  </a:lnTo>
                  <a:lnTo>
                    <a:pt x="1423163" y="3142277"/>
                  </a:lnTo>
                  <a:lnTo>
                    <a:pt x="1422513" y="3142277"/>
                  </a:lnTo>
                  <a:lnTo>
                    <a:pt x="1421863" y="3142277"/>
                  </a:lnTo>
                  <a:lnTo>
                    <a:pt x="1421213" y="3142277"/>
                  </a:lnTo>
                  <a:lnTo>
                    <a:pt x="1420563" y="3142277"/>
                  </a:lnTo>
                  <a:lnTo>
                    <a:pt x="1419913" y="3142277"/>
                  </a:lnTo>
                  <a:lnTo>
                    <a:pt x="1419263" y="3142277"/>
                  </a:lnTo>
                  <a:lnTo>
                    <a:pt x="1418613" y="3142277"/>
                  </a:lnTo>
                  <a:lnTo>
                    <a:pt x="1417963" y="3142277"/>
                  </a:lnTo>
                  <a:lnTo>
                    <a:pt x="1417313" y="3142277"/>
                  </a:lnTo>
                  <a:lnTo>
                    <a:pt x="1416664" y="3142277"/>
                  </a:lnTo>
                  <a:lnTo>
                    <a:pt x="1416014" y="3142277"/>
                  </a:lnTo>
                  <a:lnTo>
                    <a:pt x="1415364" y="3142277"/>
                  </a:lnTo>
                  <a:lnTo>
                    <a:pt x="1414714" y="3142277"/>
                  </a:lnTo>
                  <a:lnTo>
                    <a:pt x="1414064" y="3142277"/>
                  </a:lnTo>
                  <a:lnTo>
                    <a:pt x="1413414" y="3142277"/>
                  </a:lnTo>
                  <a:lnTo>
                    <a:pt x="1412764" y="3142277"/>
                  </a:lnTo>
                  <a:lnTo>
                    <a:pt x="1412114" y="3142277"/>
                  </a:lnTo>
                  <a:lnTo>
                    <a:pt x="1411464" y="3142277"/>
                  </a:lnTo>
                  <a:lnTo>
                    <a:pt x="1410814" y="3142277"/>
                  </a:lnTo>
                  <a:lnTo>
                    <a:pt x="1410164" y="3142277"/>
                  </a:lnTo>
                  <a:lnTo>
                    <a:pt x="1409514" y="3142277"/>
                  </a:lnTo>
                  <a:lnTo>
                    <a:pt x="1408864" y="3142277"/>
                  </a:lnTo>
                  <a:lnTo>
                    <a:pt x="1408214" y="3142277"/>
                  </a:lnTo>
                  <a:lnTo>
                    <a:pt x="1407564" y="3142277"/>
                  </a:lnTo>
                  <a:lnTo>
                    <a:pt x="1406915" y="3142277"/>
                  </a:lnTo>
                  <a:lnTo>
                    <a:pt x="1406265" y="3142277"/>
                  </a:lnTo>
                  <a:lnTo>
                    <a:pt x="1405615" y="3142277"/>
                  </a:lnTo>
                  <a:lnTo>
                    <a:pt x="1404965" y="3142277"/>
                  </a:lnTo>
                  <a:lnTo>
                    <a:pt x="1404315" y="3142277"/>
                  </a:lnTo>
                  <a:lnTo>
                    <a:pt x="1403665" y="3142277"/>
                  </a:lnTo>
                  <a:lnTo>
                    <a:pt x="1403015" y="3142277"/>
                  </a:lnTo>
                  <a:lnTo>
                    <a:pt x="1402365" y="3142277"/>
                  </a:lnTo>
                  <a:lnTo>
                    <a:pt x="1401715" y="3142277"/>
                  </a:lnTo>
                  <a:lnTo>
                    <a:pt x="1401065" y="3142277"/>
                  </a:lnTo>
                  <a:lnTo>
                    <a:pt x="1400415" y="3142277"/>
                  </a:lnTo>
                  <a:lnTo>
                    <a:pt x="1399765" y="3142277"/>
                  </a:lnTo>
                  <a:lnTo>
                    <a:pt x="1399115" y="3142277"/>
                  </a:lnTo>
                  <a:lnTo>
                    <a:pt x="1398465" y="3142277"/>
                  </a:lnTo>
                  <a:lnTo>
                    <a:pt x="1397815" y="3142277"/>
                  </a:lnTo>
                  <a:lnTo>
                    <a:pt x="1397165" y="3142277"/>
                  </a:lnTo>
                  <a:lnTo>
                    <a:pt x="1396516" y="3142277"/>
                  </a:lnTo>
                  <a:lnTo>
                    <a:pt x="1395866" y="3142277"/>
                  </a:lnTo>
                  <a:lnTo>
                    <a:pt x="1395216" y="3142277"/>
                  </a:lnTo>
                  <a:lnTo>
                    <a:pt x="1394566" y="3142277"/>
                  </a:lnTo>
                  <a:lnTo>
                    <a:pt x="1393916" y="3142277"/>
                  </a:lnTo>
                  <a:lnTo>
                    <a:pt x="1393266" y="3142277"/>
                  </a:lnTo>
                  <a:lnTo>
                    <a:pt x="1392616" y="3142277"/>
                  </a:lnTo>
                  <a:lnTo>
                    <a:pt x="1391966" y="3142277"/>
                  </a:lnTo>
                  <a:lnTo>
                    <a:pt x="1391316" y="3142277"/>
                  </a:lnTo>
                  <a:lnTo>
                    <a:pt x="1390666" y="3142277"/>
                  </a:lnTo>
                  <a:lnTo>
                    <a:pt x="1390016" y="3142277"/>
                  </a:lnTo>
                  <a:lnTo>
                    <a:pt x="1389366" y="3142277"/>
                  </a:lnTo>
                  <a:lnTo>
                    <a:pt x="1388716" y="3142277"/>
                  </a:lnTo>
                  <a:lnTo>
                    <a:pt x="1388066" y="3142277"/>
                  </a:lnTo>
                  <a:lnTo>
                    <a:pt x="1387416" y="3142277"/>
                  </a:lnTo>
                  <a:lnTo>
                    <a:pt x="1386767" y="3142277"/>
                  </a:lnTo>
                  <a:lnTo>
                    <a:pt x="1386117" y="3142277"/>
                  </a:lnTo>
                  <a:lnTo>
                    <a:pt x="1385467" y="3142277"/>
                  </a:lnTo>
                  <a:lnTo>
                    <a:pt x="1384817" y="3142277"/>
                  </a:lnTo>
                  <a:lnTo>
                    <a:pt x="1384167" y="3142277"/>
                  </a:lnTo>
                  <a:lnTo>
                    <a:pt x="1383517" y="3142277"/>
                  </a:lnTo>
                  <a:lnTo>
                    <a:pt x="1382867" y="3142277"/>
                  </a:lnTo>
                  <a:lnTo>
                    <a:pt x="1382217" y="3142277"/>
                  </a:lnTo>
                  <a:lnTo>
                    <a:pt x="1381567" y="3142277"/>
                  </a:lnTo>
                  <a:lnTo>
                    <a:pt x="1380917" y="3142277"/>
                  </a:lnTo>
                  <a:lnTo>
                    <a:pt x="1380267" y="3142277"/>
                  </a:lnTo>
                  <a:lnTo>
                    <a:pt x="1379617" y="3142277"/>
                  </a:lnTo>
                  <a:lnTo>
                    <a:pt x="1378967" y="3142277"/>
                  </a:lnTo>
                  <a:lnTo>
                    <a:pt x="1378317" y="3142277"/>
                  </a:lnTo>
                  <a:lnTo>
                    <a:pt x="1377667" y="3142277"/>
                  </a:lnTo>
                  <a:lnTo>
                    <a:pt x="1377018" y="3142277"/>
                  </a:lnTo>
                  <a:lnTo>
                    <a:pt x="1376368" y="3142277"/>
                  </a:lnTo>
                  <a:lnTo>
                    <a:pt x="1375718" y="3142277"/>
                  </a:lnTo>
                  <a:lnTo>
                    <a:pt x="1375068" y="3142277"/>
                  </a:lnTo>
                  <a:lnTo>
                    <a:pt x="1374418" y="3142277"/>
                  </a:lnTo>
                  <a:lnTo>
                    <a:pt x="1373768" y="3142277"/>
                  </a:lnTo>
                  <a:lnTo>
                    <a:pt x="1373118" y="3142277"/>
                  </a:lnTo>
                  <a:lnTo>
                    <a:pt x="1372468" y="3142277"/>
                  </a:lnTo>
                  <a:lnTo>
                    <a:pt x="1371818" y="3142277"/>
                  </a:lnTo>
                  <a:lnTo>
                    <a:pt x="1371168" y="3142277"/>
                  </a:lnTo>
                  <a:lnTo>
                    <a:pt x="1370518" y="3142277"/>
                  </a:lnTo>
                  <a:lnTo>
                    <a:pt x="1369868" y="3142277"/>
                  </a:lnTo>
                  <a:lnTo>
                    <a:pt x="1369218" y="3142277"/>
                  </a:lnTo>
                  <a:lnTo>
                    <a:pt x="1368568" y="3142277"/>
                  </a:lnTo>
                  <a:lnTo>
                    <a:pt x="1367918" y="3142277"/>
                  </a:lnTo>
                  <a:lnTo>
                    <a:pt x="1367268" y="3142277"/>
                  </a:lnTo>
                  <a:lnTo>
                    <a:pt x="1366619" y="3142277"/>
                  </a:lnTo>
                  <a:lnTo>
                    <a:pt x="1365969" y="3142277"/>
                  </a:lnTo>
                  <a:lnTo>
                    <a:pt x="1365319" y="3142277"/>
                  </a:lnTo>
                  <a:lnTo>
                    <a:pt x="1364669" y="3142277"/>
                  </a:lnTo>
                  <a:lnTo>
                    <a:pt x="1364019" y="3142277"/>
                  </a:lnTo>
                  <a:lnTo>
                    <a:pt x="1363369" y="3142277"/>
                  </a:lnTo>
                  <a:lnTo>
                    <a:pt x="1362719" y="3142277"/>
                  </a:lnTo>
                  <a:lnTo>
                    <a:pt x="1362069" y="3142277"/>
                  </a:lnTo>
                  <a:lnTo>
                    <a:pt x="1361419" y="3142277"/>
                  </a:lnTo>
                  <a:lnTo>
                    <a:pt x="1360769" y="3142277"/>
                  </a:lnTo>
                  <a:lnTo>
                    <a:pt x="1360119" y="3142277"/>
                  </a:lnTo>
                  <a:lnTo>
                    <a:pt x="1359469" y="3142277"/>
                  </a:lnTo>
                  <a:lnTo>
                    <a:pt x="1358819" y="3142277"/>
                  </a:lnTo>
                  <a:lnTo>
                    <a:pt x="1358169" y="3142277"/>
                  </a:lnTo>
                  <a:lnTo>
                    <a:pt x="1357519" y="3142277"/>
                  </a:lnTo>
                  <a:lnTo>
                    <a:pt x="1356870" y="3142277"/>
                  </a:lnTo>
                  <a:lnTo>
                    <a:pt x="1356220" y="3142277"/>
                  </a:lnTo>
                  <a:lnTo>
                    <a:pt x="1355570" y="3142277"/>
                  </a:lnTo>
                  <a:lnTo>
                    <a:pt x="1354920" y="3142277"/>
                  </a:lnTo>
                  <a:lnTo>
                    <a:pt x="1354270" y="3142277"/>
                  </a:lnTo>
                  <a:lnTo>
                    <a:pt x="1353620" y="3142277"/>
                  </a:lnTo>
                  <a:lnTo>
                    <a:pt x="1352970" y="3142277"/>
                  </a:lnTo>
                  <a:lnTo>
                    <a:pt x="1352320" y="3142277"/>
                  </a:lnTo>
                  <a:lnTo>
                    <a:pt x="1351670" y="3142277"/>
                  </a:lnTo>
                  <a:lnTo>
                    <a:pt x="1351020" y="3142277"/>
                  </a:lnTo>
                  <a:lnTo>
                    <a:pt x="1350370" y="3142277"/>
                  </a:lnTo>
                  <a:lnTo>
                    <a:pt x="1349720" y="3142277"/>
                  </a:lnTo>
                  <a:lnTo>
                    <a:pt x="1349070" y="3142277"/>
                  </a:lnTo>
                  <a:lnTo>
                    <a:pt x="1348420" y="3142277"/>
                  </a:lnTo>
                  <a:lnTo>
                    <a:pt x="1347770" y="3142277"/>
                  </a:lnTo>
                  <a:lnTo>
                    <a:pt x="1347120" y="3142277"/>
                  </a:lnTo>
                  <a:lnTo>
                    <a:pt x="1346471" y="3142277"/>
                  </a:lnTo>
                  <a:lnTo>
                    <a:pt x="1345821" y="3142277"/>
                  </a:lnTo>
                  <a:lnTo>
                    <a:pt x="1345171" y="3142277"/>
                  </a:lnTo>
                  <a:lnTo>
                    <a:pt x="1344521" y="3142277"/>
                  </a:lnTo>
                  <a:lnTo>
                    <a:pt x="1343871" y="3142277"/>
                  </a:lnTo>
                  <a:lnTo>
                    <a:pt x="1343221" y="3142277"/>
                  </a:lnTo>
                  <a:lnTo>
                    <a:pt x="1342571" y="3142277"/>
                  </a:lnTo>
                  <a:lnTo>
                    <a:pt x="1341921" y="3142277"/>
                  </a:lnTo>
                  <a:lnTo>
                    <a:pt x="1341271" y="3142277"/>
                  </a:lnTo>
                  <a:lnTo>
                    <a:pt x="1340621" y="3142277"/>
                  </a:lnTo>
                  <a:lnTo>
                    <a:pt x="1339971" y="3142277"/>
                  </a:lnTo>
                  <a:lnTo>
                    <a:pt x="1339321" y="3142277"/>
                  </a:lnTo>
                  <a:lnTo>
                    <a:pt x="1338671" y="3142277"/>
                  </a:lnTo>
                  <a:lnTo>
                    <a:pt x="1338021" y="3142277"/>
                  </a:lnTo>
                  <a:lnTo>
                    <a:pt x="1337371" y="3142277"/>
                  </a:lnTo>
                  <a:lnTo>
                    <a:pt x="1336722" y="3142277"/>
                  </a:lnTo>
                  <a:lnTo>
                    <a:pt x="1336072" y="3142277"/>
                  </a:lnTo>
                  <a:lnTo>
                    <a:pt x="1335422" y="3142277"/>
                  </a:lnTo>
                  <a:lnTo>
                    <a:pt x="1334772" y="3142277"/>
                  </a:lnTo>
                  <a:lnTo>
                    <a:pt x="1334122" y="3142277"/>
                  </a:lnTo>
                  <a:lnTo>
                    <a:pt x="1333472" y="3142277"/>
                  </a:lnTo>
                  <a:lnTo>
                    <a:pt x="1332822" y="3142277"/>
                  </a:lnTo>
                  <a:lnTo>
                    <a:pt x="1332172" y="3142277"/>
                  </a:lnTo>
                  <a:lnTo>
                    <a:pt x="1331522" y="3142277"/>
                  </a:lnTo>
                  <a:lnTo>
                    <a:pt x="1330872" y="3142277"/>
                  </a:lnTo>
                  <a:lnTo>
                    <a:pt x="1330222" y="3142277"/>
                  </a:lnTo>
                  <a:lnTo>
                    <a:pt x="1329572" y="3142277"/>
                  </a:lnTo>
                  <a:lnTo>
                    <a:pt x="1328922" y="3142277"/>
                  </a:lnTo>
                  <a:lnTo>
                    <a:pt x="1328272" y="3142277"/>
                  </a:lnTo>
                  <a:lnTo>
                    <a:pt x="1327622" y="3142277"/>
                  </a:lnTo>
                  <a:lnTo>
                    <a:pt x="1326972" y="3142277"/>
                  </a:lnTo>
                  <a:lnTo>
                    <a:pt x="1326323" y="3142277"/>
                  </a:lnTo>
                  <a:lnTo>
                    <a:pt x="1325673" y="3142277"/>
                  </a:lnTo>
                  <a:lnTo>
                    <a:pt x="1325023" y="3142277"/>
                  </a:lnTo>
                  <a:lnTo>
                    <a:pt x="1324373" y="3142277"/>
                  </a:lnTo>
                  <a:lnTo>
                    <a:pt x="1323723" y="3142277"/>
                  </a:lnTo>
                  <a:lnTo>
                    <a:pt x="1323073" y="3142277"/>
                  </a:lnTo>
                  <a:lnTo>
                    <a:pt x="1322423" y="3142277"/>
                  </a:lnTo>
                  <a:lnTo>
                    <a:pt x="1321773" y="3142277"/>
                  </a:lnTo>
                  <a:lnTo>
                    <a:pt x="1321123" y="3142277"/>
                  </a:lnTo>
                  <a:lnTo>
                    <a:pt x="1320473" y="3142277"/>
                  </a:lnTo>
                  <a:lnTo>
                    <a:pt x="1319823" y="3142277"/>
                  </a:lnTo>
                  <a:lnTo>
                    <a:pt x="1319173" y="3142277"/>
                  </a:lnTo>
                  <a:lnTo>
                    <a:pt x="1318523" y="3142277"/>
                  </a:lnTo>
                  <a:lnTo>
                    <a:pt x="1317873" y="3142277"/>
                  </a:lnTo>
                  <a:lnTo>
                    <a:pt x="1317223" y="3142277"/>
                  </a:lnTo>
                  <a:lnTo>
                    <a:pt x="1316574" y="3142277"/>
                  </a:lnTo>
                  <a:lnTo>
                    <a:pt x="1315924" y="3142277"/>
                  </a:lnTo>
                  <a:lnTo>
                    <a:pt x="1315274" y="3142277"/>
                  </a:lnTo>
                  <a:lnTo>
                    <a:pt x="1314624" y="3142277"/>
                  </a:lnTo>
                  <a:lnTo>
                    <a:pt x="1313974" y="3142277"/>
                  </a:lnTo>
                  <a:lnTo>
                    <a:pt x="1313324" y="3142277"/>
                  </a:lnTo>
                  <a:lnTo>
                    <a:pt x="1312674" y="3142277"/>
                  </a:lnTo>
                  <a:lnTo>
                    <a:pt x="1312024" y="3142277"/>
                  </a:lnTo>
                  <a:lnTo>
                    <a:pt x="1311374" y="3142277"/>
                  </a:lnTo>
                  <a:lnTo>
                    <a:pt x="1310724" y="3142277"/>
                  </a:lnTo>
                  <a:lnTo>
                    <a:pt x="1310074" y="3142277"/>
                  </a:lnTo>
                  <a:lnTo>
                    <a:pt x="1309424" y="3142277"/>
                  </a:lnTo>
                  <a:lnTo>
                    <a:pt x="1308774" y="3142277"/>
                  </a:lnTo>
                  <a:lnTo>
                    <a:pt x="1308124" y="3142277"/>
                  </a:lnTo>
                  <a:lnTo>
                    <a:pt x="1307474" y="3142277"/>
                  </a:lnTo>
                  <a:lnTo>
                    <a:pt x="1306824" y="3142277"/>
                  </a:lnTo>
                  <a:lnTo>
                    <a:pt x="1306175" y="3142277"/>
                  </a:lnTo>
                  <a:lnTo>
                    <a:pt x="1305525" y="3142277"/>
                  </a:lnTo>
                  <a:lnTo>
                    <a:pt x="1304875" y="3142277"/>
                  </a:lnTo>
                  <a:lnTo>
                    <a:pt x="1304225" y="3142277"/>
                  </a:lnTo>
                  <a:lnTo>
                    <a:pt x="1303575" y="3142277"/>
                  </a:lnTo>
                  <a:lnTo>
                    <a:pt x="1302925" y="3142277"/>
                  </a:lnTo>
                  <a:lnTo>
                    <a:pt x="1302275" y="3142277"/>
                  </a:lnTo>
                  <a:lnTo>
                    <a:pt x="1301625" y="3142277"/>
                  </a:lnTo>
                  <a:lnTo>
                    <a:pt x="1300975" y="3142277"/>
                  </a:lnTo>
                  <a:lnTo>
                    <a:pt x="1300325" y="3142277"/>
                  </a:lnTo>
                  <a:lnTo>
                    <a:pt x="1299675" y="3142277"/>
                  </a:lnTo>
                  <a:lnTo>
                    <a:pt x="1299025" y="3142277"/>
                  </a:lnTo>
                  <a:lnTo>
                    <a:pt x="1298375" y="3142277"/>
                  </a:lnTo>
                  <a:lnTo>
                    <a:pt x="1297725" y="3142277"/>
                  </a:lnTo>
                  <a:lnTo>
                    <a:pt x="1297075" y="3142277"/>
                  </a:lnTo>
                  <a:lnTo>
                    <a:pt x="1296426" y="3142277"/>
                  </a:lnTo>
                  <a:lnTo>
                    <a:pt x="1295776" y="3142277"/>
                  </a:lnTo>
                  <a:lnTo>
                    <a:pt x="1295126" y="3142277"/>
                  </a:lnTo>
                  <a:lnTo>
                    <a:pt x="1294476" y="3142277"/>
                  </a:lnTo>
                  <a:lnTo>
                    <a:pt x="1293826" y="3142277"/>
                  </a:lnTo>
                  <a:lnTo>
                    <a:pt x="1293176" y="3142277"/>
                  </a:lnTo>
                  <a:lnTo>
                    <a:pt x="1292526" y="3142277"/>
                  </a:lnTo>
                  <a:lnTo>
                    <a:pt x="1291876" y="3142277"/>
                  </a:lnTo>
                  <a:lnTo>
                    <a:pt x="1291226" y="3142277"/>
                  </a:lnTo>
                  <a:lnTo>
                    <a:pt x="1290576" y="3142277"/>
                  </a:lnTo>
                  <a:lnTo>
                    <a:pt x="1289926" y="3142277"/>
                  </a:lnTo>
                  <a:lnTo>
                    <a:pt x="1289276" y="3142277"/>
                  </a:lnTo>
                  <a:lnTo>
                    <a:pt x="1288626" y="3142277"/>
                  </a:lnTo>
                  <a:lnTo>
                    <a:pt x="1287976" y="3142277"/>
                  </a:lnTo>
                  <a:lnTo>
                    <a:pt x="1287326" y="3142277"/>
                  </a:lnTo>
                  <a:lnTo>
                    <a:pt x="1286676" y="3142277"/>
                  </a:lnTo>
                  <a:lnTo>
                    <a:pt x="1286027" y="3142277"/>
                  </a:lnTo>
                  <a:lnTo>
                    <a:pt x="1285377" y="3142277"/>
                  </a:lnTo>
                  <a:lnTo>
                    <a:pt x="1284727" y="3142277"/>
                  </a:lnTo>
                  <a:lnTo>
                    <a:pt x="1284077" y="3142277"/>
                  </a:lnTo>
                  <a:lnTo>
                    <a:pt x="1283427" y="3142277"/>
                  </a:lnTo>
                  <a:lnTo>
                    <a:pt x="1282777" y="3142277"/>
                  </a:lnTo>
                  <a:lnTo>
                    <a:pt x="1282127" y="3142277"/>
                  </a:lnTo>
                  <a:lnTo>
                    <a:pt x="1281477" y="3142277"/>
                  </a:lnTo>
                  <a:lnTo>
                    <a:pt x="1280827" y="3142277"/>
                  </a:lnTo>
                  <a:lnTo>
                    <a:pt x="1280177" y="3142277"/>
                  </a:lnTo>
                  <a:lnTo>
                    <a:pt x="1279527" y="3142277"/>
                  </a:lnTo>
                  <a:lnTo>
                    <a:pt x="1278877" y="3142277"/>
                  </a:lnTo>
                  <a:lnTo>
                    <a:pt x="1278227" y="3142277"/>
                  </a:lnTo>
                  <a:lnTo>
                    <a:pt x="1277577" y="3142277"/>
                  </a:lnTo>
                  <a:lnTo>
                    <a:pt x="1276927" y="3142277"/>
                  </a:lnTo>
                  <a:lnTo>
                    <a:pt x="1276278" y="3142277"/>
                  </a:lnTo>
                  <a:lnTo>
                    <a:pt x="1275628" y="3142277"/>
                  </a:lnTo>
                  <a:lnTo>
                    <a:pt x="1274978" y="3142277"/>
                  </a:lnTo>
                  <a:lnTo>
                    <a:pt x="1274328" y="3142277"/>
                  </a:lnTo>
                  <a:lnTo>
                    <a:pt x="1273678" y="3142277"/>
                  </a:lnTo>
                  <a:lnTo>
                    <a:pt x="1273028" y="3142277"/>
                  </a:lnTo>
                  <a:lnTo>
                    <a:pt x="1272378" y="3142277"/>
                  </a:lnTo>
                  <a:lnTo>
                    <a:pt x="1271728" y="3142277"/>
                  </a:lnTo>
                  <a:lnTo>
                    <a:pt x="1271078" y="3142277"/>
                  </a:lnTo>
                  <a:lnTo>
                    <a:pt x="1270428" y="3142277"/>
                  </a:lnTo>
                  <a:lnTo>
                    <a:pt x="1269778" y="3142277"/>
                  </a:lnTo>
                  <a:lnTo>
                    <a:pt x="1269128" y="3142277"/>
                  </a:lnTo>
                  <a:lnTo>
                    <a:pt x="1268478" y="3142277"/>
                  </a:lnTo>
                  <a:lnTo>
                    <a:pt x="1267828" y="3142277"/>
                  </a:lnTo>
                  <a:lnTo>
                    <a:pt x="1267178" y="3142277"/>
                  </a:lnTo>
                  <a:lnTo>
                    <a:pt x="1266528" y="3142277"/>
                  </a:lnTo>
                  <a:lnTo>
                    <a:pt x="1265879" y="3142277"/>
                  </a:lnTo>
                  <a:lnTo>
                    <a:pt x="1265229" y="3142277"/>
                  </a:lnTo>
                  <a:lnTo>
                    <a:pt x="1264579" y="3142277"/>
                  </a:lnTo>
                  <a:lnTo>
                    <a:pt x="1263929" y="3142277"/>
                  </a:lnTo>
                  <a:lnTo>
                    <a:pt x="1263279" y="3142277"/>
                  </a:lnTo>
                  <a:lnTo>
                    <a:pt x="1262629" y="3142277"/>
                  </a:lnTo>
                  <a:lnTo>
                    <a:pt x="1261979" y="3142277"/>
                  </a:lnTo>
                  <a:lnTo>
                    <a:pt x="1261329" y="3142277"/>
                  </a:lnTo>
                  <a:lnTo>
                    <a:pt x="1260679" y="3142277"/>
                  </a:lnTo>
                  <a:lnTo>
                    <a:pt x="1260029" y="3142277"/>
                  </a:lnTo>
                  <a:lnTo>
                    <a:pt x="1259379" y="3142277"/>
                  </a:lnTo>
                  <a:lnTo>
                    <a:pt x="1258729" y="3142277"/>
                  </a:lnTo>
                  <a:lnTo>
                    <a:pt x="1258079" y="3142277"/>
                  </a:lnTo>
                  <a:lnTo>
                    <a:pt x="1257429" y="3142277"/>
                  </a:lnTo>
                  <a:lnTo>
                    <a:pt x="1256779" y="3142277"/>
                  </a:lnTo>
                  <a:lnTo>
                    <a:pt x="1256130" y="3142277"/>
                  </a:lnTo>
                  <a:lnTo>
                    <a:pt x="1255480" y="3142277"/>
                  </a:lnTo>
                  <a:lnTo>
                    <a:pt x="1254830" y="3142277"/>
                  </a:lnTo>
                  <a:lnTo>
                    <a:pt x="1254180" y="3142277"/>
                  </a:lnTo>
                  <a:lnTo>
                    <a:pt x="1253530" y="3142277"/>
                  </a:lnTo>
                  <a:lnTo>
                    <a:pt x="1252880" y="3142277"/>
                  </a:lnTo>
                  <a:lnTo>
                    <a:pt x="1252230" y="3142277"/>
                  </a:lnTo>
                  <a:lnTo>
                    <a:pt x="1251580" y="3142277"/>
                  </a:lnTo>
                  <a:lnTo>
                    <a:pt x="1250930" y="3142277"/>
                  </a:lnTo>
                  <a:lnTo>
                    <a:pt x="1250280" y="3142277"/>
                  </a:lnTo>
                  <a:lnTo>
                    <a:pt x="1249630" y="3142277"/>
                  </a:lnTo>
                  <a:lnTo>
                    <a:pt x="1248980" y="3142277"/>
                  </a:lnTo>
                  <a:lnTo>
                    <a:pt x="1248330" y="3142277"/>
                  </a:lnTo>
                  <a:lnTo>
                    <a:pt x="1247680" y="3142277"/>
                  </a:lnTo>
                  <a:lnTo>
                    <a:pt x="1247030" y="3142277"/>
                  </a:lnTo>
                  <a:lnTo>
                    <a:pt x="1246381" y="3142277"/>
                  </a:lnTo>
                  <a:lnTo>
                    <a:pt x="1245731" y="3142277"/>
                  </a:lnTo>
                  <a:lnTo>
                    <a:pt x="1245081" y="3142277"/>
                  </a:lnTo>
                  <a:lnTo>
                    <a:pt x="1244431" y="3142277"/>
                  </a:lnTo>
                  <a:lnTo>
                    <a:pt x="1243781" y="3142277"/>
                  </a:lnTo>
                  <a:lnTo>
                    <a:pt x="1243131" y="3142277"/>
                  </a:lnTo>
                  <a:lnTo>
                    <a:pt x="1242481" y="3142277"/>
                  </a:lnTo>
                  <a:lnTo>
                    <a:pt x="1241831" y="3142277"/>
                  </a:lnTo>
                  <a:lnTo>
                    <a:pt x="1241181" y="3142277"/>
                  </a:lnTo>
                  <a:lnTo>
                    <a:pt x="1240531" y="3142277"/>
                  </a:lnTo>
                  <a:lnTo>
                    <a:pt x="1239881" y="3142277"/>
                  </a:lnTo>
                  <a:lnTo>
                    <a:pt x="1239231" y="3142277"/>
                  </a:lnTo>
                  <a:lnTo>
                    <a:pt x="1238581" y="3142277"/>
                  </a:lnTo>
                  <a:lnTo>
                    <a:pt x="1237931" y="3142277"/>
                  </a:lnTo>
                  <a:lnTo>
                    <a:pt x="1237281" y="3142277"/>
                  </a:lnTo>
                  <a:lnTo>
                    <a:pt x="1236631" y="3142277"/>
                  </a:lnTo>
                  <a:lnTo>
                    <a:pt x="1235982" y="3142277"/>
                  </a:lnTo>
                  <a:lnTo>
                    <a:pt x="1235332" y="3142277"/>
                  </a:lnTo>
                  <a:lnTo>
                    <a:pt x="1234682" y="3142277"/>
                  </a:lnTo>
                  <a:lnTo>
                    <a:pt x="1234032" y="3142277"/>
                  </a:lnTo>
                  <a:lnTo>
                    <a:pt x="1233382" y="3142277"/>
                  </a:lnTo>
                  <a:lnTo>
                    <a:pt x="1232732" y="3142277"/>
                  </a:lnTo>
                  <a:lnTo>
                    <a:pt x="1232082" y="3142277"/>
                  </a:lnTo>
                  <a:lnTo>
                    <a:pt x="1231432" y="3142277"/>
                  </a:lnTo>
                  <a:lnTo>
                    <a:pt x="1230782" y="3142277"/>
                  </a:lnTo>
                  <a:lnTo>
                    <a:pt x="1230132" y="3142277"/>
                  </a:lnTo>
                  <a:lnTo>
                    <a:pt x="1229482" y="3142277"/>
                  </a:lnTo>
                  <a:lnTo>
                    <a:pt x="1228832" y="3142277"/>
                  </a:lnTo>
                  <a:lnTo>
                    <a:pt x="1228182" y="3142277"/>
                  </a:lnTo>
                  <a:lnTo>
                    <a:pt x="1227532" y="3142277"/>
                  </a:lnTo>
                  <a:lnTo>
                    <a:pt x="1226882" y="3142277"/>
                  </a:lnTo>
                  <a:lnTo>
                    <a:pt x="1226233" y="3142277"/>
                  </a:lnTo>
                  <a:lnTo>
                    <a:pt x="1225583" y="3142277"/>
                  </a:lnTo>
                  <a:lnTo>
                    <a:pt x="1224933" y="3142277"/>
                  </a:lnTo>
                  <a:lnTo>
                    <a:pt x="1224283" y="3142277"/>
                  </a:lnTo>
                  <a:lnTo>
                    <a:pt x="1223633" y="3142277"/>
                  </a:lnTo>
                  <a:lnTo>
                    <a:pt x="1222983" y="3142277"/>
                  </a:lnTo>
                  <a:lnTo>
                    <a:pt x="1222333" y="3142277"/>
                  </a:lnTo>
                  <a:lnTo>
                    <a:pt x="1221683" y="3142277"/>
                  </a:lnTo>
                  <a:lnTo>
                    <a:pt x="1221033" y="3142277"/>
                  </a:lnTo>
                  <a:lnTo>
                    <a:pt x="1220383" y="3142277"/>
                  </a:lnTo>
                  <a:lnTo>
                    <a:pt x="1219733" y="3142277"/>
                  </a:lnTo>
                  <a:lnTo>
                    <a:pt x="1219083" y="3142277"/>
                  </a:lnTo>
                  <a:lnTo>
                    <a:pt x="1218433" y="3142277"/>
                  </a:lnTo>
                  <a:lnTo>
                    <a:pt x="1217783" y="3142277"/>
                  </a:lnTo>
                  <a:lnTo>
                    <a:pt x="1217133" y="3142277"/>
                  </a:lnTo>
                  <a:lnTo>
                    <a:pt x="1216483" y="3142277"/>
                  </a:lnTo>
                  <a:lnTo>
                    <a:pt x="1215834" y="3142277"/>
                  </a:lnTo>
                  <a:lnTo>
                    <a:pt x="1215184" y="3142277"/>
                  </a:lnTo>
                  <a:lnTo>
                    <a:pt x="1214534" y="3142277"/>
                  </a:lnTo>
                  <a:lnTo>
                    <a:pt x="1213884" y="3142277"/>
                  </a:lnTo>
                  <a:lnTo>
                    <a:pt x="1213234" y="3142277"/>
                  </a:lnTo>
                  <a:lnTo>
                    <a:pt x="1212584" y="3142277"/>
                  </a:lnTo>
                  <a:lnTo>
                    <a:pt x="1211934" y="3142277"/>
                  </a:lnTo>
                  <a:lnTo>
                    <a:pt x="1211284" y="3142277"/>
                  </a:lnTo>
                  <a:lnTo>
                    <a:pt x="1210634" y="3142277"/>
                  </a:lnTo>
                  <a:lnTo>
                    <a:pt x="1209984" y="3142277"/>
                  </a:lnTo>
                  <a:lnTo>
                    <a:pt x="1209334" y="3142277"/>
                  </a:lnTo>
                  <a:lnTo>
                    <a:pt x="1208684" y="3142277"/>
                  </a:lnTo>
                  <a:lnTo>
                    <a:pt x="1208034" y="3142277"/>
                  </a:lnTo>
                  <a:lnTo>
                    <a:pt x="1207384" y="3142277"/>
                  </a:lnTo>
                  <a:lnTo>
                    <a:pt x="1206734" y="3142277"/>
                  </a:lnTo>
                  <a:lnTo>
                    <a:pt x="1206085" y="3142277"/>
                  </a:lnTo>
                  <a:lnTo>
                    <a:pt x="1205435" y="3142277"/>
                  </a:lnTo>
                  <a:lnTo>
                    <a:pt x="1204785" y="3142277"/>
                  </a:lnTo>
                  <a:lnTo>
                    <a:pt x="1204135" y="3142277"/>
                  </a:lnTo>
                  <a:lnTo>
                    <a:pt x="1203485" y="3142277"/>
                  </a:lnTo>
                  <a:lnTo>
                    <a:pt x="1202835" y="3142277"/>
                  </a:lnTo>
                  <a:lnTo>
                    <a:pt x="1202185" y="3142277"/>
                  </a:lnTo>
                  <a:lnTo>
                    <a:pt x="1201535" y="3142277"/>
                  </a:lnTo>
                  <a:lnTo>
                    <a:pt x="1200885" y="3142277"/>
                  </a:lnTo>
                  <a:lnTo>
                    <a:pt x="1200235" y="3142277"/>
                  </a:lnTo>
                  <a:lnTo>
                    <a:pt x="1199585" y="3142277"/>
                  </a:lnTo>
                  <a:lnTo>
                    <a:pt x="1198935" y="3142277"/>
                  </a:lnTo>
                  <a:lnTo>
                    <a:pt x="1198285" y="3142277"/>
                  </a:lnTo>
                  <a:lnTo>
                    <a:pt x="1197635" y="3142277"/>
                  </a:lnTo>
                  <a:lnTo>
                    <a:pt x="1196985" y="3142277"/>
                  </a:lnTo>
                  <a:lnTo>
                    <a:pt x="1196335" y="3142277"/>
                  </a:lnTo>
                  <a:lnTo>
                    <a:pt x="1195686" y="3142277"/>
                  </a:lnTo>
                  <a:lnTo>
                    <a:pt x="1195036" y="3142277"/>
                  </a:lnTo>
                  <a:lnTo>
                    <a:pt x="1194386" y="3142277"/>
                  </a:lnTo>
                  <a:lnTo>
                    <a:pt x="1193736" y="3142277"/>
                  </a:lnTo>
                  <a:lnTo>
                    <a:pt x="1193086" y="3142277"/>
                  </a:lnTo>
                  <a:lnTo>
                    <a:pt x="1192436" y="3142277"/>
                  </a:lnTo>
                  <a:lnTo>
                    <a:pt x="1191786" y="3142277"/>
                  </a:lnTo>
                  <a:lnTo>
                    <a:pt x="1191136" y="3142277"/>
                  </a:lnTo>
                  <a:lnTo>
                    <a:pt x="1190486" y="3142277"/>
                  </a:lnTo>
                  <a:lnTo>
                    <a:pt x="1189836" y="3142277"/>
                  </a:lnTo>
                  <a:lnTo>
                    <a:pt x="1189186" y="3142277"/>
                  </a:lnTo>
                  <a:lnTo>
                    <a:pt x="1188536" y="3142277"/>
                  </a:lnTo>
                  <a:lnTo>
                    <a:pt x="1187886" y="3142277"/>
                  </a:lnTo>
                  <a:lnTo>
                    <a:pt x="1187236" y="3142277"/>
                  </a:lnTo>
                  <a:lnTo>
                    <a:pt x="1186586" y="3142277"/>
                  </a:lnTo>
                  <a:lnTo>
                    <a:pt x="1185937" y="3142277"/>
                  </a:lnTo>
                  <a:lnTo>
                    <a:pt x="1185287" y="3142277"/>
                  </a:lnTo>
                  <a:lnTo>
                    <a:pt x="1184637" y="3142277"/>
                  </a:lnTo>
                  <a:lnTo>
                    <a:pt x="1183987" y="3142277"/>
                  </a:lnTo>
                  <a:lnTo>
                    <a:pt x="1183337" y="3142277"/>
                  </a:lnTo>
                  <a:lnTo>
                    <a:pt x="1182687" y="3142277"/>
                  </a:lnTo>
                  <a:lnTo>
                    <a:pt x="1182037" y="3142277"/>
                  </a:lnTo>
                  <a:lnTo>
                    <a:pt x="1181387" y="3142277"/>
                  </a:lnTo>
                  <a:lnTo>
                    <a:pt x="1180737" y="3142277"/>
                  </a:lnTo>
                  <a:lnTo>
                    <a:pt x="1180087" y="3142277"/>
                  </a:lnTo>
                  <a:lnTo>
                    <a:pt x="1179437" y="3142277"/>
                  </a:lnTo>
                  <a:lnTo>
                    <a:pt x="1178787" y="3142277"/>
                  </a:lnTo>
                  <a:lnTo>
                    <a:pt x="1178137" y="3142277"/>
                  </a:lnTo>
                  <a:lnTo>
                    <a:pt x="1177487" y="3142277"/>
                  </a:lnTo>
                  <a:lnTo>
                    <a:pt x="1176837" y="3142277"/>
                  </a:lnTo>
                  <a:lnTo>
                    <a:pt x="1176187" y="3142277"/>
                  </a:lnTo>
                  <a:lnTo>
                    <a:pt x="1175538" y="3142277"/>
                  </a:lnTo>
                  <a:lnTo>
                    <a:pt x="1174888" y="3142277"/>
                  </a:lnTo>
                  <a:lnTo>
                    <a:pt x="1174238" y="3142277"/>
                  </a:lnTo>
                  <a:lnTo>
                    <a:pt x="1173588" y="3142277"/>
                  </a:lnTo>
                  <a:lnTo>
                    <a:pt x="1172938" y="3142277"/>
                  </a:lnTo>
                  <a:lnTo>
                    <a:pt x="1172288" y="3142277"/>
                  </a:lnTo>
                  <a:lnTo>
                    <a:pt x="1171638" y="3142277"/>
                  </a:lnTo>
                  <a:lnTo>
                    <a:pt x="1170988" y="3142277"/>
                  </a:lnTo>
                  <a:lnTo>
                    <a:pt x="1170338" y="3142277"/>
                  </a:lnTo>
                  <a:lnTo>
                    <a:pt x="1169688" y="3142277"/>
                  </a:lnTo>
                  <a:lnTo>
                    <a:pt x="1169038" y="3142277"/>
                  </a:lnTo>
                  <a:lnTo>
                    <a:pt x="1168388" y="3142277"/>
                  </a:lnTo>
                  <a:lnTo>
                    <a:pt x="1167738" y="3142277"/>
                  </a:lnTo>
                  <a:lnTo>
                    <a:pt x="1167088" y="3142277"/>
                  </a:lnTo>
                  <a:lnTo>
                    <a:pt x="1166438" y="3142277"/>
                  </a:lnTo>
                  <a:lnTo>
                    <a:pt x="1165789" y="3142277"/>
                  </a:lnTo>
                  <a:lnTo>
                    <a:pt x="1165139" y="3142277"/>
                  </a:lnTo>
                  <a:lnTo>
                    <a:pt x="1164489" y="3142277"/>
                  </a:lnTo>
                  <a:lnTo>
                    <a:pt x="1163839" y="3142277"/>
                  </a:lnTo>
                  <a:lnTo>
                    <a:pt x="1163189" y="3142277"/>
                  </a:lnTo>
                  <a:lnTo>
                    <a:pt x="1162539" y="3142277"/>
                  </a:lnTo>
                  <a:lnTo>
                    <a:pt x="1161889" y="3142277"/>
                  </a:lnTo>
                  <a:lnTo>
                    <a:pt x="1161239" y="3142277"/>
                  </a:lnTo>
                  <a:lnTo>
                    <a:pt x="1160589" y="3142277"/>
                  </a:lnTo>
                  <a:lnTo>
                    <a:pt x="1159939" y="3142277"/>
                  </a:lnTo>
                  <a:lnTo>
                    <a:pt x="1159289" y="3142277"/>
                  </a:lnTo>
                  <a:lnTo>
                    <a:pt x="1158639" y="3142277"/>
                  </a:lnTo>
                  <a:lnTo>
                    <a:pt x="1157989" y="3142277"/>
                  </a:lnTo>
                  <a:lnTo>
                    <a:pt x="1157339" y="3142277"/>
                  </a:lnTo>
                  <a:lnTo>
                    <a:pt x="1156689" y="3142277"/>
                  </a:lnTo>
                  <a:lnTo>
                    <a:pt x="1156039" y="3142277"/>
                  </a:lnTo>
                  <a:lnTo>
                    <a:pt x="1155390" y="3142277"/>
                  </a:lnTo>
                  <a:lnTo>
                    <a:pt x="1154740" y="3142277"/>
                  </a:lnTo>
                  <a:lnTo>
                    <a:pt x="1154090" y="3142277"/>
                  </a:lnTo>
                  <a:lnTo>
                    <a:pt x="1153440" y="3142277"/>
                  </a:lnTo>
                  <a:lnTo>
                    <a:pt x="1152790" y="3142277"/>
                  </a:lnTo>
                  <a:lnTo>
                    <a:pt x="1152140" y="3142277"/>
                  </a:lnTo>
                  <a:lnTo>
                    <a:pt x="1151490" y="3142277"/>
                  </a:lnTo>
                  <a:lnTo>
                    <a:pt x="1150840" y="3142277"/>
                  </a:lnTo>
                  <a:lnTo>
                    <a:pt x="1150190" y="3142277"/>
                  </a:lnTo>
                  <a:lnTo>
                    <a:pt x="1149540" y="3142277"/>
                  </a:lnTo>
                  <a:lnTo>
                    <a:pt x="1148890" y="3142277"/>
                  </a:lnTo>
                  <a:lnTo>
                    <a:pt x="1148240" y="3142277"/>
                  </a:lnTo>
                  <a:lnTo>
                    <a:pt x="1147590" y="3142277"/>
                  </a:lnTo>
                  <a:lnTo>
                    <a:pt x="1146940" y="3142277"/>
                  </a:lnTo>
                  <a:lnTo>
                    <a:pt x="1146290" y="3142277"/>
                  </a:lnTo>
                  <a:lnTo>
                    <a:pt x="1145641" y="3142277"/>
                  </a:lnTo>
                  <a:lnTo>
                    <a:pt x="1144991" y="3142277"/>
                  </a:lnTo>
                  <a:lnTo>
                    <a:pt x="1144341" y="3142277"/>
                  </a:lnTo>
                  <a:lnTo>
                    <a:pt x="1143691" y="3142277"/>
                  </a:lnTo>
                  <a:lnTo>
                    <a:pt x="1143041" y="3142277"/>
                  </a:lnTo>
                  <a:lnTo>
                    <a:pt x="1142391" y="3142277"/>
                  </a:lnTo>
                  <a:lnTo>
                    <a:pt x="1141741" y="3142277"/>
                  </a:lnTo>
                  <a:lnTo>
                    <a:pt x="1141091" y="3142277"/>
                  </a:lnTo>
                  <a:lnTo>
                    <a:pt x="1140441" y="3142277"/>
                  </a:lnTo>
                  <a:lnTo>
                    <a:pt x="1139791" y="3142277"/>
                  </a:lnTo>
                  <a:lnTo>
                    <a:pt x="1139141" y="3142277"/>
                  </a:lnTo>
                  <a:lnTo>
                    <a:pt x="1138491" y="3142277"/>
                  </a:lnTo>
                  <a:lnTo>
                    <a:pt x="1137841" y="3142277"/>
                  </a:lnTo>
                  <a:lnTo>
                    <a:pt x="1137191" y="3142277"/>
                  </a:lnTo>
                  <a:lnTo>
                    <a:pt x="1136541" y="3142277"/>
                  </a:lnTo>
                  <a:lnTo>
                    <a:pt x="1135891" y="3142277"/>
                  </a:lnTo>
                  <a:lnTo>
                    <a:pt x="1135242" y="3142277"/>
                  </a:lnTo>
                  <a:lnTo>
                    <a:pt x="1134592" y="3142277"/>
                  </a:lnTo>
                  <a:lnTo>
                    <a:pt x="1133942" y="3142277"/>
                  </a:lnTo>
                  <a:lnTo>
                    <a:pt x="1133292" y="3142277"/>
                  </a:lnTo>
                  <a:lnTo>
                    <a:pt x="1132642" y="3142277"/>
                  </a:lnTo>
                  <a:lnTo>
                    <a:pt x="1131992" y="3142277"/>
                  </a:lnTo>
                  <a:lnTo>
                    <a:pt x="1131342" y="3142277"/>
                  </a:lnTo>
                  <a:lnTo>
                    <a:pt x="1130692" y="3142277"/>
                  </a:lnTo>
                  <a:lnTo>
                    <a:pt x="1130042" y="3142277"/>
                  </a:lnTo>
                  <a:lnTo>
                    <a:pt x="1129392" y="3142277"/>
                  </a:lnTo>
                  <a:lnTo>
                    <a:pt x="1128742" y="3142277"/>
                  </a:lnTo>
                  <a:lnTo>
                    <a:pt x="1128092" y="3142277"/>
                  </a:lnTo>
                  <a:lnTo>
                    <a:pt x="1127442" y="3142277"/>
                  </a:lnTo>
                  <a:lnTo>
                    <a:pt x="1126792" y="3142277"/>
                  </a:lnTo>
                  <a:lnTo>
                    <a:pt x="1126142" y="3142277"/>
                  </a:lnTo>
                  <a:lnTo>
                    <a:pt x="1125493" y="3142277"/>
                  </a:lnTo>
                  <a:lnTo>
                    <a:pt x="1124843" y="3142277"/>
                  </a:lnTo>
                  <a:lnTo>
                    <a:pt x="1124193" y="3142277"/>
                  </a:lnTo>
                  <a:lnTo>
                    <a:pt x="1123543" y="3142277"/>
                  </a:lnTo>
                  <a:lnTo>
                    <a:pt x="1122893" y="3142277"/>
                  </a:lnTo>
                  <a:lnTo>
                    <a:pt x="1122243" y="3142277"/>
                  </a:lnTo>
                  <a:lnTo>
                    <a:pt x="1121593" y="3142277"/>
                  </a:lnTo>
                  <a:lnTo>
                    <a:pt x="1120943" y="3142277"/>
                  </a:lnTo>
                  <a:lnTo>
                    <a:pt x="1120293" y="3142277"/>
                  </a:lnTo>
                  <a:lnTo>
                    <a:pt x="1119643" y="3142277"/>
                  </a:lnTo>
                  <a:lnTo>
                    <a:pt x="1118993" y="3142277"/>
                  </a:lnTo>
                  <a:lnTo>
                    <a:pt x="1118343" y="3142277"/>
                  </a:lnTo>
                  <a:lnTo>
                    <a:pt x="1117693" y="3142277"/>
                  </a:lnTo>
                  <a:lnTo>
                    <a:pt x="1117043" y="3142277"/>
                  </a:lnTo>
                  <a:lnTo>
                    <a:pt x="1116393" y="3142277"/>
                  </a:lnTo>
                  <a:lnTo>
                    <a:pt x="1115743" y="3142277"/>
                  </a:lnTo>
                  <a:lnTo>
                    <a:pt x="1115094" y="3142277"/>
                  </a:lnTo>
                  <a:lnTo>
                    <a:pt x="1114444" y="3142277"/>
                  </a:lnTo>
                  <a:lnTo>
                    <a:pt x="1113794" y="3142277"/>
                  </a:lnTo>
                  <a:lnTo>
                    <a:pt x="1113144" y="3142277"/>
                  </a:lnTo>
                  <a:lnTo>
                    <a:pt x="1112494" y="3142277"/>
                  </a:lnTo>
                  <a:lnTo>
                    <a:pt x="1111844" y="3142277"/>
                  </a:lnTo>
                  <a:lnTo>
                    <a:pt x="1111194" y="3142277"/>
                  </a:lnTo>
                  <a:lnTo>
                    <a:pt x="1110544" y="3142277"/>
                  </a:lnTo>
                  <a:lnTo>
                    <a:pt x="1109894" y="3142277"/>
                  </a:lnTo>
                  <a:lnTo>
                    <a:pt x="1109244" y="3142277"/>
                  </a:lnTo>
                  <a:lnTo>
                    <a:pt x="1108594" y="3142277"/>
                  </a:lnTo>
                  <a:lnTo>
                    <a:pt x="1107944" y="3142277"/>
                  </a:lnTo>
                  <a:lnTo>
                    <a:pt x="1107294" y="3142277"/>
                  </a:lnTo>
                  <a:lnTo>
                    <a:pt x="1106644" y="3142277"/>
                  </a:lnTo>
                  <a:lnTo>
                    <a:pt x="1105994" y="3142277"/>
                  </a:lnTo>
                  <a:lnTo>
                    <a:pt x="1105345" y="3142277"/>
                  </a:lnTo>
                  <a:lnTo>
                    <a:pt x="1104695" y="3142277"/>
                  </a:lnTo>
                  <a:lnTo>
                    <a:pt x="1104045" y="3142277"/>
                  </a:lnTo>
                  <a:lnTo>
                    <a:pt x="1103395" y="3142277"/>
                  </a:lnTo>
                  <a:lnTo>
                    <a:pt x="1102745" y="3142277"/>
                  </a:lnTo>
                  <a:lnTo>
                    <a:pt x="1102095" y="3142277"/>
                  </a:lnTo>
                  <a:lnTo>
                    <a:pt x="1101445" y="3142277"/>
                  </a:lnTo>
                  <a:lnTo>
                    <a:pt x="1100795" y="3142277"/>
                  </a:lnTo>
                  <a:lnTo>
                    <a:pt x="1100145" y="3142277"/>
                  </a:lnTo>
                  <a:lnTo>
                    <a:pt x="1099495" y="3142277"/>
                  </a:lnTo>
                  <a:lnTo>
                    <a:pt x="1098845" y="3142277"/>
                  </a:lnTo>
                  <a:lnTo>
                    <a:pt x="1098195" y="3142277"/>
                  </a:lnTo>
                  <a:lnTo>
                    <a:pt x="1097545" y="3142277"/>
                  </a:lnTo>
                  <a:lnTo>
                    <a:pt x="1096895" y="3142277"/>
                  </a:lnTo>
                  <a:lnTo>
                    <a:pt x="1096245" y="3142277"/>
                  </a:lnTo>
                  <a:lnTo>
                    <a:pt x="1095596" y="3142277"/>
                  </a:lnTo>
                  <a:lnTo>
                    <a:pt x="1094946" y="3142277"/>
                  </a:lnTo>
                  <a:lnTo>
                    <a:pt x="1094296" y="3142277"/>
                  </a:lnTo>
                  <a:lnTo>
                    <a:pt x="1093646" y="3142277"/>
                  </a:lnTo>
                  <a:lnTo>
                    <a:pt x="1092996" y="3142277"/>
                  </a:lnTo>
                  <a:lnTo>
                    <a:pt x="1092346" y="3142277"/>
                  </a:lnTo>
                  <a:lnTo>
                    <a:pt x="1091696" y="3142277"/>
                  </a:lnTo>
                  <a:lnTo>
                    <a:pt x="1091046" y="3142277"/>
                  </a:lnTo>
                  <a:lnTo>
                    <a:pt x="1090396" y="3142277"/>
                  </a:lnTo>
                  <a:lnTo>
                    <a:pt x="1089746" y="3142277"/>
                  </a:lnTo>
                  <a:lnTo>
                    <a:pt x="1089096" y="3142277"/>
                  </a:lnTo>
                  <a:lnTo>
                    <a:pt x="1088446" y="3142277"/>
                  </a:lnTo>
                  <a:lnTo>
                    <a:pt x="1087796" y="3142277"/>
                  </a:lnTo>
                  <a:lnTo>
                    <a:pt x="1087146" y="3142277"/>
                  </a:lnTo>
                  <a:lnTo>
                    <a:pt x="1086496" y="3142277"/>
                  </a:lnTo>
                  <a:lnTo>
                    <a:pt x="1085846" y="3142277"/>
                  </a:lnTo>
                  <a:lnTo>
                    <a:pt x="1085197" y="3142277"/>
                  </a:lnTo>
                  <a:lnTo>
                    <a:pt x="1084547" y="3142277"/>
                  </a:lnTo>
                  <a:lnTo>
                    <a:pt x="1083897" y="3142277"/>
                  </a:lnTo>
                  <a:lnTo>
                    <a:pt x="1083247" y="3142277"/>
                  </a:lnTo>
                  <a:lnTo>
                    <a:pt x="1082597" y="3142277"/>
                  </a:lnTo>
                  <a:lnTo>
                    <a:pt x="1081947" y="3142277"/>
                  </a:lnTo>
                  <a:lnTo>
                    <a:pt x="1081297" y="3142277"/>
                  </a:lnTo>
                  <a:lnTo>
                    <a:pt x="1080647" y="3142277"/>
                  </a:lnTo>
                  <a:lnTo>
                    <a:pt x="1079997" y="3142277"/>
                  </a:lnTo>
                  <a:lnTo>
                    <a:pt x="1079347" y="3142277"/>
                  </a:lnTo>
                  <a:lnTo>
                    <a:pt x="1078697" y="3142277"/>
                  </a:lnTo>
                  <a:lnTo>
                    <a:pt x="1078047" y="3142277"/>
                  </a:lnTo>
                  <a:lnTo>
                    <a:pt x="1077397" y="3142277"/>
                  </a:lnTo>
                  <a:lnTo>
                    <a:pt x="1076747" y="3142277"/>
                  </a:lnTo>
                  <a:lnTo>
                    <a:pt x="1076097" y="3142277"/>
                  </a:lnTo>
                  <a:lnTo>
                    <a:pt x="1075448" y="3142277"/>
                  </a:lnTo>
                  <a:lnTo>
                    <a:pt x="1074798" y="3142277"/>
                  </a:lnTo>
                  <a:lnTo>
                    <a:pt x="1074148" y="3142277"/>
                  </a:lnTo>
                  <a:lnTo>
                    <a:pt x="1073498" y="3142277"/>
                  </a:lnTo>
                  <a:lnTo>
                    <a:pt x="1072848" y="3142277"/>
                  </a:lnTo>
                  <a:lnTo>
                    <a:pt x="1072198" y="3142277"/>
                  </a:lnTo>
                  <a:lnTo>
                    <a:pt x="1071548" y="3142277"/>
                  </a:lnTo>
                  <a:lnTo>
                    <a:pt x="1070898" y="3142277"/>
                  </a:lnTo>
                  <a:lnTo>
                    <a:pt x="1070248" y="3142277"/>
                  </a:lnTo>
                  <a:lnTo>
                    <a:pt x="1069598" y="3142277"/>
                  </a:lnTo>
                  <a:lnTo>
                    <a:pt x="1068948" y="3142277"/>
                  </a:lnTo>
                  <a:lnTo>
                    <a:pt x="1068298" y="3142277"/>
                  </a:lnTo>
                  <a:lnTo>
                    <a:pt x="1067648" y="3142277"/>
                  </a:lnTo>
                  <a:lnTo>
                    <a:pt x="1066998" y="3142277"/>
                  </a:lnTo>
                  <a:lnTo>
                    <a:pt x="1066348" y="3142277"/>
                  </a:lnTo>
                  <a:lnTo>
                    <a:pt x="1065698" y="3142277"/>
                  </a:lnTo>
                  <a:lnTo>
                    <a:pt x="1065049" y="3142277"/>
                  </a:lnTo>
                  <a:lnTo>
                    <a:pt x="1064399" y="3142277"/>
                  </a:lnTo>
                  <a:lnTo>
                    <a:pt x="1063749" y="3142277"/>
                  </a:lnTo>
                  <a:lnTo>
                    <a:pt x="1063099" y="3142277"/>
                  </a:lnTo>
                  <a:lnTo>
                    <a:pt x="1062449" y="3142277"/>
                  </a:lnTo>
                  <a:lnTo>
                    <a:pt x="1061799" y="3142277"/>
                  </a:lnTo>
                  <a:lnTo>
                    <a:pt x="1061149" y="3142277"/>
                  </a:lnTo>
                  <a:lnTo>
                    <a:pt x="1060499" y="3142277"/>
                  </a:lnTo>
                  <a:lnTo>
                    <a:pt x="1059849" y="3142277"/>
                  </a:lnTo>
                  <a:lnTo>
                    <a:pt x="1059199" y="3142277"/>
                  </a:lnTo>
                  <a:lnTo>
                    <a:pt x="1058549" y="3142277"/>
                  </a:lnTo>
                  <a:lnTo>
                    <a:pt x="1057899" y="3142277"/>
                  </a:lnTo>
                  <a:lnTo>
                    <a:pt x="1057249" y="3142277"/>
                  </a:lnTo>
                  <a:lnTo>
                    <a:pt x="1056599" y="3142277"/>
                  </a:lnTo>
                  <a:lnTo>
                    <a:pt x="1055949" y="3142277"/>
                  </a:lnTo>
                  <a:lnTo>
                    <a:pt x="1055300" y="3142277"/>
                  </a:lnTo>
                  <a:lnTo>
                    <a:pt x="1054650" y="3142277"/>
                  </a:lnTo>
                  <a:lnTo>
                    <a:pt x="1054000" y="3142277"/>
                  </a:lnTo>
                  <a:lnTo>
                    <a:pt x="1053350" y="3142277"/>
                  </a:lnTo>
                  <a:lnTo>
                    <a:pt x="1052700" y="3142277"/>
                  </a:lnTo>
                  <a:lnTo>
                    <a:pt x="1052050" y="3142277"/>
                  </a:lnTo>
                  <a:lnTo>
                    <a:pt x="1051400" y="3142277"/>
                  </a:lnTo>
                  <a:lnTo>
                    <a:pt x="1050750" y="3142277"/>
                  </a:lnTo>
                  <a:lnTo>
                    <a:pt x="1050100" y="3142277"/>
                  </a:lnTo>
                  <a:lnTo>
                    <a:pt x="1049450" y="3142277"/>
                  </a:lnTo>
                  <a:lnTo>
                    <a:pt x="1048800" y="3142277"/>
                  </a:lnTo>
                  <a:lnTo>
                    <a:pt x="1048150" y="3142277"/>
                  </a:lnTo>
                  <a:lnTo>
                    <a:pt x="1047500" y="3142277"/>
                  </a:lnTo>
                  <a:lnTo>
                    <a:pt x="1046850" y="3142277"/>
                  </a:lnTo>
                  <a:lnTo>
                    <a:pt x="1046200" y="3142277"/>
                  </a:lnTo>
                  <a:lnTo>
                    <a:pt x="1045550" y="3142277"/>
                  </a:lnTo>
                  <a:lnTo>
                    <a:pt x="1044901" y="3142277"/>
                  </a:lnTo>
                  <a:lnTo>
                    <a:pt x="1044251" y="3142277"/>
                  </a:lnTo>
                  <a:lnTo>
                    <a:pt x="1043601" y="3142277"/>
                  </a:lnTo>
                  <a:lnTo>
                    <a:pt x="1042951" y="3142277"/>
                  </a:lnTo>
                  <a:lnTo>
                    <a:pt x="1042301" y="3142277"/>
                  </a:lnTo>
                  <a:lnTo>
                    <a:pt x="1041651" y="3142277"/>
                  </a:lnTo>
                  <a:lnTo>
                    <a:pt x="1041001" y="3142277"/>
                  </a:lnTo>
                  <a:lnTo>
                    <a:pt x="1040351" y="3142277"/>
                  </a:lnTo>
                  <a:lnTo>
                    <a:pt x="1039701" y="3142277"/>
                  </a:lnTo>
                  <a:lnTo>
                    <a:pt x="1039051" y="3142277"/>
                  </a:lnTo>
                  <a:lnTo>
                    <a:pt x="1038401" y="3142277"/>
                  </a:lnTo>
                  <a:lnTo>
                    <a:pt x="1037751" y="3142277"/>
                  </a:lnTo>
                  <a:lnTo>
                    <a:pt x="1037101" y="3142277"/>
                  </a:lnTo>
                  <a:lnTo>
                    <a:pt x="1036451" y="3142277"/>
                  </a:lnTo>
                  <a:lnTo>
                    <a:pt x="1035801" y="3142277"/>
                  </a:lnTo>
                  <a:lnTo>
                    <a:pt x="1035152" y="3142277"/>
                  </a:lnTo>
                  <a:lnTo>
                    <a:pt x="1034502" y="3142277"/>
                  </a:lnTo>
                  <a:lnTo>
                    <a:pt x="1033852" y="3142277"/>
                  </a:lnTo>
                  <a:lnTo>
                    <a:pt x="1033202" y="3142277"/>
                  </a:lnTo>
                  <a:lnTo>
                    <a:pt x="1032552" y="3142277"/>
                  </a:lnTo>
                  <a:lnTo>
                    <a:pt x="1031902" y="3142277"/>
                  </a:lnTo>
                  <a:lnTo>
                    <a:pt x="1031252" y="3142277"/>
                  </a:lnTo>
                  <a:lnTo>
                    <a:pt x="1030602" y="3142277"/>
                  </a:lnTo>
                  <a:lnTo>
                    <a:pt x="1029952" y="3142277"/>
                  </a:lnTo>
                  <a:lnTo>
                    <a:pt x="1029302" y="3142277"/>
                  </a:lnTo>
                  <a:lnTo>
                    <a:pt x="1028652" y="3142277"/>
                  </a:lnTo>
                  <a:lnTo>
                    <a:pt x="1028002" y="3142277"/>
                  </a:lnTo>
                  <a:lnTo>
                    <a:pt x="1027352" y="3142277"/>
                  </a:lnTo>
                  <a:lnTo>
                    <a:pt x="1026702" y="3142277"/>
                  </a:lnTo>
                  <a:lnTo>
                    <a:pt x="1026052" y="3142277"/>
                  </a:lnTo>
                  <a:lnTo>
                    <a:pt x="1025402" y="3142277"/>
                  </a:lnTo>
                  <a:lnTo>
                    <a:pt x="1024753" y="3142277"/>
                  </a:lnTo>
                  <a:lnTo>
                    <a:pt x="1024103" y="3142277"/>
                  </a:lnTo>
                  <a:lnTo>
                    <a:pt x="1023453" y="3142277"/>
                  </a:lnTo>
                  <a:lnTo>
                    <a:pt x="1022803" y="3142277"/>
                  </a:lnTo>
                  <a:lnTo>
                    <a:pt x="1022153" y="3142277"/>
                  </a:lnTo>
                  <a:lnTo>
                    <a:pt x="1021503" y="3142277"/>
                  </a:lnTo>
                  <a:lnTo>
                    <a:pt x="1020853" y="3142277"/>
                  </a:lnTo>
                  <a:lnTo>
                    <a:pt x="1020203" y="3142277"/>
                  </a:lnTo>
                  <a:lnTo>
                    <a:pt x="1019553" y="3142277"/>
                  </a:lnTo>
                  <a:lnTo>
                    <a:pt x="1018903" y="3142277"/>
                  </a:lnTo>
                  <a:lnTo>
                    <a:pt x="1018253" y="3142277"/>
                  </a:lnTo>
                  <a:lnTo>
                    <a:pt x="1017603" y="3142277"/>
                  </a:lnTo>
                  <a:lnTo>
                    <a:pt x="1016953" y="3142277"/>
                  </a:lnTo>
                  <a:lnTo>
                    <a:pt x="1016303" y="3142277"/>
                  </a:lnTo>
                  <a:lnTo>
                    <a:pt x="1015653" y="3142277"/>
                  </a:lnTo>
                  <a:lnTo>
                    <a:pt x="1015004" y="3142277"/>
                  </a:lnTo>
                  <a:lnTo>
                    <a:pt x="1014354" y="3142277"/>
                  </a:lnTo>
                  <a:lnTo>
                    <a:pt x="1013704" y="3142277"/>
                  </a:lnTo>
                  <a:lnTo>
                    <a:pt x="1013054" y="3142277"/>
                  </a:lnTo>
                  <a:lnTo>
                    <a:pt x="1012404" y="3142277"/>
                  </a:lnTo>
                  <a:lnTo>
                    <a:pt x="1011754" y="3142277"/>
                  </a:lnTo>
                  <a:lnTo>
                    <a:pt x="1011104" y="3142277"/>
                  </a:lnTo>
                  <a:lnTo>
                    <a:pt x="1010454" y="3142277"/>
                  </a:lnTo>
                  <a:lnTo>
                    <a:pt x="1009804" y="3142277"/>
                  </a:lnTo>
                  <a:lnTo>
                    <a:pt x="1009154" y="3142277"/>
                  </a:lnTo>
                  <a:lnTo>
                    <a:pt x="1008504" y="3142277"/>
                  </a:lnTo>
                  <a:lnTo>
                    <a:pt x="1007854" y="3142277"/>
                  </a:lnTo>
                  <a:lnTo>
                    <a:pt x="1007204" y="3142277"/>
                  </a:lnTo>
                  <a:lnTo>
                    <a:pt x="1006554" y="3142277"/>
                  </a:lnTo>
                  <a:lnTo>
                    <a:pt x="1005904" y="3142277"/>
                  </a:lnTo>
                  <a:lnTo>
                    <a:pt x="1005254" y="3142277"/>
                  </a:lnTo>
                  <a:lnTo>
                    <a:pt x="1004605" y="3142277"/>
                  </a:lnTo>
                  <a:lnTo>
                    <a:pt x="1003955" y="3142277"/>
                  </a:lnTo>
                  <a:lnTo>
                    <a:pt x="1003305" y="3142277"/>
                  </a:lnTo>
                  <a:lnTo>
                    <a:pt x="1002655" y="3142277"/>
                  </a:lnTo>
                  <a:lnTo>
                    <a:pt x="1002005" y="3142277"/>
                  </a:lnTo>
                  <a:lnTo>
                    <a:pt x="1001355" y="3142277"/>
                  </a:lnTo>
                  <a:lnTo>
                    <a:pt x="1000705" y="3142277"/>
                  </a:lnTo>
                  <a:lnTo>
                    <a:pt x="1000055" y="3142277"/>
                  </a:lnTo>
                  <a:lnTo>
                    <a:pt x="999405" y="3142277"/>
                  </a:lnTo>
                  <a:lnTo>
                    <a:pt x="998755" y="3142277"/>
                  </a:lnTo>
                  <a:lnTo>
                    <a:pt x="998105" y="3142277"/>
                  </a:lnTo>
                  <a:lnTo>
                    <a:pt x="997455" y="3142277"/>
                  </a:lnTo>
                  <a:lnTo>
                    <a:pt x="996805" y="3142277"/>
                  </a:lnTo>
                  <a:lnTo>
                    <a:pt x="996155" y="3142277"/>
                  </a:lnTo>
                  <a:lnTo>
                    <a:pt x="995505" y="3142277"/>
                  </a:lnTo>
                  <a:lnTo>
                    <a:pt x="994856" y="3142277"/>
                  </a:lnTo>
                  <a:lnTo>
                    <a:pt x="994206" y="3142277"/>
                  </a:lnTo>
                  <a:lnTo>
                    <a:pt x="993556" y="3142277"/>
                  </a:lnTo>
                  <a:lnTo>
                    <a:pt x="992906" y="3142277"/>
                  </a:lnTo>
                  <a:lnTo>
                    <a:pt x="992256" y="3142277"/>
                  </a:lnTo>
                  <a:lnTo>
                    <a:pt x="991606" y="3142277"/>
                  </a:lnTo>
                  <a:lnTo>
                    <a:pt x="990956" y="3142277"/>
                  </a:lnTo>
                  <a:lnTo>
                    <a:pt x="990306" y="3142277"/>
                  </a:lnTo>
                  <a:lnTo>
                    <a:pt x="989656" y="3142277"/>
                  </a:lnTo>
                  <a:lnTo>
                    <a:pt x="989006" y="3142277"/>
                  </a:lnTo>
                  <a:lnTo>
                    <a:pt x="988356" y="3142277"/>
                  </a:lnTo>
                  <a:lnTo>
                    <a:pt x="987706" y="3142277"/>
                  </a:lnTo>
                  <a:lnTo>
                    <a:pt x="987056" y="3142277"/>
                  </a:lnTo>
                  <a:lnTo>
                    <a:pt x="986406" y="3142277"/>
                  </a:lnTo>
                  <a:lnTo>
                    <a:pt x="985756" y="3142277"/>
                  </a:lnTo>
                  <a:lnTo>
                    <a:pt x="985106" y="3142277"/>
                  </a:lnTo>
                  <a:lnTo>
                    <a:pt x="984457" y="3142277"/>
                  </a:lnTo>
                  <a:lnTo>
                    <a:pt x="983807" y="3142277"/>
                  </a:lnTo>
                  <a:lnTo>
                    <a:pt x="983157" y="3142277"/>
                  </a:lnTo>
                  <a:lnTo>
                    <a:pt x="982507" y="3142277"/>
                  </a:lnTo>
                  <a:lnTo>
                    <a:pt x="981857" y="3142277"/>
                  </a:lnTo>
                  <a:lnTo>
                    <a:pt x="981207" y="3142277"/>
                  </a:lnTo>
                  <a:lnTo>
                    <a:pt x="980557" y="3142277"/>
                  </a:lnTo>
                  <a:lnTo>
                    <a:pt x="979907" y="3142277"/>
                  </a:lnTo>
                  <a:lnTo>
                    <a:pt x="979257" y="3142277"/>
                  </a:lnTo>
                  <a:lnTo>
                    <a:pt x="978607" y="3142277"/>
                  </a:lnTo>
                  <a:lnTo>
                    <a:pt x="977957" y="3142277"/>
                  </a:lnTo>
                  <a:lnTo>
                    <a:pt x="977307" y="3142277"/>
                  </a:lnTo>
                  <a:lnTo>
                    <a:pt x="976657" y="3142277"/>
                  </a:lnTo>
                  <a:lnTo>
                    <a:pt x="976007" y="3142277"/>
                  </a:lnTo>
                  <a:lnTo>
                    <a:pt x="975357" y="3142277"/>
                  </a:lnTo>
                  <a:lnTo>
                    <a:pt x="974708" y="3142277"/>
                  </a:lnTo>
                  <a:lnTo>
                    <a:pt x="974058" y="3142277"/>
                  </a:lnTo>
                  <a:lnTo>
                    <a:pt x="973408" y="3142277"/>
                  </a:lnTo>
                  <a:lnTo>
                    <a:pt x="972758" y="3142277"/>
                  </a:lnTo>
                  <a:lnTo>
                    <a:pt x="972108" y="3142277"/>
                  </a:lnTo>
                  <a:lnTo>
                    <a:pt x="971458" y="3142277"/>
                  </a:lnTo>
                  <a:lnTo>
                    <a:pt x="970808" y="3142277"/>
                  </a:lnTo>
                  <a:lnTo>
                    <a:pt x="970158" y="3142277"/>
                  </a:lnTo>
                  <a:lnTo>
                    <a:pt x="969508" y="3142277"/>
                  </a:lnTo>
                  <a:lnTo>
                    <a:pt x="968858" y="3142277"/>
                  </a:lnTo>
                  <a:lnTo>
                    <a:pt x="968208" y="3142277"/>
                  </a:lnTo>
                  <a:lnTo>
                    <a:pt x="967558" y="3142277"/>
                  </a:lnTo>
                  <a:lnTo>
                    <a:pt x="966908" y="3142277"/>
                  </a:lnTo>
                  <a:lnTo>
                    <a:pt x="966258" y="3142277"/>
                  </a:lnTo>
                  <a:lnTo>
                    <a:pt x="965608" y="3142277"/>
                  </a:lnTo>
                  <a:lnTo>
                    <a:pt x="964958" y="3142277"/>
                  </a:lnTo>
                  <a:lnTo>
                    <a:pt x="964309" y="3142277"/>
                  </a:lnTo>
                  <a:lnTo>
                    <a:pt x="963659" y="3142277"/>
                  </a:lnTo>
                  <a:lnTo>
                    <a:pt x="963009" y="3142277"/>
                  </a:lnTo>
                  <a:lnTo>
                    <a:pt x="962359" y="3142277"/>
                  </a:lnTo>
                  <a:lnTo>
                    <a:pt x="961709" y="3142277"/>
                  </a:lnTo>
                  <a:lnTo>
                    <a:pt x="961059" y="3142277"/>
                  </a:lnTo>
                  <a:lnTo>
                    <a:pt x="960409" y="3142277"/>
                  </a:lnTo>
                  <a:lnTo>
                    <a:pt x="959759" y="3142277"/>
                  </a:lnTo>
                  <a:lnTo>
                    <a:pt x="959109" y="3142277"/>
                  </a:lnTo>
                  <a:lnTo>
                    <a:pt x="958459" y="3142277"/>
                  </a:lnTo>
                  <a:lnTo>
                    <a:pt x="957809" y="3142277"/>
                  </a:lnTo>
                  <a:lnTo>
                    <a:pt x="957159" y="3142277"/>
                  </a:lnTo>
                  <a:lnTo>
                    <a:pt x="956509" y="3142277"/>
                  </a:lnTo>
                  <a:lnTo>
                    <a:pt x="955859" y="3142277"/>
                  </a:lnTo>
                  <a:lnTo>
                    <a:pt x="955209" y="3142277"/>
                  </a:lnTo>
                  <a:lnTo>
                    <a:pt x="954560" y="3142277"/>
                  </a:lnTo>
                  <a:lnTo>
                    <a:pt x="953910" y="3142277"/>
                  </a:lnTo>
                  <a:lnTo>
                    <a:pt x="953260" y="3142277"/>
                  </a:lnTo>
                  <a:lnTo>
                    <a:pt x="952610" y="3142277"/>
                  </a:lnTo>
                  <a:lnTo>
                    <a:pt x="951960" y="3142277"/>
                  </a:lnTo>
                  <a:lnTo>
                    <a:pt x="951310" y="3142277"/>
                  </a:lnTo>
                  <a:lnTo>
                    <a:pt x="950660" y="3142277"/>
                  </a:lnTo>
                  <a:lnTo>
                    <a:pt x="950010" y="3142277"/>
                  </a:lnTo>
                  <a:lnTo>
                    <a:pt x="949360" y="3142277"/>
                  </a:lnTo>
                  <a:lnTo>
                    <a:pt x="948710" y="3142277"/>
                  </a:lnTo>
                  <a:lnTo>
                    <a:pt x="948060" y="3142277"/>
                  </a:lnTo>
                  <a:lnTo>
                    <a:pt x="947410" y="3142277"/>
                  </a:lnTo>
                  <a:lnTo>
                    <a:pt x="946760" y="3142277"/>
                  </a:lnTo>
                  <a:lnTo>
                    <a:pt x="946110" y="3142277"/>
                  </a:lnTo>
                  <a:lnTo>
                    <a:pt x="945460" y="3142277"/>
                  </a:lnTo>
                  <a:lnTo>
                    <a:pt x="944811" y="3142277"/>
                  </a:lnTo>
                  <a:lnTo>
                    <a:pt x="944161" y="3142277"/>
                  </a:lnTo>
                  <a:lnTo>
                    <a:pt x="943511" y="3142277"/>
                  </a:lnTo>
                  <a:lnTo>
                    <a:pt x="942861" y="3142277"/>
                  </a:lnTo>
                  <a:lnTo>
                    <a:pt x="942211" y="3142277"/>
                  </a:lnTo>
                  <a:lnTo>
                    <a:pt x="941561" y="3142277"/>
                  </a:lnTo>
                  <a:lnTo>
                    <a:pt x="940911" y="3142277"/>
                  </a:lnTo>
                  <a:lnTo>
                    <a:pt x="940261" y="3142277"/>
                  </a:lnTo>
                  <a:lnTo>
                    <a:pt x="939611" y="3142277"/>
                  </a:lnTo>
                  <a:lnTo>
                    <a:pt x="938961" y="3142277"/>
                  </a:lnTo>
                  <a:lnTo>
                    <a:pt x="938311" y="3142277"/>
                  </a:lnTo>
                  <a:lnTo>
                    <a:pt x="937661" y="3142277"/>
                  </a:lnTo>
                  <a:lnTo>
                    <a:pt x="937011" y="3142277"/>
                  </a:lnTo>
                  <a:lnTo>
                    <a:pt x="936361" y="3142277"/>
                  </a:lnTo>
                  <a:lnTo>
                    <a:pt x="935711" y="3142277"/>
                  </a:lnTo>
                  <a:lnTo>
                    <a:pt x="935061" y="3142277"/>
                  </a:lnTo>
                  <a:lnTo>
                    <a:pt x="934412" y="3142277"/>
                  </a:lnTo>
                  <a:lnTo>
                    <a:pt x="933762" y="3142277"/>
                  </a:lnTo>
                  <a:lnTo>
                    <a:pt x="933112" y="3142277"/>
                  </a:lnTo>
                  <a:lnTo>
                    <a:pt x="932462" y="3142277"/>
                  </a:lnTo>
                  <a:lnTo>
                    <a:pt x="931812" y="3142277"/>
                  </a:lnTo>
                  <a:lnTo>
                    <a:pt x="931162" y="3142277"/>
                  </a:lnTo>
                  <a:lnTo>
                    <a:pt x="930512" y="3142277"/>
                  </a:lnTo>
                  <a:lnTo>
                    <a:pt x="929862" y="3142277"/>
                  </a:lnTo>
                  <a:lnTo>
                    <a:pt x="929212" y="3142277"/>
                  </a:lnTo>
                  <a:lnTo>
                    <a:pt x="928562" y="3142277"/>
                  </a:lnTo>
                  <a:lnTo>
                    <a:pt x="927912" y="3142277"/>
                  </a:lnTo>
                  <a:lnTo>
                    <a:pt x="927262" y="3142277"/>
                  </a:lnTo>
                  <a:lnTo>
                    <a:pt x="926612" y="3142277"/>
                  </a:lnTo>
                  <a:lnTo>
                    <a:pt x="925962" y="3142277"/>
                  </a:lnTo>
                  <a:lnTo>
                    <a:pt x="925312" y="3142277"/>
                  </a:lnTo>
                  <a:lnTo>
                    <a:pt x="924663" y="3142277"/>
                  </a:lnTo>
                  <a:lnTo>
                    <a:pt x="924013" y="3142277"/>
                  </a:lnTo>
                  <a:lnTo>
                    <a:pt x="923363" y="3142277"/>
                  </a:lnTo>
                  <a:lnTo>
                    <a:pt x="922713" y="3142277"/>
                  </a:lnTo>
                  <a:lnTo>
                    <a:pt x="922063" y="3142277"/>
                  </a:lnTo>
                  <a:lnTo>
                    <a:pt x="921413" y="3142277"/>
                  </a:lnTo>
                  <a:lnTo>
                    <a:pt x="920763" y="3142277"/>
                  </a:lnTo>
                  <a:lnTo>
                    <a:pt x="920113" y="3142277"/>
                  </a:lnTo>
                  <a:lnTo>
                    <a:pt x="919463" y="3142277"/>
                  </a:lnTo>
                  <a:lnTo>
                    <a:pt x="918813" y="3142277"/>
                  </a:lnTo>
                  <a:lnTo>
                    <a:pt x="918163" y="3142277"/>
                  </a:lnTo>
                  <a:lnTo>
                    <a:pt x="917513" y="3142277"/>
                  </a:lnTo>
                  <a:lnTo>
                    <a:pt x="916863" y="3142277"/>
                  </a:lnTo>
                  <a:lnTo>
                    <a:pt x="916213" y="3142277"/>
                  </a:lnTo>
                  <a:lnTo>
                    <a:pt x="915563" y="3142277"/>
                  </a:lnTo>
                  <a:lnTo>
                    <a:pt x="914913" y="3142277"/>
                  </a:lnTo>
                  <a:lnTo>
                    <a:pt x="914264" y="3142277"/>
                  </a:lnTo>
                  <a:lnTo>
                    <a:pt x="913614" y="3142277"/>
                  </a:lnTo>
                  <a:lnTo>
                    <a:pt x="912964" y="3142277"/>
                  </a:lnTo>
                  <a:lnTo>
                    <a:pt x="912314" y="3142277"/>
                  </a:lnTo>
                  <a:lnTo>
                    <a:pt x="911664" y="3142277"/>
                  </a:lnTo>
                  <a:lnTo>
                    <a:pt x="911014" y="3142277"/>
                  </a:lnTo>
                  <a:lnTo>
                    <a:pt x="910364" y="3142277"/>
                  </a:lnTo>
                  <a:lnTo>
                    <a:pt x="909714" y="3142277"/>
                  </a:lnTo>
                  <a:lnTo>
                    <a:pt x="909064" y="3142277"/>
                  </a:lnTo>
                  <a:lnTo>
                    <a:pt x="908414" y="3142277"/>
                  </a:lnTo>
                  <a:lnTo>
                    <a:pt x="907764" y="3142277"/>
                  </a:lnTo>
                  <a:lnTo>
                    <a:pt x="907114" y="3142277"/>
                  </a:lnTo>
                  <a:lnTo>
                    <a:pt x="906464" y="3142277"/>
                  </a:lnTo>
                  <a:lnTo>
                    <a:pt x="905814" y="3142277"/>
                  </a:lnTo>
                  <a:lnTo>
                    <a:pt x="905164" y="3142277"/>
                  </a:lnTo>
                  <a:lnTo>
                    <a:pt x="904515" y="3142277"/>
                  </a:lnTo>
                  <a:lnTo>
                    <a:pt x="903865" y="3142277"/>
                  </a:lnTo>
                  <a:lnTo>
                    <a:pt x="903215" y="3142277"/>
                  </a:lnTo>
                  <a:lnTo>
                    <a:pt x="902565" y="3142277"/>
                  </a:lnTo>
                  <a:lnTo>
                    <a:pt x="901915" y="3142277"/>
                  </a:lnTo>
                  <a:lnTo>
                    <a:pt x="901265" y="3142277"/>
                  </a:lnTo>
                  <a:lnTo>
                    <a:pt x="900615" y="3142277"/>
                  </a:lnTo>
                  <a:lnTo>
                    <a:pt x="899965" y="3142277"/>
                  </a:lnTo>
                  <a:lnTo>
                    <a:pt x="899315" y="3142277"/>
                  </a:lnTo>
                  <a:lnTo>
                    <a:pt x="898665" y="3142277"/>
                  </a:lnTo>
                  <a:lnTo>
                    <a:pt x="898015" y="3142277"/>
                  </a:lnTo>
                  <a:lnTo>
                    <a:pt x="897365" y="3142277"/>
                  </a:lnTo>
                  <a:lnTo>
                    <a:pt x="896715" y="3142277"/>
                  </a:lnTo>
                  <a:lnTo>
                    <a:pt x="896065" y="3142277"/>
                  </a:lnTo>
                  <a:lnTo>
                    <a:pt x="895415" y="3142277"/>
                  </a:lnTo>
                  <a:lnTo>
                    <a:pt x="894765" y="3142277"/>
                  </a:lnTo>
                  <a:lnTo>
                    <a:pt x="894116" y="3142277"/>
                  </a:lnTo>
                  <a:lnTo>
                    <a:pt x="893466" y="3142277"/>
                  </a:lnTo>
                  <a:lnTo>
                    <a:pt x="892816" y="3142277"/>
                  </a:lnTo>
                  <a:lnTo>
                    <a:pt x="892166" y="3142277"/>
                  </a:lnTo>
                  <a:lnTo>
                    <a:pt x="891516" y="3142277"/>
                  </a:lnTo>
                  <a:lnTo>
                    <a:pt x="890866" y="3142277"/>
                  </a:lnTo>
                  <a:lnTo>
                    <a:pt x="890216" y="3142277"/>
                  </a:lnTo>
                  <a:lnTo>
                    <a:pt x="889566" y="3142277"/>
                  </a:lnTo>
                  <a:lnTo>
                    <a:pt x="888916" y="3142277"/>
                  </a:lnTo>
                  <a:lnTo>
                    <a:pt x="888266" y="3142277"/>
                  </a:lnTo>
                  <a:lnTo>
                    <a:pt x="887616" y="3142277"/>
                  </a:lnTo>
                  <a:lnTo>
                    <a:pt x="886966" y="3142277"/>
                  </a:lnTo>
                  <a:lnTo>
                    <a:pt x="886316" y="3142277"/>
                  </a:lnTo>
                  <a:lnTo>
                    <a:pt x="885666" y="3142277"/>
                  </a:lnTo>
                  <a:lnTo>
                    <a:pt x="885016" y="3142277"/>
                  </a:lnTo>
                  <a:lnTo>
                    <a:pt x="884367" y="3142277"/>
                  </a:lnTo>
                  <a:lnTo>
                    <a:pt x="883717" y="3142277"/>
                  </a:lnTo>
                  <a:lnTo>
                    <a:pt x="883067" y="3142277"/>
                  </a:lnTo>
                  <a:lnTo>
                    <a:pt x="882417" y="3142277"/>
                  </a:lnTo>
                  <a:lnTo>
                    <a:pt x="881767" y="3142277"/>
                  </a:lnTo>
                  <a:lnTo>
                    <a:pt x="881117" y="3142277"/>
                  </a:lnTo>
                  <a:lnTo>
                    <a:pt x="880467" y="3142277"/>
                  </a:lnTo>
                  <a:lnTo>
                    <a:pt x="879817" y="3142277"/>
                  </a:lnTo>
                  <a:lnTo>
                    <a:pt x="879167" y="3142277"/>
                  </a:lnTo>
                  <a:lnTo>
                    <a:pt x="878517" y="3142277"/>
                  </a:lnTo>
                  <a:lnTo>
                    <a:pt x="877867" y="3142277"/>
                  </a:lnTo>
                  <a:lnTo>
                    <a:pt x="877217" y="3142277"/>
                  </a:lnTo>
                  <a:lnTo>
                    <a:pt x="876567" y="3142277"/>
                  </a:lnTo>
                  <a:lnTo>
                    <a:pt x="875917" y="3142277"/>
                  </a:lnTo>
                  <a:lnTo>
                    <a:pt x="875267" y="3142277"/>
                  </a:lnTo>
                  <a:lnTo>
                    <a:pt x="874617" y="3142277"/>
                  </a:lnTo>
                  <a:lnTo>
                    <a:pt x="873968" y="3142277"/>
                  </a:lnTo>
                  <a:lnTo>
                    <a:pt x="873318" y="3142277"/>
                  </a:lnTo>
                  <a:lnTo>
                    <a:pt x="872668" y="3142277"/>
                  </a:lnTo>
                  <a:lnTo>
                    <a:pt x="872018" y="3142277"/>
                  </a:lnTo>
                  <a:lnTo>
                    <a:pt x="871368" y="3142277"/>
                  </a:lnTo>
                  <a:lnTo>
                    <a:pt x="870718" y="3142277"/>
                  </a:lnTo>
                  <a:lnTo>
                    <a:pt x="870068" y="3142277"/>
                  </a:lnTo>
                  <a:lnTo>
                    <a:pt x="869418" y="3142277"/>
                  </a:lnTo>
                  <a:lnTo>
                    <a:pt x="868768" y="3142277"/>
                  </a:lnTo>
                  <a:lnTo>
                    <a:pt x="868118" y="3142277"/>
                  </a:lnTo>
                  <a:lnTo>
                    <a:pt x="867468" y="3142277"/>
                  </a:lnTo>
                  <a:lnTo>
                    <a:pt x="866818" y="3142277"/>
                  </a:lnTo>
                  <a:lnTo>
                    <a:pt x="866168" y="3142277"/>
                  </a:lnTo>
                  <a:lnTo>
                    <a:pt x="865518" y="3142277"/>
                  </a:lnTo>
                  <a:lnTo>
                    <a:pt x="864868" y="3142277"/>
                  </a:lnTo>
                  <a:lnTo>
                    <a:pt x="864219" y="3142277"/>
                  </a:lnTo>
                  <a:lnTo>
                    <a:pt x="863569" y="3142277"/>
                  </a:lnTo>
                  <a:lnTo>
                    <a:pt x="862919" y="3142277"/>
                  </a:lnTo>
                  <a:lnTo>
                    <a:pt x="862269" y="3142277"/>
                  </a:lnTo>
                  <a:lnTo>
                    <a:pt x="861619" y="3142277"/>
                  </a:lnTo>
                  <a:lnTo>
                    <a:pt x="860969" y="3142277"/>
                  </a:lnTo>
                  <a:lnTo>
                    <a:pt x="860319" y="3142277"/>
                  </a:lnTo>
                  <a:lnTo>
                    <a:pt x="859669" y="3142277"/>
                  </a:lnTo>
                  <a:lnTo>
                    <a:pt x="859019" y="3142277"/>
                  </a:lnTo>
                  <a:lnTo>
                    <a:pt x="858369" y="3142277"/>
                  </a:lnTo>
                  <a:lnTo>
                    <a:pt x="857719" y="3142277"/>
                  </a:lnTo>
                  <a:lnTo>
                    <a:pt x="857069" y="3142277"/>
                  </a:lnTo>
                  <a:lnTo>
                    <a:pt x="856419" y="3142277"/>
                  </a:lnTo>
                  <a:lnTo>
                    <a:pt x="855769" y="3142277"/>
                  </a:lnTo>
                  <a:lnTo>
                    <a:pt x="855119" y="3142277"/>
                  </a:lnTo>
                  <a:lnTo>
                    <a:pt x="854469" y="3142277"/>
                  </a:lnTo>
                  <a:lnTo>
                    <a:pt x="853820" y="3142277"/>
                  </a:lnTo>
                  <a:lnTo>
                    <a:pt x="853170" y="3142277"/>
                  </a:lnTo>
                  <a:lnTo>
                    <a:pt x="852520" y="3142277"/>
                  </a:lnTo>
                  <a:lnTo>
                    <a:pt x="851870" y="3142277"/>
                  </a:lnTo>
                  <a:lnTo>
                    <a:pt x="851220" y="3142277"/>
                  </a:lnTo>
                  <a:lnTo>
                    <a:pt x="850570" y="3142277"/>
                  </a:lnTo>
                  <a:lnTo>
                    <a:pt x="849920" y="3142277"/>
                  </a:lnTo>
                  <a:lnTo>
                    <a:pt x="849270" y="3142277"/>
                  </a:lnTo>
                  <a:lnTo>
                    <a:pt x="848620" y="3142277"/>
                  </a:lnTo>
                  <a:lnTo>
                    <a:pt x="847970" y="3142277"/>
                  </a:lnTo>
                  <a:lnTo>
                    <a:pt x="847320" y="3142277"/>
                  </a:lnTo>
                  <a:lnTo>
                    <a:pt x="846670" y="3142277"/>
                  </a:lnTo>
                  <a:lnTo>
                    <a:pt x="846020" y="3142277"/>
                  </a:lnTo>
                  <a:lnTo>
                    <a:pt x="845370" y="3142277"/>
                  </a:lnTo>
                  <a:lnTo>
                    <a:pt x="844720" y="3142277"/>
                  </a:lnTo>
                  <a:lnTo>
                    <a:pt x="844071" y="3142277"/>
                  </a:lnTo>
                  <a:lnTo>
                    <a:pt x="843421" y="3142277"/>
                  </a:lnTo>
                  <a:lnTo>
                    <a:pt x="842771" y="3142277"/>
                  </a:lnTo>
                  <a:lnTo>
                    <a:pt x="842121" y="3142277"/>
                  </a:lnTo>
                  <a:lnTo>
                    <a:pt x="841471" y="3142277"/>
                  </a:lnTo>
                  <a:lnTo>
                    <a:pt x="840821" y="3142277"/>
                  </a:lnTo>
                  <a:lnTo>
                    <a:pt x="840171" y="3142277"/>
                  </a:lnTo>
                  <a:lnTo>
                    <a:pt x="839521" y="3142277"/>
                  </a:lnTo>
                  <a:lnTo>
                    <a:pt x="838871" y="3142277"/>
                  </a:lnTo>
                  <a:lnTo>
                    <a:pt x="838221" y="3142277"/>
                  </a:lnTo>
                  <a:lnTo>
                    <a:pt x="837571" y="3142277"/>
                  </a:lnTo>
                  <a:lnTo>
                    <a:pt x="836921" y="3142277"/>
                  </a:lnTo>
                  <a:lnTo>
                    <a:pt x="836271" y="3142277"/>
                  </a:lnTo>
                  <a:lnTo>
                    <a:pt x="835621" y="3142277"/>
                  </a:lnTo>
                  <a:lnTo>
                    <a:pt x="834971" y="3142277"/>
                  </a:lnTo>
                  <a:lnTo>
                    <a:pt x="834321" y="3142277"/>
                  </a:lnTo>
                  <a:lnTo>
                    <a:pt x="833672" y="3142277"/>
                  </a:lnTo>
                  <a:lnTo>
                    <a:pt x="833022" y="3142277"/>
                  </a:lnTo>
                  <a:lnTo>
                    <a:pt x="832372" y="3142277"/>
                  </a:lnTo>
                  <a:lnTo>
                    <a:pt x="831722" y="3142277"/>
                  </a:lnTo>
                  <a:lnTo>
                    <a:pt x="831072" y="3142277"/>
                  </a:lnTo>
                  <a:lnTo>
                    <a:pt x="830422" y="3142277"/>
                  </a:lnTo>
                  <a:lnTo>
                    <a:pt x="829772" y="3142277"/>
                  </a:lnTo>
                  <a:lnTo>
                    <a:pt x="829122" y="3142277"/>
                  </a:lnTo>
                  <a:lnTo>
                    <a:pt x="828472" y="3142277"/>
                  </a:lnTo>
                  <a:lnTo>
                    <a:pt x="827822" y="3142277"/>
                  </a:lnTo>
                  <a:lnTo>
                    <a:pt x="827172" y="3142277"/>
                  </a:lnTo>
                  <a:lnTo>
                    <a:pt x="826522" y="3142277"/>
                  </a:lnTo>
                  <a:lnTo>
                    <a:pt x="825872" y="3142277"/>
                  </a:lnTo>
                  <a:lnTo>
                    <a:pt x="825222" y="3142277"/>
                  </a:lnTo>
                  <a:lnTo>
                    <a:pt x="824572" y="3142277"/>
                  </a:lnTo>
                  <a:lnTo>
                    <a:pt x="823923" y="3142277"/>
                  </a:lnTo>
                  <a:lnTo>
                    <a:pt x="823273" y="3142277"/>
                  </a:lnTo>
                  <a:lnTo>
                    <a:pt x="822623" y="3142277"/>
                  </a:lnTo>
                  <a:lnTo>
                    <a:pt x="821973" y="3142277"/>
                  </a:lnTo>
                  <a:lnTo>
                    <a:pt x="821323" y="3142277"/>
                  </a:lnTo>
                  <a:lnTo>
                    <a:pt x="820673" y="3142277"/>
                  </a:lnTo>
                  <a:lnTo>
                    <a:pt x="820023" y="3142277"/>
                  </a:lnTo>
                  <a:lnTo>
                    <a:pt x="819373" y="3142277"/>
                  </a:lnTo>
                  <a:lnTo>
                    <a:pt x="818723" y="3142277"/>
                  </a:lnTo>
                  <a:lnTo>
                    <a:pt x="818073" y="3142277"/>
                  </a:lnTo>
                  <a:lnTo>
                    <a:pt x="817423" y="3142277"/>
                  </a:lnTo>
                  <a:lnTo>
                    <a:pt x="816773" y="3142277"/>
                  </a:lnTo>
                  <a:lnTo>
                    <a:pt x="816123" y="3142277"/>
                  </a:lnTo>
                  <a:lnTo>
                    <a:pt x="815473" y="3142277"/>
                  </a:lnTo>
                  <a:lnTo>
                    <a:pt x="814823" y="3142277"/>
                  </a:lnTo>
                  <a:lnTo>
                    <a:pt x="814173" y="3142277"/>
                  </a:lnTo>
                  <a:lnTo>
                    <a:pt x="813524" y="3142277"/>
                  </a:lnTo>
                  <a:lnTo>
                    <a:pt x="812874" y="3142277"/>
                  </a:lnTo>
                  <a:lnTo>
                    <a:pt x="812224" y="3142277"/>
                  </a:lnTo>
                  <a:lnTo>
                    <a:pt x="811574" y="3142277"/>
                  </a:lnTo>
                  <a:lnTo>
                    <a:pt x="810924" y="3142277"/>
                  </a:lnTo>
                  <a:lnTo>
                    <a:pt x="810274" y="3142277"/>
                  </a:lnTo>
                  <a:lnTo>
                    <a:pt x="809624" y="3142277"/>
                  </a:lnTo>
                  <a:lnTo>
                    <a:pt x="808974" y="3142277"/>
                  </a:lnTo>
                  <a:lnTo>
                    <a:pt x="808324" y="3142277"/>
                  </a:lnTo>
                  <a:lnTo>
                    <a:pt x="807674" y="3142277"/>
                  </a:lnTo>
                  <a:lnTo>
                    <a:pt x="807024" y="3142277"/>
                  </a:lnTo>
                  <a:lnTo>
                    <a:pt x="806374" y="3142277"/>
                  </a:lnTo>
                  <a:lnTo>
                    <a:pt x="805724" y="3142277"/>
                  </a:lnTo>
                  <a:lnTo>
                    <a:pt x="805074" y="3142277"/>
                  </a:lnTo>
                  <a:lnTo>
                    <a:pt x="804424" y="3142277"/>
                  </a:lnTo>
                  <a:lnTo>
                    <a:pt x="803775" y="3142277"/>
                  </a:lnTo>
                  <a:lnTo>
                    <a:pt x="803125" y="3142277"/>
                  </a:lnTo>
                  <a:lnTo>
                    <a:pt x="802475" y="3142277"/>
                  </a:lnTo>
                  <a:lnTo>
                    <a:pt x="801825" y="3142277"/>
                  </a:lnTo>
                  <a:lnTo>
                    <a:pt x="801175" y="3142277"/>
                  </a:lnTo>
                  <a:lnTo>
                    <a:pt x="800525" y="3142277"/>
                  </a:lnTo>
                  <a:lnTo>
                    <a:pt x="799875" y="3142277"/>
                  </a:lnTo>
                  <a:lnTo>
                    <a:pt x="799225" y="3142277"/>
                  </a:lnTo>
                  <a:lnTo>
                    <a:pt x="798575" y="3142277"/>
                  </a:lnTo>
                  <a:lnTo>
                    <a:pt x="797925" y="3142277"/>
                  </a:lnTo>
                  <a:lnTo>
                    <a:pt x="797275" y="3142277"/>
                  </a:lnTo>
                  <a:lnTo>
                    <a:pt x="796625" y="3142277"/>
                  </a:lnTo>
                  <a:lnTo>
                    <a:pt x="795975" y="3142277"/>
                  </a:lnTo>
                  <a:lnTo>
                    <a:pt x="795325" y="3142277"/>
                  </a:lnTo>
                  <a:lnTo>
                    <a:pt x="794675" y="3142277"/>
                  </a:lnTo>
                  <a:lnTo>
                    <a:pt x="794026" y="3142277"/>
                  </a:lnTo>
                  <a:lnTo>
                    <a:pt x="793376" y="3142277"/>
                  </a:lnTo>
                  <a:lnTo>
                    <a:pt x="792726" y="3142277"/>
                  </a:lnTo>
                  <a:lnTo>
                    <a:pt x="792076" y="3142277"/>
                  </a:lnTo>
                  <a:lnTo>
                    <a:pt x="791426" y="3142277"/>
                  </a:lnTo>
                  <a:lnTo>
                    <a:pt x="790776" y="3142277"/>
                  </a:lnTo>
                  <a:lnTo>
                    <a:pt x="790126" y="3142277"/>
                  </a:lnTo>
                  <a:lnTo>
                    <a:pt x="789476" y="3142277"/>
                  </a:lnTo>
                  <a:lnTo>
                    <a:pt x="788826" y="3142277"/>
                  </a:lnTo>
                  <a:lnTo>
                    <a:pt x="788176" y="3142277"/>
                  </a:lnTo>
                  <a:lnTo>
                    <a:pt x="787526" y="3142277"/>
                  </a:lnTo>
                  <a:lnTo>
                    <a:pt x="786876" y="3142277"/>
                  </a:lnTo>
                  <a:lnTo>
                    <a:pt x="786226" y="3142277"/>
                  </a:lnTo>
                  <a:lnTo>
                    <a:pt x="785576" y="3142277"/>
                  </a:lnTo>
                  <a:lnTo>
                    <a:pt x="784926" y="3142277"/>
                  </a:lnTo>
                  <a:lnTo>
                    <a:pt x="784276" y="3142277"/>
                  </a:lnTo>
                  <a:lnTo>
                    <a:pt x="783627" y="3142277"/>
                  </a:lnTo>
                  <a:lnTo>
                    <a:pt x="782977" y="3142277"/>
                  </a:lnTo>
                  <a:lnTo>
                    <a:pt x="782327" y="3142277"/>
                  </a:lnTo>
                  <a:lnTo>
                    <a:pt x="781677" y="3142277"/>
                  </a:lnTo>
                  <a:lnTo>
                    <a:pt x="781027" y="3142277"/>
                  </a:lnTo>
                  <a:lnTo>
                    <a:pt x="780377" y="3142277"/>
                  </a:lnTo>
                  <a:lnTo>
                    <a:pt x="779727" y="3142277"/>
                  </a:lnTo>
                  <a:lnTo>
                    <a:pt x="779077" y="3142277"/>
                  </a:lnTo>
                  <a:lnTo>
                    <a:pt x="778427" y="3142277"/>
                  </a:lnTo>
                  <a:lnTo>
                    <a:pt x="777777" y="3142277"/>
                  </a:lnTo>
                  <a:lnTo>
                    <a:pt x="777127" y="3142277"/>
                  </a:lnTo>
                  <a:lnTo>
                    <a:pt x="776477" y="3142277"/>
                  </a:lnTo>
                  <a:lnTo>
                    <a:pt x="775827" y="3142277"/>
                  </a:lnTo>
                  <a:lnTo>
                    <a:pt x="775177" y="3142277"/>
                  </a:lnTo>
                  <a:lnTo>
                    <a:pt x="774527" y="3142277"/>
                  </a:lnTo>
                  <a:lnTo>
                    <a:pt x="773878" y="3142277"/>
                  </a:lnTo>
                  <a:lnTo>
                    <a:pt x="773228" y="3142277"/>
                  </a:lnTo>
                  <a:lnTo>
                    <a:pt x="772578" y="3142277"/>
                  </a:lnTo>
                  <a:lnTo>
                    <a:pt x="771928" y="3142277"/>
                  </a:lnTo>
                  <a:lnTo>
                    <a:pt x="771278" y="3142277"/>
                  </a:lnTo>
                  <a:lnTo>
                    <a:pt x="770628" y="3142277"/>
                  </a:lnTo>
                  <a:lnTo>
                    <a:pt x="769978" y="3142277"/>
                  </a:lnTo>
                  <a:lnTo>
                    <a:pt x="769328" y="3142277"/>
                  </a:lnTo>
                  <a:lnTo>
                    <a:pt x="768678" y="3142277"/>
                  </a:lnTo>
                  <a:lnTo>
                    <a:pt x="768028" y="3142277"/>
                  </a:lnTo>
                  <a:lnTo>
                    <a:pt x="767378" y="3142277"/>
                  </a:lnTo>
                  <a:lnTo>
                    <a:pt x="766728" y="3142277"/>
                  </a:lnTo>
                  <a:lnTo>
                    <a:pt x="766078" y="3142277"/>
                  </a:lnTo>
                  <a:lnTo>
                    <a:pt x="765428" y="3142277"/>
                  </a:lnTo>
                  <a:lnTo>
                    <a:pt x="764778" y="3142277"/>
                  </a:lnTo>
                  <a:lnTo>
                    <a:pt x="764128" y="3142277"/>
                  </a:lnTo>
                  <a:lnTo>
                    <a:pt x="763479" y="3142277"/>
                  </a:lnTo>
                  <a:lnTo>
                    <a:pt x="762829" y="3142277"/>
                  </a:lnTo>
                  <a:lnTo>
                    <a:pt x="762179" y="3142277"/>
                  </a:lnTo>
                  <a:lnTo>
                    <a:pt x="761529" y="3142277"/>
                  </a:lnTo>
                  <a:lnTo>
                    <a:pt x="760879" y="3142277"/>
                  </a:lnTo>
                  <a:lnTo>
                    <a:pt x="760229" y="3142277"/>
                  </a:lnTo>
                  <a:lnTo>
                    <a:pt x="759579" y="3142277"/>
                  </a:lnTo>
                  <a:lnTo>
                    <a:pt x="758929" y="3142277"/>
                  </a:lnTo>
                  <a:lnTo>
                    <a:pt x="758279" y="3142277"/>
                  </a:lnTo>
                  <a:lnTo>
                    <a:pt x="757629" y="3142277"/>
                  </a:lnTo>
                  <a:lnTo>
                    <a:pt x="756979" y="3142277"/>
                  </a:lnTo>
                  <a:lnTo>
                    <a:pt x="756329" y="3142277"/>
                  </a:lnTo>
                  <a:lnTo>
                    <a:pt x="755679" y="3142277"/>
                  </a:lnTo>
                  <a:lnTo>
                    <a:pt x="755029" y="3142277"/>
                  </a:lnTo>
                  <a:lnTo>
                    <a:pt x="754379" y="3142277"/>
                  </a:lnTo>
                  <a:lnTo>
                    <a:pt x="753730" y="3142277"/>
                  </a:lnTo>
                  <a:lnTo>
                    <a:pt x="753080" y="3142277"/>
                  </a:lnTo>
                  <a:lnTo>
                    <a:pt x="752430" y="3142277"/>
                  </a:lnTo>
                  <a:lnTo>
                    <a:pt x="751780" y="3142277"/>
                  </a:lnTo>
                  <a:lnTo>
                    <a:pt x="751130" y="3142277"/>
                  </a:lnTo>
                  <a:lnTo>
                    <a:pt x="750480" y="3142277"/>
                  </a:lnTo>
                  <a:lnTo>
                    <a:pt x="749830" y="3142277"/>
                  </a:lnTo>
                  <a:lnTo>
                    <a:pt x="749180" y="3142277"/>
                  </a:lnTo>
                  <a:lnTo>
                    <a:pt x="748530" y="3142277"/>
                  </a:lnTo>
                  <a:lnTo>
                    <a:pt x="747880" y="3142277"/>
                  </a:lnTo>
                  <a:lnTo>
                    <a:pt x="747230" y="3142277"/>
                  </a:lnTo>
                  <a:lnTo>
                    <a:pt x="746580" y="3142277"/>
                  </a:lnTo>
                  <a:lnTo>
                    <a:pt x="745930" y="3142277"/>
                  </a:lnTo>
                  <a:lnTo>
                    <a:pt x="745280" y="3142277"/>
                  </a:lnTo>
                  <a:lnTo>
                    <a:pt x="744630" y="3142277"/>
                  </a:lnTo>
                  <a:lnTo>
                    <a:pt x="743980" y="3142277"/>
                  </a:lnTo>
                  <a:lnTo>
                    <a:pt x="743331" y="3142277"/>
                  </a:lnTo>
                  <a:lnTo>
                    <a:pt x="742681" y="3142277"/>
                  </a:lnTo>
                  <a:lnTo>
                    <a:pt x="742031" y="3142277"/>
                  </a:lnTo>
                  <a:lnTo>
                    <a:pt x="741381" y="3142277"/>
                  </a:lnTo>
                  <a:lnTo>
                    <a:pt x="740731" y="3142277"/>
                  </a:lnTo>
                  <a:lnTo>
                    <a:pt x="740081" y="3142277"/>
                  </a:lnTo>
                  <a:lnTo>
                    <a:pt x="739431" y="3142277"/>
                  </a:lnTo>
                  <a:lnTo>
                    <a:pt x="738781" y="3142277"/>
                  </a:lnTo>
                  <a:lnTo>
                    <a:pt x="738131" y="3142277"/>
                  </a:lnTo>
                  <a:lnTo>
                    <a:pt x="737481" y="3142277"/>
                  </a:lnTo>
                  <a:lnTo>
                    <a:pt x="736831" y="3142277"/>
                  </a:lnTo>
                  <a:lnTo>
                    <a:pt x="736181" y="3142277"/>
                  </a:lnTo>
                  <a:lnTo>
                    <a:pt x="735531" y="3142277"/>
                  </a:lnTo>
                  <a:lnTo>
                    <a:pt x="734881" y="3142277"/>
                  </a:lnTo>
                  <a:lnTo>
                    <a:pt x="734231" y="3142277"/>
                  </a:lnTo>
                  <a:lnTo>
                    <a:pt x="733582" y="3142277"/>
                  </a:lnTo>
                  <a:lnTo>
                    <a:pt x="732932" y="3142277"/>
                  </a:lnTo>
                  <a:lnTo>
                    <a:pt x="732282" y="3142277"/>
                  </a:lnTo>
                  <a:lnTo>
                    <a:pt x="731632" y="3142277"/>
                  </a:lnTo>
                  <a:lnTo>
                    <a:pt x="730982" y="3142277"/>
                  </a:lnTo>
                  <a:lnTo>
                    <a:pt x="730332" y="3142277"/>
                  </a:lnTo>
                  <a:lnTo>
                    <a:pt x="729682" y="3142277"/>
                  </a:lnTo>
                  <a:lnTo>
                    <a:pt x="729032" y="3142277"/>
                  </a:lnTo>
                  <a:lnTo>
                    <a:pt x="728382" y="3142277"/>
                  </a:lnTo>
                  <a:lnTo>
                    <a:pt x="727732" y="3142277"/>
                  </a:lnTo>
                  <a:lnTo>
                    <a:pt x="727082" y="3142277"/>
                  </a:lnTo>
                  <a:lnTo>
                    <a:pt x="726432" y="3142277"/>
                  </a:lnTo>
                  <a:lnTo>
                    <a:pt x="725782" y="3142277"/>
                  </a:lnTo>
                  <a:lnTo>
                    <a:pt x="725132" y="3142277"/>
                  </a:lnTo>
                  <a:lnTo>
                    <a:pt x="724482" y="3142277"/>
                  </a:lnTo>
                  <a:lnTo>
                    <a:pt x="723832" y="3142277"/>
                  </a:lnTo>
                  <a:lnTo>
                    <a:pt x="723183" y="3142277"/>
                  </a:lnTo>
                  <a:lnTo>
                    <a:pt x="722533" y="3142277"/>
                  </a:lnTo>
                  <a:lnTo>
                    <a:pt x="721883" y="3142277"/>
                  </a:lnTo>
                  <a:lnTo>
                    <a:pt x="721233" y="3142277"/>
                  </a:lnTo>
                  <a:lnTo>
                    <a:pt x="720583" y="3142277"/>
                  </a:lnTo>
                  <a:lnTo>
                    <a:pt x="719933" y="3142277"/>
                  </a:lnTo>
                  <a:lnTo>
                    <a:pt x="719283" y="3142277"/>
                  </a:lnTo>
                  <a:lnTo>
                    <a:pt x="718633" y="3142277"/>
                  </a:lnTo>
                  <a:lnTo>
                    <a:pt x="717983" y="3142277"/>
                  </a:lnTo>
                  <a:lnTo>
                    <a:pt x="717333" y="3142277"/>
                  </a:lnTo>
                  <a:lnTo>
                    <a:pt x="716683" y="3142277"/>
                  </a:lnTo>
                  <a:lnTo>
                    <a:pt x="716033" y="3142277"/>
                  </a:lnTo>
                  <a:lnTo>
                    <a:pt x="715383" y="3142277"/>
                  </a:lnTo>
                  <a:lnTo>
                    <a:pt x="714733" y="3142277"/>
                  </a:lnTo>
                  <a:lnTo>
                    <a:pt x="714083" y="3142277"/>
                  </a:lnTo>
                  <a:lnTo>
                    <a:pt x="713434" y="3142277"/>
                  </a:lnTo>
                  <a:lnTo>
                    <a:pt x="712784" y="3142277"/>
                  </a:lnTo>
                  <a:lnTo>
                    <a:pt x="712134" y="3142277"/>
                  </a:lnTo>
                  <a:lnTo>
                    <a:pt x="711484" y="3142277"/>
                  </a:lnTo>
                  <a:lnTo>
                    <a:pt x="710834" y="3142277"/>
                  </a:lnTo>
                  <a:lnTo>
                    <a:pt x="710184" y="3142277"/>
                  </a:lnTo>
                  <a:lnTo>
                    <a:pt x="709534" y="3142277"/>
                  </a:lnTo>
                  <a:lnTo>
                    <a:pt x="708884" y="3142277"/>
                  </a:lnTo>
                  <a:lnTo>
                    <a:pt x="708234" y="3142277"/>
                  </a:lnTo>
                  <a:lnTo>
                    <a:pt x="707584" y="3142277"/>
                  </a:lnTo>
                  <a:lnTo>
                    <a:pt x="706934" y="3142277"/>
                  </a:lnTo>
                  <a:lnTo>
                    <a:pt x="706284" y="3142277"/>
                  </a:lnTo>
                  <a:lnTo>
                    <a:pt x="705634" y="3142277"/>
                  </a:lnTo>
                  <a:lnTo>
                    <a:pt x="704984" y="3142277"/>
                  </a:lnTo>
                  <a:lnTo>
                    <a:pt x="704334" y="3142277"/>
                  </a:lnTo>
                  <a:lnTo>
                    <a:pt x="703684" y="3142277"/>
                  </a:lnTo>
                  <a:lnTo>
                    <a:pt x="703035" y="3142277"/>
                  </a:lnTo>
                  <a:lnTo>
                    <a:pt x="702385" y="3142277"/>
                  </a:lnTo>
                  <a:lnTo>
                    <a:pt x="701735" y="3142277"/>
                  </a:lnTo>
                  <a:lnTo>
                    <a:pt x="701085" y="3142277"/>
                  </a:lnTo>
                  <a:lnTo>
                    <a:pt x="700435" y="3142277"/>
                  </a:lnTo>
                  <a:lnTo>
                    <a:pt x="699785" y="3142277"/>
                  </a:lnTo>
                  <a:lnTo>
                    <a:pt x="699135" y="3142277"/>
                  </a:lnTo>
                  <a:lnTo>
                    <a:pt x="698485" y="3142277"/>
                  </a:lnTo>
                  <a:lnTo>
                    <a:pt x="697835" y="3142277"/>
                  </a:lnTo>
                  <a:lnTo>
                    <a:pt x="697185" y="3142277"/>
                  </a:lnTo>
                  <a:lnTo>
                    <a:pt x="696535" y="3142277"/>
                  </a:lnTo>
                  <a:lnTo>
                    <a:pt x="695885" y="3142277"/>
                  </a:lnTo>
                  <a:lnTo>
                    <a:pt x="695235" y="3142277"/>
                  </a:lnTo>
                  <a:lnTo>
                    <a:pt x="694585" y="3142277"/>
                  </a:lnTo>
                  <a:lnTo>
                    <a:pt x="693935" y="3142277"/>
                  </a:lnTo>
                  <a:lnTo>
                    <a:pt x="693286" y="3142277"/>
                  </a:lnTo>
                  <a:lnTo>
                    <a:pt x="692636" y="3142277"/>
                  </a:lnTo>
                  <a:lnTo>
                    <a:pt x="691986" y="3142277"/>
                  </a:lnTo>
                  <a:lnTo>
                    <a:pt x="691336" y="3142277"/>
                  </a:lnTo>
                  <a:lnTo>
                    <a:pt x="690686" y="3142277"/>
                  </a:lnTo>
                  <a:lnTo>
                    <a:pt x="690036" y="3142277"/>
                  </a:lnTo>
                  <a:lnTo>
                    <a:pt x="689386" y="3142277"/>
                  </a:lnTo>
                  <a:lnTo>
                    <a:pt x="688736" y="3142277"/>
                  </a:lnTo>
                  <a:lnTo>
                    <a:pt x="688086" y="3142277"/>
                  </a:lnTo>
                  <a:lnTo>
                    <a:pt x="687436" y="3142277"/>
                  </a:lnTo>
                  <a:lnTo>
                    <a:pt x="686786" y="3142277"/>
                  </a:lnTo>
                  <a:lnTo>
                    <a:pt x="686136" y="3142277"/>
                  </a:lnTo>
                  <a:lnTo>
                    <a:pt x="685486" y="3142277"/>
                  </a:lnTo>
                  <a:lnTo>
                    <a:pt x="684836" y="3142277"/>
                  </a:lnTo>
                  <a:lnTo>
                    <a:pt x="684186" y="3142277"/>
                  </a:lnTo>
                  <a:lnTo>
                    <a:pt x="683536" y="3142277"/>
                  </a:lnTo>
                  <a:lnTo>
                    <a:pt x="682887" y="3142277"/>
                  </a:lnTo>
                  <a:lnTo>
                    <a:pt x="682237" y="3142277"/>
                  </a:lnTo>
                  <a:lnTo>
                    <a:pt x="681587" y="3142277"/>
                  </a:lnTo>
                  <a:lnTo>
                    <a:pt x="680937" y="3142277"/>
                  </a:lnTo>
                  <a:lnTo>
                    <a:pt x="680287" y="3142277"/>
                  </a:lnTo>
                  <a:lnTo>
                    <a:pt x="679637" y="3142277"/>
                  </a:lnTo>
                  <a:lnTo>
                    <a:pt x="678987" y="3142277"/>
                  </a:lnTo>
                  <a:lnTo>
                    <a:pt x="678337" y="3142277"/>
                  </a:lnTo>
                  <a:lnTo>
                    <a:pt x="677687" y="3142277"/>
                  </a:lnTo>
                  <a:lnTo>
                    <a:pt x="677037" y="3142277"/>
                  </a:lnTo>
                  <a:lnTo>
                    <a:pt x="676387" y="3142277"/>
                  </a:lnTo>
                  <a:lnTo>
                    <a:pt x="675737" y="3142277"/>
                  </a:lnTo>
                  <a:lnTo>
                    <a:pt x="675087" y="3142277"/>
                  </a:lnTo>
                  <a:lnTo>
                    <a:pt x="674437" y="3142277"/>
                  </a:lnTo>
                  <a:lnTo>
                    <a:pt x="673787" y="3142277"/>
                  </a:lnTo>
                  <a:lnTo>
                    <a:pt x="673138" y="3142277"/>
                  </a:lnTo>
                  <a:lnTo>
                    <a:pt x="672488" y="3142277"/>
                  </a:lnTo>
                  <a:lnTo>
                    <a:pt x="671838" y="3142277"/>
                  </a:lnTo>
                  <a:lnTo>
                    <a:pt x="671188" y="3142277"/>
                  </a:lnTo>
                  <a:lnTo>
                    <a:pt x="670538" y="3142277"/>
                  </a:lnTo>
                  <a:lnTo>
                    <a:pt x="669888" y="3142277"/>
                  </a:lnTo>
                  <a:lnTo>
                    <a:pt x="669238" y="3142277"/>
                  </a:lnTo>
                  <a:lnTo>
                    <a:pt x="668588" y="3142277"/>
                  </a:lnTo>
                  <a:lnTo>
                    <a:pt x="667938" y="3142277"/>
                  </a:lnTo>
                  <a:lnTo>
                    <a:pt x="667288" y="3142277"/>
                  </a:lnTo>
                  <a:lnTo>
                    <a:pt x="666638" y="3142277"/>
                  </a:lnTo>
                  <a:lnTo>
                    <a:pt x="665988" y="3142277"/>
                  </a:lnTo>
                  <a:lnTo>
                    <a:pt x="665338" y="3142277"/>
                  </a:lnTo>
                  <a:lnTo>
                    <a:pt x="664688" y="3142277"/>
                  </a:lnTo>
                  <a:lnTo>
                    <a:pt x="664038" y="3142277"/>
                  </a:lnTo>
                  <a:lnTo>
                    <a:pt x="663389" y="3142277"/>
                  </a:lnTo>
                  <a:lnTo>
                    <a:pt x="662739" y="3142277"/>
                  </a:lnTo>
                  <a:lnTo>
                    <a:pt x="662089" y="3142277"/>
                  </a:lnTo>
                  <a:lnTo>
                    <a:pt x="661439" y="3142277"/>
                  </a:lnTo>
                  <a:lnTo>
                    <a:pt x="660789" y="3142277"/>
                  </a:lnTo>
                  <a:lnTo>
                    <a:pt x="660139" y="3142277"/>
                  </a:lnTo>
                  <a:lnTo>
                    <a:pt x="659489" y="3142277"/>
                  </a:lnTo>
                  <a:lnTo>
                    <a:pt x="658839" y="3142277"/>
                  </a:lnTo>
                  <a:lnTo>
                    <a:pt x="658189" y="3142277"/>
                  </a:lnTo>
                  <a:lnTo>
                    <a:pt x="657539" y="3142277"/>
                  </a:lnTo>
                  <a:lnTo>
                    <a:pt x="656889" y="3142277"/>
                  </a:lnTo>
                  <a:lnTo>
                    <a:pt x="656239" y="3142277"/>
                  </a:lnTo>
                  <a:lnTo>
                    <a:pt x="655589" y="3142277"/>
                  </a:lnTo>
                  <a:lnTo>
                    <a:pt x="654939" y="3142277"/>
                  </a:lnTo>
                  <a:lnTo>
                    <a:pt x="654289" y="3142277"/>
                  </a:lnTo>
                  <a:lnTo>
                    <a:pt x="653639" y="3142277"/>
                  </a:lnTo>
                  <a:lnTo>
                    <a:pt x="652990" y="3142277"/>
                  </a:lnTo>
                  <a:lnTo>
                    <a:pt x="652340" y="3142277"/>
                  </a:lnTo>
                  <a:lnTo>
                    <a:pt x="651690" y="3142277"/>
                  </a:lnTo>
                  <a:lnTo>
                    <a:pt x="651040" y="3142277"/>
                  </a:lnTo>
                  <a:lnTo>
                    <a:pt x="650390" y="3142277"/>
                  </a:lnTo>
                  <a:lnTo>
                    <a:pt x="649740" y="3142277"/>
                  </a:lnTo>
                  <a:lnTo>
                    <a:pt x="649090" y="3142277"/>
                  </a:lnTo>
                  <a:lnTo>
                    <a:pt x="648440" y="3142277"/>
                  </a:lnTo>
                  <a:lnTo>
                    <a:pt x="647790" y="3142277"/>
                  </a:lnTo>
                  <a:lnTo>
                    <a:pt x="647140" y="3142277"/>
                  </a:lnTo>
                  <a:lnTo>
                    <a:pt x="646490" y="3142277"/>
                  </a:lnTo>
                  <a:lnTo>
                    <a:pt x="645840" y="3142277"/>
                  </a:lnTo>
                  <a:lnTo>
                    <a:pt x="645190" y="3142277"/>
                  </a:lnTo>
                  <a:lnTo>
                    <a:pt x="644540" y="3142277"/>
                  </a:lnTo>
                  <a:lnTo>
                    <a:pt x="643890" y="3142277"/>
                  </a:lnTo>
                  <a:lnTo>
                    <a:pt x="643241" y="3142277"/>
                  </a:lnTo>
                  <a:lnTo>
                    <a:pt x="642591" y="3142277"/>
                  </a:lnTo>
                  <a:lnTo>
                    <a:pt x="641941" y="3142277"/>
                  </a:lnTo>
                  <a:lnTo>
                    <a:pt x="641291" y="3142277"/>
                  </a:lnTo>
                  <a:lnTo>
                    <a:pt x="640641" y="3142277"/>
                  </a:lnTo>
                  <a:lnTo>
                    <a:pt x="639991" y="3142277"/>
                  </a:lnTo>
                  <a:lnTo>
                    <a:pt x="639341" y="3142277"/>
                  </a:lnTo>
                  <a:lnTo>
                    <a:pt x="638691" y="3142277"/>
                  </a:lnTo>
                  <a:lnTo>
                    <a:pt x="638041" y="3142277"/>
                  </a:lnTo>
                  <a:lnTo>
                    <a:pt x="637391" y="3142277"/>
                  </a:lnTo>
                  <a:lnTo>
                    <a:pt x="636741" y="3142277"/>
                  </a:lnTo>
                  <a:lnTo>
                    <a:pt x="636091" y="3142277"/>
                  </a:lnTo>
                  <a:lnTo>
                    <a:pt x="635441" y="3142277"/>
                  </a:lnTo>
                  <a:lnTo>
                    <a:pt x="634791" y="3142277"/>
                  </a:lnTo>
                  <a:lnTo>
                    <a:pt x="634141" y="3142277"/>
                  </a:lnTo>
                  <a:lnTo>
                    <a:pt x="633491" y="3142277"/>
                  </a:lnTo>
                  <a:lnTo>
                    <a:pt x="632842" y="3142277"/>
                  </a:lnTo>
                  <a:lnTo>
                    <a:pt x="632192" y="3142277"/>
                  </a:lnTo>
                  <a:lnTo>
                    <a:pt x="631542" y="3142277"/>
                  </a:lnTo>
                  <a:lnTo>
                    <a:pt x="630892" y="3142277"/>
                  </a:lnTo>
                  <a:lnTo>
                    <a:pt x="630242" y="3142277"/>
                  </a:lnTo>
                  <a:lnTo>
                    <a:pt x="629592" y="3142277"/>
                  </a:lnTo>
                  <a:lnTo>
                    <a:pt x="628942" y="3142277"/>
                  </a:lnTo>
                  <a:lnTo>
                    <a:pt x="628292" y="3142277"/>
                  </a:lnTo>
                  <a:lnTo>
                    <a:pt x="627642" y="3142277"/>
                  </a:lnTo>
                  <a:lnTo>
                    <a:pt x="626992" y="3142277"/>
                  </a:lnTo>
                  <a:lnTo>
                    <a:pt x="626342" y="3142277"/>
                  </a:lnTo>
                  <a:lnTo>
                    <a:pt x="625692" y="3142277"/>
                  </a:lnTo>
                  <a:lnTo>
                    <a:pt x="625042" y="3142277"/>
                  </a:lnTo>
                  <a:lnTo>
                    <a:pt x="624392" y="3142277"/>
                  </a:lnTo>
                  <a:lnTo>
                    <a:pt x="623742" y="3142277"/>
                  </a:lnTo>
                  <a:lnTo>
                    <a:pt x="623093" y="3142277"/>
                  </a:lnTo>
                  <a:lnTo>
                    <a:pt x="622443" y="3142277"/>
                  </a:lnTo>
                  <a:lnTo>
                    <a:pt x="621793" y="3142277"/>
                  </a:lnTo>
                  <a:lnTo>
                    <a:pt x="621143" y="3142277"/>
                  </a:lnTo>
                  <a:lnTo>
                    <a:pt x="620493" y="3142277"/>
                  </a:lnTo>
                  <a:lnTo>
                    <a:pt x="619843" y="3142277"/>
                  </a:lnTo>
                  <a:lnTo>
                    <a:pt x="619193" y="3142277"/>
                  </a:lnTo>
                  <a:lnTo>
                    <a:pt x="618543" y="3142277"/>
                  </a:lnTo>
                  <a:lnTo>
                    <a:pt x="617893" y="3142277"/>
                  </a:lnTo>
                  <a:lnTo>
                    <a:pt x="617243" y="3142277"/>
                  </a:lnTo>
                  <a:lnTo>
                    <a:pt x="616593" y="3142277"/>
                  </a:lnTo>
                  <a:lnTo>
                    <a:pt x="615943" y="3142277"/>
                  </a:lnTo>
                  <a:lnTo>
                    <a:pt x="615293" y="3142277"/>
                  </a:lnTo>
                  <a:lnTo>
                    <a:pt x="614643" y="3142277"/>
                  </a:lnTo>
                  <a:lnTo>
                    <a:pt x="613993" y="3142277"/>
                  </a:lnTo>
                  <a:lnTo>
                    <a:pt x="613343" y="3142277"/>
                  </a:lnTo>
                  <a:lnTo>
                    <a:pt x="612694" y="3142277"/>
                  </a:lnTo>
                  <a:lnTo>
                    <a:pt x="612044" y="3142277"/>
                  </a:lnTo>
                  <a:lnTo>
                    <a:pt x="611394" y="3142277"/>
                  </a:lnTo>
                  <a:lnTo>
                    <a:pt x="610744" y="3142277"/>
                  </a:lnTo>
                  <a:lnTo>
                    <a:pt x="610094" y="3142277"/>
                  </a:lnTo>
                  <a:lnTo>
                    <a:pt x="609444" y="3142277"/>
                  </a:lnTo>
                  <a:lnTo>
                    <a:pt x="608794" y="3142277"/>
                  </a:lnTo>
                  <a:lnTo>
                    <a:pt x="608144" y="3142277"/>
                  </a:lnTo>
                  <a:lnTo>
                    <a:pt x="607494" y="3142277"/>
                  </a:lnTo>
                  <a:lnTo>
                    <a:pt x="606844" y="3142277"/>
                  </a:lnTo>
                  <a:lnTo>
                    <a:pt x="606194" y="3142277"/>
                  </a:lnTo>
                  <a:lnTo>
                    <a:pt x="605544" y="3142277"/>
                  </a:lnTo>
                  <a:lnTo>
                    <a:pt x="604894" y="3142277"/>
                  </a:lnTo>
                  <a:lnTo>
                    <a:pt x="604244" y="3142277"/>
                  </a:lnTo>
                  <a:lnTo>
                    <a:pt x="603594" y="3142277"/>
                  </a:lnTo>
                  <a:lnTo>
                    <a:pt x="602945" y="3142277"/>
                  </a:lnTo>
                  <a:lnTo>
                    <a:pt x="602295" y="3142277"/>
                  </a:lnTo>
                  <a:lnTo>
                    <a:pt x="601645" y="3142277"/>
                  </a:lnTo>
                  <a:lnTo>
                    <a:pt x="600995" y="3142277"/>
                  </a:lnTo>
                  <a:lnTo>
                    <a:pt x="600345" y="3142277"/>
                  </a:lnTo>
                  <a:lnTo>
                    <a:pt x="599695" y="3142277"/>
                  </a:lnTo>
                  <a:lnTo>
                    <a:pt x="599045" y="3142277"/>
                  </a:lnTo>
                  <a:lnTo>
                    <a:pt x="598395" y="3142277"/>
                  </a:lnTo>
                  <a:lnTo>
                    <a:pt x="597745" y="3142277"/>
                  </a:lnTo>
                  <a:lnTo>
                    <a:pt x="597095" y="3142277"/>
                  </a:lnTo>
                  <a:lnTo>
                    <a:pt x="596445" y="3142277"/>
                  </a:lnTo>
                  <a:lnTo>
                    <a:pt x="595795" y="3142277"/>
                  </a:lnTo>
                  <a:lnTo>
                    <a:pt x="595145" y="3142277"/>
                  </a:lnTo>
                  <a:lnTo>
                    <a:pt x="594495" y="3142277"/>
                  </a:lnTo>
                  <a:lnTo>
                    <a:pt x="593845" y="3142277"/>
                  </a:lnTo>
                  <a:lnTo>
                    <a:pt x="593195" y="3142277"/>
                  </a:lnTo>
                  <a:lnTo>
                    <a:pt x="592546" y="3142277"/>
                  </a:lnTo>
                  <a:lnTo>
                    <a:pt x="591896" y="3142277"/>
                  </a:lnTo>
                  <a:lnTo>
                    <a:pt x="591246" y="3142277"/>
                  </a:lnTo>
                  <a:lnTo>
                    <a:pt x="590596" y="3142277"/>
                  </a:lnTo>
                  <a:lnTo>
                    <a:pt x="589946" y="3142277"/>
                  </a:lnTo>
                  <a:lnTo>
                    <a:pt x="589296" y="3142277"/>
                  </a:lnTo>
                  <a:lnTo>
                    <a:pt x="588646" y="3142277"/>
                  </a:lnTo>
                  <a:lnTo>
                    <a:pt x="587996" y="3142277"/>
                  </a:lnTo>
                  <a:lnTo>
                    <a:pt x="587346" y="3142277"/>
                  </a:lnTo>
                  <a:lnTo>
                    <a:pt x="586696" y="3142277"/>
                  </a:lnTo>
                  <a:lnTo>
                    <a:pt x="586046" y="3142277"/>
                  </a:lnTo>
                  <a:lnTo>
                    <a:pt x="585396" y="3142277"/>
                  </a:lnTo>
                  <a:lnTo>
                    <a:pt x="584746" y="3142277"/>
                  </a:lnTo>
                  <a:lnTo>
                    <a:pt x="584096" y="3142277"/>
                  </a:lnTo>
                  <a:lnTo>
                    <a:pt x="583446" y="3142277"/>
                  </a:lnTo>
                  <a:lnTo>
                    <a:pt x="582797" y="3142277"/>
                  </a:lnTo>
                  <a:lnTo>
                    <a:pt x="582147" y="3142277"/>
                  </a:lnTo>
                  <a:lnTo>
                    <a:pt x="581497" y="3142277"/>
                  </a:lnTo>
                  <a:lnTo>
                    <a:pt x="580847" y="3142277"/>
                  </a:lnTo>
                  <a:lnTo>
                    <a:pt x="580197" y="3142277"/>
                  </a:lnTo>
                  <a:lnTo>
                    <a:pt x="579547" y="3142277"/>
                  </a:lnTo>
                  <a:lnTo>
                    <a:pt x="578897" y="3142277"/>
                  </a:lnTo>
                  <a:lnTo>
                    <a:pt x="578247" y="3142277"/>
                  </a:lnTo>
                  <a:lnTo>
                    <a:pt x="577597" y="3142277"/>
                  </a:lnTo>
                  <a:lnTo>
                    <a:pt x="576947" y="3142277"/>
                  </a:lnTo>
                  <a:lnTo>
                    <a:pt x="576297" y="3142277"/>
                  </a:lnTo>
                  <a:lnTo>
                    <a:pt x="575647" y="3142277"/>
                  </a:lnTo>
                  <a:lnTo>
                    <a:pt x="574997" y="3142277"/>
                  </a:lnTo>
                  <a:lnTo>
                    <a:pt x="574347" y="3142277"/>
                  </a:lnTo>
                  <a:lnTo>
                    <a:pt x="573697" y="3142277"/>
                  </a:lnTo>
                  <a:lnTo>
                    <a:pt x="573047" y="3142277"/>
                  </a:lnTo>
                  <a:lnTo>
                    <a:pt x="572398" y="3142277"/>
                  </a:lnTo>
                  <a:lnTo>
                    <a:pt x="571748" y="3142277"/>
                  </a:lnTo>
                  <a:lnTo>
                    <a:pt x="571098" y="3142277"/>
                  </a:lnTo>
                  <a:lnTo>
                    <a:pt x="570448" y="3142277"/>
                  </a:lnTo>
                  <a:lnTo>
                    <a:pt x="569798" y="3142277"/>
                  </a:lnTo>
                  <a:lnTo>
                    <a:pt x="569148" y="3142277"/>
                  </a:lnTo>
                  <a:lnTo>
                    <a:pt x="568498" y="3142277"/>
                  </a:lnTo>
                  <a:lnTo>
                    <a:pt x="567848" y="3142277"/>
                  </a:lnTo>
                  <a:lnTo>
                    <a:pt x="567198" y="3142277"/>
                  </a:lnTo>
                  <a:lnTo>
                    <a:pt x="566548" y="3142277"/>
                  </a:lnTo>
                  <a:lnTo>
                    <a:pt x="565898" y="3142277"/>
                  </a:lnTo>
                  <a:lnTo>
                    <a:pt x="565248" y="3142277"/>
                  </a:lnTo>
                  <a:lnTo>
                    <a:pt x="564598" y="3142277"/>
                  </a:lnTo>
                  <a:lnTo>
                    <a:pt x="563948" y="3142277"/>
                  </a:lnTo>
                  <a:lnTo>
                    <a:pt x="563298" y="3142277"/>
                  </a:lnTo>
                  <a:lnTo>
                    <a:pt x="562649" y="3142277"/>
                  </a:lnTo>
                  <a:lnTo>
                    <a:pt x="561999" y="3142277"/>
                  </a:lnTo>
                  <a:lnTo>
                    <a:pt x="561349" y="3142277"/>
                  </a:lnTo>
                  <a:lnTo>
                    <a:pt x="560699" y="3142277"/>
                  </a:lnTo>
                  <a:lnTo>
                    <a:pt x="560049" y="3142277"/>
                  </a:lnTo>
                  <a:lnTo>
                    <a:pt x="559399" y="3142277"/>
                  </a:lnTo>
                  <a:lnTo>
                    <a:pt x="558749" y="3142277"/>
                  </a:lnTo>
                  <a:lnTo>
                    <a:pt x="558099" y="3142277"/>
                  </a:lnTo>
                  <a:lnTo>
                    <a:pt x="557449" y="3142277"/>
                  </a:lnTo>
                  <a:lnTo>
                    <a:pt x="556799" y="3142277"/>
                  </a:lnTo>
                  <a:lnTo>
                    <a:pt x="556149" y="3142277"/>
                  </a:lnTo>
                  <a:lnTo>
                    <a:pt x="555499" y="3142277"/>
                  </a:lnTo>
                  <a:lnTo>
                    <a:pt x="554849" y="3142277"/>
                  </a:lnTo>
                  <a:lnTo>
                    <a:pt x="554199" y="3142277"/>
                  </a:lnTo>
                  <a:lnTo>
                    <a:pt x="553549" y="3142277"/>
                  </a:lnTo>
                  <a:lnTo>
                    <a:pt x="552899" y="3142277"/>
                  </a:lnTo>
                  <a:lnTo>
                    <a:pt x="552250" y="3142277"/>
                  </a:lnTo>
                  <a:lnTo>
                    <a:pt x="551600" y="3142277"/>
                  </a:lnTo>
                  <a:lnTo>
                    <a:pt x="550950" y="3142277"/>
                  </a:lnTo>
                  <a:lnTo>
                    <a:pt x="550300" y="3142277"/>
                  </a:lnTo>
                  <a:lnTo>
                    <a:pt x="549650" y="3142277"/>
                  </a:lnTo>
                  <a:lnTo>
                    <a:pt x="549000" y="3142277"/>
                  </a:lnTo>
                  <a:lnTo>
                    <a:pt x="548350" y="3142277"/>
                  </a:lnTo>
                  <a:lnTo>
                    <a:pt x="547700" y="3142277"/>
                  </a:lnTo>
                  <a:lnTo>
                    <a:pt x="547050" y="3142277"/>
                  </a:lnTo>
                  <a:lnTo>
                    <a:pt x="546400" y="3142277"/>
                  </a:lnTo>
                  <a:lnTo>
                    <a:pt x="545750" y="3142277"/>
                  </a:lnTo>
                  <a:lnTo>
                    <a:pt x="545100" y="3142277"/>
                  </a:lnTo>
                  <a:lnTo>
                    <a:pt x="544450" y="3142277"/>
                  </a:lnTo>
                  <a:lnTo>
                    <a:pt x="543800" y="3142277"/>
                  </a:lnTo>
                  <a:lnTo>
                    <a:pt x="543150" y="3142277"/>
                  </a:lnTo>
                  <a:lnTo>
                    <a:pt x="542501" y="3142277"/>
                  </a:lnTo>
                  <a:lnTo>
                    <a:pt x="541851" y="3142277"/>
                  </a:lnTo>
                  <a:lnTo>
                    <a:pt x="541201" y="3142277"/>
                  </a:lnTo>
                  <a:lnTo>
                    <a:pt x="540551" y="3142277"/>
                  </a:lnTo>
                  <a:lnTo>
                    <a:pt x="539901" y="3142277"/>
                  </a:lnTo>
                  <a:lnTo>
                    <a:pt x="539251" y="3142277"/>
                  </a:lnTo>
                  <a:lnTo>
                    <a:pt x="538601" y="3142277"/>
                  </a:lnTo>
                  <a:lnTo>
                    <a:pt x="537951" y="3142277"/>
                  </a:lnTo>
                  <a:lnTo>
                    <a:pt x="537301" y="3142277"/>
                  </a:lnTo>
                  <a:lnTo>
                    <a:pt x="536651" y="3142277"/>
                  </a:lnTo>
                  <a:lnTo>
                    <a:pt x="536001" y="3142277"/>
                  </a:lnTo>
                  <a:lnTo>
                    <a:pt x="535351" y="3142277"/>
                  </a:lnTo>
                  <a:lnTo>
                    <a:pt x="534701" y="3142277"/>
                  </a:lnTo>
                  <a:lnTo>
                    <a:pt x="534051" y="3142277"/>
                  </a:lnTo>
                  <a:lnTo>
                    <a:pt x="533401" y="3142277"/>
                  </a:lnTo>
                  <a:lnTo>
                    <a:pt x="532751" y="3142277"/>
                  </a:lnTo>
                  <a:lnTo>
                    <a:pt x="532102" y="3142277"/>
                  </a:lnTo>
                  <a:lnTo>
                    <a:pt x="531452" y="3142277"/>
                  </a:lnTo>
                  <a:lnTo>
                    <a:pt x="530802" y="3142277"/>
                  </a:lnTo>
                  <a:lnTo>
                    <a:pt x="530152" y="3142277"/>
                  </a:lnTo>
                  <a:lnTo>
                    <a:pt x="529502" y="3142277"/>
                  </a:lnTo>
                  <a:lnTo>
                    <a:pt x="528852" y="3142277"/>
                  </a:lnTo>
                  <a:lnTo>
                    <a:pt x="528202" y="3142277"/>
                  </a:lnTo>
                  <a:lnTo>
                    <a:pt x="527552" y="3142277"/>
                  </a:lnTo>
                  <a:lnTo>
                    <a:pt x="526902" y="3142277"/>
                  </a:lnTo>
                  <a:lnTo>
                    <a:pt x="526252" y="3142277"/>
                  </a:lnTo>
                  <a:lnTo>
                    <a:pt x="525602" y="3142277"/>
                  </a:lnTo>
                  <a:lnTo>
                    <a:pt x="524952" y="3142277"/>
                  </a:lnTo>
                  <a:lnTo>
                    <a:pt x="524302" y="3142277"/>
                  </a:lnTo>
                  <a:lnTo>
                    <a:pt x="523652" y="3142277"/>
                  </a:lnTo>
                  <a:lnTo>
                    <a:pt x="523002" y="3142277"/>
                  </a:lnTo>
                  <a:lnTo>
                    <a:pt x="522353" y="3142277"/>
                  </a:lnTo>
                  <a:lnTo>
                    <a:pt x="521703" y="3142277"/>
                  </a:lnTo>
                  <a:lnTo>
                    <a:pt x="521053" y="3142277"/>
                  </a:lnTo>
                  <a:lnTo>
                    <a:pt x="520403" y="3142277"/>
                  </a:lnTo>
                  <a:lnTo>
                    <a:pt x="519753" y="3142277"/>
                  </a:lnTo>
                  <a:lnTo>
                    <a:pt x="519103" y="3142277"/>
                  </a:lnTo>
                  <a:lnTo>
                    <a:pt x="518453" y="3142277"/>
                  </a:lnTo>
                  <a:lnTo>
                    <a:pt x="517803" y="3142277"/>
                  </a:lnTo>
                  <a:lnTo>
                    <a:pt x="517153" y="3142277"/>
                  </a:lnTo>
                  <a:lnTo>
                    <a:pt x="516503" y="3142277"/>
                  </a:lnTo>
                  <a:lnTo>
                    <a:pt x="515853" y="3142277"/>
                  </a:lnTo>
                  <a:lnTo>
                    <a:pt x="515203" y="3142277"/>
                  </a:lnTo>
                  <a:lnTo>
                    <a:pt x="514553" y="3142277"/>
                  </a:lnTo>
                  <a:lnTo>
                    <a:pt x="513903" y="3142277"/>
                  </a:lnTo>
                  <a:lnTo>
                    <a:pt x="513253" y="3142277"/>
                  </a:lnTo>
                  <a:lnTo>
                    <a:pt x="512604" y="3142277"/>
                  </a:lnTo>
                  <a:lnTo>
                    <a:pt x="511954" y="3142277"/>
                  </a:lnTo>
                  <a:lnTo>
                    <a:pt x="511304" y="3142277"/>
                  </a:lnTo>
                  <a:lnTo>
                    <a:pt x="510654" y="3142277"/>
                  </a:lnTo>
                  <a:lnTo>
                    <a:pt x="510004" y="3142277"/>
                  </a:lnTo>
                  <a:lnTo>
                    <a:pt x="509354" y="3142277"/>
                  </a:lnTo>
                  <a:lnTo>
                    <a:pt x="508704" y="3142277"/>
                  </a:lnTo>
                  <a:lnTo>
                    <a:pt x="508054" y="3142277"/>
                  </a:lnTo>
                  <a:lnTo>
                    <a:pt x="507404" y="3142277"/>
                  </a:lnTo>
                  <a:lnTo>
                    <a:pt x="506754" y="3142277"/>
                  </a:lnTo>
                  <a:lnTo>
                    <a:pt x="506104" y="3142277"/>
                  </a:lnTo>
                  <a:lnTo>
                    <a:pt x="505454" y="3142277"/>
                  </a:lnTo>
                  <a:lnTo>
                    <a:pt x="504804" y="3142277"/>
                  </a:lnTo>
                  <a:lnTo>
                    <a:pt x="504154" y="3142277"/>
                  </a:lnTo>
                  <a:lnTo>
                    <a:pt x="503504" y="3142277"/>
                  </a:lnTo>
                  <a:lnTo>
                    <a:pt x="502854" y="3142277"/>
                  </a:lnTo>
                  <a:lnTo>
                    <a:pt x="502205" y="3142277"/>
                  </a:lnTo>
                  <a:lnTo>
                    <a:pt x="501555" y="3142277"/>
                  </a:lnTo>
                  <a:lnTo>
                    <a:pt x="500905" y="3142277"/>
                  </a:lnTo>
                  <a:lnTo>
                    <a:pt x="500255" y="3142277"/>
                  </a:lnTo>
                  <a:lnTo>
                    <a:pt x="499605" y="3142277"/>
                  </a:lnTo>
                  <a:lnTo>
                    <a:pt x="498955" y="3142277"/>
                  </a:lnTo>
                  <a:lnTo>
                    <a:pt x="498305" y="3142277"/>
                  </a:lnTo>
                  <a:lnTo>
                    <a:pt x="497655" y="3142277"/>
                  </a:lnTo>
                  <a:lnTo>
                    <a:pt x="497005" y="3142277"/>
                  </a:lnTo>
                  <a:lnTo>
                    <a:pt x="496355" y="3142277"/>
                  </a:lnTo>
                  <a:lnTo>
                    <a:pt x="495705" y="3142277"/>
                  </a:lnTo>
                  <a:lnTo>
                    <a:pt x="495055" y="3142277"/>
                  </a:lnTo>
                  <a:lnTo>
                    <a:pt x="494405" y="3142277"/>
                  </a:lnTo>
                  <a:lnTo>
                    <a:pt x="493755" y="3142277"/>
                  </a:lnTo>
                  <a:lnTo>
                    <a:pt x="493105" y="3142277"/>
                  </a:lnTo>
                  <a:lnTo>
                    <a:pt x="492456" y="3142277"/>
                  </a:lnTo>
                  <a:lnTo>
                    <a:pt x="491806" y="3142277"/>
                  </a:lnTo>
                  <a:lnTo>
                    <a:pt x="491156" y="3142277"/>
                  </a:lnTo>
                  <a:lnTo>
                    <a:pt x="490506" y="3142277"/>
                  </a:lnTo>
                  <a:lnTo>
                    <a:pt x="489856" y="3142277"/>
                  </a:lnTo>
                  <a:lnTo>
                    <a:pt x="489206" y="3142277"/>
                  </a:lnTo>
                  <a:lnTo>
                    <a:pt x="488556" y="3142277"/>
                  </a:lnTo>
                  <a:lnTo>
                    <a:pt x="487906" y="3142277"/>
                  </a:lnTo>
                  <a:lnTo>
                    <a:pt x="487256" y="3142277"/>
                  </a:lnTo>
                  <a:lnTo>
                    <a:pt x="486606" y="3142277"/>
                  </a:lnTo>
                  <a:lnTo>
                    <a:pt x="485956" y="3142277"/>
                  </a:lnTo>
                  <a:lnTo>
                    <a:pt x="485306" y="3142277"/>
                  </a:lnTo>
                  <a:lnTo>
                    <a:pt x="484656" y="3142277"/>
                  </a:lnTo>
                  <a:lnTo>
                    <a:pt x="484006" y="3142277"/>
                  </a:lnTo>
                  <a:lnTo>
                    <a:pt x="483356" y="3142277"/>
                  </a:lnTo>
                  <a:lnTo>
                    <a:pt x="482706" y="3142277"/>
                  </a:lnTo>
                  <a:lnTo>
                    <a:pt x="482057" y="3142277"/>
                  </a:lnTo>
                  <a:lnTo>
                    <a:pt x="481407" y="3142277"/>
                  </a:lnTo>
                  <a:lnTo>
                    <a:pt x="480757" y="3142277"/>
                  </a:lnTo>
                  <a:lnTo>
                    <a:pt x="480107" y="3142277"/>
                  </a:lnTo>
                  <a:lnTo>
                    <a:pt x="479457" y="3142277"/>
                  </a:lnTo>
                  <a:lnTo>
                    <a:pt x="478807" y="3142277"/>
                  </a:lnTo>
                  <a:lnTo>
                    <a:pt x="478157" y="3142277"/>
                  </a:lnTo>
                  <a:lnTo>
                    <a:pt x="477507" y="3142277"/>
                  </a:lnTo>
                  <a:lnTo>
                    <a:pt x="476857" y="3142277"/>
                  </a:lnTo>
                  <a:lnTo>
                    <a:pt x="476207" y="3142277"/>
                  </a:lnTo>
                  <a:lnTo>
                    <a:pt x="475557" y="3142277"/>
                  </a:lnTo>
                  <a:lnTo>
                    <a:pt x="474907" y="3142277"/>
                  </a:lnTo>
                  <a:lnTo>
                    <a:pt x="474257" y="3142277"/>
                  </a:lnTo>
                  <a:lnTo>
                    <a:pt x="473607" y="3142277"/>
                  </a:lnTo>
                  <a:lnTo>
                    <a:pt x="472957" y="3142277"/>
                  </a:lnTo>
                  <a:lnTo>
                    <a:pt x="472308" y="3142277"/>
                  </a:lnTo>
                  <a:lnTo>
                    <a:pt x="471658" y="3142277"/>
                  </a:lnTo>
                  <a:lnTo>
                    <a:pt x="471008" y="3142277"/>
                  </a:lnTo>
                  <a:lnTo>
                    <a:pt x="470358" y="3142277"/>
                  </a:lnTo>
                  <a:lnTo>
                    <a:pt x="469708" y="3142277"/>
                  </a:lnTo>
                  <a:lnTo>
                    <a:pt x="469058" y="3142277"/>
                  </a:lnTo>
                  <a:lnTo>
                    <a:pt x="468408" y="3142277"/>
                  </a:lnTo>
                  <a:lnTo>
                    <a:pt x="467758" y="3142277"/>
                  </a:lnTo>
                  <a:lnTo>
                    <a:pt x="467108" y="3142277"/>
                  </a:lnTo>
                  <a:lnTo>
                    <a:pt x="466458" y="3142277"/>
                  </a:lnTo>
                  <a:lnTo>
                    <a:pt x="465808" y="3142277"/>
                  </a:lnTo>
                  <a:lnTo>
                    <a:pt x="465158" y="3142277"/>
                  </a:lnTo>
                  <a:lnTo>
                    <a:pt x="464508" y="3142277"/>
                  </a:lnTo>
                  <a:lnTo>
                    <a:pt x="463858" y="3142277"/>
                  </a:lnTo>
                  <a:lnTo>
                    <a:pt x="463208" y="3142277"/>
                  </a:lnTo>
                  <a:lnTo>
                    <a:pt x="462558" y="3142277"/>
                  </a:lnTo>
                  <a:lnTo>
                    <a:pt x="461909" y="3142277"/>
                  </a:lnTo>
                  <a:lnTo>
                    <a:pt x="461259" y="3142277"/>
                  </a:lnTo>
                  <a:lnTo>
                    <a:pt x="460609" y="3142277"/>
                  </a:lnTo>
                  <a:lnTo>
                    <a:pt x="459959" y="3142277"/>
                  </a:lnTo>
                  <a:lnTo>
                    <a:pt x="459309" y="3142277"/>
                  </a:lnTo>
                  <a:lnTo>
                    <a:pt x="458659" y="3142277"/>
                  </a:lnTo>
                  <a:lnTo>
                    <a:pt x="458009" y="3142277"/>
                  </a:lnTo>
                  <a:lnTo>
                    <a:pt x="457359" y="3142277"/>
                  </a:lnTo>
                  <a:lnTo>
                    <a:pt x="456709" y="3142277"/>
                  </a:lnTo>
                  <a:lnTo>
                    <a:pt x="456059" y="3142277"/>
                  </a:lnTo>
                  <a:lnTo>
                    <a:pt x="455409" y="3142277"/>
                  </a:lnTo>
                  <a:lnTo>
                    <a:pt x="454759" y="3142277"/>
                  </a:lnTo>
                  <a:lnTo>
                    <a:pt x="454109" y="3142277"/>
                  </a:lnTo>
                  <a:lnTo>
                    <a:pt x="453459" y="3142277"/>
                  </a:lnTo>
                  <a:lnTo>
                    <a:pt x="452809" y="3142277"/>
                  </a:lnTo>
                  <a:lnTo>
                    <a:pt x="452160" y="3142277"/>
                  </a:lnTo>
                  <a:lnTo>
                    <a:pt x="451510" y="3142277"/>
                  </a:lnTo>
                  <a:lnTo>
                    <a:pt x="450860" y="3142277"/>
                  </a:lnTo>
                  <a:lnTo>
                    <a:pt x="450210" y="3142277"/>
                  </a:lnTo>
                  <a:lnTo>
                    <a:pt x="449560" y="3142277"/>
                  </a:lnTo>
                  <a:lnTo>
                    <a:pt x="448910" y="3142277"/>
                  </a:lnTo>
                  <a:lnTo>
                    <a:pt x="448260" y="3142277"/>
                  </a:lnTo>
                  <a:lnTo>
                    <a:pt x="447610" y="3142277"/>
                  </a:lnTo>
                  <a:lnTo>
                    <a:pt x="446960" y="3142277"/>
                  </a:lnTo>
                  <a:lnTo>
                    <a:pt x="446310" y="3142277"/>
                  </a:lnTo>
                  <a:lnTo>
                    <a:pt x="445660" y="3142277"/>
                  </a:lnTo>
                  <a:lnTo>
                    <a:pt x="445010" y="3142277"/>
                  </a:lnTo>
                  <a:lnTo>
                    <a:pt x="444360" y="3142277"/>
                  </a:lnTo>
                  <a:lnTo>
                    <a:pt x="443710" y="3142277"/>
                  </a:lnTo>
                  <a:lnTo>
                    <a:pt x="443060" y="3142277"/>
                  </a:lnTo>
                  <a:lnTo>
                    <a:pt x="442410" y="3142277"/>
                  </a:lnTo>
                  <a:lnTo>
                    <a:pt x="441761" y="3142277"/>
                  </a:lnTo>
                  <a:lnTo>
                    <a:pt x="441111" y="3142277"/>
                  </a:lnTo>
                  <a:lnTo>
                    <a:pt x="440461" y="3142277"/>
                  </a:lnTo>
                  <a:lnTo>
                    <a:pt x="439811" y="3142277"/>
                  </a:lnTo>
                  <a:lnTo>
                    <a:pt x="439161" y="3142277"/>
                  </a:lnTo>
                  <a:lnTo>
                    <a:pt x="438511" y="3142277"/>
                  </a:lnTo>
                  <a:lnTo>
                    <a:pt x="437861" y="3142277"/>
                  </a:lnTo>
                  <a:lnTo>
                    <a:pt x="437211" y="3142277"/>
                  </a:lnTo>
                  <a:lnTo>
                    <a:pt x="436561" y="3142277"/>
                  </a:lnTo>
                  <a:lnTo>
                    <a:pt x="435911" y="3142277"/>
                  </a:lnTo>
                  <a:lnTo>
                    <a:pt x="435261" y="3142277"/>
                  </a:lnTo>
                  <a:lnTo>
                    <a:pt x="434611" y="3142277"/>
                  </a:lnTo>
                  <a:lnTo>
                    <a:pt x="433961" y="3142277"/>
                  </a:lnTo>
                  <a:lnTo>
                    <a:pt x="433311" y="3142277"/>
                  </a:lnTo>
                  <a:lnTo>
                    <a:pt x="432661" y="3142277"/>
                  </a:lnTo>
                  <a:lnTo>
                    <a:pt x="432012" y="3142277"/>
                  </a:lnTo>
                  <a:lnTo>
                    <a:pt x="431362" y="3142277"/>
                  </a:lnTo>
                  <a:lnTo>
                    <a:pt x="430712" y="3142277"/>
                  </a:lnTo>
                  <a:lnTo>
                    <a:pt x="430062" y="3142277"/>
                  </a:lnTo>
                  <a:lnTo>
                    <a:pt x="429412" y="3142277"/>
                  </a:lnTo>
                  <a:lnTo>
                    <a:pt x="428762" y="3142277"/>
                  </a:lnTo>
                  <a:lnTo>
                    <a:pt x="428112" y="3142277"/>
                  </a:lnTo>
                  <a:lnTo>
                    <a:pt x="427462" y="3142277"/>
                  </a:lnTo>
                  <a:lnTo>
                    <a:pt x="426812" y="3142277"/>
                  </a:lnTo>
                  <a:lnTo>
                    <a:pt x="426162" y="3142277"/>
                  </a:lnTo>
                  <a:lnTo>
                    <a:pt x="425512" y="3142277"/>
                  </a:lnTo>
                  <a:lnTo>
                    <a:pt x="424862" y="3142277"/>
                  </a:lnTo>
                  <a:lnTo>
                    <a:pt x="424212" y="3142277"/>
                  </a:lnTo>
                  <a:lnTo>
                    <a:pt x="423562" y="3142277"/>
                  </a:lnTo>
                  <a:lnTo>
                    <a:pt x="422912" y="3142277"/>
                  </a:lnTo>
                  <a:lnTo>
                    <a:pt x="422262" y="3142277"/>
                  </a:lnTo>
                  <a:lnTo>
                    <a:pt x="421613" y="3142277"/>
                  </a:lnTo>
                  <a:lnTo>
                    <a:pt x="420963" y="3142277"/>
                  </a:lnTo>
                  <a:lnTo>
                    <a:pt x="420313" y="3142277"/>
                  </a:lnTo>
                  <a:lnTo>
                    <a:pt x="419663" y="3142277"/>
                  </a:lnTo>
                  <a:lnTo>
                    <a:pt x="419013" y="3142277"/>
                  </a:lnTo>
                  <a:lnTo>
                    <a:pt x="418363" y="3142277"/>
                  </a:lnTo>
                  <a:lnTo>
                    <a:pt x="417713" y="3142277"/>
                  </a:lnTo>
                  <a:lnTo>
                    <a:pt x="417063" y="3142277"/>
                  </a:lnTo>
                  <a:lnTo>
                    <a:pt x="416413" y="3142277"/>
                  </a:lnTo>
                  <a:lnTo>
                    <a:pt x="415763" y="3142277"/>
                  </a:lnTo>
                  <a:lnTo>
                    <a:pt x="415113" y="3142277"/>
                  </a:lnTo>
                  <a:lnTo>
                    <a:pt x="414463" y="3142277"/>
                  </a:lnTo>
                  <a:lnTo>
                    <a:pt x="413813" y="3142277"/>
                  </a:lnTo>
                  <a:lnTo>
                    <a:pt x="413163" y="3142277"/>
                  </a:lnTo>
                  <a:lnTo>
                    <a:pt x="412513" y="3142277"/>
                  </a:lnTo>
                  <a:lnTo>
                    <a:pt x="411864" y="3142277"/>
                  </a:lnTo>
                  <a:lnTo>
                    <a:pt x="411214" y="3142277"/>
                  </a:lnTo>
                  <a:lnTo>
                    <a:pt x="410564" y="3142277"/>
                  </a:lnTo>
                  <a:lnTo>
                    <a:pt x="409914" y="3142277"/>
                  </a:lnTo>
                  <a:lnTo>
                    <a:pt x="409264" y="3142277"/>
                  </a:lnTo>
                  <a:lnTo>
                    <a:pt x="408614" y="3142277"/>
                  </a:lnTo>
                  <a:lnTo>
                    <a:pt x="407964" y="3142277"/>
                  </a:lnTo>
                  <a:lnTo>
                    <a:pt x="407314" y="3142277"/>
                  </a:lnTo>
                  <a:lnTo>
                    <a:pt x="406664" y="3142277"/>
                  </a:lnTo>
                  <a:lnTo>
                    <a:pt x="406014" y="3142277"/>
                  </a:lnTo>
                  <a:lnTo>
                    <a:pt x="405364" y="3142277"/>
                  </a:lnTo>
                  <a:lnTo>
                    <a:pt x="404714" y="3142277"/>
                  </a:lnTo>
                  <a:lnTo>
                    <a:pt x="404064" y="3142277"/>
                  </a:lnTo>
                  <a:lnTo>
                    <a:pt x="403414" y="3142277"/>
                  </a:lnTo>
                  <a:lnTo>
                    <a:pt x="402764" y="3142277"/>
                  </a:lnTo>
                  <a:lnTo>
                    <a:pt x="402114" y="3142277"/>
                  </a:lnTo>
                  <a:lnTo>
                    <a:pt x="401465" y="3142277"/>
                  </a:lnTo>
                  <a:lnTo>
                    <a:pt x="400815" y="3142277"/>
                  </a:lnTo>
                  <a:lnTo>
                    <a:pt x="400165" y="3142277"/>
                  </a:lnTo>
                  <a:lnTo>
                    <a:pt x="399515" y="3142277"/>
                  </a:lnTo>
                  <a:lnTo>
                    <a:pt x="398865" y="3142277"/>
                  </a:lnTo>
                  <a:lnTo>
                    <a:pt x="398215" y="3142277"/>
                  </a:lnTo>
                  <a:lnTo>
                    <a:pt x="397565" y="3142277"/>
                  </a:lnTo>
                  <a:lnTo>
                    <a:pt x="396915" y="3142277"/>
                  </a:lnTo>
                  <a:lnTo>
                    <a:pt x="396265" y="3142277"/>
                  </a:lnTo>
                  <a:lnTo>
                    <a:pt x="395615" y="3142277"/>
                  </a:lnTo>
                  <a:lnTo>
                    <a:pt x="394965" y="3142277"/>
                  </a:lnTo>
                  <a:lnTo>
                    <a:pt x="394315" y="3142277"/>
                  </a:lnTo>
                  <a:lnTo>
                    <a:pt x="393665" y="3142277"/>
                  </a:lnTo>
                  <a:lnTo>
                    <a:pt x="393015" y="3142277"/>
                  </a:lnTo>
                  <a:lnTo>
                    <a:pt x="392365" y="3142277"/>
                  </a:lnTo>
                  <a:lnTo>
                    <a:pt x="391716" y="3142277"/>
                  </a:lnTo>
                  <a:lnTo>
                    <a:pt x="391066" y="3142277"/>
                  </a:lnTo>
                  <a:lnTo>
                    <a:pt x="390416" y="3142277"/>
                  </a:lnTo>
                  <a:lnTo>
                    <a:pt x="389766" y="3142277"/>
                  </a:lnTo>
                  <a:lnTo>
                    <a:pt x="389116" y="3142277"/>
                  </a:lnTo>
                  <a:lnTo>
                    <a:pt x="388466" y="3142277"/>
                  </a:lnTo>
                  <a:lnTo>
                    <a:pt x="387816" y="3142277"/>
                  </a:lnTo>
                  <a:lnTo>
                    <a:pt x="387166" y="3142277"/>
                  </a:lnTo>
                  <a:lnTo>
                    <a:pt x="386516" y="3142277"/>
                  </a:lnTo>
                  <a:lnTo>
                    <a:pt x="385866" y="3142277"/>
                  </a:lnTo>
                  <a:lnTo>
                    <a:pt x="385216" y="3142277"/>
                  </a:lnTo>
                  <a:lnTo>
                    <a:pt x="384566" y="3142277"/>
                  </a:lnTo>
                  <a:lnTo>
                    <a:pt x="383916" y="3142277"/>
                  </a:lnTo>
                  <a:lnTo>
                    <a:pt x="383266" y="3142277"/>
                  </a:lnTo>
                  <a:lnTo>
                    <a:pt x="382616" y="3142277"/>
                  </a:lnTo>
                  <a:lnTo>
                    <a:pt x="381966" y="3142277"/>
                  </a:lnTo>
                  <a:lnTo>
                    <a:pt x="381317" y="3142277"/>
                  </a:lnTo>
                  <a:lnTo>
                    <a:pt x="380667" y="3142277"/>
                  </a:lnTo>
                  <a:lnTo>
                    <a:pt x="380017" y="3142277"/>
                  </a:lnTo>
                  <a:lnTo>
                    <a:pt x="379367" y="3142277"/>
                  </a:lnTo>
                  <a:lnTo>
                    <a:pt x="378717" y="3142277"/>
                  </a:lnTo>
                  <a:lnTo>
                    <a:pt x="378067" y="3142277"/>
                  </a:lnTo>
                  <a:lnTo>
                    <a:pt x="377417" y="3142277"/>
                  </a:lnTo>
                  <a:lnTo>
                    <a:pt x="376767" y="3142277"/>
                  </a:lnTo>
                  <a:lnTo>
                    <a:pt x="376117" y="3142277"/>
                  </a:lnTo>
                  <a:lnTo>
                    <a:pt x="375467" y="3142277"/>
                  </a:lnTo>
                  <a:lnTo>
                    <a:pt x="374817" y="3142277"/>
                  </a:lnTo>
                  <a:lnTo>
                    <a:pt x="374167" y="3142277"/>
                  </a:lnTo>
                  <a:lnTo>
                    <a:pt x="373517" y="3142277"/>
                  </a:lnTo>
                  <a:lnTo>
                    <a:pt x="372867" y="3142277"/>
                  </a:lnTo>
                  <a:lnTo>
                    <a:pt x="372217" y="3142277"/>
                  </a:lnTo>
                  <a:lnTo>
                    <a:pt x="371568" y="3142277"/>
                  </a:lnTo>
                  <a:lnTo>
                    <a:pt x="370918" y="3142277"/>
                  </a:lnTo>
                  <a:lnTo>
                    <a:pt x="370268" y="3142277"/>
                  </a:lnTo>
                  <a:lnTo>
                    <a:pt x="369618" y="3142277"/>
                  </a:lnTo>
                  <a:lnTo>
                    <a:pt x="368968" y="3142277"/>
                  </a:lnTo>
                  <a:lnTo>
                    <a:pt x="368318" y="3142277"/>
                  </a:lnTo>
                  <a:lnTo>
                    <a:pt x="367668" y="3142277"/>
                  </a:lnTo>
                  <a:lnTo>
                    <a:pt x="367018" y="3142277"/>
                  </a:lnTo>
                  <a:lnTo>
                    <a:pt x="366368" y="3142277"/>
                  </a:lnTo>
                  <a:lnTo>
                    <a:pt x="365718" y="3142277"/>
                  </a:lnTo>
                  <a:lnTo>
                    <a:pt x="365068" y="3142277"/>
                  </a:lnTo>
                  <a:lnTo>
                    <a:pt x="364418" y="3142277"/>
                  </a:lnTo>
                  <a:lnTo>
                    <a:pt x="363768" y="3142277"/>
                  </a:lnTo>
                  <a:lnTo>
                    <a:pt x="363118" y="3142277"/>
                  </a:lnTo>
                  <a:lnTo>
                    <a:pt x="362468" y="3142277"/>
                  </a:lnTo>
                  <a:lnTo>
                    <a:pt x="361819" y="3142277"/>
                  </a:lnTo>
                  <a:lnTo>
                    <a:pt x="361169" y="3142277"/>
                  </a:lnTo>
                  <a:lnTo>
                    <a:pt x="360519" y="3142277"/>
                  </a:lnTo>
                  <a:lnTo>
                    <a:pt x="359869" y="3142277"/>
                  </a:lnTo>
                  <a:lnTo>
                    <a:pt x="359219" y="3142277"/>
                  </a:lnTo>
                  <a:lnTo>
                    <a:pt x="358569" y="3142277"/>
                  </a:lnTo>
                  <a:lnTo>
                    <a:pt x="357919" y="3142277"/>
                  </a:lnTo>
                  <a:lnTo>
                    <a:pt x="357269" y="3142277"/>
                  </a:lnTo>
                  <a:lnTo>
                    <a:pt x="356619" y="3142277"/>
                  </a:lnTo>
                  <a:lnTo>
                    <a:pt x="355969" y="3142277"/>
                  </a:lnTo>
                  <a:lnTo>
                    <a:pt x="355319" y="3142277"/>
                  </a:lnTo>
                  <a:lnTo>
                    <a:pt x="354669" y="3142277"/>
                  </a:lnTo>
                  <a:lnTo>
                    <a:pt x="354019" y="3142277"/>
                  </a:lnTo>
                  <a:lnTo>
                    <a:pt x="353369" y="3142277"/>
                  </a:lnTo>
                  <a:lnTo>
                    <a:pt x="352719" y="3142277"/>
                  </a:lnTo>
                  <a:lnTo>
                    <a:pt x="352069" y="3142277"/>
                  </a:lnTo>
                  <a:lnTo>
                    <a:pt x="351420" y="3142277"/>
                  </a:lnTo>
                  <a:lnTo>
                    <a:pt x="350770" y="3142277"/>
                  </a:lnTo>
                  <a:lnTo>
                    <a:pt x="350120" y="3142277"/>
                  </a:lnTo>
                  <a:lnTo>
                    <a:pt x="349470" y="3142277"/>
                  </a:lnTo>
                  <a:lnTo>
                    <a:pt x="348820" y="3142277"/>
                  </a:lnTo>
                  <a:lnTo>
                    <a:pt x="348170" y="3142277"/>
                  </a:lnTo>
                  <a:lnTo>
                    <a:pt x="347520" y="3142277"/>
                  </a:lnTo>
                  <a:lnTo>
                    <a:pt x="346870" y="3142277"/>
                  </a:lnTo>
                  <a:lnTo>
                    <a:pt x="346220" y="3142277"/>
                  </a:lnTo>
                  <a:lnTo>
                    <a:pt x="345570" y="3142277"/>
                  </a:lnTo>
                  <a:lnTo>
                    <a:pt x="344920" y="3142277"/>
                  </a:lnTo>
                  <a:lnTo>
                    <a:pt x="344270" y="3142277"/>
                  </a:lnTo>
                  <a:lnTo>
                    <a:pt x="343620" y="3142277"/>
                  </a:lnTo>
                  <a:lnTo>
                    <a:pt x="342970" y="3142277"/>
                  </a:lnTo>
                  <a:lnTo>
                    <a:pt x="342320" y="3142277"/>
                  </a:lnTo>
                  <a:lnTo>
                    <a:pt x="341671" y="3142277"/>
                  </a:lnTo>
                  <a:lnTo>
                    <a:pt x="341021" y="3142277"/>
                  </a:lnTo>
                  <a:lnTo>
                    <a:pt x="340371" y="3142277"/>
                  </a:lnTo>
                  <a:lnTo>
                    <a:pt x="339721" y="3142277"/>
                  </a:lnTo>
                  <a:lnTo>
                    <a:pt x="339071" y="3142277"/>
                  </a:lnTo>
                  <a:lnTo>
                    <a:pt x="338421" y="3142277"/>
                  </a:lnTo>
                  <a:lnTo>
                    <a:pt x="337771" y="3142277"/>
                  </a:lnTo>
                  <a:lnTo>
                    <a:pt x="337121" y="3142277"/>
                  </a:lnTo>
                  <a:lnTo>
                    <a:pt x="336471" y="3142277"/>
                  </a:lnTo>
                  <a:lnTo>
                    <a:pt x="335821" y="3142277"/>
                  </a:lnTo>
                  <a:lnTo>
                    <a:pt x="335171" y="3142277"/>
                  </a:lnTo>
                  <a:lnTo>
                    <a:pt x="334521" y="3142277"/>
                  </a:lnTo>
                  <a:lnTo>
                    <a:pt x="333871" y="3142277"/>
                  </a:lnTo>
                  <a:lnTo>
                    <a:pt x="333221" y="3142277"/>
                  </a:lnTo>
                  <a:lnTo>
                    <a:pt x="332571" y="3142277"/>
                  </a:lnTo>
                  <a:lnTo>
                    <a:pt x="331921" y="3142277"/>
                  </a:lnTo>
                  <a:lnTo>
                    <a:pt x="331272" y="3142277"/>
                  </a:lnTo>
                  <a:lnTo>
                    <a:pt x="330622" y="3142277"/>
                  </a:lnTo>
                  <a:lnTo>
                    <a:pt x="329972" y="3142277"/>
                  </a:lnTo>
                  <a:lnTo>
                    <a:pt x="329322" y="3142277"/>
                  </a:lnTo>
                  <a:lnTo>
                    <a:pt x="328672" y="3142277"/>
                  </a:lnTo>
                  <a:lnTo>
                    <a:pt x="328022" y="3142277"/>
                  </a:lnTo>
                  <a:lnTo>
                    <a:pt x="327372" y="3142277"/>
                  </a:lnTo>
                  <a:lnTo>
                    <a:pt x="326722" y="3142277"/>
                  </a:lnTo>
                  <a:lnTo>
                    <a:pt x="326072" y="3142277"/>
                  </a:lnTo>
                  <a:lnTo>
                    <a:pt x="325422" y="3142277"/>
                  </a:lnTo>
                  <a:lnTo>
                    <a:pt x="324772" y="3142277"/>
                  </a:lnTo>
                  <a:lnTo>
                    <a:pt x="324122" y="3142277"/>
                  </a:lnTo>
                  <a:lnTo>
                    <a:pt x="323472" y="3142277"/>
                  </a:lnTo>
                  <a:lnTo>
                    <a:pt x="322822" y="3142277"/>
                  </a:lnTo>
                  <a:lnTo>
                    <a:pt x="322172" y="3142277"/>
                  </a:lnTo>
                  <a:lnTo>
                    <a:pt x="321523" y="3142277"/>
                  </a:lnTo>
                  <a:lnTo>
                    <a:pt x="320873" y="3142277"/>
                  </a:lnTo>
                  <a:lnTo>
                    <a:pt x="320223" y="3142277"/>
                  </a:lnTo>
                  <a:lnTo>
                    <a:pt x="319573" y="3142277"/>
                  </a:lnTo>
                  <a:lnTo>
                    <a:pt x="318923" y="3142277"/>
                  </a:lnTo>
                  <a:lnTo>
                    <a:pt x="318273" y="3142277"/>
                  </a:lnTo>
                  <a:lnTo>
                    <a:pt x="317623" y="3142277"/>
                  </a:lnTo>
                  <a:lnTo>
                    <a:pt x="316973" y="3142277"/>
                  </a:lnTo>
                  <a:lnTo>
                    <a:pt x="316323" y="3142277"/>
                  </a:lnTo>
                  <a:lnTo>
                    <a:pt x="315673" y="3142277"/>
                  </a:lnTo>
                  <a:lnTo>
                    <a:pt x="315023" y="3142277"/>
                  </a:lnTo>
                  <a:lnTo>
                    <a:pt x="314373" y="3142277"/>
                  </a:lnTo>
                  <a:lnTo>
                    <a:pt x="313723" y="3142277"/>
                  </a:lnTo>
                  <a:lnTo>
                    <a:pt x="313073" y="3142277"/>
                  </a:lnTo>
                  <a:lnTo>
                    <a:pt x="312423" y="3142277"/>
                  </a:lnTo>
                  <a:lnTo>
                    <a:pt x="311773" y="3142277"/>
                  </a:lnTo>
                  <a:lnTo>
                    <a:pt x="311124" y="3142277"/>
                  </a:lnTo>
                  <a:lnTo>
                    <a:pt x="310474" y="3142277"/>
                  </a:lnTo>
                  <a:lnTo>
                    <a:pt x="309824" y="3142277"/>
                  </a:lnTo>
                  <a:lnTo>
                    <a:pt x="309174" y="3142277"/>
                  </a:lnTo>
                  <a:lnTo>
                    <a:pt x="308524" y="3142277"/>
                  </a:lnTo>
                  <a:lnTo>
                    <a:pt x="307874" y="3142277"/>
                  </a:lnTo>
                  <a:lnTo>
                    <a:pt x="307224" y="3142277"/>
                  </a:lnTo>
                  <a:lnTo>
                    <a:pt x="306574" y="3142277"/>
                  </a:lnTo>
                  <a:lnTo>
                    <a:pt x="305924" y="3142277"/>
                  </a:lnTo>
                  <a:lnTo>
                    <a:pt x="305274" y="3142277"/>
                  </a:lnTo>
                  <a:lnTo>
                    <a:pt x="304624" y="3142277"/>
                  </a:lnTo>
                  <a:lnTo>
                    <a:pt x="303974" y="3142277"/>
                  </a:lnTo>
                  <a:lnTo>
                    <a:pt x="303324" y="3142277"/>
                  </a:lnTo>
                  <a:lnTo>
                    <a:pt x="302674" y="3142277"/>
                  </a:lnTo>
                  <a:lnTo>
                    <a:pt x="302024" y="3142277"/>
                  </a:lnTo>
                  <a:lnTo>
                    <a:pt x="301375" y="3142277"/>
                  </a:lnTo>
                  <a:lnTo>
                    <a:pt x="300725" y="3142277"/>
                  </a:lnTo>
                  <a:lnTo>
                    <a:pt x="300075" y="3142277"/>
                  </a:lnTo>
                  <a:lnTo>
                    <a:pt x="299425" y="3142277"/>
                  </a:lnTo>
                  <a:lnTo>
                    <a:pt x="298775" y="3142277"/>
                  </a:lnTo>
                  <a:lnTo>
                    <a:pt x="298125" y="3142277"/>
                  </a:lnTo>
                  <a:lnTo>
                    <a:pt x="297475" y="3142277"/>
                  </a:lnTo>
                  <a:lnTo>
                    <a:pt x="296825" y="3142277"/>
                  </a:lnTo>
                  <a:lnTo>
                    <a:pt x="296175" y="3142277"/>
                  </a:lnTo>
                  <a:lnTo>
                    <a:pt x="295525" y="3142277"/>
                  </a:lnTo>
                  <a:lnTo>
                    <a:pt x="294875" y="3142277"/>
                  </a:lnTo>
                  <a:lnTo>
                    <a:pt x="294225" y="3142277"/>
                  </a:lnTo>
                  <a:lnTo>
                    <a:pt x="293575" y="3142277"/>
                  </a:lnTo>
                  <a:lnTo>
                    <a:pt x="292925" y="3142277"/>
                  </a:lnTo>
                  <a:lnTo>
                    <a:pt x="292275" y="3142277"/>
                  </a:lnTo>
                  <a:lnTo>
                    <a:pt x="291625" y="3142277"/>
                  </a:lnTo>
                  <a:lnTo>
                    <a:pt x="290976" y="3142277"/>
                  </a:lnTo>
                  <a:lnTo>
                    <a:pt x="290326" y="3142277"/>
                  </a:lnTo>
                  <a:lnTo>
                    <a:pt x="289676" y="3142277"/>
                  </a:lnTo>
                  <a:lnTo>
                    <a:pt x="289026" y="3142277"/>
                  </a:lnTo>
                  <a:lnTo>
                    <a:pt x="288376" y="3142277"/>
                  </a:lnTo>
                  <a:lnTo>
                    <a:pt x="287726" y="3142277"/>
                  </a:lnTo>
                  <a:lnTo>
                    <a:pt x="287076" y="3142277"/>
                  </a:lnTo>
                  <a:lnTo>
                    <a:pt x="286426" y="3142277"/>
                  </a:lnTo>
                  <a:lnTo>
                    <a:pt x="285776" y="3142277"/>
                  </a:lnTo>
                  <a:lnTo>
                    <a:pt x="285126" y="3142277"/>
                  </a:lnTo>
                  <a:lnTo>
                    <a:pt x="284476" y="3142277"/>
                  </a:lnTo>
                  <a:lnTo>
                    <a:pt x="283826" y="3142277"/>
                  </a:lnTo>
                  <a:lnTo>
                    <a:pt x="283176" y="3142277"/>
                  </a:lnTo>
                  <a:lnTo>
                    <a:pt x="282526" y="3142277"/>
                  </a:lnTo>
                  <a:lnTo>
                    <a:pt x="281876" y="3142277"/>
                  </a:lnTo>
                  <a:lnTo>
                    <a:pt x="281227" y="3142277"/>
                  </a:lnTo>
                  <a:lnTo>
                    <a:pt x="280577" y="3142277"/>
                  </a:lnTo>
                  <a:lnTo>
                    <a:pt x="279927" y="3142277"/>
                  </a:lnTo>
                  <a:lnTo>
                    <a:pt x="279277" y="3142277"/>
                  </a:lnTo>
                  <a:lnTo>
                    <a:pt x="278627" y="3142277"/>
                  </a:lnTo>
                  <a:lnTo>
                    <a:pt x="277977" y="3142277"/>
                  </a:lnTo>
                  <a:lnTo>
                    <a:pt x="277327" y="3142277"/>
                  </a:lnTo>
                  <a:lnTo>
                    <a:pt x="276677" y="3142277"/>
                  </a:lnTo>
                  <a:lnTo>
                    <a:pt x="276027" y="3142277"/>
                  </a:lnTo>
                  <a:lnTo>
                    <a:pt x="275377" y="3142277"/>
                  </a:lnTo>
                  <a:lnTo>
                    <a:pt x="274727" y="3142277"/>
                  </a:lnTo>
                  <a:lnTo>
                    <a:pt x="274077" y="3142277"/>
                  </a:lnTo>
                  <a:lnTo>
                    <a:pt x="273427" y="3142277"/>
                  </a:lnTo>
                  <a:lnTo>
                    <a:pt x="272777" y="3142277"/>
                  </a:lnTo>
                  <a:lnTo>
                    <a:pt x="272127" y="3142277"/>
                  </a:lnTo>
                  <a:lnTo>
                    <a:pt x="271477" y="3142277"/>
                  </a:lnTo>
                  <a:lnTo>
                    <a:pt x="270828" y="3142277"/>
                  </a:lnTo>
                  <a:lnTo>
                    <a:pt x="270178" y="3142277"/>
                  </a:lnTo>
                  <a:lnTo>
                    <a:pt x="269528" y="3142277"/>
                  </a:lnTo>
                  <a:lnTo>
                    <a:pt x="268878" y="3142277"/>
                  </a:lnTo>
                  <a:lnTo>
                    <a:pt x="268228" y="3142277"/>
                  </a:lnTo>
                  <a:lnTo>
                    <a:pt x="267578" y="3142277"/>
                  </a:lnTo>
                  <a:lnTo>
                    <a:pt x="266928" y="3142277"/>
                  </a:lnTo>
                  <a:lnTo>
                    <a:pt x="266278" y="3142277"/>
                  </a:lnTo>
                  <a:lnTo>
                    <a:pt x="265628" y="3142277"/>
                  </a:lnTo>
                  <a:lnTo>
                    <a:pt x="264978" y="3142277"/>
                  </a:lnTo>
                  <a:lnTo>
                    <a:pt x="264328" y="3142277"/>
                  </a:lnTo>
                  <a:lnTo>
                    <a:pt x="263678" y="3142277"/>
                  </a:lnTo>
                  <a:lnTo>
                    <a:pt x="263028" y="3142277"/>
                  </a:lnTo>
                  <a:lnTo>
                    <a:pt x="262378" y="3142277"/>
                  </a:lnTo>
                  <a:lnTo>
                    <a:pt x="261728" y="3142277"/>
                  </a:lnTo>
                  <a:lnTo>
                    <a:pt x="261079" y="3142277"/>
                  </a:lnTo>
                  <a:lnTo>
                    <a:pt x="260429" y="3142277"/>
                  </a:lnTo>
                  <a:lnTo>
                    <a:pt x="259779" y="3142277"/>
                  </a:lnTo>
                  <a:lnTo>
                    <a:pt x="259129" y="3142277"/>
                  </a:lnTo>
                  <a:lnTo>
                    <a:pt x="258479" y="3142277"/>
                  </a:lnTo>
                  <a:lnTo>
                    <a:pt x="257829" y="3142277"/>
                  </a:lnTo>
                  <a:lnTo>
                    <a:pt x="257179" y="3142277"/>
                  </a:lnTo>
                  <a:lnTo>
                    <a:pt x="256529" y="3142277"/>
                  </a:lnTo>
                  <a:lnTo>
                    <a:pt x="255879" y="3142277"/>
                  </a:lnTo>
                  <a:lnTo>
                    <a:pt x="255229" y="3142277"/>
                  </a:lnTo>
                  <a:lnTo>
                    <a:pt x="254579" y="3142277"/>
                  </a:lnTo>
                  <a:lnTo>
                    <a:pt x="253929" y="3142277"/>
                  </a:lnTo>
                  <a:lnTo>
                    <a:pt x="253279" y="3142277"/>
                  </a:lnTo>
                  <a:lnTo>
                    <a:pt x="252629" y="3142277"/>
                  </a:lnTo>
                  <a:lnTo>
                    <a:pt x="251979" y="3142277"/>
                  </a:lnTo>
                  <a:lnTo>
                    <a:pt x="251329" y="3142277"/>
                  </a:lnTo>
                  <a:lnTo>
                    <a:pt x="250680" y="3142277"/>
                  </a:lnTo>
                  <a:lnTo>
                    <a:pt x="250030" y="3142277"/>
                  </a:lnTo>
                  <a:lnTo>
                    <a:pt x="249380" y="3142277"/>
                  </a:lnTo>
                  <a:lnTo>
                    <a:pt x="248730" y="3142277"/>
                  </a:lnTo>
                  <a:lnTo>
                    <a:pt x="248080" y="3142277"/>
                  </a:lnTo>
                  <a:lnTo>
                    <a:pt x="247430" y="3142277"/>
                  </a:lnTo>
                  <a:lnTo>
                    <a:pt x="246780" y="3142277"/>
                  </a:lnTo>
                  <a:lnTo>
                    <a:pt x="246130" y="3142277"/>
                  </a:lnTo>
                  <a:lnTo>
                    <a:pt x="245480" y="3142277"/>
                  </a:lnTo>
                  <a:lnTo>
                    <a:pt x="244830" y="3142277"/>
                  </a:lnTo>
                  <a:lnTo>
                    <a:pt x="244180" y="3142277"/>
                  </a:lnTo>
                  <a:lnTo>
                    <a:pt x="243530" y="3142277"/>
                  </a:lnTo>
                  <a:lnTo>
                    <a:pt x="242880" y="3142277"/>
                  </a:lnTo>
                  <a:lnTo>
                    <a:pt x="242230" y="3142277"/>
                  </a:lnTo>
                  <a:lnTo>
                    <a:pt x="241580" y="3142277"/>
                  </a:lnTo>
                  <a:lnTo>
                    <a:pt x="240931" y="3142277"/>
                  </a:lnTo>
                  <a:lnTo>
                    <a:pt x="240281" y="3142277"/>
                  </a:lnTo>
                  <a:lnTo>
                    <a:pt x="239631" y="3142277"/>
                  </a:lnTo>
                  <a:lnTo>
                    <a:pt x="238981" y="3142277"/>
                  </a:lnTo>
                  <a:lnTo>
                    <a:pt x="238331" y="3142277"/>
                  </a:lnTo>
                  <a:lnTo>
                    <a:pt x="237681" y="3142277"/>
                  </a:lnTo>
                  <a:lnTo>
                    <a:pt x="237031" y="3142277"/>
                  </a:lnTo>
                  <a:lnTo>
                    <a:pt x="236381" y="3142277"/>
                  </a:lnTo>
                  <a:lnTo>
                    <a:pt x="235731" y="3142277"/>
                  </a:lnTo>
                  <a:lnTo>
                    <a:pt x="235081" y="3142277"/>
                  </a:lnTo>
                  <a:lnTo>
                    <a:pt x="234431" y="3142277"/>
                  </a:lnTo>
                  <a:lnTo>
                    <a:pt x="233781" y="3142277"/>
                  </a:lnTo>
                  <a:lnTo>
                    <a:pt x="233131" y="3142277"/>
                  </a:lnTo>
                  <a:lnTo>
                    <a:pt x="232481" y="3142277"/>
                  </a:lnTo>
                  <a:lnTo>
                    <a:pt x="231831" y="3142277"/>
                  </a:lnTo>
                  <a:lnTo>
                    <a:pt x="231182" y="3142277"/>
                  </a:lnTo>
                  <a:lnTo>
                    <a:pt x="230532" y="3142277"/>
                  </a:lnTo>
                  <a:lnTo>
                    <a:pt x="229882" y="3142277"/>
                  </a:lnTo>
                  <a:lnTo>
                    <a:pt x="229232" y="3142277"/>
                  </a:lnTo>
                  <a:lnTo>
                    <a:pt x="228582" y="3142277"/>
                  </a:lnTo>
                  <a:lnTo>
                    <a:pt x="227932" y="3142277"/>
                  </a:lnTo>
                  <a:lnTo>
                    <a:pt x="227282" y="3142277"/>
                  </a:lnTo>
                  <a:lnTo>
                    <a:pt x="226632" y="3142277"/>
                  </a:lnTo>
                  <a:lnTo>
                    <a:pt x="225982" y="3142277"/>
                  </a:lnTo>
                  <a:lnTo>
                    <a:pt x="225332" y="3142277"/>
                  </a:lnTo>
                  <a:lnTo>
                    <a:pt x="224682" y="3142277"/>
                  </a:lnTo>
                  <a:lnTo>
                    <a:pt x="224032" y="3142277"/>
                  </a:lnTo>
                  <a:lnTo>
                    <a:pt x="223382" y="3142277"/>
                  </a:lnTo>
                  <a:lnTo>
                    <a:pt x="222732" y="3142277"/>
                  </a:lnTo>
                  <a:lnTo>
                    <a:pt x="222082" y="3142277"/>
                  </a:lnTo>
                  <a:lnTo>
                    <a:pt x="221432" y="3142277"/>
                  </a:lnTo>
                  <a:lnTo>
                    <a:pt x="220783" y="3142277"/>
                  </a:lnTo>
                  <a:lnTo>
                    <a:pt x="220133" y="3142277"/>
                  </a:lnTo>
                  <a:lnTo>
                    <a:pt x="219483" y="3142277"/>
                  </a:lnTo>
                  <a:lnTo>
                    <a:pt x="218833" y="3142277"/>
                  </a:lnTo>
                  <a:lnTo>
                    <a:pt x="218183" y="3142277"/>
                  </a:lnTo>
                  <a:lnTo>
                    <a:pt x="217533" y="3142277"/>
                  </a:lnTo>
                  <a:lnTo>
                    <a:pt x="216883" y="3142277"/>
                  </a:lnTo>
                  <a:lnTo>
                    <a:pt x="216233" y="3142277"/>
                  </a:lnTo>
                  <a:lnTo>
                    <a:pt x="215583" y="3142277"/>
                  </a:lnTo>
                  <a:lnTo>
                    <a:pt x="214933" y="3142277"/>
                  </a:lnTo>
                  <a:lnTo>
                    <a:pt x="214283" y="3142277"/>
                  </a:lnTo>
                  <a:lnTo>
                    <a:pt x="213633" y="3142277"/>
                  </a:lnTo>
                  <a:lnTo>
                    <a:pt x="212983" y="3142277"/>
                  </a:lnTo>
                  <a:lnTo>
                    <a:pt x="212333" y="3142277"/>
                  </a:lnTo>
                  <a:lnTo>
                    <a:pt x="211683" y="3142277"/>
                  </a:lnTo>
                  <a:lnTo>
                    <a:pt x="211034" y="3142277"/>
                  </a:lnTo>
                  <a:lnTo>
                    <a:pt x="210384" y="3142277"/>
                  </a:lnTo>
                  <a:lnTo>
                    <a:pt x="209734" y="3142277"/>
                  </a:lnTo>
                  <a:lnTo>
                    <a:pt x="209084" y="3142277"/>
                  </a:lnTo>
                  <a:lnTo>
                    <a:pt x="208434" y="3142277"/>
                  </a:lnTo>
                  <a:lnTo>
                    <a:pt x="207784" y="3142277"/>
                  </a:lnTo>
                  <a:lnTo>
                    <a:pt x="207134" y="3142277"/>
                  </a:lnTo>
                  <a:lnTo>
                    <a:pt x="206484" y="3142277"/>
                  </a:lnTo>
                  <a:lnTo>
                    <a:pt x="205834" y="3142277"/>
                  </a:lnTo>
                  <a:lnTo>
                    <a:pt x="205184" y="3142277"/>
                  </a:lnTo>
                  <a:lnTo>
                    <a:pt x="204534" y="3142277"/>
                  </a:lnTo>
                  <a:lnTo>
                    <a:pt x="203884" y="3142277"/>
                  </a:lnTo>
                  <a:lnTo>
                    <a:pt x="203234" y="3142277"/>
                  </a:lnTo>
                  <a:lnTo>
                    <a:pt x="202584" y="3142277"/>
                  </a:lnTo>
                  <a:lnTo>
                    <a:pt x="201934" y="3142277"/>
                  </a:lnTo>
                  <a:lnTo>
                    <a:pt x="201284" y="3142277"/>
                  </a:lnTo>
                  <a:lnTo>
                    <a:pt x="200635" y="3142277"/>
                  </a:lnTo>
                  <a:lnTo>
                    <a:pt x="199985" y="3142277"/>
                  </a:lnTo>
                  <a:lnTo>
                    <a:pt x="199335" y="3142277"/>
                  </a:lnTo>
                  <a:lnTo>
                    <a:pt x="198685" y="3142277"/>
                  </a:lnTo>
                  <a:lnTo>
                    <a:pt x="198035" y="3142277"/>
                  </a:lnTo>
                  <a:lnTo>
                    <a:pt x="197385" y="3142277"/>
                  </a:lnTo>
                  <a:lnTo>
                    <a:pt x="196735" y="3142277"/>
                  </a:lnTo>
                  <a:lnTo>
                    <a:pt x="196085" y="3142277"/>
                  </a:lnTo>
                  <a:lnTo>
                    <a:pt x="195435" y="3142277"/>
                  </a:lnTo>
                  <a:lnTo>
                    <a:pt x="194785" y="3142277"/>
                  </a:lnTo>
                  <a:lnTo>
                    <a:pt x="194135" y="3142277"/>
                  </a:lnTo>
                  <a:lnTo>
                    <a:pt x="193485" y="3142277"/>
                  </a:lnTo>
                  <a:lnTo>
                    <a:pt x="192835" y="3142277"/>
                  </a:lnTo>
                  <a:lnTo>
                    <a:pt x="192185" y="3142277"/>
                  </a:lnTo>
                  <a:lnTo>
                    <a:pt x="191535" y="3142277"/>
                  </a:lnTo>
                  <a:lnTo>
                    <a:pt x="190886" y="3142277"/>
                  </a:lnTo>
                  <a:lnTo>
                    <a:pt x="190236" y="3142277"/>
                  </a:lnTo>
                  <a:lnTo>
                    <a:pt x="189586" y="3142277"/>
                  </a:lnTo>
                  <a:lnTo>
                    <a:pt x="188936" y="3142277"/>
                  </a:lnTo>
                  <a:lnTo>
                    <a:pt x="188286" y="3142277"/>
                  </a:lnTo>
                  <a:lnTo>
                    <a:pt x="187636" y="3142277"/>
                  </a:lnTo>
                  <a:lnTo>
                    <a:pt x="186986" y="3142277"/>
                  </a:lnTo>
                  <a:lnTo>
                    <a:pt x="186336" y="3142277"/>
                  </a:lnTo>
                  <a:lnTo>
                    <a:pt x="185686" y="3142277"/>
                  </a:lnTo>
                  <a:lnTo>
                    <a:pt x="185036" y="3142277"/>
                  </a:lnTo>
                  <a:lnTo>
                    <a:pt x="184386" y="3142277"/>
                  </a:lnTo>
                  <a:lnTo>
                    <a:pt x="183736" y="3142277"/>
                  </a:lnTo>
                  <a:lnTo>
                    <a:pt x="183086" y="3142277"/>
                  </a:lnTo>
                  <a:lnTo>
                    <a:pt x="182436" y="3142277"/>
                  </a:lnTo>
                  <a:lnTo>
                    <a:pt x="181786" y="3142277"/>
                  </a:lnTo>
                  <a:lnTo>
                    <a:pt x="181136" y="3142277"/>
                  </a:lnTo>
                  <a:lnTo>
                    <a:pt x="180487" y="3142277"/>
                  </a:lnTo>
                  <a:lnTo>
                    <a:pt x="179837" y="3142277"/>
                  </a:lnTo>
                  <a:lnTo>
                    <a:pt x="179187" y="3142277"/>
                  </a:lnTo>
                  <a:lnTo>
                    <a:pt x="178537" y="3142277"/>
                  </a:lnTo>
                  <a:lnTo>
                    <a:pt x="177887" y="3142277"/>
                  </a:lnTo>
                  <a:lnTo>
                    <a:pt x="177237" y="3142277"/>
                  </a:lnTo>
                  <a:lnTo>
                    <a:pt x="176587" y="3142277"/>
                  </a:lnTo>
                  <a:lnTo>
                    <a:pt x="175937" y="3142277"/>
                  </a:lnTo>
                  <a:lnTo>
                    <a:pt x="175287" y="3142277"/>
                  </a:lnTo>
                  <a:lnTo>
                    <a:pt x="174637" y="3142277"/>
                  </a:lnTo>
                  <a:lnTo>
                    <a:pt x="173987" y="3142277"/>
                  </a:lnTo>
                  <a:lnTo>
                    <a:pt x="173337" y="3142277"/>
                  </a:lnTo>
                  <a:lnTo>
                    <a:pt x="172687" y="3142277"/>
                  </a:lnTo>
                  <a:lnTo>
                    <a:pt x="172037" y="3142277"/>
                  </a:lnTo>
                  <a:lnTo>
                    <a:pt x="171387" y="3142277"/>
                  </a:lnTo>
                  <a:lnTo>
                    <a:pt x="170738" y="3142277"/>
                  </a:lnTo>
                  <a:lnTo>
                    <a:pt x="170088" y="3142277"/>
                  </a:lnTo>
                  <a:lnTo>
                    <a:pt x="169438" y="3142277"/>
                  </a:lnTo>
                  <a:lnTo>
                    <a:pt x="168788" y="3142277"/>
                  </a:lnTo>
                  <a:lnTo>
                    <a:pt x="168138" y="3142277"/>
                  </a:lnTo>
                  <a:lnTo>
                    <a:pt x="167488" y="3142277"/>
                  </a:lnTo>
                  <a:lnTo>
                    <a:pt x="166838" y="3142277"/>
                  </a:lnTo>
                  <a:lnTo>
                    <a:pt x="166188" y="3142277"/>
                  </a:lnTo>
                  <a:lnTo>
                    <a:pt x="165538" y="3142277"/>
                  </a:lnTo>
                  <a:lnTo>
                    <a:pt x="164888" y="3142277"/>
                  </a:lnTo>
                  <a:lnTo>
                    <a:pt x="164238" y="3142277"/>
                  </a:lnTo>
                  <a:lnTo>
                    <a:pt x="163588" y="3142277"/>
                  </a:lnTo>
                  <a:lnTo>
                    <a:pt x="162938" y="3142277"/>
                  </a:lnTo>
                  <a:lnTo>
                    <a:pt x="162288" y="3142277"/>
                  </a:lnTo>
                  <a:lnTo>
                    <a:pt x="161638" y="3142277"/>
                  </a:lnTo>
                  <a:lnTo>
                    <a:pt x="160988" y="3142277"/>
                  </a:lnTo>
                  <a:lnTo>
                    <a:pt x="160339" y="3142277"/>
                  </a:lnTo>
                  <a:lnTo>
                    <a:pt x="159689" y="3142277"/>
                  </a:lnTo>
                  <a:lnTo>
                    <a:pt x="159039" y="3142277"/>
                  </a:lnTo>
                  <a:lnTo>
                    <a:pt x="158389" y="3142277"/>
                  </a:lnTo>
                  <a:lnTo>
                    <a:pt x="157739" y="3142277"/>
                  </a:lnTo>
                  <a:lnTo>
                    <a:pt x="157089" y="3142277"/>
                  </a:lnTo>
                  <a:lnTo>
                    <a:pt x="156439" y="3142277"/>
                  </a:lnTo>
                  <a:lnTo>
                    <a:pt x="155789" y="3142277"/>
                  </a:lnTo>
                  <a:lnTo>
                    <a:pt x="155139" y="3142277"/>
                  </a:lnTo>
                  <a:lnTo>
                    <a:pt x="154489" y="3142277"/>
                  </a:lnTo>
                  <a:lnTo>
                    <a:pt x="153839" y="3142277"/>
                  </a:lnTo>
                  <a:lnTo>
                    <a:pt x="153189" y="3142277"/>
                  </a:lnTo>
                  <a:lnTo>
                    <a:pt x="152539" y="3142277"/>
                  </a:lnTo>
                  <a:lnTo>
                    <a:pt x="151889" y="3142277"/>
                  </a:lnTo>
                  <a:lnTo>
                    <a:pt x="151239" y="3142277"/>
                  </a:lnTo>
                  <a:lnTo>
                    <a:pt x="150590" y="3142277"/>
                  </a:lnTo>
                  <a:lnTo>
                    <a:pt x="149940" y="3142277"/>
                  </a:lnTo>
                  <a:lnTo>
                    <a:pt x="149290" y="3142277"/>
                  </a:lnTo>
                  <a:lnTo>
                    <a:pt x="148640" y="3142277"/>
                  </a:lnTo>
                  <a:lnTo>
                    <a:pt x="147990" y="3142277"/>
                  </a:lnTo>
                  <a:lnTo>
                    <a:pt x="147340" y="3142277"/>
                  </a:lnTo>
                  <a:lnTo>
                    <a:pt x="146690" y="3142277"/>
                  </a:lnTo>
                  <a:lnTo>
                    <a:pt x="146040" y="3142277"/>
                  </a:lnTo>
                  <a:lnTo>
                    <a:pt x="145390" y="3142277"/>
                  </a:lnTo>
                  <a:lnTo>
                    <a:pt x="144740" y="3142277"/>
                  </a:lnTo>
                  <a:lnTo>
                    <a:pt x="144090" y="3142277"/>
                  </a:lnTo>
                  <a:lnTo>
                    <a:pt x="143440" y="3142277"/>
                  </a:lnTo>
                  <a:lnTo>
                    <a:pt x="142790" y="3142277"/>
                  </a:lnTo>
                  <a:lnTo>
                    <a:pt x="142140" y="3142277"/>
                  </a:lnTo>
                  <a:lnTo>
                    <a:pt x="141490" y="3142277"/>
                  </a:lnTo>
                  <a:lnTo>
                    <a:pt x="140840" y="3142277"/>
                  </a:lnTo>
                  <a:lnTo>
                    <a:pt x="140191" y="3142277"/>
                  </a:lnTo>
                  <a:lnTo>
                    <a:pt x="139541" y="3142277"/>
                  </a:lnTo>
                  <a:lnTo>
                    <a:pt x="138891" y="3142277"/>
                  </a:lnTo>
                  <a:lnTo>
                    <a:pt x="138241" y="3142277"/>
                  </a:lnTo>
                  <a:lnTo>
                    <a:pt x="137591" y="3142277"/>
                  </a:lnTo>
                  <a:lnTo>
                    <a:pt x="136941" y="3142277"/>
                  </a:lnTo>
                  <a:lnTo>
                    <a:pt x="136291" y="3142277"/>
                  </a:lnTo>
                  <a:lnTo>
                    <a:pt x="135641" y="3142277"/>
                  </a:lnTo>
                  <a:lnTo>
                    <a:pt x="134991" y="3142277"/>
                  </a:lnTo>
                  <a:lnTo>
                    <a:pt x="134341" y="3142277"/>
                  </a:lnTo>
                  <a:lnTo>
                    <a:pt x="133691" y="3142277"/>
                  </a:lnTo>
                  <a:lnTo>
                    <a:pt x="133041" y="3142277"/>
                  </a:lnTo>
                  <a:lnTo>
                    <a:pt x="132391" y="3142277"/>
                  </a:lnTo>
                  <a:lnTo>
                    <a:pt x="131741" y="3142277"/>
                  </a:lnTo>
                  <a:lnTo>
                    <a:pt x="131091" y="3142277"/>
                  </a:lnTo>
                  <a:lnTo>
                    <a:pt x="130442" y="3142277"/>
                  </a:lnTo>
                  <a:lnTo>
                    <a:pt x="129792" y="3142277"/>
                  </a:lnTo>
                  <a:lnTo>
                    <a:pt x="129142" y="3142277"/>
                  </a:lnTo>
                  <a:lnTo>
                    <a:pt x="128492" y="3142277"/>
                  </a:lnTo>
                  <a:lnTo>
                    <a:pt x="127842" y="3142277"/>
                  </a:lnTo>
                  <a:lnTo>
                    <a:pt x="127192" y="3142277"/>
                  </a:lnTo>
                  <a:lnTo>
                    <a:pt x="126542" y="3142277"/>
                  </a:lnTo>
                  <a:lnTo>
                    <a:pt x="125892" y="3142277"/>
                  </a:lnTo>
                  <a:lnTo>
                    <a:pt x="125242" y="3142277"/>
                  </a:lnTo>
                  <a:lnTo>
                    <a:pt x="124592" y="3142277"/>
                  </a:lnTo>
                  <a:lnTo>
                    <a:pt x="123942" y="3142277"/>
                  </a:lnTo>
                  <a:lnTo>
                    <a:pt x="123292" y="3142277"/>
                  </a:lnTo>
                  <a:lnTo>
                    <a:pt x="122642" y="3142277"/>
                  </a:lnTo>
                  <a:lnTo>
                    <a:pt x="121992" y="3142277"/>
                  </a:lnTo>
                  <a:lnTo>
                    <a:pt x="121342" y="3142277"/>
                  </a:lnTo>
                  <a:lnTo>
                    <a:pt x="120692" y="3142277"/>
                  </a:lnTo>
                  <a:lnTo>
                    <a:pt x="120043" y="3142277"/>
                  </a:lnTo>
                  <a:lnTo>
                    <a:pt x="119393" y="3142277"/>
                  </a:lnTo>
                  <a:lnTo>
                    <a:pt x="118743" y="3142277"/>
                  </a:lnTo>
                  <a:lnTo>
                    <a:pt x="118093" y="3142277"/>
                  </a:lnTo>
                  <a:lnTo>
                    <a:pt x="117443" y="3142277"/>
                  </a:lnTo>
                  <a:lnTo>
                    <a:pt x="116793" y="3142277"/>
                  </a:lnTo>
                  <a:lnTo>
                    <a:pt x="116143" y="3142277"/>
                  </a:lnTo>
                  <a:lnTo>
                    <a:pt x="115493" y="3142277"/>
                  </a:lnTo>
                  <a:lnTo>
                    <a:pt x="114843" y="3142277"/>
                  </a:lnTo>
                  <a:lnTo>
                    <a:pt x="114193" y="3142277"/>
                  </a:lnTo>
                  <a:lnTo>
                    <a:pt x="113543" y="3142277"/>
                  </a:lnTo>
                  <a:lnTo>
                    <a:pt x="112893" y="3142277"/>
                  </a:lnTo>
                  <a:lnTo>
                    <a:pt x="112243" y="3142277"/>
                  </a:lnTo>
                  <a:lnTo>
                    <a:pt x="111593" y="3142277"/>
                  </a:lnTo>
                  <a:lnTo>
                    <a:pt x="110943" y="3142277"/>
                  </a:lnTo>
                  <a:lnTo>
                    <a:pt x="110294" y="3142277"/>
                  </a:lnTo>
                  <a:lnTo>
                    <a:pt x="109644" y="3142277"/>
                  </a:lnTo>
                  <a:lnTo>
                    <a:pt x="108994" y="3142277"/>
                  </a:lnTo>
                  <a:lnTo>
                    <a:pt x="108344" y="3142277"/>
                  </a:lnTo>
                  <a:lnTo>
                    <a:pt x="107694" y="3142277"/>
                  </a:lnTo>
                  <a:lnTo>
                    <a:pt x="107044" y="3142277"/>
                  </a:lnTo>
                  <a:lnTo>
                    <a:pt x="106394" y="3142277"/>
                  </a:lnTo>
                  <a:lnTo>
                    <a:pt x="105744" y="3142277"/>
                  </a:lnTo>
                  <a:lnTo>
                    <a:pt x="105094" y="3142277"/>
                  </a:lnTo>
                  <a:lnTo>
                    <a:pt x="104444" y="3142277"/>
                  </a:lnTo>
                  <a:lnTo>
                    <a:pt x="103794" y="3142277"/>
                  </a:lnTo>
                  <a:lnTo>
                    <a:pt x="103144" y="3142277"/>
                  </a:lnTo>
                  <a:lnTo>
                    <a:pt x="102494" y="3142277"/>
                  </a:lnTo>
                  <a:lnTo>
                    <a:pt x="101844" y="3142277"/>
                  </a:lnTo>
                  <a:lnTo>
                    <a:pt x="101194" y="3142277"/>
                  </a:lnTo>
                  <a:lnTo>
                    <a:pt x="100544" y="3142277"/>
                  </a:lnTo>
                  <a:lnTo>
                    <a:pt x="99895" y="3142277"/>
                  </a:lnTo>
                  <a:lnTo>
                    <a:pt x="99245" y="3142277"/>
                  </a:lnTo>
                  <a:lnTo>
                    <a:pt x="98595" y="3142277"/>
                  </a:lnTo>
                  <a:lnTo>
                    <a:pt x="97945" y="3142277"/>
                  </a:lnTo>
                  <a:lnTo>
                    <a:pt x="97295" y="3142277"/>
                  </a:lnTo>
                  <a:lnTo>
                    <a:pt x="96645" y="3142277"/>
                  </a:lnTo>
                  <a:lnTo>
                    <a:pt x="95995" y="3142277"/>
                  </a:lnTo>
                  <a:lnTo>
                    <a:pt x="95345" y="3142277"/>
                  </a:lnTo>
                  <a:lnTo>
                    <a:pt x="94695" y="3142277"/>
                  </a:lnTo>
                  <a:lnTo>
                    <a:pt x="94045" y="3142277"/>
                  </a:lnTo>
                  <a:lnTo>
                    <a:pt x="93395" y="3142277"/>
                  </a:lnTo>
                  <a:lnTo>
                    <a:pt x="92745" y="3142277"/>
                  </a:lnTo>
                  <a:lnTo>
                    <a:pt x="92095" y="3142277"/>
                  </a:lnTo>
                  <a:lnTo>
                    <a:pt x="91445" y="3142277"/>
                  </a:lnTo>
                  <a:lnTo>
                    <a:pt x="90795" y="3142277"/>
                  </a:lnTo>
                  <a:lnTo>
                    <a:pt x="90146" y="3142277"/>
                  </a:lnTo>
                  <a:lnTo>
                    <a:pt x="89496" y="3142277"/>
                  </a:lnTo>
                  <a:lnTo>
                    <a:pt x="88846" y="3142277"/>
                  </a:lnTo>
                  <a:lnTo>
                    <a:pt x="88196" y="3142277"/>
                  </a:lnTo>
                  <a:lnTo>
                    <a:pt x="87546" y="3142277"/>
                  </a:lnTo>
                  <a:lnTo>
                    <a:pt x="86896" y="3142277"/>
                  </a:lnTo>
                  <a:lnTo>
                    <a:pt x="86246" y="3142277"/>
                  </a:lnTo>
                  <a:lnTo>
                    <a:pt x="85596" y="3142277"/>
                  </a:lnTo>
                  <a:lnTo>
                    <a:pt x="84946" y="3142277"/>
                  </a:lnTo>
                  <a:lnTo>
                    <a:pt x="84296" y="3142277"/>
                  </a:lnTo>
                  <a:lnTo>
                    <a:pt x="83646" y="3142277"/>
                  </a:lnTo>
                  <a:lnTo>
                    <a:pt x="82996" y="3142277"/>
                  </a:lnTo>
                  <a:lnTo>
                    <a:pt x="82346" y="3142277"/>
                  </a:lnTo>
                  <a:lnTo>
                    <a:pt x="81696" y="3142277"/>
                  </a:lnTo>
                  <a:lnTo>
                    <a:pt x="81046" y="3142277"/>
                  </a:lnTo>
                  <a:lnTo>
                    <a:pt x="80397" y="3142277"/>
                  </a:lnTo>
                  <a:lnTo>
                    <a:pt x="79747" y="3142277"/>
                  </a:lnTo>
                  <a:lnTo>
                    <a:pt x="79097" y="3142277"/>
                  </a:lnTo>
                  <a:lnTo>
                    <a:pt x="78447" y="3142277"/>
                  </a:lnTo>
                  <a:lnTo>
                    <a:pt x="77797" y="3142277"/>
                  </a:lnTo>
                  <a:lnTo>
                    <a:pt x="77147" y="3142277"/>
                  </a:lnTo>
                  <a:lnTo>
                    <a:pt x="76497" y="3142277"/>
                  </a:lnTo>
                  <a:lnTo>
                    <a:pt x="75847" y="3142277"/>
                  </a:lnTo>
                  <a:lnTo>
                    <a:pt x="75197" y="3142277"/>
                  </a:lnTo>
                  <a:lnTo>
                    <a:pt x="74547" y="3142277"/>
                  </a:lnTo>
                  <a:lnTo>
                    <a:pt x="73897" y="3142277"/>
                  </a:lnTo>
                  <a:lnTo>
                    <a:pt x="73247" y="3142277"/>
                  </a:lnTo>
                  <a:lnTo>
                    <a:pt x="72597" y="3142277"/>
                  </a:lnTo>
                  <a:lnTo>
                    <a:pt x="71947" y="3142277"/>
                  </a:lnTo>
                  <a:lnTo>
                    <a:pt x="71297" y="3142277"/>
                  </a:lnTo>
                  <a:lnTo>
                    <a:pt x="70647" y="3142277"/>
                  </a:lnTo>
                  <a:lnTo>
                    <a:pt x="69998" y="3142277"/>
                  </a:lnTo>
                  <a:lnTo>
                    <a:pt x="69348" y="3142277"/>
                  </a:lnTo>
                  <a:lnTo>
                    <a:pt x="68698" y="3142277"/>
                  </a:lnTo>
                  <a:lnTo>
                    <a:pt x="68048" y="3142277"/>
                  </a:lnTo>
                  <a:lnTo>
                    <a:pt x="67398" y="3142277"/>
                  </a:lnTo>
                  <a:lnTo>
                    <a:pt x="66748" y="3142277"/>
                  </a:lnTo>
                  <a:lnTo>
                    <a:pt x="66098" y="3142277"/>
                  </a:lnTo>
                  <a:lnTo>
                    <a:pt x="65448" y="3142277"/>
                  </a:lnTo>
                  <a:lnTo>
                    <a:pt x="64798" y="3142277"/>
                  </a:lnTo>
                  <a:lnTo>
                    <a:pt x="64148" y="3142277"/>
                  </a:lnTo>
                  <a:lnTo>
                    <a:pt x="63498" y="3142277"/>
                  </a:lnTo>
                  <a:lnTo>
                    <a:pt x="62848" y="3142277"/>
                  </a:lnTo>
                  <a:lnTo>
                    <a:pt x="62198" y="3142277"/>
                  </a:lnTo>
                  <a:lnTo>
                    <a:pt x="61548" y="3142277"/>
                  </a:lnTo>
                  <a:lnTo>
                    <a:pt x="60898" y="3142277"/>
                  </a:lnTo>
                  <a:lnTo>
                    <a:pt x="60249" y="3142277"/>
                  </a:lnTo>
                  <a:lnTo>
                    <a:pt x="59599" y="3142277"/>
                  </a:lnTo>
                  <a:lnTo>
                    <a:pt x="58949" y="3142277"/>
                  </a:lnTo>
                  <a:lnTo>
                    <a:pt x="58299" y="3142277"/>
                  </a:lnTo>
                  <a:lnTo>
                    <a:pt x="57649" y="3142277"/>
                  </a:lnTo>
                  <a:lnTo>
                    <a:pt x="56999" y="3142277"/>
                  </a:lnTo>
                  <a:lnTo>
                    <a:pt x="56349" y="3142277"/>
                  </a:lnTo>
                  <a:lnTo>
                    <a:pt x="55699" y="3142277"/>
                  </a:lnTo>
                  <a:lnTo>
                    <a:pt x="55049" y="3142277"/>
                  </a:lnTo>
                  <a:lnTo>
                    <a:pt x="54399" y="3142277"/>
                  </a:lnTo>
                  <a:lnTo>
                    <a:pt x="53749" y="3142277"/>
                  </a:lnTo>
                  <a:lnTo>
                    <a:pt x="53099" y="3142277"/>
                  </a:lnTo>
                  <a:lnTo>
                    <a:pt x="52449" y="3142277"/>
                  </a:lnTo>
                  <a:lnTo>
                    <a:pt x="51799" y="3142277"/>
                  </a:lnTo>
                  <a:lnTo>
                    <a:pt x="51149" y="3142277"/>
                  </a:lnTo>
                  <a:lnTo>
                    <a:pt x="50499" y="3142277"/>
                  </a:lnTo>
                  <a:lnTo>
                    <a:pt x="49850" y="3142277"/>
                  </a:lnTo>
                  <a:lnTo>
                    <a:pt x="49200" y="3142277"/>
                  </a:lnTo>
                  <a:lnTo>
                    <a:pt x="48550" y="3142277"/>
                  </a:lnTo>
                  <a:lnTo>
                    <a:pt x="47900" y="3142277"/>
                  </a:lnTo>
                  <a:lnTo>
                    <a:pt x="47250" y="3142277"/>
                  </a:lnTo>
                  <a:lnTo>
                    <a:pt x="46600" y="3142277"/>
                  </a:lnTo>
                  <a:lnTo>
                    <a:pt x="45950" y="3142277"/>
                  </a:lnTo>
                  <a:lnTo>
                    <a:pt x="45300" y="3142277"/>
                  </a:lnTo>
                  <a:lnTo>
                    <a:pt x="44650" y="3142277"/>
                  </a:lnTo>
                  <a:lnTo>
                    <a:pt x="44000" y="3142277"/>
                  </a:lnTo>
                  <a:lnTo>
                    <a:pt x="43350" y="3142277"/>
                  </a:lnTo>
                  <a:lnTo>
                    <a:pt x="42700" y="3142277"/>
                  </a:lnTo>
                  <a:lnTo>
                    <a:pt x="42050" y="3142277"/>
                  </a:lnTo>
                  <a:lnTo>
                    <a:pt x="41400" y="3142277"/>
                  </a:lnTo>
                  <a:lnTo>
                    <a:pt x="40750" y="3142277"/>
                  </a:lnTo>
                  <a:lnTo>
                    <a:pt x="40101" y="3142277"/>
                  </a:lnTo>
                  <a:lnTo>
                    <a:pt x="39451" y="3142277"/>
                  </a:lnTo>
                  <a:lnTo>
                    <a:pt x="38801" y="3142277"/>
                  </a:lnTo>
                  <a:lnTo>
                    <a:pt x="38151" y="3142277"/>
                  </a:lnTo>
                  <a:lnTo>
                    <a:pt x="37501" y="3142277"/>
                  </a:lnTo>
                  <a:lnTo>
                    <a:pt x="36851" y="3142277"/>
                  </a:lnTo>
                  <a:lnTo>
                    <a:pt x="36201" y="3142277"/>
                  </a:lnTo>
                  <a:lnTo>
                    <a:pt x="35551" y="3142277"/>
                  </a:lnTo>
                  <a:lnTo>
                    <a:pt x="34901" y="3142277"/>
                  </a:lnTo>
                  <a:lnTo>
                    <a:pt x="34251" y="3142277"/>
                  </a:lnTo>
                  <a:lnTo>
                    <a:pt x="33601" y="3142277"/>
                  </a:lnTo>
                  <a:lnTo>
                    <a:pt x="32951" y="3142277"/>
                  </a:lnTo>
                  <a:lnTo>
                    <a:pt x="32301" y="3142277"/>
                  </a:lnTo>
                  <a:lnTo>
                    <a:pt x="31651" y="3142277"/>
                  </a:lnTo>
                  <a:lnTo>
                    <a:pt x="31001" y="3142277"/>
                  </a:lnTo>
                  <a:lnTo>
                    <a:pt x="30351" y="3142277"/>
                  </a:lnTo>
                  <a:lnTo>
                    <a:pt x="29702" y="3142277"/>
                  </a:lnTo>
                  <a:lnTo>
                    <a:pt x="29052" y="3142277"/>
                  </a:lnTo>
                  <a:lnTo>
                    <a:pt x="28402" y="3142277"/>
                  </a:lnTo>
                  <a:lnTo>
                    <a:pt x="27752" y="3142277"/>
                  </a:lnTo>
                  <a:lnTo>
                    <a:pt x="27102" y="3142277"/>
                  </a:lnTo>
                  <a:lnTo>
                    <a:pt x="26452" y="3142277"/>
                  </a:lnTo>
                  <a:lnTo>
                    <a:pt x="25802" y="3142277"/>
                  </a:lnTo>
                  <a:lnTo>
                    <a:pt x="25152" y="3142277"/>
                  </a:lnTo>
                  <a:lnTo>
                    <a:pt x="24502" y="3142277"/>
                  </a:lnTo>
                  <a:lnTo>
                    <a:pt x="23852" y="3142277"/>
                  </a:lnTo>
                  <a:lnTo>
                    <a:pt x="23202" y="3142277"/>
                  </a:lnTo>
                  <a:lnTo>
                    <a:pt x="22552" y="3142277"/>
                  </a:lnTo>
                  <a:lnTo>
                    <a:pt x="21902" y="3142277"/>
                  </a:lnTo>
                  <a:lnTo>
                    <a:pt x="21252" y="3142277"/>
                  </a:lnTo>
                  <a:lnTo>
                    <a:pt x="20602" y="3142277"/>
                  </a:lnTo>
                  <a:lnTo>
                    <a:pt x="19953" y="3142277"/>
                  </a:lnTo>
                  <a:lnTo>
                    <a:pt x="19303" y="3142277"/>
                  </a:lnTo>
                  <a:lnTo>
                    <a:pt x="18653" y="3142277"/>
                  </a:lnTo>
                  <a:lnTo>
                    <a:pt x="18003" y="3142277"/>
                  </a:lnTo>
                  <a:lnTo>
                    <a:pt x="17353" y="3142277"/>
                  </a:lnTo>
                  <a:lnTo>
                    <a:pt x="16703" y="3142277"/>
                  </a:lnTo>
                  <a:lnTo>
                    <a:pt x="16053" y="3142277"/>
                  </a:lnTo>
                  <a:lnTo>
                    <a:pt x="15403" y="3142277"/>
                  </a:lnTo>
                  <a:lnTo>
                    <a:pt x="14753" y="3142277"/>
                  </a:lnTo>
                  <a:lnTo>
                    <a:pt x="14103" y="3142277"/>
                  </a:lnTo>
                  <a:lnTo>
                    <a:pt x="13453" y="3142277"/>
                  </a:lnTo>
                  <a:lnTo>
                    <a:pt x="12803" y="3142277"/>
                  </a:lnTo>
                  <a:lnTo>
                    <a:pt x="12153" y="3142277"/>
                  </a:lnTo>
                  <a:lnTo>
                    <a:pt x="11503" y="3142277"/>
                  </a:lnTo>
                  <a:lnTo>
                    <a:pt x="10853" y="3142277"/>
                  </a:lnTo>
                  <a:lnTo>
                    <a:pt x="10203" y="3142277"/>
                  </a:lnTo>
                  <a:lnTo>
                    <a:pt x="9554" y="3142277"/>
                  </a:lnTo>
                  <a:lnTo>
                    <a:pt x="8904" y="3142277"/>
                  </a:lnTo>
                  <a:lnTo>
                    <a:pt x="8254" y="3142277"/>
                  </a:lnTo>
                  <a:lnTo>
                    <a:pt x="7604" y="3142277"/>
                  </a:lnTo>
                  <a:lnTo>
                    <a:pt x="6954" y="3142277"/>
                  </a:lnTo>
                  <a:lnTo>
                    <a:pt x="6304" y="3142277"/>
                  </a:lnTo>
                  <a:lnTo>
                    <a:pt x="5654" y="3142277"/>
                  </a:lnTo>
                  <a:lnTo>
                    <a:pt x="5004" y="3142277"/>
                  </a:lnTo>
                  <a:lnTo>
                    <a:pt x="4354" y="3142277"/>
                  </a:lnTo>
                  <a:lnTo>
                    <a:pt x="3704" y="3142277"/>
                  </a:lnTo>
                  <a:lnTo>
                    <a:pt x="3054" y="3142277"/>
                  </a:lnTo>
                  <a:lnTo>
                    <a:pt x="2404" y="3142277"/>
                  </a:lnTo>
                  <a:lnTo>
                    <a:pt x="1754" y="3142277"/>
                  </a:lnTo>
                  <a:lnTo>
                    <a:pt x="1104" y="3142277"/>
                  </a:lnTo>
                  <a:lnTo>
                    <a:pt x="454" y="3142277"/>
                  </a:lnTo>
                  <a:lnTo>
                    <a:pt x="0" y="3142277"/>
                  </a:lnTo>
                  <a:close/>
                </a:path>
              </a:pathLst>
            </a:custGeom>
            <a:solidFill>
              <a:srgbClr val="006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90767" y="3262477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023800" y="3262477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90734" y="3262477"/>
              <a:ext cx="0" cy="3142277"/>
            </a:xfrm>
            <a:custGeom>
              <a:avLst/>
              <a:pathLst>
                <a:path w="0" h="3142277">
                  <a:moveTo>
                    <a:pt x="0" y="314227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356999" y="5735562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56999" y="489456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56999" y="405662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5894" y="3218684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455940" y="57762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55940" y="49383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55940" y="41004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55940" y="32624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90734" y="6404755"/>
              <a:ext cx="8533066" cy="0"/>
            </a:xfrm>
            <a:custGeom>
              <a:avLst/>
              <a:pathLst>
                <a:path w="8533066" h="0">
                  <a:moveTo>
                    <a:pt x="0" y="0"/>
                  </a:moveTo>
                  <a:lnTo>
                    <a:pt x="8533066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015937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640776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65614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890452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515291" y="640475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1731517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52150000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56355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52200000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981194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52250000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06032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52300000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230870" y="646432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52350000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150650" y="6600624"/>
              <a:ext cx="1213234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Genomic Position</a:t>
              </a:r>
            </a:p>
          </p:txBody>
        </p:sp>
        <p:sp>
          <p:nvSpPr>
            <p:cNvPr id="71" name="tx71"/>
            <p:cNvSpPr/>
            <p:nvPr/>
          </p:nvSpPr>
          <p:spPr>
            <a:xfrm rot="-5400000">
              <a:off x="-238088" y="4766017"/>
              <a:ext cx="78506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ChIP Signal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2026-03-08T10:49:04Z</dcterms:modified>
  <cp:category/>
</cp:coreProperties>
</file>